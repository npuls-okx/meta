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presProps.xml" ContentType="application/vnd.openxmlformats-officedocument.presentationml.presPro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13.xml.rels" ContentType="application/vnd.openxmlformats-package.relationships+xml"/>
  <Override PartName="/ppt/slides/_rels/slide16.xml.rels" ContentType="application/vnd.openxmlformats-package.relationships+xml"/>
  <Override PartName="/ppt/slides/_rels/slide12.xml.rels" ContentType="application/vnd.openxmlformats-package.relationships+xml"/>
  <Override PartName="/ppt/slides/_rels/slide15.xml.rels" ContentType="application/vnd.openxmlformats-package.relationships+xml"/>
  <Override PartName="/ppt/slides/_rels/slide9.xml.rels" ContentType="application/vnd.openxmlformats-package.relationships+xml"/>
  <Override PartName="/ppt/slides/_rels/slide14.xml.rels" ContentType="application/vnd.openxmlformats-package.relationships+xml"/>
  <Override PartName="/ppt/slides/_rels/slide11.xml.rels" ContentType="application/vnd.openxmlformats-package.relationships+xml"/>
  <Override PartName="/ppt/slides/_rels/slide1.xml.rels" ContentType="application/vnd.openxmlformats-package.relationships+xml"/>
  <Override PartName="/ppt/slides/_rels/slide4.xml.rels" ContentType="application/vnd.openxmlformats-package.relationships+xml"/>
  <Override PartName="/ppt/slides/_rels/slide2.xml.rels" ContentType="application/vnd.openxmlformats-package.relationships+xml"/>
  <Override PartName="/ppt/slides/_rels/slide5.xml.rels" ContentType="application/vnd.openxmlformats-package.relationships+xml"/>
  <Override PartName="/ppt/slides/_rels/slide3.xml.rels" ContentType="application/vnd.openxmlformats-package.relationships+xml"/>
  <Override PartName="/ppt/slides/_rels/slide6.xml.rels" ContentType="application/vnd.openxmlformats-package.relationships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2704680" y="1784880"/>
            <a:ext cx="466884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1a1a2e"/>
                </a:solidFill>
                <a:latin typeface="Arial"/>
                <a:ea typeface="Arial"/>
              </a:rPr>
              <a:t>Rollen, producten en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1333080" y="2242080"/>
            <a:ext cx="788148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1a1a2e"/>
                </a:solidFill>
                <a:latin typeface="Arial"/>
                <a:ea typeface="Arial"/>
              </a:rPr>
              <a:t>verantwoordelijkheden binnen OKx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3771720" y="3292200"/>
            <a:ext cx="2077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6b7280"/>
                </a:solidFill>
                <a:latin typeface="Arial"/>
                <a:ea typeface="Arial"/>
              </a:rPr>
              <a:t>Niek Derksen · OKx · 3-9-2026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3395520" y="2759040"/>
            <a:ext cx="28566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374151"/>
                </a:solidFill>
                <a:latin typeface="Arial"/>
                <a:ea typeface="Arial"/>
              </a:rPr>
              <a:t>Hulpvraag: hoe houden we focus?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6" name=""/>
          <p:cNvSpPr/>
          <p:nvPr/>
        </p:nvSpPr>
        <p:spPr>
          <a:xfrm>
            <a:off x="1171440" y="1438200"/>
            <a:ext cx="7029720" cy="905040"/>
          </a:xfrm>
          <a:custGeom>
            <a:avLst/>
            <a:gdLst/>
            <a:ahLst/>
            <a:rect l="0" t="0" r="r" b="b"/>
            <a:pathLst>
              <a:path w="19527" h="2514">
                <a:moveTo>
                  <a:pt x="0" y="2514"/>
                </a:moveTo>
                <a:lnTo>
                  <a:pt x="0" y="0"/>
                </a:lnTo>
                <a:lnTo>
                  <a:pt x="19421" y="0"/>
                </a:lnTo>
                <a:cubicBezTo>
                  <a:pt x="19435" y="0"/>
                  <a:pt x="19449" y="2"/>
                  <a:pt x="19462" y="8"/>
                </a:cubicBezTo>
                <a:cubicBezTo>
                  <a:pt x="19475" y="13"/>
                  <a:pt x="19486" y="21"/>
                  <a:pt x="19496" y="31"/>
                </a:cubicBezTo>
                <a:cubicBezTo>
                  <a:pt x="19506" y="41"/>
                  <a:pt x="19514" y="52"/>
                  <a:pt x="19519" y="65"/>
                </a:cubicBezTo>
                <a:cubicBezTo>
                  <a:pt x="19524" y="78"/>
                  <a:pt x="19527" y="92"/>
                  <a:pt x="19527" y="106"/>
                </a:cubicBezTo>
                <a:lnTo>
                  <a:pt x="19527" y="2408"/>
                </a:lnTo>
                <a:cubicBezTo>
                  <a:pt x="19527" y="2422"/>
                  <a:pt x="19524" y="2436"/>
                  <a:pt x="19519" y="2449"/>
                </a:cubicBezTo>
                <a:cubicBezTo>
                  <a:pt x="19514" y="2462"/>
                  <a:pt x="19506" y="2473"/>
                  <a:pt x="19496" y="2483"/>
                </a:cubicBezTo>
                <a:cubicBezTo>
                  <a:pt x="19486" y="2493"/>
                  <a:pt x="19475" y="2501"/>
                  <a:pt x="19462" y="2506"/>
                </a:cubicBezTo>
                <a:cubicBezTo>
                  <a:pt x="19449" y="2512"/>
                  <a:pt x="19435" y="2514"/>
                  <a:pt x="19421" y="2514"/>
                </a:cubicBezTo>
                <a:lnTo>
                  <a:pt x="0" y="2514"/>
                </a:lnTo>
                <a:close/>
              </a:path>
            </a:pathLst>
          </a:custGeom>
          <a:solidFill>
            <a:srgbClr val="0e8c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/>
          <p:nvPr/>
        </p:nvSpPr>
        <p:spPr>
          <a:xfrm>
            <a:off x="1133280" y="1438200"/>
            <a:ext cx="7067880" cy="905040"/>
          </a:xfrm>
          <a:custGeom>
            <a:avLst/>
            <a:gdLst/>
            <a:ahLst/>
            <a:rect l="0" t="0" r="r" b="b"/>
            <a:pathLst>
              <a:path w="19633" h="2514">
                <a:moveTo>
                  <a:pt x="0" y="0"/>
                </a:moveTo>
                <a:lnTo>
                  <a:pt x="19633" y="0"/>
                </a:lnTo>
                <a:lnTo>
                  <a:pt x="19633" y="2514"/>
                </a:lnTo>
                <a:lnTo>
                  <a:pt x="0" y="2514"/>
                </a:lnTo>
                <a:lnTo>
                  <a:pt x="0" y="0"/>
                </a:lnTo>
                <a:close/>
              </a:path>
            </a:pathLst>
          </a:custGeom>
          <a:solidFill>
            <a:srgbClr val="0e8c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1419120" y="1704960"/>
            <a:ext cx="371880" cy="371520"/>
          </a:xfrm>
          <a:custGeom>
            <a:avLst/>
            <a:gdLst/>
            <a:ahLst/>
            <a:rect l="0" t="0" r="r" b="b"/>
            <a:pathLst>
              <a:path w="1033" h="1032">
                <a:moveTo>
                  <a:pt x="0" y="524"/>
                </a:moveTo>
                <a:lnTo>
                  <a:pt x="0" y="507"/>
                </a:lnTo>
                <a:cubicBezTo>
                  <a:pt x="0" y="474"/>
                  <a:pt x="3" y="441"/>
                  <a:pt x="10" y="408"/>
                </a:cubicBezTo>
                <a:cubicBezTo>
                  <a:pt x="16" y="376"/>
                  <a:pt x="26" y="344"/>
                  <a:pt x="38" y="313"/>
                </a:cubicBezTo>
                <a:cubicBezTo>
                  <a:pt x="51" y="282"/>
                  <a:pt x="67" y="253"/>
                  <a:pt x="85" y="225"/>
                </a:cubicBezTo>
                <a:cubicBezTo>
                  <a:pt x="104" y="198"/>
                  <a:pt x="125" y="172"/>
                  <a:pt x="149" y="148"/>
                </a:cubicBezTo>
                <a:cubicBezTo>
                  <a:pt x="172" y="125"/>
                  <a:pt x="198" y="104"/>
                  <a:pt x="226" y="85"/>
                </a:cubicBezTo>
                <a:cubicBezTo>
                  <a:pt x="253" y="67"/>
                  <a:pt x="283" y="51"/>
                  <a:pt x="313" y="38"/>
                </a:cubicBezTo>
                <a:cubicBezTo>
                  <a:pt x="344" y="25"/>
                  <a:pt x="376" y="16"/>
                  <a:pt x="409" y="9"/>
                </a:cubicBezTo>
                <a:cubicBezTo>
                  <a:pt x="441" y="3"/>
                  <a:pt x="474" y="0"/>
                  <a:pt x="508" y="0"/>
                </a:cubicBezTo>
                <a:lnTo>
                  <a:pt x="524" y="0"/>
                </a:lnTo>
                <a:cubicBezTo>
                  <a:pt x="557" y="0"/>
                  <a:pt x="590" y="3"/>
                  <a:pt x="623" y="9"/>
                </a:cubicBezTo>
                <a:cubicBezTo>
                  <a:pt x="656" y="16"/>
                  <a:pt x="687" y="25"/>
                  <a:pt x="719" y="38"/>
                </a:cubicBezTo>
                <a:cubicBezTo>
                  <a:pt x="750" y="51"/>
                  <a:pt x="779" y="67"/>
                  <a:pt x="807" y="85"/>
                </a:cubicBezTo>
                <a:cubicBezTo>
                  <a:pt x="835" y="104"/>
                  <a:pt x="860" y="125"/>
                  <a:pt x="884" y="148"/>
                </a:cubicBezTo>
                <a:cubicBezTo>
                  <a:pt x="907" y="172"/>
                  <a:pt x="929" y="198"/>
                  <a:pt x="947" y="225"/>
                </a:cubicBezTo>
                <a:cubicBezTo>
                  <a:pt x="966" y="253"/>
                  <a:pt x="981" y="282"/>
                  <a:pt x="994" y="313"/>
                </a:cubicBezTo>
                <a:cubicBezTo>
                  <a:pt x="1007" y="344"/>
                  <a:pt x="1016" y="376"/>
                  <a:pt x="1023" y="408"/>
                </a:cubicBezTo>
                <a:cubicBezTo>
                  <a:pt x="1029" y="441"/>
                  <a:pt x="1033" y="474"/>
                  <a:pt x="1033" y="507"/>
                </a:cubicBezTo>
                <a:lnTo>
                  <a:pt x="1033" y="524"/>
                </a:lnTo>
                <a:cubicBezTo>
                  <a:pt x="1033" y="557"/>
                  <a:pt x="1029" y="590"/>
                  <a:pt x="1023" y="623"/>
                </a:cubicBezTo>
                <a:cubicBezTo>
                  <a:pt x="1016" y="655"/>
                  <a:pt x="1007" y="687"/>
                  <a:pt x="994" y="718"/>
                </a:cubicBezTo>
                <a:cubicBezTo>
                  <a:pt x="981" y="749"/>
                  <a:pt x="966" y="778"/>
                  <a:pt x="947" y="806"/>
                </a:cubicBezTo>
                <a:cubicBezTo>
                  <a:pt x="929" y="833"/>
                  <a:pt x="907" y="859"/>
                  <a:pt x="884" y="883"/>
                </a:cubicBezTo>
                <a:cubicBezTo>
                  <a:pt x="860" y="906"/>
                  <a:pt x="835" y="927"/>
                  <a:pt x="807" y="947"/>
                </a:cubicBezTo>
                <a:cubicBezTo>
                  <a:pt x="779" y="965"/>
                  <a:pt x="750" y="981"/>
                  <a:pt x="719" y="994"/>
                </a:cubicBezTo>
                <a:cubicBezTo>
                  <a:pt x="687" y="1007"/>
                  <a:pt x="656" y="1016"/>
                  <a:pt x="623" y="1023"/>
                </a:cubicBezTo>
                <a:cubicBezTo>
                  <a:pt x="590" y="1029"/>
                  <a:pt x="557" y="1032"/>
                  <a:pt x="524" y="1032"/>
                </a:cubicBezTo>
                <a:lnTo>
                  <a:pt x="508" y="1032"/>
                </a:lnTo>
                <a:cubicBezTo>
                  <a:pt x="474" y="1032"/>
                  <a:pt x="441" y="1029"/>
                  <a:pt x="409" y="1023"/>
                </a:cubicBezTo>
                <a:cubicBezTo>
                  <a:pt x="376" y="1016"/>
                  <a:pt x="344" y="1007"/>
                  <a:pt x="313" y="994"/>
                </a:cubicBezTo>
                <a:cubicBezTo>
                  <a:pt x="283" y="981"/>
                  <a:pt x="253" y="965"/>
                  <a:pt x="226" y="947"/>
                </a:cubicBezTo>
                <a:cubicBezTo>
                  <a:pt x="198" y="927"/>
                  <a:pt x="172" y="906"/>
                  <a:pt x="149" y="883"/>
                </a:cubicBezTo>
                <a:cubicBezTo>
                  <a:pt x="125" y="859"/>
                  <a:pt x="104" y="833"/>
                  <a:pt x="85" y="806"/>
                </a:cubicBezTo>
                <a:cubicBezTo>
                  <a:pt x="67" y="778"/>
                  <a:pt x="51" y="749"/>
                  <a:pt x="38" y="718"/>
                </a:cubicBezTo>
                <a:cubicBezTo>
                  <a:pt x="26" y="687"/>
                  <a:pt x="16" y="655"/>
                  <a:pt x="10" y="623"/>
                </a:cubicBezTo>
                <a:cubicBezTo>
                  <a:pt x="3" y="590"/>
                  <a:pt x="0" y="557"/>
                  <a:pt x="0" y="5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439920" y="729360"/>
            <a:ext cx="34754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het om gaat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1574280" y="17971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0e8c7f"/>
                </a:solidFill>
                <a:latin typeface="Arial"/>
                <a:ea typeface="Arial"/>
              </a:rPr>
              <a:t>1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1968840" y="1666080"/>
            <a:ext cx="591696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80" spc="-1" strike="noStrike">
                <a:solidFill>
                  <a:srgbClr val="ffffff"/>
                </a:solidFill>
                <a:latin typeface="Arial"/>
                <a:ea typeface="Arial"/>
              </a:rPr>
              <a:t>Mijn vraag</a:t>
            </a:r>
            <a:r>
              <a:rPr b="0" lang="en-US" sz="1380" spc="-1" strike="noStrike">
                <a:solidFill>
                  <a:srgbClr val="ffffff"/>
                </a:solidFill>
                <a:latin typeface="Arial"/>
                <a:ea typeface="Arial"/>
              </a:rPr>
              <a:t>: spreek me aan als ik te ver ga, en help me overtollige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1968840" y="1913760"/>
            <a:ext cx="425268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ffffff"/>
                </a:solidFill>
                <a:latin typeface="Arial"/>
                <a:ea typeface="Arial"/>
              </a:rPr>
              <a:t>verantwoordelijkheden in het team te beleggen.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" name=""/>
          <p:cNvSpPr/>
          <p:nvPr/>
        </p:nvSpPr>
        <p:spPr>
          <a:xfrm>
            <a:off x="1171440" y="2666880"/>
            <a:ext cx="7029720" cy="829080"/>
          </a:xfrm>
          <a:custGeom>
            <a:avLst/>
            <a:gdLst/>
            <a:ahLst/>
            <a:rect l="0" t="0" r="r" b="b"/>
            <a:pathLst>
              <a:path w="19527" h="2303">
                <a:moveTo>
                  <a:pt x="0" y="2303"/>
                </a:moveTo>
                <a:lnTo>
                  <a:pt x="0" y="0"/>
                </a:lnTo>
                <a:lnTo>
                  <a:pt x="19421" y="0"/>
                </a:lnTo>
                <a:cubicBezTo>
                  <a:pt x="19435" y="0"/>
                  <a:pt x="19449" y="3"/>
                  <a:pt x="19462" y="8"/>
                </a:cubicBezTo>
                <a:cubicBezTo>
                  <a:pt x="19475" y="13"/>
                  <a:pt x="19486" y="21"/>
                  <a:pt x="19496" y="31"/>
                </a:cubicBezTo>
                <a:cubicBezTo>
                  <a:pt x="19506" y="41"/>
                  <a:pt x="19514" y="52"/>
                  <a:pt x="19519" y="65"/>
                </a:cubicBezTo>
                <a:cubicBezTo>
                  <a:pt x="19524" y="78"/>
                  <a:pt x="19527" y="92"/>
                  <a:pt x="19527" y="106"/>
                </a:cubicBezTo>
                <a:lnTo>
                  <a:pt x="19527" y="2197"/>
                </a:lnTo>
                <a:cubicBezTo>
                  <a:pt x="19527" y="2211"/>
                  <a:pt x="19524" y="2224"/>
                  <a:pt x="19519" y="2237"/>
                </a:cubicBezTo>
                <a:cubicBezTo>
                  <a:pt x="19514" y="2250"/>
                  <a:pt x="19506" y="2262"/>
                  <a:pt x="19496" y="2272"/>
                </a:cubicBezTo>
                <a:cubicBezTo>
                  <a:pt x="19486" y="2282"/>
                  <a:pt x="19475" y="2289"/>
                  <a:pt x="19462" y="2295"/>
                </a:cubicBezTo>
                <a:cubicBezTo>
                  <a:pt x="19449" y="2300"/>
                  <a:pt x="19435" y="2303"/>
                  <a:pt x="19421" y="2303"/>
                </a:cubicBezTo>
                <a:lnTo>
                  <a:pt x="0" y="2303"/>
                </a:lnTo>
                <a:close/>
              </a:path>
            </a:pathLst>
          </a:custGeom>
          <a:solidFill>
            <a:srgbClr val="f1ec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1133280" y="2666880"/>
            <a:ext cx="7067880" cy="829080"/>
          </a:xfrm>
          <a:custGeom>
            <a:avLst/>
            <a:gdLst/>
            <a:ahLst/>
            <a:rect l="0" t="0" r="r" b="b"/>
            <a:pathLst>
              <a:path w="19633" h="2303">
                <a:moveTo>
                  <a:pt x="0" y="0"/>
                </a:moveTo>
                <a:lnTo>
                  <a:pt x="19633" y="0"/>
                </a:lnTo>
                <a:lnTo>
                  <a:pt x="19633" y="2303"/>
                </a:lnTo>
                <a:lnTo>
                  <a:pt x="0" y="2303"/>
                </a:lnTo>
                <a:lnTo>
                  <a:pt x="0" y="0"/>
                </a:ln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/>
          <p:nvPr/>
        </p:nvSpPr>
        <p:spPr>
          <a:xfrm>
            <a:off x="1419120" y="2895480"/>
            <a:ext cx="371880" cy="371880"/>
          </a:xfrm>
          <a:custGeom>
            <a:avLst/>
            <a:gdLst/>
            <a:ahLst/>
            <a:rect l="0" t="0" r="r" b="b"/>
            <a:pathLst>
              <a:path w="1033" h="1033">
                <a:moveTo>
                  <a:pt x="0" y="524"/>
                </a:moveTo>
                <a:lnTo>
                  <a:pt x="0" y="508"/>
                </a:lnTo>
                <a:cubicBezTo>
                  <a:pt x="0" y="474"/>
                  <a:pt x="3" y="441"/>
                  <a:pt x="10" y="409"/>
                </a:cubicBezTo>
                <a:cubicBezTo>
                  <a:pt x="16" y="376"/>
                  <a:pt x="26" y="344"/>
                  <a:pt x="38" y="313"/>
                </a:cubicBezTo>
                <a:cubicBezTo>
                  <a:pt x="51" y="283"/>
                  <a:pt x="67" y="253"/>
                  <a:pt x="85" y="226"/>
                </a:cubicBezTo>
                <a:cubicBezTo>
                  <a:pt x="104" y="198"/>
                  <a:pt x="125" y="172"/>
                  <a:pt x="149" y="149"/>
                </a:cubicBezTo>
                <a:cubicBezTo>
                  <a:pt x="172" y="125"/>
                  <a:pt x="198" y="104"/>
                  <a:pt x="226" y="85"/>
                </a:cubicBezTo>
                <a:cubicBezTo>
                  <a:pt x="253" y="67"/>
                  <a:pt x="283" y="51"/>
                  <a:pt x="313" y="38"/>
                </a:cubicBezTo>
                <a:cubicBezTo>
                  <a:pt x="344" y="26"/>
                  <a:pt x="376" y="16"/>
                  <a:pt x="409" y="10"/>
                </a:cubicBezTo>
                <a:cubicBezTo>
                  <a:pt x="441" y="3"/>
                  <a:pt x="474" y="0"/>
                  <a:pt x="508" y="0"/>
                </a:cubicBezTo>
                <a:lnTo>
                  <a:pt x="524" y="0"/>
                </a:lnTo>
                <a:cubicBezTo>
                  <a:pt x="557" y="0"/>
                  <a:pt x="590" y="3"/>
                  <a:pt x="623" y="10"/>
                </a:cubicBezTo>
                <a:cubicBezTo>
                  <a:pt x="656" y="16"/>
                  <a:pt x="687" y="26"/>
                  <a:pt x="719" y="38"/>
                </a:cubicBezTo>
                <a:cubicBezTo>
                  <a:pt x="750" y="51"/>
                  <a:pt x="779" y="67"/>
                  <a:pt x="807" y="85"/>
                </a:cubicBezTo>
                <a:cubicBezTo>
                  <a:pt x="835" y="104"/>
                  <a:pt x="860" y="125"/>
                  <a:pt x="884" y="149"/>
                </a:cubicBezTo>
                <a:cubicBezTo>
                  <a:pt x="907" y="172"/>
                  <a:pt x="929" y="198"/>
                  <a:pt x="947" y="226"/>
                </a:cubicBezTo>
                <a:cubicBezTo>
                  <a:pt x="966" y="253"/>
                  <a:pt x="981" y="283"/>
                  <a:pt x="994" y="313"/>
                </a:cubicBezTo>
                <a:cubicBezTo>
                  <a:pt x="1007" y="344"/>
                  <a:pt x="1016" y="376"/>
                  <a:pt x="1023" y="409"/>
                </a:cubicBezTo>
                <a:cubicBezTo>
                  <a:pt x="1029" y="441"/>
                  <a:pt x="1033" y="474"/>
                  <a:pt x="1033" y="508"/>
                </a:cubicBezTo>
                <a:lnTo>
                  <a:pt x="1033" y="524"/>
                </a:lnTo>
                <a:cubicBezTo>
                  <a:pt x="1033" y="557"/>
                  <a:pt x="1029" y="590"/>
                  <a:pt x="1023" y="623"/>
                </a:cubicBezTo>
                <a:cubicBezTo>
                  <a:pt x="1016" y="656"/>
                  <a:pt x="1007" y="687"/>
                  <a:pt x="994" y="718"/>
                </a:cubicBezTo>
                <a:cubicBezTo>
                  <a:pt x="981" y="750"/>
                  <a:pt x="966" y="779"/>
                  <a:pt x="947" y="807"/>
                </a:cubicBezTo>
                <a:cubicBezTo>
                  <a:pt x="929" y="835"/>
                  <a:pt x="907" y="860"/>
                  <a:pt x="884" y="884"/>
                </a:cubicBezTo>
                <a:cubicBezTo>
                  <a:pt x="860" y="908"/>
                  <a:pt x="835" y="929"/>
                  <a:pt x="807" y="947"/>
                </a:cubicBezTo>
                <a:cubicBezTo>
                  <a:pt x="779" y="966"/>
                  <a:pt x="750" y="981"/>
                  <a:pt x="719" y="994"/>
                </a:cubicBezTo>
                <a:cubicBezTo>
                  <a:pt x="687" y="1007"/>
                  <a:pt x="656" y="1016"/>
                  <a:pt x="623" y="1023"/>
                </a:cubicBezTo>
                <a:cubicBezTo>
                  <a:pt x="590" y="1029"/>
                  <a:pt x="557" y="1033"/>
                  <a:pt x="524" y="1033"/>
                </a:cubicBezTo>
                <a:lnTo>
                  <a:pt x="508" y="1033"/>
                </a:lnTo>
                <a:cubicBezTo>
                  <a:pt x="474" y="1033"/>
                  <a:pt x="441" y="1029"/>
                  <a:pt x="409" y="1023"/>
                </a:cubicBezTo>
                <a:cubicBezTo>
                  <a:pt x="376" y="1016"/>
                  <a:pt x="344" y="1007"/>
                  <a:pt x="313" y="994"/>
                </a:cubicBezTo>
                <a:cubicBezTo>
                  <a:pt x="283" y="981"/>
                  <a:pt x="253" y="966"/>
                  <a:pt x="226" y="947"/>
                </a:cubicBezTo>
                <a:cubicBezTo>
                  <a:pt x="198" y="929"/>
                  <a:pt x="172" y="908"/>
                  <a:pt x="149" y="884"/>
                </a:cubicBezTo>
                <a:cubicBezTo>
                  <a:pt x="125" y="860"/>
                  <a:pt x="104" y="835"/>
                  <a:pt x="85" y="807"/>
                </a:cubicBezTo>
                <a:cubicBezTo>
                  <a:pt x="67" y="779"/>
                  <a:pt x="51" y="750"/>
                  <a:pt x="38" y="718"/>
                </a:cubicBezTo>
                <a:cubicBezTo>
                  <a:pt x="26" y="687"/>
                  <a:pt x="16" y="656"/>
                  <a:pt x="10" y="623"/>
                </a:cubicBezTo>
                <a:cubicBezTo>
                  <a:pt x="3" y="590"/>
                  <a:pt x="0" y="557"/>
                  <a:pt x="0" y="524"/>
                </a:cubicBez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4573440" y="2364480"/>
            <a:ext cx="243360" cy="2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920" spc="-1" strike="noStrike">
                <a:solidFill>
                  <a:srgbClr val="0e8c7f"/>
                </a:solidFill>
                <a:latin typeface="DejaVuSans"/>
                <a:ea typeface="DejaVuSans"/>
              </a:rPr>
              <a:t>▼</a:t>
            </a:r>
            <a:endParaRPr b="0" lang="en-US" sz="1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1555560" y="298764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1968840" y="2863800"/>
            <a:ext cx="64580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Wanneer ga ik te ver? Wanneer pak ik rollen, taken en producten op die niet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1968840" y="3111480"/>
            <a:ext cx="36295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binnen mijn verantwoordelijkheden vallen?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" name=""/>
          <p:cNvSpPr/>
          <p:nvPr/>
        </p:nvSpPr>
        <p:spPr>
          <a:xfrm>
            <a:off x="1171440" y="3819240"/>
            <a:ext cx="7029720" cy="705240"/>
          </a:xfrm>
          <a:custGeom>
            <a:avLst/>
            <a:gdLst/>
            <a:ahLst/>
            <a:rect l="0" t="0" r="r" b="b"/>
            <a:pathLst>
              <a:path w="19527" h="1959">
                <a:moveTo>
                  <a:pt x="0" y="1959"/>
                </a:moveTo>
                <a:lnTo>
                  <a:pt x="0" y="0"/>
                </a:lnTo>
                <a:lnTo>
                  <a:pt x="19421" y="0"/>
                </a:lnTo>
                <a:cubicBezTo>
                  <a:pt x="19435" y="0"/>
                  <a:pt x="19449" y="3"/>
                  <a:pt x="19462" y="8"/>
                </a:cubicBezTo>
                <a:cubicBezTo>
                  <a:pt x="19475" y="14"/>
                  <a:pt x="19486" y="21"/>
                  <a:pt x="19496" y="31"/>
                </a:cubicBezTo>
                <a:cubicBezTo>
                  <a:pt x="19506" y="41"/>
                  <a:pt x="19514" y="53"/>
                  <a:pt x="19519" y="66"/>
                </a:cubicBezTo>
                <a:cubicBezTo>
                  <a:pt x="19524" y="79"/>
                  <a:pt x="19527" y="92"/>
                  <a:pt x="19527" y="106"/>
                </a:cubicBezTo>
                <a:lnTo>
                  <a:pt x="19527" y="1853"/>
                </a:lnTo>
                <a:cubicBezTo>
                  <a:pt x="19527" y="1867"/>
                  <a:pt x="19524" y="1881"/>
                  <a:pt x="19519" y="1894"/>
                </a:cubicBezTo>
                <a:cubicBezTo>
                  <a:pt x="19514" y="1907"/>
                  <a:pt x="19506" y="1918"/>
                  <a:pt x="19496" y="1928"/>
                </a:cubicBezTo>
                <a:cubicBezTo>
                  <a:pt x="19486" y="1938"/>
                  <a:pt x="19475" y="1946"/>
                  <a:pt x="19462" y="1951"/>
                </a:cubicBezTo>
                <a:cubicBezTo>
                  <a:pt x="19449" y="1957"/>
                  <a:pt x="19435" y="1959"/>
                  <a:pt x="19421" y="1959"/>
                </a:cubicBezTo>
                <a:lnTo>
                  <a:pt x="0" y="1959"/>
                </a:lnTo>
                <a:close/>
              </a:path>
            </a:pathLst>
          </a:custGeom>
          <a:solidFill>
            <a:srgbClr val="fff6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/>
          <p:nvPr/>
        </p:nvSpPr>
        <p:spPr>
          <a:xfrm>
            <a:off x="1133280" y="3819240"/>
            <a:ext cx="7067880" cy="705240"/>
          </a:xfrm>
          <a:custGeom>
            <a:avLst/>
            <a:gdLst/>
            <a:ahLst/>
            <a:rect l="0" t="0" r="r" b="b"/>
            <a:pathLst>
              <a:path w="19633" h="1959">
                <a:moveTo>
                  <a:pt x="0" y="0"/>
                </a:moveTo>
                <a:lnTo>
                  <a:pt x="19633" y="0"/>
                </a:lnTo>
                <a:lnTo>
                  <a:pt x="19633" y="1959"/>
                </a:lnTo>
                <a:lnTo>
                  <a:pt x="0" y="1959"/>
                </a:lnTo>
                <a:lnTo>
                  <a:pt x="0" y="0"/>
                </a:lnTo>
                <a:close/>
              </a:path>
            </a:pathLst>
          </a:custGeom>
          <a:solidFill>
            <a:srgbClr val="e6a8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/>
          <p:nvPr/>
        </p:nvSpPr>
        <p:spPr>
          <a:xfrm>
            <a:off x="1419120" y="3990960"/>
            <a:ext cx="371880" cy="362160"/>
          </a:xfrm>
          <a:custGeom>
            <a:avLst/>
            <a:gdLst/>
            <a:ahLst/>
            <a:rect l="0" t="0" r="r" b="b"/>
            <a:pathLst>
              <a:path w="1033" h="1006">
                <a:moveTo>
                  <a:pt x="0" y="503"/>
                </a:moveTo>
                <a:cubicBezTo>
                  <a:pt x="0" y="469"/>
                  <a:pt x="3" y="437"/>
                  <a:pt x="9" y="404"/>
                </a:cubicBezTo>
                <a:cubicBezTo>
                  <a:pt x="16" y="372"/>
                  <a:pt x="25" y="340"/>
                  <a:pt x="38" y="310"/>
                </a:cubicBezTo>
                <a:cubicBezTo>
                  <a:pt x="51" y="279"/>
                  <a:pt x="66" y="250"/>
                  <a:pt x="85" y="223"/>
                </a:cubicBezTo>
                <a:cubicBezTo>
                  <a:pt x="103" y="196"/>
                  <a:pt x="124" y="170"/>
                  <a:pt x="147" y="147"/>
                </a:cubicBezTo>
                <a:cubicBezTo>
                  <a:pt x="170" y="123"/>
                  <a:pt x="196" y="103"/>
                  <a:pt x="223" y="84"/>
                </a:cubicBezTo>
                <a:cubicBezTo>
                  <a:pt x="251" y="66"/>
                  <a:pt x="280" y="50"/>
                  <a:pt x="310" y="38"/>
                </a:cubicBezTo>
                <a:cubicBezTo>
                  <a:pt x="341" y="25"/>
                  <a:pt x="372" y="16"/>
                  <a:pt x="404" y="9"/>
                </a:cubicBezTo>
                <a:cubicBezTo>
                  <a:pt x="437" y="3"/>
                  <a:pt x="469" y="0"/>
                  <a:pt x="502" y="0"/>
                </a:cubicBezTo>
                <a:lnTo>
                  <a:pt x="529" y="0"/>
                </a:lnTo>
                <a:cubicBezTo>
                  <a:pt x="562" y="0"/>
                  <a:pt x="595" y="3"/>
                  <a:pt x="627" y="9"/>
                </a:cubicBezTo>
                <a:cubicBezTo>
                  <a:pt x="659" y="16"/>
                  <a:pt x="691" y="25"/>
                  <a:pt x="722" y="38"/>
                </a:cubicBezTo>
                <a:cubicBezTo>
                  <a:pt x="753" y="50"/>
                  <a:pt x="782" y="66"/>
                  <a:pt x="809" y="84"/>
                </a:cubicBezTo>
                <a:cubicBezTo>
                  <a:pt x="837" y="103"/>
                  <a:pt x="862" y="123"/>
                  <a:pt x="885" y="147"/>
                </a:cubicBezTo>
                <a:cubicBezTo>
                  <a:pt x="909" y="170"/>
                  <a:pt x="930" y="196"/>
                  <a:pt x="948" y="223"/>
                </a:cubicBezTo>
                <a:cubicBezTo>
                  <a:pt x="966" y="250"/>
                  <a:pt x="982" y="279"/>
                  <a:pt x="994" y="310"/>
                </a:cubicBezTo>
                <a:cubicBezTo>
                  <a:pt x="1007" y="340"/>
                  <a:pt x="1017" y="372"/>
                  <a:pt x="1023" y="404"/>
                </a:cubicBezTo>
                <a:cubicBezTo>
                  <a:pt x="1029" y="437"/>
                  <a:pt x="1033" y="469"/>
                  <a:pt x="1033" y="503"/>
                </a:cubicBezTo>
                <a:cubicBezTo>
                  <a:pt x="1033" y="536"/>
                  <a:pt x="1029" y="569"/>
                  <a:pt x="1023" y="601"/>
                </a:cubicBezTo>
                <a:cubicBezTo>
                  <a:pt x="1017" y="634"/>
                  <a:pt x="1007" y="665"/>
                  <a:pt x="994" y="696"/>
                </a:cubicBezTo>
                <a:cubicBezTo>
                  <a:pt x="982" y="726"/>
                  <a:pt x="966" y="755"/>
                  <a:pt x="948" y="783"/>
                </a:cubicBezTo>
                <a:cubicBezTo>
                  <a:pt x="930" y="810"/>
                  <a:pt x="909" y="835"/>
                  <a:pt x="885" y="859"/>
                </a:cubicBezTo>
                <a:cubicBezTo>
                  <a:pt x="862" y="882"/>
                  <a:pt x="837" y="903"/>
                  <a:pt x="809" y="921"/>
                </a:cubicBezTo>
                <a:cubicBezTo>
                  <a:pt x="782" y="940"/>
                  <a:pt x="753" y="955"/>
                  <a:pt x="722" y="968"/>
                </a:cubicBezTo>
                <a:cubicBezTo>
                  <a:pt x="691" y="980"/>
                  <a:pt x="659" y="990"/>
                  <a:pt x="627" y="996"/>
                </a:cubicBezTo>
                <a:cubicBezTo>
                  <a:pt x="595" y="1003"/>
                  <a:pt x="562" y="1006"/>
                  <a:pt x="529" y="1006"/>
                </a:cubicBezTo>
                <a:lnTo>
                  <a:pt x="502" y="1006"/>
                </a:lnTo>
                <a:cubicBezTo>
                  <a:pt x="469" y="1006"/>
                  <a:pt x="437" y="1003"/>
                  <a:pt x="404" y="996"/>
                </a:cubicBezTo>
                <a:cubicBezTo>
                  <a:pt x="372" y="990"/>
                  <a:pt x="341" y="980"/>
                  <a:pt x="310" y="968"/>
                </a:cubicBezTo>
                <a:cubicBezTo>
                  <a:pt x="280" y="955"/>
                  <a:pt x="251" y="940"/>
                  <a:pt x="223" y="921"/>
                </a:cubicBezTo>
                <a:cubicBezTo>
                  <a:pt x="196" y="903"/>
                  <a:pt x="170" y="882"/>
                  <a:pt x="147" y="859"/>
                </a:cubicBezTo>
                <a:cubicBezTo>
                  <a:pt x="124" y="835"/>
                  <a:pt x="103" y="810"/>
                  <a:pt x="85" y="783"/>
                </a:cubicBezTo>
                <a:cubicBezTo>
                  <a:pt x="66" y="755"/>
                  <a:pt x="51" y="726"/>
                  <a:pt x="38" y="696"/>
                </a:cubicBezTo>
                <a:cubicBezTo>
                  <a:pt x="25" y="665"/>
                  <a:pt x="16" y="634"/>
                  <a:pt x="9" y="601"/>
                </a:cubicBezTo>
                <a:cubicBezTo>
                  <a:pt x="3" y="569"/>
                  <a:pt x="0" y="536"/>
                  <a:pt x="0" y="503"/>
                </a:cubicBezTo>
                <a:close/>
              </a:path>
            </a:pathLst>
          </a:custGeom>
          <a:solidFill>
            <a:srgbClr val="e6a8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4573440" y="3517200"/>
            <a:ext cx="243360" cy="2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920" spc="-1" strike="noStrike">
                <a:solidFill>
                  <a:srgbClr val="7a5dba"/>
                </a:solidFill>
                <a:latin typeface="DejaVuSans"/>
                <a:ea typeface="DejaVuSans"/>
              </a:rPr>
              <a:t>▼</a:t>
            </a:r>
            <a:endParaRPr b="0" lang="en-US" sz="1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1555560" y="40831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3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1968840" y="4083120"/>
            <a:ext cx="579816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Wat zijn de rollen, verantwoordelijkheden en producten binnen OKx?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4" name=""/>
          <p:cNvSpPr/>
          <p:nvPr/>
        </p:nvSpPr>
        <p:spPr>
          <a:xfrm>
            <a:off x="456840" y="1133280"/>
            <a:ext cx="38520" cy="3286440"/>
          </a:xfrm>
          <a:custGeom>
            <a:avLst/>
            <a:gdLst/>
            <a:ahLst/>
            <a:rect l="0" t="0" r="r" b="b"/>
            <a:pathLst>
              <a:path w="107" h="9129">
                <a:moveTo>
                  <a:pt x="0" y="0"/>
                </a:moveTo>
                <a:lnTo>
                  <a:pt x="107" y="0"/>
                </a:lnTo>
                <a:lnTo>
                  <a:pt x="107" y="9129"/>
                </a:lnTo>
                <a:lnTo>
                  <a:pt x="0" y="9129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439920" y="491400"/>
            <a:ext cx="54842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bij mij past, en wat niet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609480" y="176184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617040" y="1326240"/>
            <a:ext cx="25473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0b4f6c"/>
                </a:solidFill>
                <a:latin typeface="Arial"/>
                <a:ea typeface="Arial"/>
              </a:rPr>
              <a:t>Geeft energie, past bij mijn proﬁel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799200" y="1708200"/>
            <a:ext cx="3441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Lijnen leggen en verbanden zichtbaar maken, 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/>
          <p:nvPr/>
        </p:nvSpPr>
        <p:spPr>
          <a:xfrm>
            <a:off x="609480" y="23144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799200" y="1965240"/>
            <a:ext cx="1893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mensen daarin meenemen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799200" y="2260800"/>
            <a:ext cx="3265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Visie vertalen naar concrete deelproducten 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799200" y="2517840"/>
            <a:ext cx="28674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werkpakketten, met oog voor onderlinge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609480" y="311436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799200" y="2765520"/>
            <a:ext cx="1957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afhankelijkheden en risico’s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799200" y="3060720"/>
            <a:ext cx="3792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Sparren met architecten, leveranciers en instellingen,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" name=""/>
          <p:cNvSpPr/>
          <p:nvPr/>
        </p:nvSpPr>
        <p:spPr>
          <a:xfrm>
            <a:off x="609480" y="366696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799200" y="3317760"/>
            <a:ext cx="19360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en de samenhang bewaken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/>
          <p:nvPr/>
        </p:nvSpPr>
        <p:spPr>
          <a:xfrm>
            <a:off x="609480" y="397188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799200" y="3613320"/>
            <a:ext cx="2594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Omgaan met inhoudelijke weerstand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799200" y="3917880"/>
            <a:ext cx="39524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0b4f6c"/>
                </a:solidFill>
                <a:latin typeface="Arial"/>
                <a:ea typeface="Arial"/>
              </a:rPr>
              <a:t>De solution bouwen: van eis naar koppelvlak naar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4438440" y="1133280"/>
            <a:ext cx="38520" cy="3286440"/>
          </a:xfrm>
          <a:custGeom>
            <a:avLst/>
            <a:gdLst/>
            <a:ahLst/>
            <a:rect l="0" t="0" r="r" b="b"/>
            <a:pathLst>
              <a:path w="107" h="9129">
                <a:moveTo>
                  <a:pt x="0" y="0"/>
                </a:moveTo>
                <a:lnTo>
                  <a:pt x="107" y="0"/>
                </a:lnTo>
                <a:lnTo>
                  <a:pt x="107" y="9129"/>
                </a:lnTo>
                <a:lnTo>
                  <a:pt x="0" y="9129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799200" y="4165560"/>
            <a:ext cx="1514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0b4f6c"/>
                </a:solidFill>
                <a:latin typeface="Arial"/>
                <a:ea typeface="Arial"/>
              </a:rPr>
              <a:t>werkende afspraak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4590720" y="1761840"/>
            <a:ext cx="48240" cy="48240"/>
          </a:xfrm>
          <a:custGeom>
            <a:avLst/>
            <a:gdLst/>
            <a:ahLst/>
            <a:rect l="0" t="0" r="r" b="b"/>
            <a:pathLst>
              <a:path w="134" h="134">
                <a:moveTo>
                  <a:pt x="0" y="0"/>
                </a:moveTo>
                <a:lnTo>
                  <a:pt x="134" y="0"/>
                </a:lnTo>
                <a:lnTo>
                  <a:pt x="134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4596840" y="1326240"/>
            <a:ext cx="24526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a8481f"/>
                </a:solidFill>
                <a:latin typeface="Arial"/>
                <a:ea typeface="Arial"/>
              </a:rPr>
              <a:t>Kost energie, hoort bij een ander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4590720" y="206676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4779000" y="1708200"/>
            <a:ext cx="2993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vangnet zijn voor werk dat blijft liggen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4779000" y="2013120"/>
            <a:ext cx="3373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a8481f"/>
                </a:solidFill>
                <a:latin typeface="Arial"/>
                <a:ea typeface="Arial"/>
              </a:rPr>
              <a:t>Eindverantwoordelijkheid ervaren voor elk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/>
          <p:nvPr/>
        </p:nvSpPr>
        <p:spPr>
          <a:xfrm>
            <a:off x="4590720" y="260964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4779000" y="2260800"/>
            <a:ext cx="2891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a8481f"/>
                </a:solidFill>
                <a:latin typeface="Arial"/>
                <a:ea typeface="Arial"/>
              </a:rPr>
              <a:t>eindproduct en elke wijziging daarin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4779000" y="2556000"/>
            <a:ext cx="3807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Kaderstelling en het businessvraagstuk zelf inkleuren: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4779000" y="2813040"/>
            <a:ext cx="3667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wat willen we nu eigenlijk? Vertel mij wat je wil, dan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4590720" y="341928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4779000" y="3060720"/>
            <a:ext cx="1847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verdiep en realiseer ik het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4590720" y="3714480"/>
            <a:ext cx="48240" cy="48240"/>
          </a:xfrm>
          <a:custGeom>
            <a:avLst/>
            <a:gdLst/>
            <a:ahLst/>
            <a:rect l="0" t="0" r="r" b="b"/>
            <a:pathLst>
              <a:path w="134" h="134">
                <a:moveTo>
                  <a:pt x="0" y="0"/>
                </a:moveTo>
                <a:lnTo>
                  <a:pt x="134" y="0"/>
                </a:lnTo>
                <a:lnTo>
                  <a:pt x="134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4779000" y="3365640"/>
            <a:ext cx="1297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Mensen aansturen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4779000" y="3660840"/>
            <a:ext cx="3732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Business analyse: dat is een vak apart, ik pretendeer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4779000" y="3917880"/>
            <a:ext cx="1332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geen analist te zijn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457200" y="4590360"/>
            <a:ext cx="56944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374151"/>
                </a:solidFill>
                <a:latin typeface="Arial"/>
                <a:ea typeface="Arial"/>
              </a:rPr>
              <a:t>Ik doe nu beide kolommen. Links maak ik verschil, rechts houd ik alleen gaten dicht.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7" name=""/>
          <p:cNvSpPr txBox="1"/>
          <p:nvPr/>
        </p:nvSpPr>
        <p:spPr>
          <a:xfrm>
            <a:off x="439920" y="739080"/>
            <a:ext cx="55893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Rollen in de context van OKx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" name=""/>
          <p:cNvSpPr/>
          <p:nvPr/>
        </p:nvSpPr>
        <p:spPr>
          <a:xfrm>
            <a:off x="3803400" y="2472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2"/>
                </a:cubicBezTo>
                <a:cubicBezTo>
                  <a:pt x="194" y="401"/>
                  <a:pt x="387" y="498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" name=""/>
          <p:cNvSpPr/>
          <p:nvPr/>
        </p:nvSpPr>
        <p:spPr>
          <a:xfrm>
            <a:off x="3996000" y="267048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3993840" y="2668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9"/>
                </a:moveTo>
                <a:lnTo>
                  <a:pt x="46" y="14"/>
                </a:lnTo>
                <a:lnTo>
                  <a:pt x="40" y="18"/>
                </a:lnTo>
                <a:lnTo>
                  <a:pt x="36" y="13"/>
                </a:lnTo>
                <a:lnTo>
                  <a:pt x="42" y="9"/>
                </a:lnTo>
                <a:moveTo>
                  <a:pt x="46" y="14"/>
                </a:moveTo>
                <a:lnTo>
                  <a:pt x="50" y="20"/>
                </a:lnTo>
                <a:lnTo>
                  <a:pt x="44" y="24"/>
                </a:lnTo>
                <a:lnTo>
                  <a:pt x="40" y="18"/>
                </a:lnTo>
                <a:lnTo>
                  <a:pt x="46" y="14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0"/>
                </a:lnTo>
                <a:lnTo>
                  <a:pt x="52" y="35"/>
                </a:lnTo>
                <a:lnTo>
                  <a:pt x="48" y="29"/>
                </a:lnTo>
                <a:lnTo>
                  <a:pt x="54" y="25"/>
                </a:lnTo>
                <a:moveTo>
                  <a:pt x="57" y="30"/>
                </a:moveTo>
                <a:lnTo>
                  <a:pt x="61" y="37"/>
                </a:lnTo>
                <a:lnTo>
                  <a:pt x="56" y="40"/>
                </a:lnTo>
                <a:lnTo>
                  <a:pt x="52" y="35"/>
                </a:lnTo>
                <a:lnTo>
                  <a:pt x="57" y="30"/>
                </a:lnTo>
                <a:moveTo>
                  <a:pt x="61" y="37"/>
                </a:moveTo>
                <a:lnTo>
                  <a:pt x="65" y="42"/>
                </a:lnTo>
                <a:lnTo>
                  <a:pt x="60" y="46"/>
                </a:lnTo>
                <a:lnTo>
                  <a:pt x="56" y="40"/>
                </a:lnTo>
                <a:lnTo>
                  <a:pt x="61" y="37"/>
                </a:lnTo>
                <a:moveTo>
                  <a:pt x="65" y="42"/>
                </a:moveTo>
                <a:lnTo>
                  <a:pt x="69" y="47"/>
                </a:lnTo>
                <a:lnTo>
                  <a:pt x="64" y="51"/>
                </a:lnTo>
                <a:lnTo>
                  <a:pt x="60" y="46"/>
                </a:lnTo>
                <a:lnTo>
                  <a:pt x="65" y="42"/>
                </a:lnTo>
                <a:moveTo>
                  <a:pt x="69" y="47"/>
                </a:moveTo>
                <a:lnTo>
                  <a:pt x="73" y="52"/>
                </a:lnTo>
                <a:lnTo>
                  <a:pt x="68" y="56"/>
                </a:lnTo>
                <a:lnTo>
                  <a:pt x="64" y="51"/>
                </a:lnTo>
                <a:lnTo>
                  <a:pt x="69" y="47"/>
                </a:lnTo>
                <a:moveTo>
                  <a:pt x="73" y="52"/>
                </a:moveTo>
                <a:lnTo>
                  <a:pt x="77" y="58"/>
                </a:lnTo>
                <a:lnTo>
                  <a:pt x="72" y="62"/>
                </a:lnTo>
                <a:lnTo>
                  <a:pt x="68" y="56"/>
                </a:lnTo>
                <a:lnTo>
                  <a:pt x="73" y="52"/>
                </a:lnTo>
                <a:moveTo>
                  <a:pt x="77" y="58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2"/>
                </a:lnTo>
                <a:lnTo>
                  <a:pt x="79" y="62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2"/>
                </a:lnTo>
                <a:lnTo>
                  <a:pt x="74" y="62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2"/>
                </a:lnTo>
                <a:lnTo>
                  <a:pt x="67" y="62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2"/>
                </a:lnTo>
                <a:lnTo>
                  <a:pt x="61" y="62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2"/>
                </a:lnTo>
                <a:lnTo>
                  <a:pt x="54" y="62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2"/>
                </a:lnTo>
                <a:lnTo>
                  <a:pt x="47" y="62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2"/>
                </a:lnTo>
                <a:lnTo>
                  <a:pt x="41" y="62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2"/>
                </a:lnTo>
                <a:lnTo>
                  <a:pt x="34" y="62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2"/>
                </a:lnTo>
                <a:lnTo>
                  <a:pt x="28" y="62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2"/>
                </a:lnTo>
                <a:lnTo>
                  <a:pt x="21" y="62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2"/>
                </a:lnTo>
                <a:lnTo>
                  <a:pt x="15" y="62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3"/>
                </a:lnTo>
                <a:lnTo>
                  <a:pt x="9" y="67"/>
                </a:lnTo>
                <a:lnTo>
                  <a:pt x="6" y="66"/>
                </a:lnTo>
                <a:lnTo>
                  <a:pt x="6" y="62"/>
                </a:lnTo>
                <a:lnTo>
                  <a:pt x="8" y="62"/>
                </a:lnTo>
                <a:lnTo>
                  <a:pt x="8" y="69"/>
                </a:lnTo>
                <a:moveTo>
                  <a:pt x="5" y="61"/>
                </a:moveTo>
                <a:lnTo>
                  <a:pt x="8" y="55"/>
                </a:lnTo>
                <a:lnTo>
                  <a:pt x="13" y="58"/>
                </a:lnTo>
                <a:lnTo>
                  <a:pt x="10" y="63"/>
                </a:lnTo>
                <a:lnTo>
                  <a:pt x="5" y="61"/>
                </a:lnTo>
                <a:moveTo>
                  <a:pt x="8" y="55"/>
                </a:moveTo>
                <a:lnTo>
                  <a:pt x="10" y="49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9"/>
                </a:moveTo>
                <a:lnTo>
                  <a:pt x="13" y="43"/>
                </a:lnTo>
                <a:lnTo>
                  <a:pt x="19" y="46"/>
                </a:lnTo>
                <a:lnTo>
                  <a:pt x="16" y="52"/>
                </a:lnTo>
                <a:lnTo>
                  <a:pt x="10" y="49"/>
                </a:lnTo>
                <a:moveTo>
                  <a:pt x="13" y="43"/>
                </a:moveTo>
                <a:lnTo>
                  <a:pt x="16" y="37"/>
                </a:lnTo>
                <a:lnTo>
                  <a:pt x="22" y="40"/>
                </a:lnTo>
                <a:lnTo>
                  <a:pt x="19" y="46"/>
                </a:lnTo>
                <a:lnTo>
                  <a:pt x="13" y="43"/>
                </a:lnTo>
                <a:moveTo>
                  <a:pt x="16" y="37"/>
                </a:moveTo>
                <a:lnTo>
                  <a:pt x="19" y="30"/>
                </a:lnTo>
                <a:lnTo>
                  <a:pt x="25" y="33"/>
                </a:lnTo>
                <a:lnTo>
                  <a:pt x="22" y="40"/>
                </a:lnTo>
                <a:lnTo>
                  <a:pt x="16" y="37"/>
                </a:lnTo>
                <a:moveTo>
                  <a:pt x="19" y="30"/>
                </a:moveTo>
                <a:lnTo>
                  <a:pt x="22" y="24"/>
                </a:lnTo>
                <a:lnTo>
                  <a:pt x="28" y="27"/>
                </a:lnTo>
                <a:lnTo>
                  <a:pt x="25" y="33"/>
                </a:lnTo>
                <a:lnTo>
                  <a:pt x="19" y="30"/>
                </a:lnTo>
                <a:moveTo>
                  <a:pt x="22" y="24"/>
                </a:moveTo>
                <a:lnTo>
                  <a:pt x="25" y="18"/>
                </a:lnTo>
                <a:lnTo>
                  <a:pt x="31" y="21"/>
                </a:lnTo>
                <a:lnTo>
                  <a:pt x="28" y="27"/>
                </a:lnTo>
                <a:lnTo>
                  <a:pt x="22" y="24"/>
                </a:lnTo>
                <a:moveTo>
                  <a:pt x="25" y="18"/>
                </a:moveTo>
                <a:lnTo>
                  <a:pt x="28" y="12"/>
                </a:lnTo>
                <a:lnTo>
                  <a:pt x="34" y="15"/>
                </a:lnTo>
                <a:lnTo>
                  <a:pt x="31" y="21"/>
                </a:lnTo>
                <a:lnTo>
                  <a:pt x="25" y="18"/>
                </a:lnTo>
                <a:moveTo>
                  <a:pt x="28" y="12"/>
                </a:moveTo>
                <a:lnTo>
                  <a:pt x="31" y="7"/>
                </a:lnTo>
                <a:lnTo>
                  <a:pt x="37" y="9"/>
                </a:lnTo>
                <a:lnTo>
                  <a:pt x="34" y="15"/>
                </a:lnTo>
                <a:lnTo>
                  <a:pt x="28" y="12"/>
                </a:lnTo>
                <a:moveTo>
                  <a:pt x="31" y="7"/>
                </a:moveTo>
                <a:lnTo>
                  <a:pt x="35" y="0"/>
                </a:lnTo>
                <a:lnTo>
                  <a:pt x="42" y="9"/>
                </a:lnTo>
                <a:lnTo>
                  <a:pt x="36" y="13"/>
                </a:lnTo>
                <a:lnTo>
                  <a:pt x="32" y="8"/>
                </a:lnTo>
                <a:lnTo>
                  <a:pt x="35" y="6"/>
                </a:lnTo>
                <a:lnTo>
                  <a:pt x="38" y="7"/>
                </a:lnTo>
                <a:lnTo>
                  <a:pt x="37" y="9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4667040" y="3337200"/>
            <a:ext cx="0" cy="136080"/>
          </a:xfrm>
          <a:custGeom>
            <a:avLst/>
            <a:gdLst/>
            <a:ahLst/>
            <a:rect l="0" t="0" r="r" b="b"/>
            <a:pathLst>
              <a:path fill="none" w="0" h="378">
                <a:moveTo>
                  <a:pt x="0" y="0"/>
                </a:moveTo>
                <a:lnTo>
                  <a:pt x="0" y="34"/>
                </a:lnTo>
                <a:cubicBezTo>
                  <a:pt x="0" y="69"/>
                  <a:pt x="0" y="137"/>
                  <a:pt x="0" y="200"/>
                </a:cubicBezTo>
                <a:cubicBezTo>
                  <a:pt x="0" y="263"/>
                  <a:pt x="0" y="321"/>
                  <a:pt x="0" y="350"/>
                </a:cubicBezTo>
                <a:lnTo>
                  <a:pt x="0" y="378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4655160" y="3461760"/>
            <a:ext cx="24120" cy="23760"/>
          </a:xfrm>
          <a:custGeom>
            <a:avLst/>
            <a:gdLst/>
            <a:ahLst/>
            <a:rect l="0" t="0" r="r" b="b"/>
            <a:pathLst>
              <a:path w="67" h="66">
                <a:moveTo>
                  <a:pt x="67" y="0"/>
                </a:moveTo>
                <a:lnTo>
                  <a:pt x="33" y="66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4653360" y="3460320"/>
            <a:ext cx="27720" cy="28080"/>
          </a:xfrm>
          <a:custGeom>
            <a:avLst/>
            <a:gdLst/>
            <a:ahLst/>
            <a:rect l="0" t="0" r="r" b="b"/>
            <a:pathLst>
              <a:path w="77" h="78">
                <a:moveTo>
                  <a:pt x="72" y="12"/>
                </a:moveTo>
                <a:lnTo>
                  <a:pt x="69" y="18"/>
                </a:lnTo>
                <a:lnTo>
                  <a:pt x="63" y="15"/>
                </a:lnTo>
                <a:lnTo>
                  <a:pt x="66" y="9"/>
                </a:lnTo>
                <a:lnTo>
                  <a:pt x="72" y="12"/>
                </a:lnTo>
                <a:moveTo>
                  <a:pt x="69" y="18"/>
                </a:moveTo>
                <a:lnTo>
                  <a:pt x="66" y="24"/>
                </a:lnTo>
                <a:lnTo>
                  <a:pt x="60" y="21"/>
                </a:lnTo>
                <a:lnTo>
                  <a:pt x="63" y="15"/>
                </a:lnTo>
                <a:lnTo>
                  <a:pt x="69" y="18"/>
                </a:lnTo>
                <a:moveTo>
                  <a:pt x="66" y="24"/>
                </a:moveTo>
                <a:lnTo>
                  <a:pt x="63" y="30"/>
                </a:lnTo>
                <a:lnTo>
                  <a:pt x="57" y="27"/>
                </a:lnTo>
                <a:lnTo>
                  <a:pt x="60" y="21"/>
                </a:lnTo>
                <a:lnTo>
                  <a:pt x="66" y="24"/>
                </a:lnTo>
                <a:moveTo>
                  <a:pt x="63" y="30"/>
                </a:moveTo>
                <a:lnTo>
                  <a:pt x="60" y="35"/>
                </a:lnTo>
                <a:lnTo>
                  <a:pt x="54" y="33"/>
                </a:lnTo>
                <a:lnTo>
                  <a:pt x="57" y="27"/>
                </a:lnTo>
                <a:lnTo>
                  <a:pt x="63" y="30"/>
                </a:lnTo>
                <a:moveTo>
                  <a:pt x="60" y="35"/>
                </a:moveTo>
                <a:lnTo>
                  <a:pt x="57" y="41"/>
                </a:lnTo>
                <a:lnTo>
                  <a:pt x="51" y="38"/>
                </a:lnTo>
                <a:lnTo>
                  <a:pt x="54" y="33"/>
                </a:lnTo>
                <a:lnTo>
                  <a:pt x="60" y="35"/>
                </a:lnTo>
                <a:moveTo>
                  <a:pt x="57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7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3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40" y="62"/>
                </a:lnTo>
                <a:lnTo>
                  <a:pt x="43" y="56"/>
                </a:lnTo>
                <a:lnTo>
                  <a:pt x="48" y="59"/>
                </a:lnTo>
                <a:moveTo>
                  <a:pt x="45" y="65"/>
                </a:moveTo>
                <a:lnTo>
                  <a:pt x="43" y="71"/>
                </a:lnTo>
                <a:lnTo>
                  <a:pt x="37" y="68"/>
                </a:lnTo>
                <a:lnTo>
                  <a:pt x="40" y="62"/>
                </a:lnTo>
                <a:lnTo>
                  <a:pt x="45" y="65"/>
                </a:lnTo>
                <a:moveTo>
                  <a:pt x="43" y="71"/>
                </a:moveTo>
                <a:lnTo>
                  <a:pt x="39" y="78"/>
                </a:lnTo>
                <a:lnTo>
                  <a:pt x="34" y="67"/>
                </a:lnTo>
                <a:lnTo>
                  <a:pt x="40" y="64"/>
                </a:lnTo>
                <a:lnTo>
                  <a:pt x="42" y="69"/>
                </a:lnTo>
                <a:lnTo>
                  <a:pt x="39" y="70"/>
                </a:lnTo>
                <a:lnTo>
                  <a:pt x="36" y="69"/>
                </a:lnTo>
                <a:lnTo>
                  <a:pt x="37" y="68"/>
                </a:lnTo>
                <a:lnTo>
                  <a:pt x="43" y="71"/>
                </a:lnTo>
                <a:moveTo>
                  <a:pt x="34" y="67"/>
                </a:moveTo>
                <a:lnTo>
                  <a:pt x="30" y="61"/>
                </a:lnTo>
                <a:lnTo>
                  <a:pt x="37" y="58"/>
                </a:lnTo>
                <a:lnTo>
                  <a:pt x="40" y="64"/>
                </a:lnTo>
                <a:lnTo>
                  <a:pt x="34" y="67"/>
                </a:lnTo>
                <a:moveTo>
                  <a:pt x="30" y="61"/>
                </a:moveTo>
                <a:lnTo>
                  <a:pt x="27" y="55"/>
                </a:lnTo>
                <a:lnTo>
                  <a:pt x="34" y="52"/>
                </a:lnTo>
                <a:lnTo>
                  <a:pt x="37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4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1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8"/>
                </a:lnTo>
                <a:lnTo>
                  <a:pt x="24" y="35"/>
                </a:lnTo>
                <a:lnTo>
                  <a:pt x="27" y="41"/>
                </a:lnTo>
                <a:lnTo>
                  <a:pt x="21" y="43"/>
                </a:lnTo>
                <a:moveTo>
                  <a:pt x="18" y="38"/>
                </a:moveTo>
                <a:lnTo>
                  <a:pt x="15" y="32"/>
                </a:lnTo>
                <a:lnTo>
                  <a:pt x="21" y="29"/>
                </a:lnTo>
                <a:lnTo>
                  <a:pt x="24" y="35"/>
                </a:lnTo>
                <a:lnTo>
                  <a:pt x="18" y="38"/>
                </a:lnTo>
                <a:moveTo>
                  <a:pt x="15" y="32"/>
                </a:moveTo>
                <a:lnTo>
                  <a:pt x="12" y="26"/>
                </a:lnTo>
                <a:lnTo>
                  <a:pt x="18" y="23"/>
                </a:lnTo>
                <a:lnTo>
                  <a:pt x="21" y="29"/>
                </a:lnTo>
                <a:lnTo>
                  <a:pt x="15" y="32"/>
                </a:lnTo>
                <a:moveTo>
                  <a:pt x="12" y="26"/>
                </a:moveTo>
                <a:lnTo>
                  <a:pt x="9" y="20"/>
                </a:lnTo>
                <a:lnTo>
                  <a:pt x="15" y="17"/>
                </a:lnTo>
                <a:lnTo>
                  <a:pt x="18" y="23"/>
                </a:lnTo>
                <a:lnTo>
                  <a:pt x="12" y="26"/>
                </a:lnTo>
                <a:moveTo>
                  <a:pt x="9" y="20"/>
                </a:moveTo>
                <a:lnTo>
                  <a:pt x="6" y="14"/>
                </a:lnTo>
                <a:lnTo>
                  <a:pt x="12" y="11"/>
                </a:lnTo>
                <a:lnTo>
                  <a:pt x="15" y="17"/>
                </a:lnTo>
                <a:lnTo>
                  <a:pt x="9" y="20"/>
                </a:lnTo>
                <a:moveTo>
                  <a:pt x="6" y="14"/>
                </a:moveTo>
                <a:lnTo>
                  <a:pt x="3" y="8"/>
                </a:lnTo>
                <a:lnTo>
                  <a:pt x="9" y="5"/>
                </a:lnTo>
                <a:lnTo>
                  <a:pt x="12" y="11"/>
                </a:lnTo>
                <a:lnTo>
                  <a:pt x="6" y="14"/>
                </a:lnTo>
                <a:moveTo>
                  <a:pt x="3" y="8"/>
                </a:moveTo>
                <a:lnTo>
                  <a:pt x="0" y="0"/>
                </a:lnTo>
                <a:lnTo>
                  <a:pt x="9" y="0"/>
                </a:lnTo>
                <a:lnTo>
                  <a:pt x="9" y="8"/>
                </a:lnTo>
                <a:lnTo>
                  <a:pt x="5" y="8"/>
                </a:lnTo>
                <a:lnTo>
                  <a:pt x="5" y="5"/>
                </a:lnTo>
                <a:lnTo>
                  <a:pt x="8" y="3"/>
                </a:lnTo>
                <a:lnTo>
                  <a:pt x="9" y="5"/>
                </a:lnTo>
                <a:lnTo>
                  <a:pt x="3" y="8"/>
                </a:lnTo>
                <a:moveTo>
                  <a:pt x="9" y="0"/>
                </a:moveTo>
                <a:lnTo>
                  <a:pt x="16" y="0"/>
                </a:lnTo>
                <a:lnTo>
                  <a:pt x="16" y="8"/>
                </a:lnTo>
                <a:lnTo>
                  <a:pt x="9" y="8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8"/>
                </a:lnTo>
                <a:lnTo>
                  <a:pt x="16" y="8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8"/>
                </a:lnTo>
                <a:lnTo>
                  <a:pt x="23" y="8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8"/>
                </a:lnTo>
                <a:lnTo>
                  <a:pt x="29" y="8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8"/>
                </a:lnTo>
                <a:lnTo>
                  <a:pt x="37" y="8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8"/>
                </a:lnTo>
                <a:lnTo>
                  <a:pt x="43" y="8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8"/>
                </a:lnTo>
                <a:lnTo>
                  <a:pt x="50" y="8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8"/>
                </a:lnTo>
                <a:lnTo>
                  <a:pt x="56" y="8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8"/>
                </a:lnTo>
                <a:lnTo>
                  <a:pt x="63" y="8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2"/>
                </a:lnTo>
                <a:lnTo>
                  <a:pt x="66" y="9"/>
                </a:lnTo>
                <a:lnTo>
                  <a:pt x="69" y="3"/>
                </a:lnTo>
                <a:lnTo>
                  <a:pt x="72" y="5"/>
                </a:lnTo>
                <a:lnTo>
                  <a:pt x="72" y="8"/>
                </a:lnTo>
                <a:lnTo>
                  <a:pt x="70" y="8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5322240" y="2472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2"/>
                </a:cubicBezTo>
                <a:cubicBezTo>
                  <a:pt x="386" y="401"/>
                  <a:pt x="193" y="498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/>
          <p:nvPr/>
        </p:nvSpPr>
        <p:spPr>
          <a:xfrm>
            <a:off x="5311800" y="267048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6" name=""/>
          <p:cNvSpPr/>
          <p:nvPr/>
        </p:nvSpPr>
        <p:spPr>
          <a:xfrm>
            <a:off x="5309280" y="2668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2"/>
                </a:lnTo>
                <a:lnTo>
                  <a:pt x="74" y="62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2"/>
                </a:lnTo>
                <a:lnTo>
                  <a:pt x="67" y="62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2"/>
                </a:lnTo>
                <a:lnTo>
                  <a:pt x="61" y="62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2"/>
                </a:lnTo>
                <a:lnTo>
                  <a:pt x="54" y="62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2"/>
                </a:lnTo>
                <a:lnTo>
                  <a:pt x="48" y="62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2"/>
                </a:lnTo>
                <a:lnTo>
                  <a:pt x="41" y="62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2"/>
                </a:lnTo>
                <a:lnTo>
                  <a:pt x="34" y="62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2"/>
                </a:lnTo>
                <a:lnTo>
                  <a:pt x="28" y="62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2"/>
                </a:lnTo>
                <a:lnTo>
                  <a:pt x="21" y="62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2"/>
                </a:lnTo>
                <a:lnTo>
                  <a:pt x="15" y="62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59"/>
                </a:lnTo>
                <a:lnTo>
                  <a:pt x="13" y="63"/>
                </a:lnTo>
                <a:lnTo>
                  <a:pt x="10" y="68"/>
                </a:lnTo>
                <a:lnTo>
                  <a:pt x="7" y="66"/>
                </a:lnTo>
                <a:lnTo>
                  <a:pt x="7" y="62"/>
                </a:lnTo>
                <a:lnTo>
                  <a:pt x="8" y="62"/>
                </a:lnTo>
                <a:lnTo>
                  <a:pt x="8" y="69"/>
                </a:lnTo>
                <a:moveTo>
                  <a:pt x="8" y="59"/>
                </a:moveTo>
                <a:lnTo>
                  <a:pt x="12" y="54"/>
                </a:lnTo>
                <a:lnTo>
                  <a:pt x="17" y="58"/>
                </a:lnTo>
                <a:lnTo>
                  <a:pt x="13" y="63"/>
                </a:lnTo>
                <a:lnTo>
                  <a:pt x="8" y="59"/>
                </a:lnTo>
                <a:moveTo>
                  <a:pt x="12" y="54"/>
                </a:moveTo>
                <a:lnTo>
                  <a:pt x="15" y="49"/>
                </a:lnTo>
                <a:lnTo>
                  <a:pt x="21" y="53"/>
                </a:lnTo>
                <a:lnTo>
                  <a:pt x="17" y="58"/>
                </a:lnTo>
                <a:lnTo>
                  <a:pt x="12" y="54"/>
                </a:lnTo>
                <a:moveTo>
                  <a:pt x="15" y="49"/>
                </a:moveTo>
                <a:lnTo>
                  <a:pt x="19" y="44"/>
                </a:lnTo>
                <a:lnTo>
                  <a:pt x="25" y="48"/>
                </a:lnTo>
                <a:lnTo>
                  <a:pt x="21" y="53"/>
                </a:lnTo>
                <a:lnTo>
                  <a:pt x="15" y="49"/>
                </a:lnTo>
                <a:moveTo>
                  <a:pt x="19" y="44"/>
                </a:moveTo>
                <a:lnTo>
                  <a:pt x="23" y="38"/>
                </a:lnTo>
                <a:lnTo>
                  <a:pt x="29" y="42"/>
                </a:lnTo>
                <a:lnTo>
                  <a:pt x="25" y="48"/>
                </a:lnTo>
                <a:lnTo>
                  <a:pt x="19" y="44"/>
                </a:lnTo>
                <a:moveTo>
                  <a:pt x="23" y="38"/>
                </a:moveTo>
                <a:lnTo>
                  <a:pt x="27" y="32"/>
                </a:lnTo>
                <a:lnTo>
                  <a:pt x="33" y="37"/>
                </a:lnTo>
                <a:lnTo>
                  <a:pt x="29" y="42"/>
                </a:lnTo>
                <a:lnTo>
                  <a:pt x="23" y="38"/>
                </a:lnTo>
                <a:moveTo>
                  <a:pt x="27" y="32"/>
                </a:moveTo>
                <a:lnTo>
                  <a:pt x="31" y="27"/>
                </a:lnTo>
                <a:lnTo>
                  <a:pt x="37" y="31"/>
                </a:lnTo>
                <a:lnTo>
                  <a:pt x="33" y="37"/>
                </a:lnTo>
                <a:lnTo>
                  <a:pt x="27" y="32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6"/>
                </a:lnTo>
                <a:lnTo>
                  <a:pt x="44" y="20"/>
                </a:lnTo>
                <a:lnTo>
                  <a:pt x="40" y="26"/>
                </a:lnTo>
                <a:lnTo>
                  <a:pt x="35" y="22"/>
                </a:lnTo>
                <a:moveTo>
                  <a:pt x="39" y="16"/>
                </a:moveTo>
                <a:lnTo>
                  <a:pt x="43" y="11"/>
                </a:lnTo>
                <a:lnTo>
                  <a:pt x="48" y="15"/>
                </a:lnTo>
                <a:lnTo>
                  <a:pt x="44" y="20"/>
                </a:lnTo>
                <a:lnTo>
                  <a:pt x="39" y="16"/>
                </a:lnTo>
                <a:moveTo>
                  <a:pt x="43" y="11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1"/>
                </a:lnTo>
                <a:moveTo>
                  <a:pt x="47" y="6"/>
                </a:moveTo>
                <a:lnTo>
                  <a:pt x="52" y="0"/>
                </a:lnTo>
                <a:lnTo>
                  <a:pt x="56" y="8"/>
                </a:lnTo>
                <a:lnTo>
                  <a:pt x="50" y="11"/>
                </a:lnTo>
                <a:lnTo>
                  <a:pt x="48" y="7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8"/>
                </a:moveTo>
                <a:lnTo>
                  <a:pt x="59" y="14"/>
                </a:lnTo>
                <a:lnTo>
                  <a:pt x="53" y="17"/>
                </a:lnTo>
                <a:lnTo>
                  <a:pt x="50" y="11"/>
                </a:lnTo>
                <a:lnTo>
                  <a:pt x="56" y="8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6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9"/>
                </a:lnTo>
                <a:lnTo>
                  <a:pt x="65" y="42"/>
                </a:lnTo>
                <a:lnTo>
                  <a:pt x="62" y="36"/>
                </a:lnTo>
                <a:lnTo>
                  <a:pt x="68" y="32"/>
                </a:lnTo>
                <a:moveTo>
                  <a:pt x="71" y="39"/>
                </a:moveTo>
                <a:lnTo>
                  <a:pt x="74" y="44"/>
                </a:lnTo>
                <a:lnTo>
                  <a:pt x="68" y="47"/>
                </a:lnTo>
                <a:lnTo>
                  <a:pt x="65" y="42"/>
                </a:lnTo>
                <a:lnTo>
                  <a:pt x="71" y="39"/>
                </a:lnTo>
                <a:moveTo>
                  <a:pt x="74" y="44"/>
                </a:moveTo>
                <a:lnTo>
                  <a:pt x="77" y="50"/>
                </a:lnTo>
                <a:lnTo>
                  <a:pt x="71" y="53"/>
                </a:lnTo>
                <a:lnTo>
                  <a:pt x="68" y="47"/>
                </a:lnTo>
                <a:lnTo>
                  <a:pt x="74" y="44"/>
                </a:lnTo>
                <a:moveTo>
                  <a:pt x="77" y="50"/>
                </a:moveTo>
                <a:lnTo>
                  <a:pt x="79" y="56"/>
                </a:lnTo>
                <a:lnTo>
                  <a:pt x="74" y="59"/>
                </a:lnTo>
                <a:lnTo>
                  <a:pt x="71" y="53"/>
                </a:lnTo>
                <a:lnTo>
                  <a:pt x="77" y="50"/>
                </a:lnTo>
                <a:moveTo>
                  <a:pt x="79" y="56"/>
                </a:moveTo>
                <a:lnTo>
                  <a:pt x="82" y="62"/>
                </a:lnTo>
                <a:lnTo>
                  <a:pt x="77" y="65"/>
                </a:lnTo>
                <a:lnTo>
                  <a:pt x="74" y="59"/>
                </a:lnTo>
                <a:lnTo>
                  <a:pt x="79" y="56"/>
                </a:lnTo>
                <a:moveTo>
                  <a:pt x="82" y="62"/>
                </a:moveTo>
                <a:lnTo>
                  <a:pt x="87" y="69"/>
                </a:lnTo>
                <a:lnTo>
                  <a:pt x="74" y="69"/>
                </a:lnTo>
                <a:lnTo>
                  <a:pt x="74" y="62"/>
                </a:lnTo>
                <a:lnTo>
                  <a:pt x="81" y="62"/>
                </a:lnTo>
                <a:lnTo>
                  <a:pt x="81" y="66"/>
                </a:lnTo>
                <a:lnTo>
                  <a:pt x="78" y="67"/>
                </a:lnTo>
                <a:lnTo>
                  <a:pt x="77" y="65"/>
                </a:lnTo>
                <a:lnTo>
                  <a:pt x="82" y="6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7" name=""/>
          <p:cNvSpPr/>
          <p:nvPr/>
        </p:nvSpPr>
        <p:spPr>
          <a:xfrm>
            <a:off x="3803400" y="188604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0" y="299"/>
                </a:cubicBezTo>
                <a:cubicBezTo>
                  <a:pt x="0" y="395"/>
                  <a:pt x="0" y="486"/>
                  <a:pt x="0" y="531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" name=""/>
          <p:cNvSpPr/>
          <p:nvPr/>
        </p:nvSpPr>
        <p:spPr>
          <a:xfrm>
            <a:off x="3791520" y="208152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9" name=""/>
          <p:cNvSpPr/>
          <p:nvPr/>
        </p:nvSpPr>
        <p:spPr>
          <a:xfrm>
            <a:off x="3789720" y="2080440"/>
            <a:ext cx="28080" cy="27720"/>
          </a:xfrm>
          <a:custGeom>
            <a:avLst/>
            <a:gdLst/>
            <a:ahLst/>
            <a:rect l="0" t="0" r="r" b="b"/>
            <a:pathLst>
              <a:path w="78" h="77">
                <a:moveTo>
                  <a:pt x="71" y="11"/>
                </a:moveTo>
                <a:lnTo>
                  <a:pt x="68" y="16"/>
                </a:lnTo>
                <a:lnTo>
                  <a:pt x="62" y="14"/>
                </a:lnTo>
                <a:lnTo>
                  <a:pt x="65" y="8"/>
                </a:lnTo>
                <a:lnTo>
                  <a:pt x="71" y="11"/>
                </a:lnTo>
                <a:moveTo>
                  <a:pt x="68" y="16"/>
                </a:moveTo>
                <a:lnTo>
                  <a:pt x="65" y="22"/>
                </a:lnTo>
                <a:lnTo>
                  <a:pt x="59" y="19"/>
                </a:lnTo>
                <a:lnTo>
                  <a:pt x="62" y="14"/>
                </a:lnTo>
                <a:lnTo>
                  <a:pt x="68" y="16"/>
                </a:lnTo>
                <a:moveTo>
                  <a:pt x="65" y="22"/>
                </a:moveTo>
                <a:lnTo>
                  <a:pt x="62" y="28"/>
                </a:lnTo>
                <a:lnTo>
                  <a:pt x="56" y="25"/>
                </a:lnTo>
                <a:lnTo>
                  <a:pt x="59" y="19"/>
                </a:lnTo>
                <a:lnTo>
                  <a:pt x="65" y="22"/>
                </a:lnTo>
                <a:moveTo>
                  <a:pt x="62" y="28"/>
                </a:moveTo>
                <a:lnTo>
                  <a:pt x="59" y="34"/>
                </a:lnTo>
                <a:lnTo>
                  <a:pt x="54" y="31"/>
                </a:lnTo>
                <a:lnTo>
                  <a:pt x="56" y="25"/>
                </a:lnTo>
                <a:lnTo>
                  <a:pt x="62" y="28"/>
                </a:lnTo>
                <a:moveTo>
                  <a:pt x="59" y="34"/>
                </a:moveTo>
                <a:lnTo>
                  <a:pt x="56" y="41"/>
                </a:lnTo>
                <a:lnTo>
                  <a:pt x="51" y="38"/>
                </a:lnTo>
                <a:lnTo>
                  <a:pt x="54" y="31"/>
                </a:lnTo>
                <a:lnTo>
                  <a:pt x="59" y="34"/>
                </a:lnTo>
                <a:moveTo>
                  <a:pt x="56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6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0"/>
                </a:lnTo>
                <a:lnTo>
                  <a:pt x="36" y="67"/>
                </a:lnTo>
                <a:lnTo>
                  <a:pt x="39" y="62"/>
                </a:lnTo>
                <a:lnTo>
                  <a:pt x="45" y="65"/>
                </a:lnTo>
                <a:moveTo>
                  <a:pt x="42" y="70"/>
                </a:moveTo>
                <a:lnTo>
                  <a:pt x="38" y="77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7"/>
                </a:lnTo>
                <a:lnTo>
                  <a:pt x="42" y="70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3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0"/>
                </a:lnTo>
                <a:lnTo>
                  <a:pt x="21" y="27"/>
                </a:lnTo>
                <a:lnTo>
                  <a:pt x="24" y="33"/>
                </a:lnTo>
                <a:lnTo>
                  <a:pt x="18" y="37"/>
                </a:lnTo>
                <a:moveTo>
                  <a:pt x="15" y="30"/>
                </a:moveTo>
                <a:lnTo>
                  <a:pt x="12" y="24"/>
                </a:lnTo>
                <a:lnTo>
                  <a:pt x="18" y="22"/>
                </a:lnTo>
                <a:lnTo>
                  <a:pt x="21" y="27"/>
                </a:lnTo>
                <a:lnTo>
                  <a:pt x="15" y="30"/>
                </a:lnTo>
                <a:moveTo>
                  <a:pt x="12" y="24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4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7"/>
                </a:lnTo>
                <a:lnTo>
                  <a:pt x="5" y="7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7"/>
                </a:lnTo>
                <a:lnTo>
                  <a:pt x="10" y="7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7"/>
                </a:lnTo>
                <a:lnTo>
                  <a:pt x="29" y="7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7"/>
                </a:lnTo>
                <a:lnTo>
                  <a:pt x="36" y="7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7"/>
                </a:lnTo>
                <a:lnTo>
                  <a:pt x="42" y="7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7"/>
                </a:lnTo>
                <a:lnTo>
                  <a:pt x="49" y="7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7"/>
                </a:lnTo>
                <a:lnTo>
                  <a:pt x="56" y="7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7"/>
                </a:lnTo>
                <a:lnTo>
                  <a:pt x="62" y="7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2"/>
                </a:lnTo>
                <a:lnTo>
                  <a:pt x="71" y="3"/>
                </a:lnTo>
                <a:lnTo>
                  <a:pt x="71" y="7"/>
                </a:lnTo>
                <a:lnTo>
                  <a:pt x="69" y="7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5453640" y="254664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/>
          <p:nvPr/>
        </p:nvSpPr>
        <p:spPr>
          <a:xfrm>
            <a:off x="5453640" y="254664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457200" y="1293840"/>
            <a:ext cx="2833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Vanuit mijn perspectief, afgestemd met Niels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3575160" y="196020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3575160" y="196020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5453640" y="255312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2040120" y="348516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2040120" y="348516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3575520" y="196668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2151360" y="358884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2151360" y="358884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4513680" y="349200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2812680" y="358884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/>
          <p:nvPr/>
        </p:nvSpPr>
        <p:spPr>
          <a:xfrm>
            <a:off x="2812680" y="358884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2240280" y="363996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3592440" y="358884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/>
          <p:nvPr/>
        </p:nvSpPr>
        <p:spPr>
          <a:xfrm>
            <a:off x="3592440" y="358884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2901600" y="363996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/>
          <p:nvPr/>
        </p:nvSpPr>
        <p:spPr>
          <a:xfrm>
            <a:off x="4235760" y="358884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/>
          <p:nvPr/>
        </p:nvSpPr>
        <p:spPr>
          <a:xfrm>
            <a:off x="4235760" y="358884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3681360" y="363996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/>
          <p:nvPr/>
        </p:nvSpPr>
        <p:spPr>
          <a:xfrm>
            <a:off x="5017320" y="358884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" name=""/>
          <p:cNvSpPr/>
          <p:nvPr/>
        </p:nvSpPr>
        <p:spPr>
          <a:xfrm>
            <a:off x="5017320" y="358884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4325040" y="363996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/>
          <p:nvPr/>
        </p:nvSpPr>
        <p:spPr>
          <a:xfrm>
            <a:off x="5732280" y="358884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5732280" y="358884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5106600" y="363996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6545160" y="358884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6545160" y="358884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5821200" y="363996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" name=""/>
          <p:cNvSpPr/>
          <p:nvPr/>
        </p:nvSpPr>
        <p:spPr>
          <a:xfrm>
            <a:off x="480960" y="2691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480960" y="2691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6634080" y="363996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6339960" y="283068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6339960" y="283068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" name=""/>
          <p:cNvSpPr txBox="1"/>
          <p:nvPr/>
        </p:nvSpPr>
        <p:spPr>
          <a:xfrm>
            <a:off x="4573080" y="269820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/>
          <p:nvPr/>
        </p:nvSpPr>
        <p:spPr>
          <a:xfrm>
            <a:off x="6487920" y="2934360"/>
            <a:ext cx="595080" cy="160560"/>
          </a:xfrm>
          <a:custGeom>
            <a:avLst/>
            <a:gdLst/>
            <a:ahLst/>
            <a:rect l="0" t="0" r="r" b="b"/>
            <a:pathLst>
              <a:path w="1653" h="446">
                <a:moveTo>
                  <a:pt x="0" y="0"/>
                </a:moveTo>
                <a:lnTo>
                  <a:pt x="1653" y="0"/>
                </a:lnTo>
                <a:lnTo>
                  <a:pt x="165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/>
          <p:nvPr/>
        </p:nvSpPr>
        <p:spPr>
          <a:xfrm>
            <a:off x="6487920" y="2934360"/>
            <a:ext cx="595080" cy="160560"/>
          </a:xfrm>
          <a:custGeom>
            <a:avLst/>
            <a:gdLst/>
            <a:ahLst/>
            <a:rect l="0" t="0" r="r" b="b"/>
            <a:pathLst>
              <a:path w="1653" h="446">
                <a:moveTo>
                  <a:pt x="0" y="0"/>
                </a:moveTo>
                <a:lnTo>
                  <a:pt x="1653" y="0"/>
                </a:lnTo>
                <a:lnTo>
                  <a:pt x="165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7369200" y="283752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7378920" y="2934360"/>
            <a:ext cx="480600" cy="160560"/>
          </a:xfrm>
          <a:custGeom>
            <a:avLst/>
            <a:gdLst/>
            <a:ahLst/>
            <a:rect l="0" t="0" r="r" b="b"/>
            <a:pathLst>
              <a:path w="1335" h="446">
                <a:moveTo>
                  <a:pt x="0" y="0"/>
                </a:moveTo>
                <a:lnTo>
                  <a:pt x="1335" y="0"/>
                </a:lnTo>
                <a:lnTo>
                  <a:pt x="133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7378920" y="2934360"/>
            <a:ext cx="480600" cy="160560"/>
          </a:xfrm>
          <a:custGeom>
            <a:avLst/>
            <a:gdLst/>
            <a:ahLst/>
            <a:rect l="0" t="0" r="r" b="b"/>
            <a:pathLst>
              <a:path w="1335" h="446">
                <a:moveTo>
                  <a:pt x="0" y="0"/>
                </a:moveTo>
                <a:lnTo>
                  <a:pt x="1335" y="0"/>
                </a:lnTo>
                <a:lnTo>
                  <a:pt x="133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6576840" y="298548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8155080" y="293436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8155080" y="293436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7467840" y="298548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591840" y="293436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591840" y="293436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8244360" y="298548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1368360" y="283068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1368360" y="283068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680760" y="29854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1516320" y="293436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1516320" y="293436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2007360" y="283752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2286720" y="293436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2286720" y="293436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1605600" y="298548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3214440" y="279540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3214440" y="279540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2375640" y="298548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3362760" y="2934360"/>
            <a:ext cx="610920" cy="160560"/>
          </a:xfrm>
          <a:custGeom>
            <a:avLst/>
            <a:gdLst/>
            <a:ahLst/>
            <a:rect l="0" t="0" r="r" b="b"/>
            <a:pathLst>
              <a:path w="1697" h="446">
                <a:moveTo>
                  <a:pt x="0" y="0"/>
                </a:moveTo>
                <a:lnTo>
                  <a:pt x="1697" y="0"/>
                </a:lnTo>
                <a:lnTo>
                  <a:pt x="1697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3362760" y="2934360"/>
            <a:ext cx="610920" cy="160560"/>
          </a:xfrm>
          <a:custGeom>
            <a:avLst/>
            <a:gdLst/>
            <a:ahLst/>
            <a:rect l="0" t="0" r="r" b="b"/>
            <a:pathLst>
              <a:path w="1697" h="446">
                <a:moveTo>
                  <a:pt x="0" y="0"/>
                </a:moveTo>
                <a:lnTo>
                  <a:pt x="1697" y="0"/>
                </a:lnTo>
                <a:lnTo>
                  <a:pt x="1697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4515120" y="280188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4269600" y="289908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4269600" y="289908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3451680" y="298548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4491720" y="294984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5331960" y="293436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/>
          <p:nvPr/>
        </p:nvSpPr>
        <p:spPr>
          <a:xfrm>
            <a:off x="5331960" y="293436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4358520" y="302112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2593080" y="2105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" name=""/>
          <p:cNvSpPr/>
          <p:nvPr/>
        </p:nvSpPr>
        <p:spPr>
          <a:xfrm>
            <a:off x="2593080" y="2105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5421240" y="298548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/>
          <p:nvPr/>
        </p:nvSpPr>
        <p:spPr>
          <a:xfrm>
            <a:off x="2704320" y="220896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2704320" y="220896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3669120" y="211176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3460680" y="220896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" name=""/>
          <p:cNvSpPr/>
          <p:nvPr/>
        </p:nvSpPr>
        <p:spPr>
          <a:xfrm>
            <a:off x="3460680" y="220896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2793240" y="226008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4348440" y="220896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/>
          <p:nvPr/>
        </p:nvSpPr>
        <p:spPr>
          <a:xfrm>
            <a:off x="4348440" y="220896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3549600" y="226008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" name=""/>
          <p:cNvSpPr/>
          <p:nvPr/>
        </p:nvSpPr>
        <p:spPr>
          <a:xfrm>
            <a:off x="3407040" y="151884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3407040" y="151884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4437360" y="22600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3518280" y="162252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/>
          <p:nvPr/>
        </p:nvSpPr>
        <p:spPr>
          <a:xfrm>
            <a:off x="3518280" y="162252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3727440" y="152532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5162040" y="2105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/>
          <p:nvPr/>
        </p:nvSpPr>
        <p:spPr>
          <a:xfrm>
            <a:off x="5162040" y="2105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3607200" y="167364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5272920" y="220896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" name=""/>
          <p:cNvSpPr/>
          <p:nvPr/>
        </p:nvSpPr>
        <p:spPr>
          <a:xfrm>
            <a:off x="5272920" y="220896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5369040" y="211176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5361840" y="226008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457200" y="3982680"/>
            <a:ext cx="90608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De teams overlappen: de business architect werkt in inhoud en business, de product owner in business en techniek, de borgingsmanager in inhoud,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457200" y="4154040"/>
            <a:ext cx="87332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business en operationeel. Een rol is geen persoon: iemand kan meerdere rollen vervullen, en een rol kan ook door een agent worden ingevuld.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1180800" y="4505040"/>
            <a:ext cx="429120" cy="10080"/>
          </a:xfrm>
          <a:custGeom>
            <a:avLst/>
            <a:gdLst/>
            <a:ahLst/>
            <a:rect l="0" t="0" r="r" b="b"/>
            <a:pathLst>
              <a:path w="1192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9" y="0"/>
                </a:moveTo>
                <a:lnTo>
                  <a:pt x="219" y="0"/>
                </a:lnTo>
                <a:lnTo>
                  <a:pt x="219" y="28"/>
                </a:lnTo>
                <a:lnTo>
                  <a:pt x="139" y="28"/>
                </a:lnTo>
                <a:lnTo>
                  <a:pt x="139" y="0"/>
                </a:lnTo>
                <a:moveTo>
                  <a:pt x="278" y="0"/>
                </a:moveTo>
                <a:lnTo>
                  <a:pt x="358" y="0"/>
                </a:lnTo>
                <a:lnTo>
                  <a:pt x="358" y="28"/>
                </a:lnTo>
                <a:lnTo>
                  <a:pt x="278" y="28"/>
                </a:lnTo>
                <a:lnTo>
                  <a:pt x="278" y="0"/>
                </a:lnTo>
                <a:moveTo>
                  <a:pt x="417" y="0"/>
                </a:moveTo>
                <a:lnTo>
                  <a:pt x="496" y="0"/>
                </a:lnTo>
                <a:lnTo>
                  <a:pt x="496" y="28"/>
                </a:lnTo>
                <a:lnTo>
                  <a:pt x="417" y="28"/>
                </a:lnTo>
                <a:lnTo>
                  <a:pt x="417" y="0"/>
                </a:lnTo>
                <a:moveTo>
                  <a:pt x="556" y="0"/>
                </a:moveTo>
                <a:lnTo>
                  <a:pt x="635" y="0"/>
                </a:lnTo>
                <a:lnTo>
                  <a:pt x="635" y="28"/>
                </a:lnTo>
                <a:lnTo>
                  <a:pt x="556" y="28"/>
                </a:lnTo>
                <a:lnTo>
                  <a:pt x="556" y="0"/>
                </a:lnTo>
                <a:moveTo>
                  <a:pt x="695" y="0"/>
                </a:moveTo>
                <a:lnTo>
                  <a:pt x="774" y="0"/>
                </a:lnTo>
                <a:lnTo>
                  <a:pt x="774" y="28"/>
                </a:lnTo>
                <a:lnTo>
                  <a:pt x="695" y="28"/>
                </a:lnTo>
                <a:lnTo>
                  <a:pt x="695" y="0"/>
                </a:lnTo>
                <a:moveTo>
                  <a:pt x="834" y="0"/>
                </a:moveTo>
                <a:lnTo>
                  <a:pt x="914" y="0"/>
                </a:lnTo>
                <a:lnTo>
                  <a:pt x="914" y="28"/>
                </a:lnTo>
                <a:lnTo>
                  <a:pt x="834" y="28"/>
                </a:lnTo>
                <a:lnTo>
                  <a:pt x="834" y="0"/>
                </a:lnTo>
                <a:moveTo>
                  <a:pt x="974" y="0"/>
                </a:moveTo>
                <a:lnTo>
                  <a:pt x="1053" y="0"/>
                </a:lnTo>
                <a:lnTo>
                  <a:pt x="1053" y="28"/>
                </a:lnTo>
                <a:lnTo>
                  <a:pt x="974" y="28"/>
                </a:lnTo>
                <a:lnTo>
                  <a:pt x="974" y="0"/>
                </a:lnTo>
                <a:moveTo>
                  <a:pt x="1113" y="0"/>
                </a:moveTo>
                <a:lnTo>
                  <a:pt x="1192" y="0"/>
                </a:lnTo>
                <a:lnTo>
                  <a:pt x="1192" y="28"/>
                </a:lnTo>
                <a:lnTo>
                  <a:pt x="1113" y="28"/>
                </a:lnTo>
                <a:lnTo>
                  <a:pt x="111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1761840" y="4505040"/>
            <a:ext cx="257760" cy="10080"/>
          </a:xfrm>
          <a:custGeom>
            <a:avLst/>
            <a:gdLst/>
            <a:ahLst/>
            <a:rect l="0" t="0" r="r" b="b"/>
            <a:pathLst>
              <a:path w="716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27" y="0"/>
                </a:moveTo>
                <a:lnTo>
                  <a:pt x="207" y="0"/>
                </a:lnTo>
                <a:lnTo>
                  <a:pt x="207" y="28"/>
                </a:lnTo>
                <a:lnTo>
                  <a:pt x="127" y="28"/>
                </a:lnTo>
                <a:lnTo>
                  <a:pt x="127" y="0"/>
                </a:lnTo>
                <a:moveTo>
                  <a:pt x="254" y="0"/>
                </a:moveTo>
                <a:lnTo>
                  <a:pt x="334" y="0"/>
                </a:lnTo>
                <a:lnTo>
                  <a:pt x="334" y="28"/>
                </a:lnTo>
                <a:lnTo>
                  <a:pt x="254" y="28"/>
                </a:lnTo>
                <a:lnTo>
                  <a:pt x="254" y="0"/>
                </a:lnTo>
                <a:moveTo>
                  <a:pt x="381" y="0"/>
                </a:moveTo>
                <a:lnTo>
                  <a:pt x="462" y="0"/>
                </a:lnTo>
                <a:lnTo>
                  <a:pt x="462" y="28"/>
                </a:lnTo>
                <a:lnTo>
                  <a:pt x="381" y="28"/>
                </a:lnTo>
                <a:lnTo>
                  <a:pt x="381" y="0"/>
                </a:lnTo>
                <a:moveTo>
                  <a:pt x="509" y="0"/>
                </a:moveTo>
                <a:lnTo>
                  <a:pt x="589" y="0"/>
                </a:lnTo>
                <a:lnTo>
                  <a:pt x="589" y="28"/>
                </a:lnTo>
                <a:lnTo>
                  <a:pt x="509" y="28"/>
                </a:lnTo>
                <a:lnTo>
                  <a:pt x="509" y="0"/>
                </a:lnTo>
                <a:moveTo>
                  <a:pt x="636" y="0"/>
                </a:moveTo>
                <a:lnTo>
                  <a:pt x="716" y="0"/>
                </a:lnTo>
                <a:lnTo>
                  <a:pt x="716" y="28"/>
                </a:lnTo>
                <a:lnTo>
                  <a:pt x="636" y="28"/>
                </a:lnTo>
                <a:lnTo>
                  <a:pt x="636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4343040" y="4505040"/>
            <a:ext cx="352800" cy="10080"/>
          </a:xfrm>
          <a:custGeom>
            <a:avLst/>
            <a:gdLst/>
            <a:ahLst/>
            <a:rect l="0" t="0" r="r" b="b"/>
            <a:pathLst>
              <a:path w="980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29" y="0"/>
                </a:moveTo>
                <a:lnTo>
                  <a:pt x="209" y="0"/>
                </a:lnTo>
                <a:lnTo>
                  <a:pt x="209" y="28"/>
                </a:lnTo>
                <a:lnTo>
                  <a:pt x="129" y="28"/>
                </a:lnTo>
                <a:lnTo>
                  <a:pt x="129" y="0"/>
                </a:lnTo>
                <a:moveTo>
                  <a:pt x="259" y="0"/>
                </a:moveTo>
                <a:lnTo>
                  <a:pt x="338" y="0"/>
                </a:lnTo>
                <a:lnTo>
                  <a:pt x="338" y="28"/>
                </a:lnTo>
                <a:lnTo>
                  <a:pt x="259" y="28"/>
                </a:lnTo>
                <a:lnTo>
                  <a:pt x="259" y="0"/>
                </a:lnTo>
                <a:moveTo>
                  <a:pt x="387" y="0"/>
                </a:moveTo>
                <a:lnTo>
                  <a:pt x="466" y="0"/>
                </a:lnTo>
                <a:lnTo>
                  <a:pt x="466" y="28"/>
                </a:lnTo>
                <a:lnTo>
                  <a:pt x="387" y="28"/>
                </a:lnTo>
                <a:lnTo>
                  <a:pt x="387" y="0"/>
                </a:lnTo>
                <a:moveTo>
                  <a:pt x="516" y="0"/>
                </a:moveTo>
                <a:lnTo>
                  <a:pt x="595" y="0"/>
                </a:lnTo>
                <a:lnTo>
                  <a:pt x="595" y="28"/>
                </a:lnTo>
                <a:lnTo>
                  <a:pt x="516" y="28"/>
                </a:lnTo>
                <a:lnTo>
                  <a:pt x="516" y="0"/>
                </a:lnTo>
                <a:moveTo>
                  <a:pt x="644" y="0"/>
                </a:moveTo>
                <a:lnTo>
                  <a:pt x="723" y="0"/>
                </a:lnTo>
                <a:lnTo>
                  <a:pt x="723" y="28"/>
                </a:lnTo>
                <a:lnTo>
                  <a:pt x="644" y="28"/>
                </a:lnTo>
                <a:lnTo>
                  <a:pt x="644" y="0"/>
                </a:lnTo>
                <a:moveTo>
                  <a:pt x="773" y="0"/>
                </a:moveTo>
                <a:lnTo>
                  <a:pt x="852" y="0"/>
                </a:lnTo>
                <a:lnTo>
                  <a:pt x="852" y="28"/>
                </a:lnTo>
                <a:lnTo>
                  <a:pt x="773" y="28"/>
                </a:lnTo>
                <a:lnTo>
                  <a:pt x="773" y="0"/>
                </a:lnTo>
                <a:moveTo>
                  <a:pt x="901" y="0"/>
                </a:moveTo>
                <a:lnTo>
                  <a:pt x="980" y="0"/>
                </a:lnTo>
                <a:lnTo>
                  <a:pt x="980" y="28"/>
                </a:lnTo>
                <a:lnTo>
                  <a:pt x="901" y="28"/>
                </a:lnTo>
                <a:lnTo>
                  <a:pt x="90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457200" y="4380480"/>
            <a:ext cx="49597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De lagen volgen </a:t>
            </a:r>
            <a:r>
              <a:rPr b="0" lang="en-US" sz="820" spc="-1" strike="noStrike">
                <a:solidFill>
                  <a:srgbClr val="3d68ec"/>
                </a:solidFill>
                <a:latin typeface="Arial"/>
                <a:ea typeface="Arial"/>
              </a:rPr>
              <a:t>PRINCE2</a:t>
            </a:r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 en </a:t>
            </a:r>
            <a:r>
              <a:rPr b="0" lang="en-US" sz="820" spc="-1" strike="noStrike">
                <a:solidFill>
                  <a:srgbClr val="3d68ec"/>
                </a:solidFill>
                <a:latin typeface="Arial"/>
                <a:ea typeface="Arial"/>
              </a:rPr>
              <a:t>SAFe</a:t>
            </a:r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; de adviesrol buiten de lijn de architecture board uit </a:t>
            </a:r>
            <a:r>
              <a:rPr b="0" lang="en-US" sz="820" spc="-1" strike="noStrike">
                <a:solidFill>
                  <a:srgbClr val="3d68ec"/>
                </a:solidFill>
                <a:latin typeface="Arial"/>
                <a:ea typeface="Arial"/>
              </a:rPr>
              <a:t>TOGAF</a:t>
            </a:r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.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4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49" name=""/>
          <p:cNvSpPr/>
          <p:nvPr/>
        </p:nvSpPr>
        <p:spPr>
          <a:xfrm>
            <a:off x="456840" y="1342800"/>
            <a:ext cx="1114920" cy="295560"/>
          </a:xfrm>
          <a:custGeom>
            <a:avLst/>
            <a:gdLst/>
            <a:ahLst/>
            <a:rect l="0" t="0" r="r" b="b"/>
            <a:pathLst>
              <a:path w="3097" h="821">
                <a:moveTo>
                  <a:pt x="0" y="0"/>
                </a:moveTo>
                <a:lnTo>
                  <a:pt x="3097" y="0"/>
                </a:lnTo>
                <a:lnTo>
                  <a:pt x="3097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1571400" y="1342800"/>
            <a:ext cx="4296240" cy="295560"/>
          </a:xfrm>
          <a:custGeom>
            <a:avLst/>
            <a:gdLst/>
            <a:ahLst/>
            <a:rect l="0" t="0" r="r" b="b"/>
            <a:pathLst>
              <a:path w="11934" h="821">
                <a:moveTo>
                  <a:pt x="0" y="0"/>
                </a:moveTo>
                <a:lnTo>
                  <a:pt x="11934" y="0"/>
                </a:lnTo>
                <a:lnTo>
                  <a:pt x="11934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5867280" y="1342800"/>
            <a:ext cx="2333880" cy="295560"/>
          </a:xfrm>
          <a:custGeom>
            <a:avLst/>
            <a:gdLst/>
            <a:ahLst/>
            <a:rect l="0" t="0" r="r" b="b"/>
            <a:pathLst>
              <a:path w="6483" h="821">
                <a:moveTo>
                  <a:pt x="0" y="0"/>
                </a:moveTo>
                <a:lnTo>
                  <a:pt x="6483" y="0"/>
                </a:lnTo>
                <a:lnTo>
                  <a:pt x="6483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456840" y="1628640"/>
            <a:ext cx="1114920" cy="19440"/>
          </a:xfrm>
          <a:custGeom>
            <a:avLst/>
            <a:gdLst/>
            <a:ahLst/>
            <a:rect l="0" t="0" r="r" b="b"/>
            <a:pathLst>
              <a:path w="3097" h="54">
                <a:moveTo>
                  <a:pt x="0" y="0"/>
                </a:moveTo>
                <a:lnTo>
                  <a:pt x="3097" y="0"/>
                </a:lnTo>
                <a:lnTo>
                  <a:pt x="3097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/>
          <p:nvPr/>
        </p:nvSpPr>
        <p:spPr>
          <a:xfrm>
            <a:off x="1571400" y="1628640"/>
            <a:ext cx="4296240" cy="19440"/>
          </a:xfrm>
          <a:custGeom>
            <a:avLst/>
            <a:gdLst/>
            <a:ahLst/>
            <a:rect l="0" t="0" r="r" b="b"/>
            <a:pathLst>
              <a:path w="11934" h="54">
                <a:moveTo>
                  <a:pt x="0" y="0"/>
                </a:moveTo>
                <a:lnTo>
                  <a:pt x="11934" y="0"/>
                </a:lnTo>
                <a:lnTo>
                  <a:pt x="1193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5867280" y="1628640"/>
            <a:ext cx="2333880" cy="19440"/>
          </a:xfrm>
          <a:custGeom>
            <a:avLst/>
            <a:gdLst/>
            <a:ahLst/>
            <a:rect l="0" t="0" r="r" b="b"/>
            <a:pathLst>
              <a:path w="6483" h="54">
                <a:moveTo>
                  <a:pt x="0" y="0"/>
                </a:moveTo>
                <a:lnTo>
                  <a:pt x="6483" y="0"/>
                </a:lnTo>
                <a:lnTo>
                  <a:pt x="648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456840" y="224784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6" name=""/>
          <p:cNvSpPr/>
          <p:nvPr/>
        </p:nvSpPr>
        <p:spPr>
          <a:xfrm>
            <a:off x="1571400" y="224784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5867280" y="224784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456840" y="2866680"/>
            <a:ext cx="1114920" cy="10080"/>
          </a:xfrm>
          <a:custGeom>
            <a:avLst/>
            <a:gdLst/>
            <a:ahLst/>
            <a:rect l="0" t="0" r="r" b="b"/>
            <a:pathLst>
              <a:path w="3097" h="28">
                <a:moveTo>
                  <a:pt x="0" y="0"/>
                </a:moveTo>
                <a:lnTo>
                  <a:pt x="3097" y="0"/>
                </a:lnTo>
                <a:lnTo>
                  <a:pt x="30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1571400" y="2866680"/>
            <a:ext cx="4296240" cy="10080"/>
          </a:xfrm>
          <a:custGeom>
            <a:avLst/>
            <a:gdLst/>
            <a:ahLst/>
            <a:rect l="0" t="0" r="r" b="b"/>
            <a:pathLst>
              <a:path w="11934" h="28">
                <a:moveTo>
                  <a:pt x="0" y="0"/>
                </a:moveTo>
                <a:lnTo>
                  <a:pt x="11934" y="0"/>
                </a:lnTo>
                <a:lnTo>
                  <a:pt x="1193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5867280" y="2866680"/>
            <a:ext cx="2333880" cy="10080"/>
          </a:xfrm>
          <a:custGeom>
            <a:avLst/>
            <a:gdLst/>
            <a:ahLst/>
            <a:rect l="0" t="0" r="r" b="b"/>
            <a:pathLst>
              <a:path w="6483" h="28">
                <a:moveTo>
                  <a:pt x="0" y="0"/>
                </a:moveTo>
                <a:lnTo>
                  <a:pt x="6483" y="0"/>
                </a:lnTo>
                <a:lnTo>
                  <a:pt x="64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1" name=""/>
          <p:cNvSpPr/>
          <p:nvPr/>
        </p:nvSpPr>
        <p:spPr>
          <a:xfrm>
            <a:off x="456840" y="331452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1571400" y="331452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5867280" y="331452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456840" y="377172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1571400" y="377172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6" name=""/>
          <p:cNvSpPr/>
          <p:nvPr/>
        </p:nvSpPr>
        <p:spPr>
          <a:xfrm>
            <a:off x="5867280" y="377172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7" name=""/>
          <p:cNvSpPr/>
          <p:nvPr/>
        </p:nvSpPr>
        <p:spPr>
          <a:xfrm>
            <a:off x="456840" y="4066920"/>
            <a:ext cx="1114920" cy="10080"/>
          </a:xfrm>
          <a:custGeom>
            <a:avLst/>
            <a:gdLst/>
            <a:ahLst/>
            <a:rect l="0" t="0" r="r" b="b"/>
            <a:pathLst>
              <a:path w="3097" h="28">
                <a:moveTo>
                  <a:pt x="0" y="0"/>
                </a:moveTo>
                <a:lnTo>
                  <a:pt x="3097" y="0"/>
                </a:lnTo>
                <a:lnTo>
                  <a:pt x="30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8" name=""/>
          <p:cNvSpPr/>
          <p:nvPr/>
        </p:nvSpPr>
        <p:spPr>
          <a:xfrm>
            <a:off x="1571400" y="4066920"/>
            <a:ext cx="4296240" cy="10080"/>
          </a:xfrm>
          <a:custGeom>
            <a:avLst/>
            <a:gdLst/>
            <a:ahLst/>
            <a:rect l="0" t="0" r="r" b="b"/>
            <a:pathLst>
              <a:path w="11934" h="28">
                <a:moveTo>
                  <a:pt x="0" y="0"/>
                </a:moveTo>
                <a:lnTo>
                  <a:pt x="11934" y="0"/>
                </a:lnTo>
                <a:lnTo>
                  <a:pt x="1193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5867280" y="4066920"/>
            <a:ext cx="2333880" cy="10080"/>
          </a:xfrm>
          <a:custGeom>
            <a:avLst/>
            <a:gdLst/>
            <a:ahLst/>
            <a:rect l="0" t="0" r="r" b="b"/>
            <a:pathLst>
              <a:path w="6483" h="28">
                <a:moveTo>
                  <a:pt x="0" y="0"/>
                </a:moveTo>
                <a:lnTo>
                  <a:pt x="6483" y="0"/>
                </a:lnTo>
                <a:lnTo>
                  <a:pt x="64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0" name=""/>
          <p:cNvSpPr/>
          <p:nvPr/>
        </p:nvSpPr>
        <p:spPr>
          <a:xfrm>
            <a:off x="456840" y="451476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/>
          <p:nvPr/>
        </p:nvSpPr>
        <p:spPr>
          <a:xfrm>
            <a:off x="1571400" y="451476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5867280" y="451476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439920" y="729360"/>
            <a:ext cx="69685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Welk product hangt onder welke rol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563760" y="142200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 txBox="1"/>
          <p:nvPr/>
        </p:nvSpPr>
        <p:spPr>
          <a:xfrm>
            <a:off x="1676880" y="1422000"/>
            <a:ext cx="928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DE ROL IS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" name=""/>
          <p:cNvSpPr txBox="1"/>
          <p:nvPr/>
        </p:nvSpPr>
        <p:spPr>
          <a:xfrm>
            <a:off x="5969880" y="1422000"/>
            <a:ext cx="16909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VOORBEELD OKX-PRODUCT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563760" y="1724040"/>
            <a:ext cx="4608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Solution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8" name=""/>
          <p:cNvSpPr txBox="1"/>
          <p:nvPr/>
        </p:nvSpPr>
        <p:spPr>
          <a:xfrm>
            <a:off x="563760" y="1876680"/>
            <a:ext cx="502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9" name=""/>
          <p:cNvSpPr txBox="1"/>
          <p:nvPr/>
        </p:nvSpPr>
        <p:spPr>
          <a:xfrm>
            <a:off x="1676880" y="1724040"/>
            <a:ext cx="4237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Eindverantwoordelijk en meewerkend voorman voor de totale inhoudelijke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0" name=""/>
          <p:cNvSpPr txBox="1"/>
          <p:nvPr/>
        </p:nvSpPr>
        <p:spPr>
          <a:xfrm>
            <a:off x="1676880" y="1876680"/>
            <a:ext cx="44096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oplossing: de koppelvlakspeciﬁcaties en alle onderliggende componenten om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" name=""/>
          <p:cNvSpPr txBox="1"/>
          <p:nvPr/>
        </p:nvSpPr>
        <p:spPr>
          <a:xfrm>
            <a:off x="1676880" y="2038320"/>
            <a:ext cx="2885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die volgens de eisen van de opdracht te realiseren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2" name=""/>
          <p:cNvSpPr txBox="1"/>
          <p:nvPr/>
        </p:nvSpPr>
        <p:spPr>
          <a:xfrm>
            <a:off x="5969880" y="1724040"/>
            <a:ext cx="1975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 OC naar SIS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563760" y="2333880"/>
            <a:ext cx="502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Business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563760" y="2495520"/>
            <a:ext cx="502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5" name=""/>
          <p:cNvSpPr txBox="1"/>
          <p:nvPr/>
        </p:nvSpPr>
        <p:spPr>
          <a:xfrm>
            <a:off x="1676880" y="2333880"/>
            <a:ext cx="4255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Concretisering van de wensen en eisen van opdracht en stakeholders naar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6" name=""/>
          <p:cNvSpPr txBox="1"/>
          <p:nvPr/>
        </p:nvSpPr>
        <p:spPr>
          <a:xfrm>
            <a:off x="1676880" y="2495520"/>
            <a:ext cx="4136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functionele eisen en capabilities, via architectuurproducten; managet 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" name=""/>
          <p:cNvSpPr txBox="1"/>
          <p:nvPr/>
        </p:nvSpPr>
        <p:spPr>
          <a:xfrm>
            <a:off x="1676880" y="2648160"/>
            <a:ext cx="10810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requirementsboom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8" name=""/>
          <p:cNvSpPr txBox="1"/>
          <p:nvPr/>
        </p:nvSpPr>
        <p:spPr>
          <a:xfrm>
            <a:off x="5969880" y="2333880"/>
            <a:ext cx="1149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Requirementsboom,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9" name=""/>
          <p:cNvSpPr txBox="1"/>
          <p:nvPr/>
        </p:nvSpPr>
        <p:spPr>
          <a:xfrm>
            <a:off x="5969880" y="2495520"/>
            <a:ext cx="1735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informatiestromen-hoofdplaat,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5969880" y="2648160"/>
            <a:ext cx="16711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procesplaat, informatiemodel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563760" y="2943360"/>
            <a:ext cx="941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Domeinarchitect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1676880" y="2943360"/>
            <a:ext cx="4520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Kaderstelling vanuit de sector: het IST- en SOLL-beeld waarbinnen de oplossing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1676880" y="3105360"/>
            <a:ext cx="7308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moet passen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5969880" y="2943360"/>
            <a:ext cx="13953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Sectorkader IST en SOLL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5" name=""/>
          <p:cNvSpPr txBox="1"/>
          <p:nvPr/>
        </p:nvSpPr>
        <p:spPr>
          <a:xfrm>
            <a:off x="563760" y="3400560"/>
            <a:ext cx="8190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Product owner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" name=""/>
          <p:cNvSpPr txBox="1"/>
          <p:nvPr/>
        </p:nvSpPr>
        <p:spPr>
          <a:xfrm>
            <a:off x="1676880" y="3400560"/>
            <a:ext cx="4514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Managet de productbacklog: van features en stories naar issues en milestones,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1676880" y="3552840"/>
            <a:ext cx="1739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en bewaakt scope en volgorde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5969880" y="3400560"/>
            <a:ext cx="21326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Productbacklog: issues en milestones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563760" y="3848040"/>
            <a:ext cx="9151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Business analist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1676880" y="3848040"/>
            <a:ext cx="3958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Werkt behoeften uit tot toetsbare eisen, per leerroute en per persona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5969880" y="3848040"/>
            <a:ext cx="2243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Kaderscenario, persona, functionele eis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563760" y="4143600"/>
            <a:ext cx="811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Lead 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1676880" y="4143600"/>
            <a:ext cx="32590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Eindverantwoordelijk voor de architectuurprincipes en 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" name=""/>
          <p:cNvSpPr txBox="1"/>
          <p:nvPr/>
        </p:nvSpPr>
        <p:spPr>
          <a:xfrm>
            <a:off x="1676880" y="4305240"/>
            <a:ext cx="39798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architectuurproducten, en voor de architectuurlijn over de lagen heen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" name=""/>
          <p:cNvSpPr txBox="1"/>
          <p:nvPr/>
        </p:nvSpPr>
        <p:spPr>
          <a:xfrm>
            <a:off x="5969880" y="4143600"/>
            <a:ext cx="22957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Architectuurprincipe, ADR, uitgangspunt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1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14" name=""/>
          <p:cNvSpPr/>
          <p:nvPr/>
        </p:nvSpPr>
        <p:spPr>
          <a:xfrm>
            <a:off x="456840" y="1257120"/>
            <a:ext cx="1743480" cy="305280"/>
          </a:xfrm>
          <a:custGeom>
            <a:avLst/>
            <a:gdLst/>
            <a:ahLst/>
            <a:rect l="0" t="0" r="r" b="b"/>
            <a:pathLst>
              <a:path w="4843" h="848">
                <a:moveTo>
                  <a:pt x="0" y="0"/>
                </a:moveTo>
                <a:lnTo>
                  <a:pt x="4843" y="0"/>
                </a:lnTo>
                <a:lnTo>
                  <a:pt x="4843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2199960" y="1257120"/>
            <a:ext cx="3591360" cy="305280"/>
          </a:xfrm>
          <a:custGeom>
            <a:avLst/>
            <a:gdLst/>
            <a:ahLst/>
            <a:rect l="0" t="0" r="r" b="b"/>
            <a:pathLst>
              <a:path w="9976" h="848">
                <a:moveTo>
                  <a:pt x="0" y="0"/>
                </a:moveTo>
                <a:lnTo>
                  <a:pt x="9976" y="0"/>
                </a:lnTo>
                <a:lnTo>
                  <a:pt x="9976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5790960" y="1257120"/>
            <a:ext cx="2410200" cy="305280"/>
          </a:xfrm>
          <a:custGeom>
            <a:avLst/>
            <a:gdLst/>
            <a:ahLst/>
            <a:rect l="0" t="0" r="r" b="b"/>
            <a:pathLst>
              <a:path w="6695" h="848">
                <a:moveTo>
                  <a:pt x="0" y="0"/>
                </a:moveTo>
                <a:lnTo>
                  <a:pt x="6695" y="0"/>
                </a:lnTo>
                <a:lnTo>
                  <a:pt x="6695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456840" y="1552320"/>
            <a:ext cx="1743480" cy="19440"/>
          </a:xfrm>
          <a:custGeom>
            <a:avLst/>
            <a:gdLst/>
            <a:ahLst/>
            <a:rect l="0" t="0" r="r" b="b"/>
            <a:pathLst>
              <a:path w="4843" h="54">
                <a:moveTo>
                  <a:pt x="0" y="0"/>
                </a:moveTo>
                <a:lnTo>
                  <a:pt x="4843" y="0"/>
                </a:lnTo>
                <a:lnTo>
                  <a:pt x="484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8" name=""/>
          <p:cNvSpPr/>
          <p:nvPr/>
        </p:nvSpPr>
        <p:spPr>
          <a:xfrm>
            <a:off x="2199960" y="1552320"/>
            <a:ext cx="3591360" cy="19440"/>
          </a:xfrm>
          <a:custGeom>
            <a:avLst/>
            <a:gdLst/>
            <a:ahLst/>
            <a:rect l="0" t="0" r="r" b="b"/>
            <a:pathLst>
              <a:path w="9976" h="54">
                <a:moveTo>
                  <a:pt x="0" y="0"/>
                </a:moveTo>
                <a:lnTo>
                  <a:pt x="9976" y="0"/>
                </a:lnTo>
                <a:lnTo>
                  <a:pt x="9976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/>
          <p:nvPr/>
        </p:nvSpPr>
        <p:spPr>
          <a:xfrm>
            <a:off x="5790960" y="1552320"/>
            <a:ext cx="2410200" cy="19440"/>
          </a:xfrm>
          <a:custGeom>
            <a:avLst/>
            <a:gdLst/>
            <a:ahLst/>
            <a:rect l="0" t="0" r="r" b="b"/>
            <a:pathLst>
              <a:path w="6695" h="54">
                <a:moveTo>
                  <a:pt x="0" y="0"/>
                </a:moveTo>
                <a:lnTo>
                  <a:pt x="6695" y="0"/>
                </a:lnTo>
                <a:lnTo>
                  <a:pt x="669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/>
          <p:nvPr/>
        </p:nvSpPr>
        <p:spPr>
          <a:xfrm>
            <a:off x="456840" y="217152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1" name=""/>
          <p:cNvSpPr/>
          <p:nvPr/>
        </p:nvSpPr>
        <p:spPr>
          <a:xfrm>
            <a:off x="2199960" y="217152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5790960" y="217152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3" name=""/>
          <p:cNvSpPr/>
          <p:nvPr/>
        </p:nvSpPr>
        <p:spPr>
          <a:xfrm>
            <a:off x="456840" y="2781000"/>
            <a:ext cx="1743480" cy="10080"/>
          </a:xfrm>
          <a:custGeom>
            <a:avLst/>
            <a:gdLst/>
            <a:ahLst/>
            <a:rect l="0" t="0" r="r" b="b"/>
            <a:pathLst>
              <a:path w="4843" h="28">
                <a:moveTo>
                  <a:pt x="0" y="0"/>
                </a:moveTo>
                <a:lnTo>
                  <a:pt x="4843" y="0"/>
                </a:lnTo>
                <a:lnTo>
                  <a:pt x="484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4" name=""/>
          <p:cNvSpPr/>
          <p:nvPr/>
        </p:nvSpPr>
        <p:spPr>
          <a:xfrm>
            <a:off x="2199960" y="2781000"/>
            <a:ext cx="3591360" cy="10080"/>
          </a:xfrm>
          <a:custGeom>
            <a:avLst/>
            <a:gdLst/>
            <a:ahLst/>
            <a:rect l="0" t="0" r="r" b="b"/>
            <a:pathLst>
              <a:path w="9976" h="28">
                <a:moveTo>
                  <a:pt x="0" y="0"/>
                </a:moveTo>
                <a:lnTo>
                  <a:pt x="9976" y="0"/>
                </a:lnTo>
                <a:lnTo>
                  <a:pt x="997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5" name=""/>
          <p:cNvSpPr/>
          <p:nvPr/>
        </p:nvSpPr>
        <p:spPr>
          <a:xfrm>
            <a:off x="5790960" y="2781000"/>
            <a:ext cx="2410200" cy="10080"/>
          </a:xfrm>
          <a:custGeom>
            <a:avLst/>
            <a:gdLst/>
            <a:ahLst/>
            <a:rect l="0" t="0" r="r" b="b"/>
            <a:pathLst>
              <a:path w="6695" h="28">
                <a:moveTo>
                  <a:pt x="0" y="0"/>
                </a:moveTo>
                <a:lnTo>
                  <a:pt x="6695" y="0"/>
                </a:lnTo>
                <a:lnTo>
                  <a:pt x="66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456840" y="3238200"/>
            <a:ext cx="1743480" cy="10080"/>
          </a:xfrm>
          <a:custGeom>
            <a:avLst/>
            <a:gdLst/>
            <a:ahLst/>
            <a:rect l="0" t="0" r="r" b="b"/>
            <a:pathLst>
              <a:path w="4843" h="28">
                <a:moveTo>
                  <a:pt x="0" y="0"/>
                </a:moveTo>
                <a:lnTo>
                  <a:pt x="4843" y="0"/>
                </a:lnTo>
                <a:lnTo>
                  <a:pt x="484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7" name=""/>
          <p:cNvSpPr/>
          <p:nvPr/>
        </p:nvSpPr>
        <p:spPr>
          <a:xfrm>
            <a:off x="2199960" y="3238200"/>
            <a:ext cx="3591360" cy="10080"/>
          </a:xfrm>
          <a:custGeom>
            <a:avLst/>
            <a:gdLst/>
            <a:ahLst/>
            <a:rect l="0" t="0" r="r" b="b"/>
            <a:pathLst>
              <a:path w="9976" h="28">
                <a:moveTo>
                  <a:pt x="0" y="0"/>
                </a:moveTo>
                <a:lnTo>
                  <a:pt x="9976" y="0"/>
                </a:lnTo>
                <a:lnTo>
                  <a:pt x="997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8" name=""/>
          <p:cNvSpPr/>
          <p:nvPr/>
        </p:nvSpPr>
        <p:spPr>
          <a:xfrm>
            <a:off x="5790960" y="3238200"/>
            <a:ext cx="2410200" cy="10080"/>
          </a:xfrm>
          <a:custGeom>
            <a:avLst/>
            <a:gdLst/>
            <a:ahLst/>
            <a:rect l="0" t="0" r="r" b="b"/>
            <a:pathLst>
              <a:path w="6695" h="28">
                <a:moveTo>
                  <a:pt x="0" y="0"/>
                </a:moveTo>
                <a:lnTo>
                  <a:pt x="6695" y="0"/>
                </a:lnTo>
                <a:lnTo>
                  <a:pt x="66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9" name=""/>
          <p:cNvSpPr/>
          <p:nvPr/>
        </p:nvSpPr>
        <p:spPr>
          <a:xfrm>
            <a:off x="456840" y="368604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0" name=""/>
          <p:cNvSpPr/>
          <p:nvPr/>
        </p:nvSpPr>
        <p:spPr>
          <a:xfrm>
            <a:off x="2199960" y="368604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1" name=""/>
          <p:cNvSpPr/>
          <p:nvPr/>
        </p:nvSpPr>
        <p:spPr>
          <a:xfrm>
            <a:off x="5790960" y="368604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456840" y="414324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3" name=""/>
          <p:cNvSpPr/>
          <p:nvPr/>
        </p:nvSpPr>
        <p:spPr>
          <a:xfrm>
            <a:off x="2199960" y="414324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5790960" y="414324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456840" y="460044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6" name=""/>
          <p:cNvSpPr/>
          <p:nvPr/>
        </p:nvSpPr>
        <p:spPr>
          <a:xfrm>
            <a:off x="2199960" y="460044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7" name=""/>
          <p:cNvSpPr/>
          <p:nvPr/>
        </p:nvSpPr>
        <p:spPr>
          <a:xfrm>
            <a:off x="5790960" y="460044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 txBox="1"/>
          <p:nvPr/>
        </p:nvSpPr>
        <p:spPr>
          <a:xfrm>
            <a:off x="439920" y="643680"/>
            <a:ext cx="69685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Welk product hangt onder welke rol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 txBox="1"/>
          <p:nvPr/>
        </p:nvSpPr>
        <p:spPr>
          <a:xfrm>
            <a:off x="563760" y="134604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0" name=""/>
          <p:cNvSpPr txBox="1"/>
          <p:nvPr/>
        </p:nvSpPr>
        <p:spPr>
          <a:xfrm>
            <a:off x="2308320" y="1346040"/>
            <a:ext cx="928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DE ROL IS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1" name=""/>
          <p:cNvSpPr txBox="1"/>
          <p:nvPr/>
        </p:nvSpPr>
        <p:spPr>
          <a:xfrm>
            <a:off x="5896080" y="1346040"/>
            <a:ext cx="16909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VOORBEELD OKX-PRODUCT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563760" y="1648080"/>
            <a:ext cx="5522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Tech lead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 txBox="1"/>
          <p:nvPr/>
        </p:nvSpPr>
        <p:spPr>
          <a:xfrm>
            <a:off x="2308320" y="1648080"/>
            <a:ext cx="3327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Leiding aan het developmentteam, mensen begeleiden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 txBox="1"/>
          <p:nvPr/>
        </p:nvSpPr>
        <p:spPr>
          <a:xfrm>
            <a:off x="2308320" y="1800360"/>
            <a:ext cx="3278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ontwikkelen, en de technische lijn op operationeel niveau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2308320" y="1962360"/>
            <a:ext cx="2183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uitzetten: werkafspraken en toolkeuze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6" name=""/>
          <p:cNvSpPr txBox="1"/>
          <p:nvPr/>
        </p:nvSpPr>
        <p:spPr>
          <a:xfrm>
            <a:off x="5896080" y="1648080"/>
            <a:ext cx="19591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Agent-harness, werkafspraken, CI-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7" name=""/>
          <p:cNvSpPr txBox="1"/>
          <p:nvPr/>
        </p:nvSpPr>
        <p:spPr>
          <a:xfrm>
            <a:off x="5896080" y="1800360"/>
            <a:ext cx="523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controles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563760" y="2257560"/>
            <a:ext cx="582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Developer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2308320" y="2257560"/>
            <a:ext cx="3391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Bouwt en onderhoudt de softwareoplossingen waarmee het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2308320" y="2409840"/>
            <a:ext cx="17136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team zijn producten realiseert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1" name=""/>
          <p:cNvSpPr txBox="1"/>
          <p:nvPr/>
        </p:nvSpPr>
        <p:spPr>
          <a:xfrm>
            <a:off x="5896080" y="2257560"/>
            <a:ext cx="1975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CI/CD, unittestscripts, controles op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 txBox="1"/>
          <p:nvPr/>
        </p:nvSpPr>
        <p:spPr>
          <a:xfrm>
            <a:off x="5896080" y="2409840"/>
            <a:ext cx="1576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bronbestanden, buildstraat,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 txBox="1"/>
          <p:nvPr/>
        </p:nvSpPr>
        <p:spPr>
          <a:xfrm>
            <a:off x="5896080" y="2571840"/>
            <a:ext cx="11923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presentatiegeneratie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563760" y="2867040"/>
            <a:ext cx="991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Release manager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2308320" y="2867040"/>
            <a:ext cx="3458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Bepaalt wat wanneer naar buiten gaat en beheert versies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2308320" y="3029040"/>
            <a:ext cx="744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branchmodel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5896080" y="2867040"/>
            <a:ext cx="1657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Release v0.0.2, branchmodel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563760" y="3324240"/>
            <a:ext cx="771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Integratie-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563760" y="3476880"/>
            <a:ext cx="1409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standaardisatiespecialist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2308320" y="3324240"/>
            <a:ext cx="35560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Houdt de oplossing verbonden met bestaande standaarden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 txBox="1"/>
          <p:nvPr/>
        </p:nvSpPr>
        <p:spPr>
          <a:xfrm>
            <a:off x="2308320" y="3476880"/>
            <a:ext cx="988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afsprakenstelsels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5896080" y="3324240"/>
            <a:ext cx="2264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Begrippenkader met ankertabel, OEAPI-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3" name=""/>
          <p:cNvSpPr txBox="1"/>
          <p:nvPr/>
        </p:nvSpPr>
        <p:spPr>
          <a:xfrm>
            <a:off x="5896080" y="3476880"/>
            <a:ext cx="497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mapping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 txBox="1"/>
          <p:nvPr/>
        </p:nvSpPr>
        <p:spPr>
          <a:xfrm>
            <a:off x="563760" y="3772080"/>
            <a:ext cx="744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Testarchitect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 txBox="1"/>
          <p:nvPr/>
        </p:nvSpPr>
        <p:spPr>
          <a:xfrm>
            <a:off x="2308320" y="3772080"/>
            <a:ext cx="2998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Bepaalt hoe onafhankelijk wordt vastgesteld dat een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 txBox="1"/>
          <p:nvPr/>
        </p:nvSpPr>
        <p:spPr>
          <a:xfrm>
            <a:off x="2308320" y="3934080"/>
            <a:ext cx="20062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implementatie de speciﬁcatie volgt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5896080" y="3772080"/>
            <a:ext cx="14972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Testplan en testprocedure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8" name=""/>
          <p:cNvSpPr txBox="1"/>
          <p:nvPr/>
        </p:nvSpPr>
        <p:spPr>
          <a:xfrm>
            <a:off x="563760" y="4229280"/>
            <a:ext cx="808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Domeinexpert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9" name=""/>
          <p:cNvSpPr txBox="1"/>
          <p:nvPr/>
        </p:nvSpPr>
        <p:spPr>
          <a:xfrm>
            <a:off x="2308320" y="4229280"/>
            <a:ext cx="2815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Aanspreekpunt voor de sector op standaarden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 txBox="1"/>
          <p:nvPr/>
        </p:nvSpPr>
        <p:spPr>
          <a:xfrm>
            <a:off x="2308320" y="4381560"/>
            <a:ext cx="1221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gegevensuitwisseling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2" name=""/>
          <p:cNvSpPr txBox="1"/>
          <p:nvPr/>
        </p:nvSpPr>
        <p:spPr>
          <a:xfrm>
            <a:off x="5896080" y="4229280"/>
            <a:ext cx="2143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Sessie, presentatie, kennisoverdracht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7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80" name=""/>
          <p:cNvSpPr txBox="1"/>
          <p:nvPr/>
        </p:nvSpPr>
        <p:spPr>
          <a:xfrm>
            <a:off x="439920" y="634320"/>
            <a:ext cx="62874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de producten samenhangen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1177200" y="1635120"/>
            <a:ext cx="394560" cy="270000"/>
          </a:xfrm>
          <a:custGeom>
            <a:avLst/>
            <a:gdLst/>
            <a:ahLst/>
            <a:rect l="0" t="0" r="r" b="b"/>
            <a:pathLst>
              <a:path fill="none" w="1096" h="750">
                <a:moveTo>
                  <a:pt x="0" y="750"/>
                </a:moveTo>
                <a:lnTo>
                  <a:pt x="148" y="623"/>
                </a:lnTo>
                <a:cubicBezTo>
                  <a:pt x="296" y="497"/>
                  <a:pt x="593" y="243"/>
                  <a:pt x="776" y="118"/>
                </a:cubicBezTo>
                <a:cubicBezTo>
                  <a:pt x="958" y="-6"/>
                  <a:pt x="1027" y="-2"/>
                  <a:pt x="1062" y="1"/>
                </a:cubicBezTo>
                <a:lnTo>
                  <a:pt x="1096" y="3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1556280" y="1621080"/>
            <a:ext cx="29880" cy="28800"/>
          </a:xfrm>
          <a:custGeom>
            <a:avLst/>
            <a:gdLst/>
            <a:ahLst/>
            <a:rect l="0" t="0" r="r" b="b"/>
            <a:pathLst>
              <a:path w="83" h="80">
                <a:moveTo>
                  <a:pt x="6" y="0"/>
                </a:moveTo>
                <a:lnTo>
                  <a:pt x="83" y="44"/>
                </a:lnTo>
                <a:lnTo>
                  <a:pt x="0" y="80"/>
                </a:lnTo>
                <a:lnTo>
                  <a:pt x="6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1554840" y="1618560"/>
            <a:ext cx="34200" cy="33480"/>
          </a:xfrm>
          <a:custGeom>
            <a:avLst/>
            <a:gdLst/>
            <a:ahLst/>
            <a:rect l="0" t="0" r="r" b="b"/>
            <a:pathLst>
              <a:path w="95" h="93">
                <a:moveTo>
                  <a:pt x="18" y="8"/>
                </a:moveTo>
                <a:lnTo>
                  <a:pt x="25" y="13"/>
                </a:lnTo>
                <a:lnTo>
                  <a:pt x="21" y="19"/>
                </a:lnTo>
                <a:lnTo>
                  <a:pt x="14" y="15"/>
                </a:lnTo>
                <a:lnTo>
                  <a:pt x="18" y="8"/>
                </a:lnTo>
                <a:moveTo>
                  <a:pt x="25" y="13"/>
                </a:moveTo>
                <a:lnTo>
                  <a:pt x="32" y="17"/>
                </a:lnTo>
                <a:lnTo>
                  <a:pt x="28" y="23"/>
                </a:lnTo>
                <a:lnTo>
                  <a:pt x="21" y="19"/>
                </a:lnTo>
                <a:lnTo>
                  <a:pt x="25" y="13"/>
                </a:lnTo>
                <a:moveTo>
                  <a:pt x="32" y="17"/>
                </a:moveTo>
                <a:lnTo>
                  <a:pt x="39" y="21"/>
                </a:lnTo>
                <a:lnTo>
                  <a:pt x="35" y="27"/>
                </a:lnTo>
                <a:lnTo>
                  <a:pt x="28" y="23"/>
                </a:lnTo>
                <a:lnTo>
                  <a:pt x="32" y="17"/>
                </a:lnTo>
                <a:moveTo>
                  <a:pt x="39" y="21"/>
                </a:moveTo>
                <a:lnTo>
                  <a:pt x="46" y="24"/>
                </a:lnTo>
                <a:lnTo>
                  <a:pt x="42" y="31"/>
                </a:lnTo>
                <a:lnTo>
                  <a:pt x="35" y="27"/>
                </a:lnTo>
                <a:lnTo>
                  <a:pt x="39" y="21"/>
                </a:lnTo>
                <a:moveTo>
                  <a:pt x="46" y="24"/>
                </a:moveTo>
                <a:lnTo>
                  <a:pt x="53" y="28"/>
                </a:lnTo>
                <a:lnTo>
                  <a:pt x="48" y="35"/>
                </a:lnTo>
                <a:lnTo>
                  <a:pt x="42" y="31"/>
                </a:lnTo>
                <a:lnTo>
                  <a:pt x="46" y="24"/>
                </a:lnTo>
                <a:moveTo>
                  <a:pt x="53" y="28"/>
                </a:moveTo>
                <a:lnTo>
                  <a:pt x="60" y="32"/>
                </a:lnTo>
                <a:lnTo>
                  <a:pt x="56" y="39"/>
                </a:lnTo>
                <a:lnTo>
                  <a:pt x="48" y="35"/>
                </a:lnTo>
                <a:lnTo>
                  <a:pt x="53" y="28"/>
                </a:lnTo>
                <a:moveTo>
                  <a:pt x="60" y="32"/>
                </a:moveTo>
                <a:lnTo>
                  <a:pt x="67" y="36"/>
                </a:lnTo>
                <a:lnTo>
                  <a:pt x="63" y="43"/>
                </a:lnTo>
                <a:lnTo>
                  <a:pt x="56" y="39"/>
                </a:lnTo>
                <a:lnTo>
                  <a:pt x="60" y="32"/>
                </a:lnTo>
                <a:moveTo>
                  <a:pt x="67" y="36"/>
                </a:moveTo>
                <a:lnTo>
                  <a:pt x="74" y="40"/>
                </a:lnTo>
                <a:lnTo>
                  <a:pt x="70" y="47"/>
                </a:lnTo>
                <a:lnTo>
                  <a:pt x="63" y="43"/>
                </a:lnTo>
                <a:lnTo>
                  <a:pt x="67" y="36"/>
                </a:lnTo>
                <a:moveTo>
                  <a:pt x="74" y="40"/>
                </a:moveTo>
                <a:lnTo>
                  <a:pt x="81" y="44"/>
                </a:lnTo>
                <a:lnTo>
                  <a:pt x="77" y="51"/>
                </a:lnTo>
                <a:lnTo>
                  <a:pt x="70" y="47"/>
                </a:lnTo>
                <a:lnTo>
                  <a:pt x="74" y="40"/>
                </a:lnTo>
                <a:moveTo>
                  <a:pt x="81" y="44"/>
                </a:moveTo>
                <a:lnTo>
                  <a:pt x="87" y="48"/>
                </a:lnTo>
                <a:lnTo>
                  <a:pt x="83" y="55"/>
                </a:lnTo>
                <a:lnTo>
                  <a:pt x="77" y="51"/>
                </a:lnTo>
                <a:lnTo>
                  <a:pt x="81" y="44"/>
                </a:lnTo>
                <a:moveTo>
                  <a:pt x="87" y="48"/>
                </a:moveTo>
                <a:lnTo>
                  <a:pt x="95" y="53"/>
                </a:lnTo>
                <a:lnTo>
                  <a:pt x="82" y="59"/>
                </a:lnTo>
                <a:lnTo>
                  <a:pt x="79" y="51"/>
                </a:lnTo>
                <a:lnTo>
                  <a:pt x="85" y="49"/>
                </a:lnTo>
                <a:lnTo>
                  <a:pt x="87" y="52"/>
                </a:lnTo>
                <a:lnTo>
                  <a:pt x="85" y="56"/>
                </a:lnTo>
                <a:lnTo>
                  <a:pt x="83" y="55"/>
                </a:lnTo>
                <a:lnTo>
                  <a:pt x="87" y="48"/>
                </a:lnTo>
                <a:moveTo>
                  <a:pt x="82" y="59"/>
                </a:moveTo>
                <a:lnTo>
                  <a:pt x="75" y="62"/>
                </a:lnTo>
                <a:lnTo>
                  <a:pt x="72" y="54"/>
                </a:lnTo>
                <a:lnTo>
                  <a:pt x="79" y="51"/>
                </a:lnTo>
                <a:lnTo>
                  <a:pt x="82" y="59"/>
                </a:lnTo>
                <a:moveTo>
                  <a:pt x="75" y="62"/>
                </a:moveTo>
                <a:lnTo>
                  <a:pt x="68" y="65"/>
                </a:lnTo>
                <a:lnTo>
                  <a:pt x="65" y="57"/>
                </a:lnTo>
                <a:lnTo>
                  <a:pt x="72" y="54"/>
                </a:lnTo>
                <a:lnTo>
                  <a:pt x="75" y="62"/>
                </a:lnTo>
                <a:moveTo>
                  <a:pt x="68" y="65"/>
                </a:moveTo>
                <a:lnTo>
                  <a:pt x="60" y="68"/>
                </a:lnTo>
                <a:lnTo>
                  <a:pt x="57" y="61"/>
                </a:lnTo>
                <a:lnTo>
                  <a:pt x="65" y="57"/>
                </a:lnTo>
                <a:lnTo>
                  <a:pt x="68" y="65"/>
                </a:lnTo>
                <a:moveTo>
                  <a:pt x="60" y="68"/>
                </a:moveTo>
                <a:lnTo>
                  <a:pt x="53" y="71"/>
                </a:lnTo>
                <a:lnTo>
                  <a:pt x="49" y="64"/>
                </a:lnTo>
                <a:lnTo>
                  <a:pt x="57" y="61"/>
                </a:lnTo>
                <a:lnTo>
                  <a:pt x="60" y="68"/>
                </a:lnTo>
                <a:moveTo>
                  <a:pt x="53" y="71"/>
                </a:moveTo>
                <a:lnTo>
                  <a:pt x="45" y="74"/>
                </a:lnTo>
                <a:lnTo>
                  <a:pt x="42" y="67"/>
                </a:lnTo>
                <a:lnTo>
                  <a:pt x="49" y="64"/>
                </a:lnTo>
                <a:lnTo>
                  <a:pt x="53" y="71"/>
                </a:lnTo>
                <a:moveTo>
                  <a:pt x="45" y="74"/>
                </a:moveTo>
                <a:lnTo>
                  <a:pt x="38" y="77"/>
                </a:lnTo>
                <a:lnTo>
                  <a:pt x="35" y="70"/>
                </a:lnTo>
                <a:lnTo>
                  <a:pt x="42" y="67"/>
                </a:lnTo>
                <a:lnTo>
                  <a:pt x="45" y="74"/>
                </a:lnTo>
                <a:moveTo>
                  <a:pt x="38" y="77"/>
                </a:moveTo>
                <a:lnTo>
                  <a:pt x="30" y="80"/>
                </a:lnTo>
                <a:lnTo>
                  <a:pt x="27" y="73"/>
                </a:lnTo>
                <a:lnTo>
                  <a:pt x="35" y="70"/>
                </a:lnTo>
                <a:lnTo>
                  <a:pt x="38" y="77"/>
                </a:lnTo>
                <a:moveTo>
                  <a:pt x="30" y="80"/>
                </a:moveTo>
                <a:lnTo>
                  <a:pt x="23" y="83"/>
                </a:lnTo>
                <a:lnTo>
                  <a:pt x="20" y="76"/>
                </a:lnTo>
                <a:lnTo>
                  <a:pt x="27" y="73"/>
                </a:lnTo>
                <a:lnTo>
                  <a:pt x="30" y="80"/>
                </a:lnTo>
                <a:moveTo>
                  <a:pt x="23" y="83"/>
                </a:moveTo>
                <a:lnTo>
                  <a:pt x="16" y="86"/>
                </a:lnTo>
                <a:lnTo>
                  <a:pt x="13" y="79"/>
                </a:lnTo>
                <a:lnTo>
                  <a:pt x="20" y="76"/>
                </a:lnTo>
                <a:lnTo>
                  <a:pt x="23" y="83"/>
                </a:lnTo>
                <a:moveTo>
                  <a:pt x="16" y="86"/>
                </a:moveTo>
                <a:lnTo>
                  <a:pt x="9" y="89"/>
                </a:lnTo>
                <a:lnTo>
                  <a:pt x="6" y="82"/>
                </a:lnTo>
                <a:lnTo>
                  <a:pt x="13" y="79"/>
                </a:lnTo>
                <a:lnTo>
                  <a:pt x="16" y="86"/>
                </a:lnTo>
                <a:moveTo>
                  <a:pt x="9" y="89"/>
                </a:moveTo>
                <a:lnTo>
                  <a:pt x="0" y="93"/>
                </a:lnTo>
                <a:lnTo>
                  <a:pt x="1" y="81"/>
                </a:lnTo>
                <a:lnTo>
                  <a:pt x="9" y="82"/>
                </a:lnTo>
                <a:lnTo>
                  <a:pt x="8" y="87"/>
                </a:lnTo>
                <a:lnTo>
                  <a:pt x="4" y="87"/>
                </a:lnTo>
                <a:lnTo>
                  <a:pt x="3" y="83"/>
                </a:lnTo>
                <a:lnTo>
                  <a:pt x="6" y="82"/>
                </a:lnTo>
                <a:lnTo>
                  <a:pt x="9" y="89"/>
                </a:lnTo>
                <a:moveTo>
                  <a:pt x="1" y="81"/>
                </a:moveTo>
                <a:lnTo>
                  <a:pt x="1" y="74"/>
                </a:lnTo>
                <a:lnTo>
                  <a:pt x="9" y="74"/>
                </a:lnTo>
                <a:lnTo>
                  <a:pt x="9" y="82"/>
                </a:lnTo>
                <a:lnTo>
                  <a:pt x="1" y="81"/>
                </a:lnTo>
                <a:moveTo>
                  <a:pt x="1" y="74"/>
                </a:moveTo>
                <a:lnTo>
                  <a:pt x="2" y="66"/>
                </a:lnTo>
                <a:lnTo>
                  <a:pt x="10" y="66"/>
                </a:lnTo>
                <a:lnTo>
                  <a:pt x="9" y="74"/>
                </a:lnTo>
                <a:lnTo>
                  <a:pt x="1" y="74"/>
                </a:lnTo>
                <a:moveTo>
                  <a:pt x="2" y="66"/>
                </a:moveTo>
                <a:lnTo>
                  <a:pt x="2" y="58"/>
                </a:lnTo>
                <a:lnTo>
                  <a:pt x="10" y="58"/>
                </a:lnTo>
                <a:lnTo>
                  <a:pt x="10" y="66"/>
                </a:lnTo>
                <a:lnTo>
                  <a:pt x="2" y="66"/>
                </a:lnTo>
                <a:moveTo>
                  <a:pt x="2" y="58"/>
                </a:moveTo>
                <a:lnTo>
                  <a:pt x="3" y="50"/>
                </a:lnTo>
                <a:lnTo>
                  <a:pt x="11" y="50"/>
                </a:lnTo>
                <a:lnTo>
                  <a:pt x="10" y="58"/>
                </a:lnTo>
                <a:lnTo>
                  <a:pt x="2" y="58"/>
                </a:lnTo>
                <a:moveTo>
                  <a:pt x="3" y="50"/>
                </a:moveTo>
                <a:lnTo>
                  <a:pt x="3" y="42"/>
                </a:lnTo>
                <a:lnTo>
                  <a:pt x="11" y="43"/>
                </a:lnTo>
                <a:lnTo>
                  <a:pt x="11" y="50"/>
                </a:lnTo>
                <a:lnTo>
                  <a:pt x="3" y="50"/>
                </a:lnTo>
                <a:moveTo>
                  <a:pt x="3" y="42"/>
                </a:moveTo>
                <a:lnTo>
                  <a:pt x="4" y="34"/>
                </a:lnTo>
                <a:lnTo>
                  <a:pt x="12" y="35"/>
                </a:lnTo>
                <a:lnTo>
                  <a:pt x="11" y="43"/>
                </a:lnTo>
                <a:lnTo>
                  <a:pt x="3" y="42"/>
                </a:lnTo>
                <a:moveTo>
                  <a:pt x="4" y="34"/>
                </a:moveTo>
                <a:lnTo>
                  <a:pt x="4" y="26"/>
                </a:lnTo>
                <a:lnTo>
                  <a:pt x="12" y="27"/>
                </a:lnTo>
                <a:lnTo>
                  <a:pt x="12" y="35"/>
                </a:lnTo>
                <a:lnTo>
                  <a:pt x="4" y="34"/>
                </a:lnTo>
                <a:moveTo>
                  <a:pt x="4" y="26"/>
                </a:moveTo>
                <a:lnTo>
                  <a:pt x="5" y="18"/>
                </a:lnTo>
                <a:lnTo>
                  <a:pt x="13" y="19"/>
                </a:lnTo>
                <a:lnTo>
                  <a:pt x="12" y="27"/>
                </a:lnTo>
                <a:lnTo>
                  <a:pt x="4" y="26"/>
                </a:lnTo>
                <a:moveTo>
                  <a:pt x="5" y="18"/>
                </a:moveTo>
                <a:lnTo>
                  <a:pt x="5" y="11"/>
                </a:lnTo>
                <a:lnTo>
                  <a:pt x="13" y="11"/>
                </a:lnTo>
                <a:lnTo>
                  <a:pt x="13" y="19"/>
                </a:lnTo>
                <a:lnTo>
                  <a:pt x="5" y="18"/>
                </a:lnTo>
                <a:moveTo>
                  <a:pt x="5" y="11"/>
                </a:moveTo>
                <a:lnTo>
                  <a:pt x="6" y="0"/>
                </a:lnTo>
                <a:lnTo>
                  <a:pt x="18" y="8"/>
                </a:lnTo>
                <a:lnTo>
                  <a:pt x="14" y="15"/>
                </a:lnTo>
                <a:lnTo>
                  <a:pt x="8" y="11"/>
                </a:lnTo>
                <a:lnTo>
                  <a:pt x="10" y="7"/>
                </a:lnTo>
                <a:lnTo>
                  <a:pt x="13" y="7"/>
                </a:lnTo>
                <a:lnTo>
                  <a:pt x="13" y="11"/>
                </a:lnTo>
                <a:lnTo>
                  <a:pt x="5" y="11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1356840" y="2298600"/>
            <a:ext cx="214920" cy="67680"/>
          </a:xfrm>
          <a:custGeom>
            <a:avLst/>
            <a:gdLst/>
            <a:ahLst/>
            <a:rect l="0" t="0" r="r" b="b"/>
            <a:pathLst>
              <a:path fill="none" w="597" h="188">
                <a:moveTo>
                  <a:pt x="0" y="0"/>
                </a:moveTo>
                <a:lnTo>
                  <a:pt x="65" y="31"/>
                </a:lnTo>
                <a:cubicBezTo>
                  <a:pt x="130" y="62"/>
                  <a:pt x="260" y="126"/>
                  <a:pt x="360" y="157"/>
                </a:cubicBezTo>
                <a:cubicBezTo>
                  <a:pt x="459" y="188"/>
                  <a:pt x="528" y="188"/>
                  <a:pt x="563" y="188"/>
                </a:cubicBezTo>
                <a:lnTo>
                  <a:pt x="597" y="188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1557360" y="2351880"/>
            <a:ext cx="28800" cy="28440"/>
          </a:xfrm>
          <a:custGeom>
            <a:avLst/>
            <a:gdLst/>
            <a:ahLst/>
            <a:rect l="0" t="0" r="r" b="b"/>
            <a:pathLst>
              <a:path w="80" h="79">
                <a:moveTo>
                  <a:pt x="0" y="0"/>
                </a:moveTo>
                <a:lnTo>
                  <a:pt x="80" y="39"/>
                </a:lnTo>
                <a:lnTo>
                  <a:pt x="0" y="79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1555920" y="2349360"/>
            <a:ext cx="33840" cy="33480"/>
          </a:xfrm>
          <a:custGeom>
            <a:avLst/>
            <a:gdLst/>
            <a:ahLst/>
            <a:rect l="0" t="0" r="r" b="b"/>
            <a:pathLst>
              <a:path w="94" h="93">
                <a:moveTo>
                  <a:pt x="14" y="7"/>
                </a:moveTo>
                <a:lnTo>
                  <a:pt x="21" y="10"/>
                </a:lnTo>
                <a:lnTo>
                  <a:pt x="17" y="17"/>
                </a:lnTo>
                <a:lnTo>
                  <a:pt x="10" y="14"/>
                </a:lnTo>
                <a:lnTo>
                  <a:pt x="14" y="7"/>
                </a:lnTo>
                <a:moveTo>
                  <a:pt x="21" y="10"/>
                </a:moveTo>
                <a:lnTo>
                  <a:pt x="28" y="14"/>
                </a:lnTo>
                <a:lnTo>
                  <a:pt x="24" y="21"/>
                </a:lnTo>
                <a:lnTo>
                  <a:pt x="17" y="17"/>
                </a:lnTo>
                <a:lnTo>
                  <a:pt x="21" y="10"/>
                </a:lnTo>
                <a:moveTo>
                  <a:pt x="28" y="14"/>
                </a:moveTo>
                <a:lnTo>
                  <a:pt x="35" y="17"/>
                </a:lnTo>
                <a:lnTo>
                  <a:pt x="31" y="24"/>
                </a:lnTo>
                <a:lnTo>
                  <a:pt x="24" y="21"/>
                </a:lnTo>
                <a:lnTo>
                  <a:pt x="28" y="14"/>
                </a:lnTo>
                <a:moveTo>
                  <a:pt x="35" y="17"/>
                </a:moveTo>
                <a:lnTo>
                  <a:pt x="42" y="21"/>
                </a:lnTo>
                <a:lnTo>
                  <a:pt x="38" y="28"/>
                </a:lnTo>
                <a:lnTo>
                  <a:pt x="31" y="24"/>
                </a:lnTo>
                <a:lnTo>
                  <a:pt x="35" y="17"/>
                </a:lnTo>
                <a:moveTo>
                  <a:pt x="42" y="21"/>
                </a:moveTo>
                <a:lnTo>
                  <a:pt x="49" y="24"/>
                </a:lnTo>
                <a:lnTo>
                  <a:pt x="45" y="31"/>
                </a:lnTo>
                <a:lnTo>
                  <a:pt x="38" y="28"/>
                </a:lnTo>
                <a:lnTo>
                  <a:pt x="42" y="21"/>
                </a:lnTo>
                <a:moveTo>
                  <a:pt x="49" y="24"/>
                </a:moveTo>
                <a:lnTo>
                  <a:pt x="56" y="28"/>
                </a:lnTo>
                <a:lnTo>
                  <a:pt x="52" y="35"/>
                </a:lnTo>
                <a:lnTo>
                  <a:pt x="45" y="31"/>
                </a:lnTo>
                <a:lnTo>
                  <a:pt x="49" y="24"/>
                </a:lnTo>
                <a:moveTo>
                  <a:pt x="56" y="28"/>
                </a:moveTo>
                <a:lnTo>
                  <a:pt x="63" y="31"/>
                </a:lnTo>
                <a:lnTo>
                  <a:pt x="60" y="38"/>
                </a:lnTo>
                <a:lnTo>
                  <a:pt x="52" y="35"/>
                </a:lnTo>
                <a:lnTo>
                  <a:pt x="56" y="28"/>
                </a:lnTo>
                <a:moveTo>
                  <a:pt x="63" y="31"/>
                </a:moveTo>
                <a:lnTo>
                  <a:pt x="70" y="35"/>
                </a:lnTo>
                <a:lnTo>
                  <a:pt x="67" y="42"/>
                </a:lnTo>
                <a:lnTo>
                  <a:pt x="60" y="38"/>
                </a:lnTo>
                <a:lnTo>
                  <a:pt x="63" y="31"/>
                </a:lnTo>
                <a:moveTo>
                  <a:pt x="70" y="35"/>
                </a:moveTo>
                <a:lnTo>
                  <a:pt x="77" y="38"/>
                </a:lnTo>
                <a:lnTo>
                  <a:pt x="74" y="45"/>
                </a:lnTo>
                <a:lnTo>
                  <a:pt x="67" y="42"/>
                </a:lnTo>
                <a:lnTo>
                  <a:pt x="70" y="35"/>
                </a:lnTo>
                <a:moveTo>
                  <a:pt x="77" y="38"/>
                </a:moveTo>
                <a:lnTo>
                  <a:pt x="84" y="42"/>
                </a:lnTo>
                <a:lnTo>
                  <a:pt x="81" y="49"/>
                </a:lnTo>
                <a:lnTo>
                  <a:pt x="74" y="45"/>
                </a:lnTo>
                <a:lnTo>
                  <a:pt x="77" y="38"/>
                </a:lnTo>
                <a:moveTo>
                  <a:pt x="84" y="42"/>
                </a:moveTo>
                <a:lnTo>
                  <a:pt x="94" y="46"/>
                </a:lnTo>
                <a:lnTo>
                  <a:pt x="80" y="52"/>
                </a:lnTo>
                <a:lnTo>
                  <a:pt x="76" y="45"/>
                </a:lnTo>
                <a:lnTo>
                  <a:pt x="82" y="43"/>
                </a:lnTo>
                <a:lnTo>
                  <a:pt x="84" y="46"/>
                </a:lnTo>
                <a:lnTo>
                  <a:pt x="82" y="50"/>
                </a:lnTo>
                <a:lnTo>
                  <a:pt x="81" y="49"/>
                </a:lnTo>
                <a:lnTo>
                  <a:pt x="84" y="42"/>
                </a:lnTo>
                <a:moveTo>
                  <a:pt x="80" y="52"/>
                </a:moveTo>
                <a:lnTo>
                  <a:pt x="73" y="56"/>
                </a:lnTo>
                <a:lnTo>
                  <a:pt x="69" y="49"/>
                </a:lnTo>
                <a:lnTo>
                  <a:pt x="76" y="45"/>
                </a:lnTo>
                <a:lnTo>
                  <a:pt x="80" y="52"/>
                </a:lnTo>
                <a:moveTo>
                  <a:pt x="73" y="56"/>
                </a:moveTo>
                <a:lnTo>
                  <a:pt x="66" y="60"/>
                </a:lnTo>
                <a:lnTo>
                  <a:pt x="62" y="52"/>
                </a:lnTo>
                <a:lnTo>
                  <a:pt x="69" y="49"/>
                </a:lnTo>
                <a:lnTo>
                  <a:pt x="73" y="56"/>
                </a:lnTo>
                <a:moveTo>
                  <a:pt x="66" y="60"/>
                </a:moveTo>
                <a:lnTo>
                  <a:pt x="59" y="63"/>
                </a:lnTo>
                <a:lnTo>
                  <a:pt x="55" y="56"/>
                </a:lnTo>
                <a:lnTo>
                  <a:pt x="62" y="52"/>
                </a:lnTo>
                <a:lnTo>
                  <a:pt x="66" y="60"/>
                </a:lnTo>
                <a:moveTo>
                  <a:pt x="59" y="63"/>
                </a:moveTo>
                <a:lnTo>
                  <a:pt x="51" y="67"/>
                </a:lnTo>
                <a:lnTo>
                  <a:pt x="48" y="60"/>
                </a:lnTo>
                <a:lnTo>
                  <a:pt x="55" y="56"/>
                </a:lnTo>
                <a:lnTo>
                  <a:pt x="59" y="63"/>
                </a:lnTo>
                <a:moveTo>
                  <a:pt x="51" y="67"/>
                </a:moveTo>
                <a:lnTo>
                  <a:pt x="44" y="70"/>
                </a:lnTo>
                <a:lnTo>
                  <a:pt x="41" y="63"/>
                </a:lnTo>
                <a:lnTo>
                  <a:pt x="48" y="60"/>
                </a:lnTo>
                <a:lnTo>
                  <a:pt x="51" y="67"/>
                </a:lnTo>
                <a:moveTo>
                  <a:pt x="44" y="70"/>
                </a:moveTo>
                <a:lnTo>
                  <a:pt x="37" y="75"/>
                </a:lnTo>
                <a:lnTo>
                  <a:pt x="34" y="67"/>
                </a:lnTo>
                <a:lnTo>
                  <a:pt x="41" y="63"/>
                </a:lnTo>
                <a:lnTo>
                  <a:pt x="44" y="70"/>
                </a:lnTo>
                <a:moveTo>
                  <a:pt x="37" y="75"/>
                </a:moveTo>
                <a:lnTo>
                  <a:pt x="30" y="78"/>
                </a:lnTo>
                <a:lnTo>
                  <a:pt x="27" y="70"/>
                </a:lnTo>
                <a:lnTo>
                  <a:pt x="34" y="67"/>
                </a:lnTo>
                <a:lnTo>
                  <a:pt x="37" y="75"/>
                </a:lnTo>
                <a:moveTo>
                  <a:pt x="30" y="78"/>
                </a:moveTo>
                <a:lnTo>
                  <a:pt x="23" y="82"/>
                </a:lnTo>
                <a:lnTo>
                  <a:pt x="20" y="75"/>
                </a:lnTo>
                <a:lnTo>
                  <a:pt x="27" y="70"/>
                </a:lnTo>
                <a:lnTo>
                  <a:pt x="30" y="78"/>
                </a:lnTo>
                <a:moveTo>
                  <a:pt x="23" y="82"/>
                </a:moveTo>
                <a:lnTo>
                  <a:pt x="16" y="85"/>
                </a:lnTo>
                <a:lnTo>
                  <a:pt x="13" y="78"/>
                </a:lnTo>
                <a:lnTo>
                  <a:pt x="20" y="75"/>
                </a:lnTo>
                <a:lnTo>
                  <a:pt x="23" y="82"/>
                </a:lnTo>
                <a:moveTo>
                  <a:pt x="16" y="85"/>
                </a:moveTo>
                <a:lnTo>
                  <a:pt x="9" y="89"/>
                </a:lnTo>
                <a:lnTo>
                  <a:pt x="6" y="82"/>
                </a:lnTo>
                <a:lnTo>
                  <a:pt x="13" y="78"/>
                </a:lnTo>
                <a:lnTo>
                  <a:pt x="16" y="85"/>
                </a:lnTo>
                <a:moveTo>
                  <a:pt x="9" y="89"/>
                </a:moveTo>
                <a:lnTo>
                  <a:pt x="0" y="93"/>
                </a:lnTo>
                <a:lnTo>
                  <a:pt x="0" y="81"/>
                </a:lnTo>
                <a:lnTo>
                  <a:pt x="9" y="81"/>
                </a:lnTo>
                <a:lnTo>
                  <a:pt x="9" y="86"/>
                </a:lnTo>
                <a:lnTo>
                  <a:pt x="5" y="86"/>
                </a:lnTo>
                <a:lnTo>
                  <a:pt x="3" y="83"/>
                </a:lnTo>
                <a:lnTo>
                  <a:pt x="6" y="82"/>
                </a:lnTo>
                <a:lnTo>
                  <a:pt x="9" y="89"/>
                </a:lnTo>
                <a:moveTo>
                  <a:pt x="0" y="81"/>
                </a:moveTo>
                <a:lnTo>
                  <a:pt x="0" y="74"/>
                </a:lnTo>
                <a:lnTo>
                  <a:pt x="9" y="74"/>
                </a:lnTo>
                <a:lnTo>
                  <a:pt x="9" y="81"/>
                </a:lnTo>
                <a:lnTo>
                  <a:pt x="0" y="81"/>
                </a:lnTo>
                <a:moveTo>
                  <a:pt x="0" y="74"/>
                </a:moveTo>
                <a:lnTo>
                  <a:pt x="0" y="65"/>
                </a:lnTo>
                <a:lnTo>
                  <a:pt x="9" y="65"/>
                </a:lnTo>
                <a:lnTo>
                  <a:pt x="9" y="74"/>
                </a:lnTo>
                <a:lnTo>
                  <a:pt x="0" y="74"/>
                </a:lnTo>
                <a:moveTo>
                  <a:pt x="0" y="65"/>
                </a:moveTo>
                <a:lnTo>
                  <a:pt x="0" y="57"/>
                </a:lnTo>
                <a:lnTo>
                  <a:pt x="9" y="57"/>
                </a:lnTo>
                <a:lnTo>
                  <a:pt x="9" y="65"/>
                </a:lnTo>
                <a:lnTo>
                  <a:pt x="0" y="65"/>
                </a:lnTo>
                <a:moveTo>
                  <a:pt x="0" y="57"/>
                </a:moveTo>
                <a:lnTo>
                  <a:pt x="0" y="49"/>
                </a:lnTo>
                <a:lnTo>
                  <a:pt x="9" y="49"/>
                </a:lnTo>
                <a:lnTo>
                  <a:pt x="9" y="57"/>
                </a:lnTo>
                <a:lnTo>
                  <a:pt x="0" y="57"/>
                </a:lnTo>
                <a:moveTo>
                  <a:pt x="0" y="49"/>
                </a:moveTo>
                <a:lnTo>
                  <a:pt x="0" y="41"/>
                </a:lnTo>
                <a:lnTo>
                  <a:pt x="9" y="41"/>
                </a:lnTo>
                <a:lnTo>
                  <a:pt x="9" y="49"/>
                </a:lnTo>
                <a:lnTo>
                  <a:pt x="0" y="49"/>
                </a:lnTo>
                <a:moveTo>
                  <a:pt x="0" y="41"/>
                </a:moveTo>
                <a:lnTo>
                  <a:pt x="0" y="33"/>
                </a:lnTo>
                <a:lnTo>
                  <a:pt x="9" y="33"/>
                </a:lnTo>
                <a:lnTo>
                  <a:pt x="9" y="41"/>
                </a:lnTo>
                <a:lnTo>
                  <a:pt x="0" y="41"/>
                </a:lnTo>
                <a:moveTo>
                  <a:pt x="0" y="33"/>
                </a:moveTo>
                <a:lnTo>
                  <a:pt x="0" y="25"/>
                </a:lnTo>
                <a:lnTo>
                  <a:pt x="9" y="25"/>
                </a:lnTo>
                <a:lnTo>
                  <a:pt x="9" y="33"/>
                </a:lnTo>
                <a:lnTo>
                  <a:pt x="0" y="33"/>
                </a:lnTo>
                <a:moveTo>
                  <a:pt x="0" y="25"/>
                </a:moveTo>
                <a:lnTo>
                  <a:pt x="0" y="17"/>
                </a:lnTo>
                <a:lnTo>
                  <a:pt x="9" y="17"/>
                </a:lnTo>
                <a:lnTo>
                  <a:pt x="9" y="25"/>
                </a:lnTo>
                <a:lnTo>
                  <a:pt x="0" y="25"/>
                </a:lnTo>
                <a:moveTo>
                  <a:pt x="0" y="17"/>
                </a:moveTo>
                <a:lnTo>
                  <a:pt x="0" y="9"/>
                </a:lnTo>
                <a:lnTo>
                  <a:pt x="9" y="9"/>
                </a:lnTo>
                <a:lnTo>
                  <a:pt x="9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4" y="7"/>
                </a:lnTo>
                <a:lnTo>
                  <a:pt x="10" y="14"/>
                </a:lnTo>
                <a:lnTo>
                  <a:pt x="3" y="10"/>
                </a:lnTo>
                <a:lnTo>
                  <a:pt x="5" y="7"/>
                </a:lnTo>
                <a:lnTo>
                  <a:pt x="9" y="7"/>
                </a:lnTo>
                <a:lnTo>
                  <a:pt x="9" y="9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1137240" y="1914120"/>
            <a:ext cx="528840" cy="562320"/>
          </a:xfrm>
          <a:custGeom>
            <a:avLst/>
            <a:gdLst/>
            <a:ahLst/>
            <a:rect l="0" t="0" r="r" b="b"/>
            <a:pathLst>
              <a:path fill="none" w="1469" h="1562">
                <a:moveTo>
                  <a:pt x="0" y="1562"/>
                </a:moveTo>
                <a:lnTo>
                  <a:pt x="167" y="1352"/>
                </a:lnTo>
                <a:cubicBezTo>
                  <a:pt x="333" y="1143"/>
                  <a:pt x="667" y="724"/>
                  <a:pt x="912" y="464"/>
                </a:cubicBezTo>
                <a:cubicBezTo>
                  <a:pt x="1156" y="204"/>
                  <a:pt x="1313" y="101"/>
                  <a:pt x="1391" y="51"/>
                </a:cubicBezTo>
                <a:lnTo>
                  <a:pt x="1469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1645920" y="1906560"/>
            <a:ext cx="32040" cy="27720"/>
          </a:xfrm>
          <a:custGeom>
            <a:avLst/>
            <a:gdLst/>
            <a:ahLst/>
            <a:rect l="0" t="0" r="r" b="b"/>
            <a:pathLst>
              <a:path w="89" h="77">
                <a:moveTo>
                  <a:pt x="0" y="9"/>
                </a:moveTo>
                <a:lnTo>
                  <a:pt x="89" y="0"/>
                </a:lnTo>
                <a:lnTo>
                  <a:pt x="43" y="77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9" name=""/>
          <p:cNvSpPr/>
          <p:nvPr/>
        </p:nvSpPr>
        <p:spPr>
          <a:xfrm>
            <a:off x="1643760" y="1904760"/>
            <a:ext cx="36720" cy="32040"/>
          </a:xfrm>
          <a:custGeom>
            <a:avLst/>
            <a:gdLst/>
            <a:ahLst/>
            <a:rect l="0" t="0" r="r" b="b"/>
            <a:pathLst>
              <a:path w="102" h="89">
                <a:moveTo>
                  <a:pt x="14" y="10"/>
                </a:moveTo>
                <a:lnTo>
                  <a:pt x="22" y="9"/>
                </a:lnTo>
                <a:lnTo>
                  <a:pt x="22" y="16"/>
                </a:lnTo>
                <a:lnTo>
                  <a:pt x="15" y="17"/>
                </a:lnTo>
                <a:lnTo>
                  <a:pt x="14" y="10"/>
                </a:lnTo>
                <a:moveTo>
                  <a:pt x="22" y="9"/>
                </a:moveTo>
                <a:lnTo>
                  <a:pt x="29" y="8"/>
                </a:lnTo>
                <a:lnTo>
                  <a:pt x="31" y="16"/>
                </a:lnTo>
                <a:lnTo>
                  <a:pt x="22" y="16"/>
                </a:lnTo>
                <a:lnTo>
                  <a:pt x="22" y="9"/>
                </a:lnTo>
                <a:moveTo>
                  <a:pt x="29" y="8"/>
                </a:moveTo>
                <a:lnTo>
                  <a:pt x="38" y="7"/>
                </a:lnTo>
                <a:lnTo>
                  <a:pt x="39" y="15"/>
                </a:lnTo>
                <a:lnTo>
                  <a:pt x="31" y="16"/>
                </a:lnTo>
                <a:lnTo>
                  <a:pt x="29" y="8"/>
                </a:lnTo>
                <a:moveTo>
                  <a:pt x="38" y="7"/>
                </a:moveTo>
                <a:lnTo>
                  <a:pt x="46" y="6"/>
                </a:lnTo>
                <a:lnTo>
                  <a:pt x="47" y="14"/>
                </a:lnTo>
                <a:lnTo>
                  <a:pt x="39" y="15"/>
                </a:lnTo>
                <a:lnTo>
                  <a:pt x="38" y="7"/>
                </a:lnTo>
                <a:moveTo>
                  <a:pt x="46" y="6"/>
                </a:moveTo>
                <a:lnTo>
                  <a:pt x="54" y="5"/>
                </a:lnTo>
                <a:lnTo>
                  <a:pt x="55" y="13"/>
                </a:lnTo>
                <a:lnTo>
                  <a:pt x="47" y="14"/>
                </a:lnTo>
                <a:lnTo>
                  <a:pt x="46" y="6"/>
                </a:lnTo>
                <a:moveTo>
                  <a:pt x="54" y="5"/>
                </a:moveTo>
                <a:lnTo>
                  <a:pt x="62" y="4"/>
                </a:lnTo>
                <a:lnTo>
                  <a:pt x="63" y="12"/>
                </a:lnTo>
                <a:lnTo>
                  <a:pt x="55" y="13"/>
                </a:lnTo>
                <a:lnTo>
                  <a:pt x="54" y="5"/>
                </a:lnTo>
                <a:moveTo>
                  <a:pt x="62" y="4"/>
                </a:moveTo>
                <a:lnTo>
                  <a:pt x="70" y="3"/>
                </a:lnTo>
                <a:lnTo>
                  <a:pt x="70" y="11"/>
                </a:lnTo>
                <a:lnTo>
                  <a:pt x="63" y="12"/>
                </a:lnTo>
                <a:lnTo>
                  <a:pt x="62" y="4"/>
                </a:lnTo>
                <a:moveTo>
                  <a:pt x="70" y="3"/>
                </a:moveTo>
                <a:lnTo>
                  <a:pt x="77" y="3"/>
                </a:lnTo>
                <a:lnTo>
                  <a:pt x="78" y="10"/>
                </a:lnTo>
                <a:lnTo>
                  <a:pt x="70" y="11"/>
                </a:lnTo>
                <a:lnTo>
                  <a:pt x="70" y="3"/>
                </a:lnTo>
                <a:moveTo>
                  <a:pt x="77" y="3"/>
                </a:moveTo>
                <a:lnTo>
                  <a:pt x="85" y="2"/>
                </a:lnTo>
                <a:lnTo>
                  <a:pt x="86" y="9"/>
                </a:lnTo>
                <a:lnTo>
                  <a:pt x="78" y="10"/>
                </a:lnTo>
                <a:lnTo>
                  <a:pt x="77" y="3"/>
                </a:lnTo>
                <a:moveTo>
                  <a:pt x="85" y="2"/>
                </a:moveTo>
                <a:lnTo>
                  <a:pt x="93" y="1"/>
                </a:lnTo>
                <a:lnTo>
                  <a:pt x="94" y="9"/>
                </a:lnTo>
                <a:lnTo>
                  <a:pt x="86" y="9"/>
                </a:lnTo>
                <a:lnTo>
                  <a:pt x="85" y="2"/>
                </a:lnTo>
                <a:moveTo>
                  <a:pt x="93" y="1"/>
                </a:moveTo>
                <a:lnTo>
                  <a:pt x="102" y="0"/>
                </a:lnTo>
                <a:lnTo>
                  <a:pt x="95" y="12"/>
                </a:lnTo>
                <a:lnTo>
                  <a:pt x="88" y="8"/>
                </a:lnTo>
                <a:lnTo>
                  <a:pt x="92" y="3"/>
                </a:lnTo>
                <a:lnTo>
                  <a:pt x="95" y="5"/>
                </a:lnTo>
                <a:lnTo>
                  <a:pt x="95" y="8"/>
                </a:lnTo>
                <a:lnTo>
                  <a:pt x="94" y="9"/>
                </a:lnTo>
                <a:lnTo>
                  <a:pt x="93" y="1"/>
                </a:lnTo>
                <a:moveTo>
                  <a:pt x="95" y="12"/>
                </a:moveTo>
                <a:lnTo>
                  <a:pt x="91" y="19"/>
                </a:lnTo>
                <a:lnTo>
                  <a:pt x="84" y="15"/>
                </a:lnTo>
                <a:lnTo>
                  <a:pt x="88" y="8"/>
                </a:lnTo>
                <a:lnTo>
                  <a:pt x="95" y="12"/>
                </a:lnTo>
                <a:moveTo>
                  <a:pt x="91" y="19"/>
                </a:moveTo>
                <a:lnTo>
                  <a:pt x="87" y="26"/>
                </a:lnTo>
                <a:lnTo>
                  <a:pt x="80" y="22"/>
                </a:lnTo>
                <a:lnTo>
                  <a:pt x="84" y="15"/>
                </a:lnTo>
                <a:lnTo>
                  <a:pt x="91" y="19"/>
                </a:lnTo>
                <a:moveTo>
                  <a:pt x="87" y="26"/>
                </a:moveTo>
                <a:lnTo>
                  <a:pt x="83" y="32"/>
                </a:lnTo>
                <a:lnTo>
                  <a:pt x="76" y="28"/>
                </a:lnTo>
                <a:lnTo>
                  <a:pt x="80" y="22"/>
                </a:lnTo>
                <a:lnTo>
                  <a:pt x="87" y="26"/>
                </a:lnTo>
                <a:moveTo>
                  <a:pt x="83" y="32"/>
                </a:moveTo>
                <a:lnTo>
                  <a:pt x="79" y="40"/>
                </a:lnTo>
                <a:lnTo>
                  <a:pt x="72" y="36"/>
                </a:lnTo>
                <a:lnTo>
                  <a:pt x="76" y="28"/>
                </a:lnTo>
                <a:lnTo>
                  <a:pt x="83" y="32"/>
                </a:lnTo>
                <a:moveTo>
                  <a:pt x="79" y="40"/>
                </a:moveTo>
                <a:lnTo>
                  <a:pt x="75" y="47"/>
                </a:lnTo>
                <a:lnTo>
                  <a:pt x="68" y="43"/>
                </a:lnTo>
                <a:lnTo>
                  <a:pt x="72" y="36"/>
                </a:lnTo>
                <a:lnTo>
                  <a:pt x="79" y="40"/>
                </a:lnTo>
                <a:moveTo>
                  <a:pt x="75" y="47"/>
                </a:moveTo>
                <a:lnTo>
                  <a:pt x="71" y="54"/>
                </a:lnTo>
                <a:lnTo>
                  <a:pt x="64" y="50"/>
                </a:lnTo>
                <a:lnTo>
                  <a:pt x="68" y="43"/>
                </a:lnTo>
                <a:lnTo>
                  <a:pt x="75" y="47"/>
                </a:lnTo>
                <a:moveTo>
                  <a:pt x="71" y="54"/>
                </a:moveTo>
                <a:lnTo>
                  <a:pt x="67" y="61"/>
                </a:lnTo>
                <a:lnTo>
                  <a:pt x="60" y="57"/>
                </a:lnTo>
                <a:lnTo>
                  <a:pt x="64" y="50"/>
                </a:lnTo>
                <a:lnTo>
                  <a:pt x="71" y="54"/>
                </a:lnTo>
                <a:moveTo>
                  <a:pt x="67" y="61"/>
                </a:moveTo>
                <a:lnTo>
                  <a:pt x="63" y="67"/>
                </a:lnTo>
                <a:lnTo>
                  <a:pt x="56" y="63"/>
                </a:lnTo>
                <a:lnTo>
                  <a:pt x="60" y="57"/>
                </a:lnTo>
                <a:lnTo>
                  <a:pt x="67" y="61"/>
                </a:lnTo>
                <a:moveTo>
                  <a:pt x="63" y="67"/>
                </a:moveTo>
                <a:lnTo>
                  <a:pt x="59" y="74"/>
                </a:lnTo>
                <a:lnTo>
                  <a:pt x="52" y="70"/>
                </a:lnTo>
                <a:lnTo>
                  <a:pt x="56" y="63"/>
                </a:lnTo>
                <a:lnTo>
                  <a:pt x="63" y="67"/>
                </a:lnTo>
                <a:moveTo>
                  <a:pt x="59" y="74"/>
                </a:moveTo>
                <a:lnTo>
                  <a:pt x="55" y="81"/>
                </a:lnTo>
                <a:lnTo>
                  <a:pt x="48" y="77"/>
                </a:lnTo>
                <a:lnTo>
                  <a:pt x="52" y="70"/>
                </a:lnTo>
                <a:lnTo>
                  <a:pt x="59" y="74"/>
                </a:lnTo>
                <a:moveTo>
                  <a:pt x="55" y="81"/>
                </a:moveTo>
                <a:lnTo>
                  <a:pt x="50" y="89"/>
                </a:lnTo>
                <a:lnTo>
                  <a:pt x="44" y="79"/>
                </a:lnTo>
                <a:lnTo>
                  <a:pt x="51" y="75"/>
                </a:lnTo>
                <a:lnTo>
                  <a:pt x="54" y="79"/>
                </a:lnTo>
                <a:lnTo>
                  <a:pt x="50" y="82"/>
                </a:lnTo>
                <a:lnTo>
                  <a:pt x="47" y="80"/>
                </a:lnTo>
                <a:lnTo>
                  <a:pt x="48" y="77"/>
                </a:lnTo>
                <a:lnTo>
                  <a:pt x="55" y="81"/>
                </a:lnTo>
                <a:moveTo>
                  <a:pt x="44" y="79"/>
                </a:moveTo>
                <a:lnTo>
                  <a:pt x="40" y="73"/>
                </a:lnTo>
                <a:lnTo>
                  <a:pt x="47" y="69"/>
                </a:lnTo>
                <a:lnTo>
                  <a:pt x="51" y="75"/>
                </a:lnTo>
                <a:lnTo>
                  <a:pt x="44" y="79"/>
                </a:lnTo>
                <a:moveTo>
                  <a:pt x="40" y="73"/>
                </a:moveTo>
                <a:lnTo>
                  <a:pt x="36" y="66"/>
                </a:lnTo>
                <a:lnTo>
                  <a:pt x="42" y="62"/>
                </a:lnTo>
                <a:lnTo>
                  <a:pt x="47" y="69"/>
                </a:lnTo>
                <a:lnTo>
                  <a:pt x="40" y="73"/>
                </a:lnTo>
                <a:moveTo>
                  <a:pt x="36" y="66"/>
                </a:moveTo>
                <a:lnTo>
                  <a:pt x="31" y="60"/>
                </a:lnTo>
                <a:lnTo>
                  <a:pt x="38" y="55"/>
                </a:lnTo>
                <a:lnTo>
                  <a:pt x="42" y="62"/>
                </a:lnTo>
                <a:lnTo>
                  <a:pt x="36" y="66"/>
                </a:lnTo>
                <a:moveTo>
                  <a:pt x="31" y="60"/>
                </a:moveTo>
                <a:lnTo>
                  <a:pt x="26" y="53"/>
                </a:lnTo>
                <a:lnTo>
                  <a:pt x="34" y="49"/>
                </a:lnTo>
                <a:lnTo>
                  <a:pt x="38" y="55"/>
                </a:lnTo>
                <a:lnTo>
                  <a:pt x="31" y="60"/>
                </a:lnTo>
                <a:moveTo>
                  <a:pt x="26" y="53"/>
                </a:moveTo>
                <a:lnTo>
                  <a:pt x="22" y="46"/>
                </a:lnTo>
                <a:lnTo>
                  <a:pt x="28" y="42"/>
                </a:lnTo>
                <a:lnTo>
                  <a:pt x="34" y="49"/>
                </a:lnTo>
                <a:lnTo>
                  <a:pt x="26" y="53"/>
                </a:lnTo>
                <a:moveTo>
                  <a:pt x="22" y="46"/>
                </a:moveTo>
                <a:lnTo>
                  <a:pt x="17" y="40"/>
                </a:lnTo>
                <a:lnTo>
                  <a:pt x="24" y="35"/>
                </a:lnTo>
                <a:lnTo>
                  <a:pt x="28" y="42"/>
                </a:lnTo>
                <a:lnTo>
                  <a:pt x="22" y="46"/>
                </a:lnTo>
                <a:moveTo>
                  <a:pt x="17" y="40"/>
                </a:moveTo>
                <a:lnTo>
                  <a:pt x="13" y="32"/>
                </a:lnTo>
                <a:lnTo>
                  <a:pt x="20" y="28"/>
                </a:lnTo>
                <a:lnTo>
                  <a:pt x="24" y="35"/>
                </a:lnTo>
                <a:lnTo>
                  <a:pt x="17" y="40"/>
                </a:lnTo>
                <a:moveTo>
                  <a:pt x="13" y="32"/>
                </a:moveTo>
                <a:lnTo>
                  <a:pt x="9" y="25"/>
                </a:lnTo>
                <a:lnTo>
                  <a:pt x="15" y="21"/>
                </a:lnTo>
                <a:lnTo>
                  <a:pt x="20" y="28"/>
                </a:lnTo>
                <a:lnTo>
                  <a:pt x="13" y="32"/>
                </a:lnTo>
                <a:moveTo>
                  <a:pt x="9" y="25"/>
                </a:moveTo>
                <a:lnTo>
                  <a:pt x="5" y="19"/>
                </a:lnTo>
                <a:lnTo>
                  <a:pt x="11" y="15"/>
                </a:lnTo>
                <a:lnTo>
                  <a:pt x="15" y="21"/>
                </a:lnTo>
                <a:lnTo>
                  <a:pt x="9" y="25"/>
                </a:lnTo>
                <a:moveTo>
                  <a:pt x="5" y="19"/>
                </a:moveTo>
                <a:lnTo>
                  <a:pt x="0" y="11"/>
                </a:lnTo>
                <a:lnTo>
                  <a:pt x="14" y="10"/>
                </a:lnTo>
                <a:lnTo>
                  <a:pt x="15" y="17"/>
                </a:lnTo>
                <a:lnTo>
                  <a:pt x="7" y="18"/>
                </a:lnTo>
                <a:lnTo>
                  <a:pt x="6" y="14"/>
                </a:lnTo>
                <a:lnTo>
                  <a:pt x="10" y="12"/>
                </a:lnTo>
                <a:lnTo>
                  <a:pt x="11" y="15"/>
                </a:lnTo>
                <a:lnTo>
                  <a:pt x="5" y="1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0" name=""/>
          <p:cNvSpPr/>
          <p:nvPr/>
        </p:nvSpPr>
        <p:spPr>
          <a:xfrm>
            <a:off x="1408320" y="2826360"/>
            <a:ext cx="3311280" cy="62280"/>
          </a:xfrm>
          <a:custGeom>
            <a:avLst/>
            <a:gdLst/>
            <a:ahLst/>
            <a:rect l="0" t="0" r="r" b="b"/>
            <a:pathLst>
              <a:path fill="none" w="9198" h="173">
                <a:moveTo>
                  <a:pt x="0" y="0"/>
                </a:moveTo>
                <a:lnTo>
                  <a:pt x="41" y="10"/>
                </a:lnTo>
                <a:cubicBezTo>
                  <a:pt x="82" y="20"/>
                  <a:pt x="164" y="39"/>
                  <a:pt x="460" y="49"/>
                </a:cubicBezTo>
                <a:cubicBezTo>
                  <a:pt x="757" y="59"/>
                  <a:pt x="1266" y="59"/>
                  <a:pt x="1775" y="59"/>
                </a:cubicBezTo>
                <a:cubicBezTo>
                  <a:pt x="2284" y="59"/>
                  <a:pt x="2794" y="59"/>
                  <a:pt x="3267" y="59"/>
                </a:cubicBezTo>
                <a:cubicBezTo>
                  <a:pt x="3741" y="59"/>
                  <a:pt x="4179" y="59"/>
                  <a:pt x="4617" y="59"/>
                </a:cubicBezTo>
                <a:cubicBezTo>
                  <a:pt x="5055" y="59"/>
                  <a:pt x="5493" y="59"/>
                  <a:pt x="5966" y="59"/>
                </a:cubicBezTo>
                <a:cubicBezTo>
                  <a:pt x="6440" y="59"/>
                  <a:pt x="6949" y="59"/>
                  <a:pt x="7459" y="59"/>
                </a:cubicBezTo>
                <a:cubicBezTo>
                  <a:pt x="7968" y="59"/>
                  <a:pt x="8477" y="59"/>
                  <a:pt x="8767" y="78"/>
                </a:cubicBezTo>
                <a:cubicBezTo>
                  <a:pt x="9057" y="97"/>
                  <a:pt x="9128" y="135"/>
                  <a:pt x="9163" y="154"/>
                </a:cubicBezTo>
                <a:lnTo>
                  <a:pt x="9198" y="173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/>
          <p:nvPr/>
        </p:nvSpPr>
        <p:spPr>
          <a:xfrm>
            <a:off x="4700160" y="2869200"/>
            <a:ext cx="32040" cy="26280"/>
          </a:xfrm>
          <a:custGeom>
            <a:avLst/>
            <a:gdLst/>
            <a:ahLst/>
            <a:rect l="0" t="0" r="r" b="b"/>
            <a:pathLst>
              <a:path w="89" h="73">
                <a:moveTo>
                  <a:pt x="38" y="0"/>
                </a:moveTo>
                <a:lnTo>
                  <a:pt x="89" y="73"/>
                </a:lnTo>
                <a:lnTo>
                  <a:pt x="0" y="70"/>
                </a:lnTo>
                <a:lnTo>
                  <a:pt x="38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2" name=""/>
          <p:cNvSpPr/>
          <p:nvPr/>
        </p:nvSpPr>
        <p:spPr>
          <a:xfrm>
            <a:off x="4697640" y="2866320"/>
            <a:ext cx="37440" cy="30600"/>
          </a:xfrm>
          <a:custGeom>
            <a:avLst/>
            <a:gdLst/>
            <a:ahLst/>
            <a:rect l="0" t="0" r="r" b="b"/>
            <a:pathLst>
              <a:path w="104" h="85">
                <a:moveTo>
                  <a:pt x="52" y="12"/>
                </a:moveTo>
                <a:lnTo>
                  <a:pt x="56" y="18"/>
                </a:lnTo>
                <a:lnTo>
                  <a:pt x="50" y="23"/>
                </a:lnTo>
                <a:lnTo>
                  <a:pt x="45" y="17"/>
                </a:lnTo>
                <a:lnTo>
                  <a:pt x="52" y="12"/>
                </a:lnTo>
                <a:moveTo>
                  <a:pt x="56" y="18"/>
                </a:moveTo>
                <a:lnTo>
                  <a:pt x="62" y="25"/>
                </a:lnTo>
                <a:lnTo>
                  <a:pt x="54" y="29"/>
                </a:lnTo>
                <a:lnTo>
                  <a:pt x="50" y="23"/>
                </a:lnTo>
                <a:lnTo>
                  <a:pt x="56" y="18"/>
                </a:lnTo>
                <a:moveTo>
                  <a:pt x="62" y="25"/>
                </a:moveTo>
                <a:lnTo>
                  <a:pt x="66" y="31"/>
                </a:lnTo>
                <a:lnTo>
                  <a:pt x="60" y="36"/>
                </a:lnTo>
                <a:lnTo>
                  <a:pt x="54" y="29"/>
                </a:lnTo>
                <a:lnTo>
                  <a:pt x="62" y="25"/>
                </a:lnTo>
                <a:moveTo>
                  <a:pt x="66" y="31"/>
                </a:moveTo>
                <a:lnTo>
                  <a:pt x="71" y="38"/>
                </a:lnTo>
                <a:lnTo>
                  <a:pt x="65" y="42"/>
                </a:lnTo>
                <a:lnTo>
                  <a:pt x="60" y="36"/>
                </a:lnTo>
                <a:lnTo>
                  <a:pt x="66" y="31"/>
                </a:lnTo>
                <a:moveTo>
                  <a:pt x="71" y="38"/>
                </a:moveTo>
                <a:lnTo>
                  <a:pt x="76" y="44"/>
                </a:lnTo>
                <a:lnTo>
                  <a:pt x="69" y="50"/>
                </a:lnTo>
                <a:lnTo>
                  <a:pt x="65" y="42"/>
                </a:lnTo>
                <a:lnTo>
                  <a:pt x="71" y="38"/>
                </a:lnTo>
                <a:moveTo>
                  <a:pt x="76" y="44"/>
                </a:moveTo>
                <a:lnTo>
                  <a:pt x="80" y="52"/>
                </a:lnTo>
                <a:lnTo>
                  <a:pt x="74" y="56"/>
                </a:lnTo>
                <a:lnTo>
                  <a:pt x="69" y="50"/>
                </a:lnTo>
                <a:lnTo>
                  <a:pt x="76" y="44"/>
                </a:lnTo>
                <a:moveTo>
                  <a:pt x="80" y="52"/>
                </a:moveTo>
                <a:lnTo>
                  <a:pt x="85" y="58"/>
                </a:lnTo>
                <a:lnTo>
                  <a:pt x="78" y="63"/>
                </a:lnTo>
                <a:lnTo>
                  <a:pt x="74" y="56"/>
                </a:lnTo>
                <a:lnTo>
                  <a:pt x="80" y="52"/>
                </a:lnTo>
                <a:moveTo>
                  <a:pt x="85" y="58"/>
                </a:moveTo>
                <a:lnTo>
                  <a:pt x="89" y="64"/>
                </a:lnTo>
                <a:lnTo>
                  <a:pt x="83" y="69"/>
                </a:lnTo>
                <a:lnTo>
                  <a:pt x="78" y="63"/>
                </a:lnTo>
                <a:lnTo>
                  <a:pt x="85" y="58"/>
                </a:lnTo>
                <a:moveTo>
                  <a:pt x="89" y="64"/>
                </a:moveTo>
                <a:lnTo>
                  <a:pt x="94" y="71"/>
                </a:lnTo>
                <a:lnTo>
                  <a:pt x="87" y="75"/>
                </a:lnTo>
                <a:lnTo>
                  <a:pt x="83" y="69"/>
                </a:lnTo>
                <a:lnTo>
                  <a:pt x="89" y="64"/>
                </a:lnTo>
                <a:moveTo>
                  <a:pt x="94" y="71"/>
                </a:moveTo>
                <a:lnTo>
                  <a:pt x="98" y="77"/>
                </a:lnTo>
                <a:lnTo>
                  <a:pt x="92" y="82"/>
                </a:lnTo>
                <a:lnTo>
                  <a:pt x="87" y="75"/>
                </a:lnTo>
                <a:lnTo>
                  <a:pt x="94" y="71"/>
                </a:lnTo>
                <a:moveTo>
                  <a:pt x="98" y="77"/>
                </a:moveTo>
                <a:lnTo>
                  <a:pt x="104" y="85"/>
                </a:lnTo>
                <a:lnTo>
                  <a:pt x="89" y="85"/>
                </a:lnTo>
                <a:lnTo>
                  <a:pt x="90" y="77"/>
                </a:lnTo>
                <a:lnTo>
                  <a:pt x="96" y="77"/>
                </a:lnTo>
                <a:lnTo>
                  <a:pt x="96" y="81"/>
                </a:lnTo>
                <a:lnTo>
                  <a:pt x="93" y="83"/>
                </a:lnTo>
                <a:lnTo>
                  <a:pt x="92" y="82"/>
                </a:lnTo>
                <a:lnTo>
                  <a:pt x="98" y="77"/>
                </a:lnTo>
                <a:moveTo>
                  <a:pt x="89" y="85"/>
                </a:moveTo>
                <a:lnTo>
                  <a:pt x="82" y="84"/>
                </a:lnTo>
                <a:lnTo>
                  <a:pt x="82" y="76"/>
                </a:lnTo>
                <a:lnTo>
                  <a:pt x="90" y="77"/>
                </a:lnTo>
                <a:lnTo>
                  <a:pt x="89" y="85"/>
                </a:lnTo>
                <a:moveTo>
                  <a:pt x="82" y="84"/>
                </a:moveTo>
                <a:lnTo>
                  <a:pt x="74" y="84"/>
                </a:lnTo>
                <a:lnTo>
                  <a:pt x="74" y="76"/>
                </a:lnTo>
                <a:lnTo>
                  <a:pt x="82" y="76"/>
                </a:lnTo>
                <a:lnTo>
                  <a:pt x="82" y="84"/>
                </a:lnTo>
                <a:moveTo>
                  <a:pt x="74" y="84"/>
                </a:moveTo>
                <a:lnTo>
                  <a:pt x="66" y="84"/>
                </a:lnTo>
                <a:lnTo>
                  <a:pt x="66" y="76"/>
                </a:lnTo>
                <a:lnTo>
                  <a:pt x="74" y="76"/>
                </a:lnTo>
                <a:lnTo>
                  <a:pt x="74" y="84"/>
                </a:lnTo>
                <a:moveTo>
                  <a:pt x="66" y="84"/>
                </a:moveTo>
                <a:lnTo>
                  <a:pt x="57" y="84"/>
                </a:lnTo>
                <a:lnTo>
                  <a:pt x="57" y="76"/>
                </a:lnTo>
                <a:lnTo>
                  <a:pt x="66" y="76"/>
                </a:lnTo>
                <a:lnTo>
                  <a:pt x="66" y="84"/>
                </a:lnTo>
                <a:moveTo>
                  <a:pt x="57" y="84"/>
                </a:moveTo>
                <a:lnTo>
                  <a:pt x="49" y="83"/>
                </a:lnTo>
                <a:lnTo>
                  <a:pt x="49" y="76"/>
                </a:lnTo>
                <a:lnTo>
                  <a:pt x="57" y="76"/>
                </a:lnTo>
                <a:lnTo>
                  <a:pt x="57" y="84"/>
                </a:lnTo>
                <a:moveTo>
                  <a:pt x="49" y="83"/>
                </a:moveTo>
                <a:lnTo>
                  <a:pt x="41" y="83"/>
                </a:lnTo>
                <a:lnTo>
                  <a:pt x="41" y="75"/>
                </a:lnTo>
                <a:lnTo>
                  <a:pt x="49" y="76"/>
                </a:lnTo>
                <a:lnTo>
                  <a:pt x="49" y="83"/>
                </a:lnTo>
                <a:moveTo>
                  <a:pt x="41" y="83"/>
                </a:moveTo>
                <a:lnTo>
                  <a:pt x="33" y="83"/>
                </a:lnTo>
                <a:lnTo>
                  <a:pt x="33" y="75"/>
                </a:lnTo>
                <a:lnTo>
                  <a:pt x="41" y="75"/>
                </a:lnTo>
                <a:lnTo>
                  <a:pt x="41" y="83"/>
                </a:lnTo>
                <a:moveTo>
                  <a:pt x="33" y="83"/>
                </a:moveTo>
                <a:lnTo>
                  <a:pt x="25" y="83"/>
                </a:lnTo>
                <a:lnTo>
                  <a:pt x="26" y="75"/>
                </a:lnTo>
                <a:lnTo>
                  <a:pt x="33" y="75"/>
                </a:lnTo>
                <a:lnTo>
                  <a:pt x="33" y="83"/>
                </a:lnTo>
                <a:moveTo>
                  <a:pt x="25" y="83"/>
                </a:moveTo>
                <a:lnTo>
                  <a:pt x="17" y="83"/>
                </a:lnTo>
                <a:lnTo>
                  <a:pt x="18" y="75"/>
                </a:lnTo>
                <a:lnTo>
                  <a:pt x="26" y="75"/>
                </a:lnTo>
                <a:lnTo>
                  <a:pt x="25" y="83"/>
                </a:lnTo>
                <a:moveTo>
                  <a:pt x="17" y="83"/>
                </a:moveTo>
                <a:lnTo>
                  <a:pt x="10" y="82"/>
                </a:lnTo>
                <a:lnTo>
                  <a:pt x="10" y="75"/>
                </a:lnTo>
                <a:lnTo>
                  <a:pt x="18" y="75"/>
                </a:lnTo>
                <a:lnTo>
                  <a:pt x="17" y="83"/>
                </a:lnTo>
                <a:moveTo>
                  <a:pt x="10" y="82"/>
                </a:moveTo>
                <a:lnTo>
                  <a:pt x="0" y="82"/>
                </a:lnTo>
                <a:lnTo>
                  <a:pt x="6" y="72"/>
                </a:lnTo>
                <a:lnTo>
                  <a:pt x="13" y="76"/>
                </a:lnTo>
                <a:lnTo>
                  <a:pt x="10" y="80"/>
                </a:lnTo>
                <a:lnTo>
                  <a:pt x="7" y="78"/>
                </a:lnTo>
                <a:lnTo>
                  <a:pt x="7" y="74"/>
                </a:lnTo>
                <a:lnTo>
                  <a:pt x="10" y="75"/>
                </a:lnTo>
                <a:lnTo>
                  <a:pt x="10" y="82"/>
                </a:lnTo>
                <a:moveTo>
                  <a:pt x="6" y="72"/>
                </a:moveTo>
                <a:lnTo>
                  <a:pt x="9" y="65"/>
                </a:lnTo>
                <a:lnTo>
                  <a:pt x="16" y="69"/>
                </a:lnTo>
                <a:lnTo>
                  <a:pt x="13" y="76"/>
                </a:lnTo>
                <a:lnTo>
                  <a:pt x="6" y="72"/>
                </a:lnTo>
                <a:moveTo>
                  <a:pt x="9" y="65"/>
                </a:moveTo>
                <a:lnTo>
                  <a:pt x="13" y="58"/>
                </a:lnTo>
                <a:lnTo>
                  <a:pt x="20" y="62"/>
                </a:lnTo>
                <a:lnTo>
                  <a:pt x="16" y="69"/>
                </a:lnTo>
                <a:lnTo>
                  <a:pt x="9" y="65"/>
                </a:lnTo>
                <a:moveTo>
                  <a:pt x="13" y="58"/>
                </a:moveTo>
                <a:lnTo>
                  <a:pt x="17" y="51"/>
                </a:lnTo>
                <a:lnTo>
                  <a:pt x="24" y="55"/>
                </a:lnTo>
                <a:lnTo>
                  <a:pt x="20" y="62"/>
                </a:lnTo>
                <a:lnTo>
                  <a:pt x="13" y="58"/>
                </a:lnTo>
                <a:moveTo>
                  <a:pt x="17" y="51"/>
                </a:moveTo>
                <a:lnTo>
                  <a:pt x="21" y="43"/>
                </a:lnTo>
                <a:lnTo>
                  <a:pt x="28" y="47"/>
                </a:lnTo>
                <a:lnTo>
                  <a:pt x="24" y="55"/>
                </a:lnTo>
                <a:lnTo>
                  <a:pt x="17" y="51"/>
                </a:lnTo>
                <a:moveTo>
                  <a:pt x="21" y="43"/>
                </a:moveTo>
                <a:lnTo>
                  <a:pt x="24" y="36"/>
                </a:lnTo>
                <a:lnTo>
                  <a:pt x="31" y="40"/>
                </a:lnTo>
                <a:lnTo>
                  <a:pt x="28" y="47"/>
                </a:lnTo>
                <a:lnTo>
                  <a:pt x="21" y="43"/>
                </a:lnTo>
                <a:moveTo>
                  <a:pt x="24" y="36"/>
                </a:moveTo>
                <a:lnTo>
                  <a:pt x="28" y="29"/>
                </a:lnTo>
                <a:lnTo>
                  <a:pt x="35" y="33"/>
                </a:lnTo>
                <a:lnTo>
                  <a:pt x="31" y="40"/>
                </a:lnTo>
                <a:lnTo>
                  <a:pt x="24" y="36"/>
                </a:lnTo>
                <a:moveTo>
                  <a:pt x="28" y="29"/>
                </a:moveTo>
                <a:lnTo>
                  <a:pt x="32" y="22"/>
                </a:lnTo>
                <a:lnTo>
                  <a:pt x="39" y="26"/>
                </a:lnTo>
                <a:lnTo>
                  <a:pt x="35" y="33"/>
                </a:lnTo>
                <a:lnTo>
                  <a:pt x="28" y="29"/>
                </a:lnTo>
                <a:moveTo>
                  <a:pt x="32" y="22"/>
                </a:moveTo>
                <a:lnTo>
                  <a:pt x="35" y="15"/>
                </a:lnTo>
                <a:lnTo>
                  <a:pt x="42" y="19"/>
                </a:lnTo>
                <a:lnTo>
                  <a:pt x="39" y="26"/>
                </a:lnTo>
                <a:lnTo>
                  <a:pt x="32" y="22"/>
                </a:lnTo>
                <a:moveTo>
                  <a:pt x="35" y="15"/>
                </a:moveTo>
                <a:lnTo>
                  <a:pt x="39" y="8"/>
                </a:lnTo>
                <a:lnTo>
                  <a:pt x="46" y="12"/>
                </a:lnTo>
                <a:lnTo>
                  <a:pt x="42" y="19"/>
                </a:lnTo>
                <a:lnTo>
                  <a:pt x="35" y="15"/>
                </a:lnTo>
                <a:moveTo>
                  <a:pt x="39" y="8"/>
                </a:moveTo>
                <a:lnTo>
                  <a:pt x="44" y="0"/>
                </a:lnTo>
                <a:lnTo>
                  <a:pt x="52" y="12"/>
                </a:lnTo>
                <a:lnTo>
                  <a:pt x="45" y="17"/>
                </a:lnTo>
                <a:lnTo>
                  <a:pt x="41" y="10"/>
                </a:lnTo>
                <a:lnTo>
                  <a:pt x="44" y="8"/>
                </a:lnTo>
                <a:lnTo>
                  <a:pt x="47" y="10"/>
                </a:lnTo>
                <a:lnTo>
                  <a:pt x="46" y="12"/>
                </a:lnTo>
                <a:lnTo>
                  <a:pt x="39" y="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3" name=""/>
          <p:cNvSpPr/>
          <p:nvPr/>
        </p:nvSpPr>
        <p:spPr>
          <a:xfrm>
            <a:off x="2508480" y="1744200"/>
            <a:ext cx="1292400" cy="234000"/>
          </a:xfrm>
          <a:custGeom>
            <a:avLst/>
            <a:gdLst/>
            <a:ahLst/>
            <a:rect l="0" t="0" r="r" b="b"/>
            <a:pathLst>
              <a:path fill="none" w="3590" h="650">
                <a:moveTo>
                  <a:pt x="0" y="0"/>
                </a:moveTo>
                <a:lnTo>
                  <a:pt x="41" y="7"/>
                </a:lnTo>
                <a:cubicBezTo>
                  <a:pt x="82" y="14"/>
                  <a:pt x="164" y="29"/>
                  <a:pt x="424" y="36"/>
                </a:cubicBezTo>
                <a:cubicBezTo>
                  <a:pt x="684" y="42"/>
                  <a:pt x="1122" y="42"/>
                  <a:pt x="1560" y="42"/>
                </a:cubicBezTo>
                <a:cubicBezTo>
                  <a:pt x="1998" y="42"/>
                  <a:pt x="2437" y="42"/>
                  <a:pt x="2775" y="144"/>
                </a:cubicBezTo>
                <a:cubicBezTo>
                  <a:pt x="3113" y="245"/>
                  <a:pt x="3351" y="448"/>
                  <a:pt x="3471" y="549"/>
                </a:cubicBezTo>
                <a:lnTo>
                  <a:pt x="3590" y="65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4" name=""/>
          <p:cNvSpPr/>
          <p:nvPr/>
        </p:nvSpPr>
        <p:spPr>
          <a:xfrm>
            <a:off x="3780360" y="1958040"/>
            <a:ext cx="31320" cy="29520"/>
          </a:xfrm>
          <a:custGeom>
            <a:avLst/>
            <a:gdLst/>
            <a:ahLst/>
            <a:rect l="0" t="0" r="r" b="b"/>
            <a:pathLst>
              <a:path w="87" h="82">
                <a:moveTo>
                  <a:pt x="51" y="0"/>
                </a:moveTo>
                <a:lnTo>
                  <a:pt x="87" y="82"/>
                </a:lnTo>
                <a:lnTo>
                  <a:pt x="0" y="61"/>
                </a:lnTo>
                <a:lnTo>
                  <a:pt x="51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5" name=""/>
          <p:cNvSpPr/>
          <p:nvPr/>
        </p:nvSpPr>
        <p:spPr>
          <a:xfrm>
            <a:off x="3777840" y="1955160"/>
            <a:ext cx="36360" cy="34200"/>
          </a:xfrm>
          <a:custGeom>
            <a:avLst/>
            <a:gdLst/>
            <a:ahLst/>
            <a:rect l="0" t="0" r="r" b="b"/>
            <a:pathLst>
              <a:path w="101" h="95">
                <a:moveTo>
                  <a:pt x="66" y="13"/>
                </a:moveTo>
                <a:lnTo>
                  <a:pt x="69" y="21"/>
                </a:lnTo>
                <a:lnTo>
                  <a:pt x="62" y="24"/>
                </a:lnTo>
                <a:lnTo>
                  <a:pt x="59" y="16"/>
                </a:lnTo>
                <a:lnTo>
                  <a:pt x="66" y="13"/>
                </a:lnTo>
                <a:moveTo>
                  <a:pt x="69" y="21"/>
                </a:moveTo>
                <a:lnTo>
                  <a:pt x="72" y="28"/>
                </a:lnTo>
                <a:lnTo>
                  <a:pt x="65" y="31"/>
                </a:lnTo>
                <a:lnTo>
                  <a:pt x="62" y="24"/>
                </a:lnTo>
                <a:lnTo>
                  <a:pt x="69" y="21"/>
                </a:lnTo>
                <a:moveTo>
                  <a:pt x="72" y="28"/>
                </a:moveTo>
                <a:lnTo>
                  <a:pt x="75" y="35"/>
                </a:lnTo>
                <a:lnTo>
                  <a:pt x="68" y="38"/>
                </a:lnTo>
                <a:lnTo>
                  <a:pt x="65" y="31"/>
                </a:lnTo>
                <a:lnTo>
                  <a:pt x="72" y="28"/>
                </a:lnTo>
                <a:moveTo>
                  <a:pt x="75" y="35"/>
                </a:moveTo>
                <a:lnTo>
                  <a:pt x="78" y="42"/>
                </a:lnTo>
                <a:lnTo>
                  <a:pt x="71" y="45"/>
                </a:lnTo>
                <a:lnTo>
                  <a:pt x="68" y="38"/>
                </a:lnTo>
                <a:lnTo>
                  <a:pt x="75" y="35"/>
                </a:lnTo>
                <a:moveTo>
                  <a:pt x="78" y="42"/>
                </a:moveTo>
                <a:lnTo>
                  <a:pt x="81" y="50"/>
                </a:lnTo>
                <a:lnTo>
                  <a:pt x="74" y="53"/>
                </a:lnTo>
                <a:lnTo>
                  <a:pt x="71" y="45"/>
                </a:lnTo>
                <a:lnTo>
                  <a:pt x="78" y="42"/>
                </a:lnTo>
                <a:moveTo>
                  <a:pt x="81" y="50"/>
                </a:moveTo>
                <a:lnTo>
                  <a:pt x="85" y="57"/>
                </a:lnTo>
                <a:lnTo>
                  <a:pt x="77" y="60"/>
                </a:lnTo>
                <a:lnTo>
                  <a:pt x="74" y="53"/>
                </a:lnTo>
                <a:lnTo>
                  <a:pt x="81" y="50"/>
                </a:lnTo>
                <a:moveTo>
                  <a:pt x="85" y="57"/>
                </a:moveTo>
                <a:lnTo>
                  <a:pt x="88" y="64"/>
                </a:lnTo>
                <a:lnTo>
                  <a:pt x="80" y="67"/>
                </a:lnTo>
                <a:lnTo>
                  <a:pt x="77" y="60"/>
                </a:lnTo>
                <a:lnTo>
                  <a:pt x="85" y="57"/>
                </a:lnTo>
                <a:moveTo>
                  <a:pt x="88" y="64"/>
                </a:moveTo>
                <a:lnTo>
                  <a:pt x="91" y="72"/>
                </a:lnTo>
                <a:lnTo>
                  <a:pt x="83" y="75"/>
                </a:lnTo>
                <a:lnTo>
                  <a:pt x="80" y="67"/>
                </a:lnTo>
                <a:lnTo>
                  <a:pt x="88" y="64"/>
                </a:lnTo>
                <a:moveTo>
                  <a:pt x="91" y="72"/>
                </a:moveTo>
                <a:lnTo>
                  <a:pt x="94" y="80"/>
                </a:lnTo>
                <a:lnTo>
                  <a:pt x="87" y="83"/>
                </a:lnTo>
                <a:lnTo>
                  <a:pt x="83" y="75"/>
                </a:lnTo>
                <a:lnTo>
                  <a:pt x="91" y="72"/>
                </a:lnTo>
                <a:moveTo>
                  <a:pt x="94" y="80"/>
                </a:moveTo>
                <a:lnTo>
                  <a:pt x="97" y="87"/>
                </a:lnTo>
                <a:lnTo>
                  <a:pt x="90" y="90"/>
                </a:lnTo>
                <a:lnTo>
                  <a:pt x="87" y="83"/>
                </a:lnTo>
                <a:lnTo>
                  <a:pt x="94" y="80"/>
                </a:lnTo>
                <a:moveTo>
                  <a:pt x="97" y="87"/>
                </a:moveTo>
                <a:lnTo>
                  <a:pt x="101" y="95"/>
                </a:lnTo>
                <a:lnTo>
                  <a:pt x="87" y="92"/>
                </a:lnTo>
                <a:lnTo>
                  <a:pt x="88" y="84"/>
                </a:lnTo>
                <a:lnTo>
                  <a:pt x="95" y="86"/>
                </a:lnTo>
                <a:lnTo>
                  <a:pt x="94" y="90"/>
                </a:lnTo>
                <a:lnTo>
                  <a:pt x="90" y="91"/>
                </a:lnTo>
                <a:lnTo>
                  <a:pt x="90" y="90"/>
                </a:lnTo>
                <a:lnTo>
                  <a:pt x="97" y="87"/>
                </a:lnTo>
                <a:moveTo>
                  <a:pt x="87" y="92"/>
                </a:moveTo>
                <a:lnTo>
                  <a:pt x="79" y="90"/>
                </a:lnTo>
                <a:lnTo>
                  <a:pt x="81" y="83"/>
                </a:lnTo>
                <a:lnTo>
                  <a:pt x="88" y="84"/>
                </a:lnTo>
                <a:lnTo>
                  <a:pt x="87" y="92"/>
                </a:lnTo>
                <a:moveTo>
                  <a:pt x="79" y="90"/>
                </a:moveTo>
                <a:lnTo>
                  <a:pt x="71" y="88"/>
                </a:lnTo>
                <a:lnTo>
                  <a:pt x="73" y="81"/>
                </a:lnTo>
                <a:lnTo>
                  <a:pt x="81" y="83"/>
                </a:lnTo>
                <a:lnTo>
                  <a:pt x="79" y="90"/>
                </a:lnTo>
                <a:moveTo>
                  <a:pt x="71" y="88"/>
                </a:moveTo>
                <a:lnTo>
                  <a:pt x="64" y="86"/>
                </a:lnTo>
                <a:lnTo>
                  <a:pt x="66" y="79"/>
                </a:lnTo>
                <a:lnTo>
                  <a:pt x="73" y="81"/>
                </a:lnTo>
                <a:lnTo>
                  <a:pt x="71" y="88"/>
                </a:lnTo>
                <a:moveTo>
                  <a:pt x="64" y="86"/>
                </a:moveTo>
                <a:lnTo>
                  <a:pt x="56" y="85"/>
                </a:lnTo>
                <a:lnTo>
                  <a:pt x="58" y="77"/>
                </a:lnTo>
                <a:lnTo>
                  <a:pt x="66" y="79"/>
                </a:lnTo>
                <a:lnTo>
                  <a:pt x="64" y="86"/>
                </a:lnTo>
                <a:moveTo>
                  <a:pt x="56" y="85"/>
                </a:moveTo>
                <a:lnTo>
                  <a:pt x="47" y="83"/>
                </a:lnTo>
                <a:lnTo>
                  <a:pt x="49" y="75"/>
                </a:lnTo>
                <a:lnTo>
                  <a:pt x="58" y="77"/>
                </a:lnTo>
                <a:lnTo>
                  <a:pt x="56" y="85"/>
                </a:lnTo>
                <a:moveTo>
                  <a:pt x="47" y="83"/>
                </a:moveTo>
                <a:lnTo>
                  <a:pt x="40" y="81"/>
                </a:lnTo>
                <a:lnTo>
                  <a:pt x="42" y="73"/>
                </a:lnTo>
                <a:lnTo>
                  <a:pt x="49" y="75"/>
                </a:lnTo>
                <a:lnTo>
                  <a:pt x="47" y="83"/>
                </a:lnTo>
                <a:moveTo>
                  <a:pt x="40" y="81"/>
                </a:moveTo>
                <a:lnTo>
                  <a:pt x="32" y="79"/>
                </a:lnTo>
                <a:lnTo>
                  <a:pt x="34" y="71"/>
                </a:lnTo>
                <a:lnTo>
                  <a:pt x="42" y="73"/>
                </a:lnTo>
                <a:lnTo>
                  <a:pt x="40" y="81"/>
                </a:lnTo>
                <a:moveTo>
                  <a:pt x="32" y="79"/>
                </a:moveTo>
                <a:lnTo>
                  <a:pt x="24" y="77"/>
                </a:lnTo>
                <a:lnTo>
                  <a:pt x="26" y="69"/>
                </a:lnTo>
                <a:lnTo>
                  <a:pt x="34" y="71"/>
                </a:lnTo>
                <a:lnTo>
                  <a:pt x="32" y="79"/>
                </a:lnTo>
                <a:moveTo>
                  <a:pt x="24" y="77"/>
                </a:moveTo>
                <a:lnTo>
                  <a:pt x="17" y="75"/>
                </a:lnTo>
                <a:lnTo>
                  <a:pt x="19" y="66"/>
                </a:lnTo>
                <a:lnTo>
                  <a:pt x="26" y="69"/>
                </a:lnTo>
                <a:lnTo>
                  <a:pt x="24" y="77"/>
                </a:lnTo>
                <a:moveTo>
                  <a:pt x="17" y="75"/>
                </a:moveTo>
                <a:lnTo>
                  <a:pt x="9" y="73"/>
                </a:lnTo>
                <a:lnTo>
                  <a:pt x="11" y="65"/>
                </a:lnTo>
                <a:lnTo>
                  <a:pt x="19" y="66"/>
                </a:lnTo>
                <a:lnTo>
                  <a:pt x="17" y="75"/>
                </a:lnTo>
                <a:moveTo>
                  <a:pt x="9" y="73"/>
                </a:moveTo>
                <a:lnTo>
                  <a:pt x="0" y="71"/>
                </a:lnTo>
                <a:lnTo>
                  <a:pt x="7" y="61"/>
                </a:lnTo>
                <a:lnTo>
                  <a:pt x="13" y="66"/>
                </a:lnTo>
                <a:lnTo>
                  <a:pt x="10" y="71"/>
                </a:lnTo>
                <a:lnTo>
                  <a:pt x="7" y="69"/>
                </a:lnTo>
                <a:lnTo>
                  <a:pt x="8" y="64"/>
                </a:lnTo>
                <a:lnTo>
                  <a:pt x="11" y="65"/>
                </a:lnTo>
                <a:lnTo>
                  <a:pt x="9" y="73"/>
                </a:lnTo>
                <a:moveTo>
                  <a:pt x="7" y="61"/>
                </a:moveTo>
                <a:lnTo>
                  <a:pt x="13" y="55"/>
                </a:lnTo>
                <a:lnTo>
                  <a:pt x="19" y="60"/>
                </a:lnTo>
                <a:lnTo>
                  <a:pt x="13" y="66"/>
                </a:lnTo>
                <a:lnTo>
                  <a:pt x="7" y="61"/>
                </a:lnTo>
                <a:moveTo>
                  <a:pt x="13" y="55"/>
                </a:moveTo>
                <a:lnTo>
                  <a:pt x="18" y="49"/>
                </a:lnTo>
                <a:lnTo>
                  <a:pt x="24" y="54"/>
                </a:lnTo>
                <a:lnTo>
                  <a:pt x="19" y="60"/>
                </a:lnTo>
                <a:lnTo>
                  <a:pt x="13" y="55"/>
                </a:lnTo>
                <a:moveTo>
                  <a:pt x="18" y="49"/>
                </a:moveTo>
                <a:lnTo>
                  <a:pt x="23" y="43"/>
                </a:lnTo>
                <a:lnTo>
                  <a:pt x="29" y="48"/>
                </a:lnTo>
                <a:lnTo>
                  <a:pt x="24" y="54"/>
                </a:lnTo>
                <a:lnTo>
                  <a:pt x="18" y="49"/>
                </a:lnTo>
                <a:moveTo>
                  <a:pt x="23" y="43"/>
                </a:moveTo>
                <a:lnTo>
                  <a:pt x="28" y="37"/>
                </a:lnTo>
                <a:lnTo>
                  <a:pt x="34" y="42"/>
                </a:lnTo>
                <a:lnTo>
                  <a:pt x="29" y="48"/>
                </a:lnTo>
                <a:lnTo>
                  <a:pt x="23" y="43"/>
                </a:lnTo>
                <a:moveTo>
                  <a:pt x="28" y="37"/>
                </a:moveTo>
                <a:lnTo>
                  <a:pt x="33" y="31"/>
                </a:lnTo>
                <a:lnTo>
                  <a:pt x="39" y="36"/>
                </a:lnTo>
                <a:lnTo>
                  <a:pt x="34" y="42"/>
                </a:lnTo>
                <a:lnTo>
                  <a:pt x="28" y="37"/>
                </a:lnTo>
                <a:moveTo>
                  <a:pt x="33" y="31"/>
                </a:moveTo>
                <a:lnTo>
                  <a:pt x="38" y="25"/>
                </a:lnTo>
                <a:lnTo>
                  <a:pt x="44" y="30"/>
                </a:lnTo>
                <a:lnTo>
                  <a:pt x="39" y="36"/>
                </a:lnTo>
                <a:lnTo>
                  <a:pt x="33" y="31"/>
                </a:lnTo>
                <a:moveTo>
                  <a:pt x="38" y="25"/>
                </a:moveTo>
                <a:lnTo>
                  <a:pt x="43" y="19"/>
                </a:lnTo>
                <a:lnTo>
                  <a:pt x="49" y="24"/>
                </a:lnTo>
                <a:lnTo>
                  <a:pt x="44" y="30"/>
                </a:lnTo>
                <a:lnTo>
                  <a:pt x="38" y="25"/>
                </a:lnTo>
                <a:moveTo>
                  <a:pt x="43" y="19"/>
                </a:moveTo>
                <a:lnTo>
                  <a:pt x="48" y="13"/>
                </a:lnTo>
                <a:lnTo>
                  <a:pt x="55" y="18"/>
                </a:lnTo>
                <a:lnTo>
                  <a:pt x="49" y="24"/>
                </a:lnTo>
                <a:lnTo>
                  <a:pt x="43" y="19"/>
                </a:lnTo>
                <a:moveTo>
                  <a:pt x="48" y="13"/>
                </a:moveTo>
                <a:lnTo>
                  <a:pt x="54" y="7"/>
                </a:lnTo>
                <a:lnTo>
                  <a:pt x="60" y="12"/>
                </a:lnTo>
                <a:lnTo>
                  <a:pt x="55" y="18"/>
                </a:lnTo>
                <a:lnTo>
                  <a:pt x="48" y="13"/>
                </a:lnTo>
                <a:moveTo>
                  <a:pt x="54" y="7"/>
                </a:moveTo>
                <a:lnTo>
                  <a:pt x="60" y="0"/>
                </a:lnTo>
                <a:lnTo>
                  <a:pt x="66" y="13"/>
                </a:lnTo>
                <a:lnTo>
                  <a:pt x="59" y="16"/>
                </a:lnTo>
                <a:lnTo>
                  <a:pt x="56" y="9"/>
                </a:lnTo>
                <a:lnTo>
                  <a:pt x="59" y="8"/>
                </a:lnTo>
                <a:lnTo>
                  <a:pt x="62" y="10"/>
                </a:lnTo>
                <a:lnTo>
                  <a:pt x="60" y="12"/>
                </a:lnTo>
                <a:lnTo>
                  <a:pt x="54" y="7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6" name=""/>
          <p:cNvSpPr/>
          <p:nvPr/>
        </p:nvSpPr>
        <p:spPr>
          <a:xfrm>
            <a:off x="2508480" y="1861200"/>
            <a:ext cx="164160" cy="59760"/>
          </a:xfrm>
          <a:custGeom>
            <a:avLst/>
            <a:gdLst/>
            <a:ahLst/>
            <a:rect l="0" t="0" r="r" b="b"/>
            <a:pathLst>
              <a:path fill="none" w="456" h="166">
                <a:moveTo>
                  <a:pt x="0" y="0"/>
                </a:moveTo>
                <a:lnTo>
                  <a:pt x="41" y="17"/>
                </a:lnTo>
                <a:cubicBezTo>
                  <a:pt x="82" y="35"/>
                  <a:pt x="165" y="70"/>
                  <a:pt x="241" y="97"/>
                </a:cubicBezTo>
                <a:cubicBezTo>
                  <a:pt x="317" y="125"/>
                  <a:pt x="386" y="145"/>
                  <a:pt x="421" y="156"/>
                </a:cubicBezTo>
                <a:lnTo>
                  <a:pt x="456" y="166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/>
          <p:nvPr/>
        </p:nvSpPr>
        <p:spPr>
          <a:xfrm>
            <a:off x="2654640" y="1902960"/>
            <a:ext cx="31680" cy="27360"/>
          </a:xfrm>
          <a:custGeom>
            <a:avLst/>
            <a:gdLst/>
            <a:ahLst/>
            <a:rect l="0" t="0" r="r" b="b"/>
            <a:pathLst>
              <a:path w="88" h="76">
                <a:moveTo>
                  <a:pt x="22" y="0"/>
                </a:moveTo>
                <a:lnTo>
                  <a:pt x="88" y="61"/>
                </a:lnTo>
                <a:lnTo>
                  <a:pt x="0" y="76"/>
                </a:lnTo>
                <a:lnTo>
                  <a:pt x="22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8" name=""/>
          <p:cNvSpPr/>
          <p:nvPr/>
        </p:nvSpPr>
        <p:spPr>
          <a:xfrm>
            <a:off x="2652480" y="1900440"/>
            <a:ext cx="36720" cy="31680"/>
          </a:xfrm>
          <a:custGeom>
            <a:avLst/>
            <a:gdLst/>
            <a:ahLst/>
            <a:rect l="0" t="0" r="r" b="b"/>
            <a:pathLst>
              <a:path w="102" h="88">
                <a:moveTo>
                  <a:pt x="36" y="9"/>
                </a:moveTo>
                <a:lnTo>
                  <a:pt x="42" y="15"/>
                </a:lnTo>
                <a:lnTo>
                  <a:pt x="37" y="20"/>
                </a:lnTo>
                <a:lnTo>
                  <a:pt x="31" y="15"/>
                </a:lnTo>
                <a:lnTo>
                  <a:pt x="36" y="9"/>
                </a:lnTo>
                <a:moveTo>
                  <a:pt x="42" y="15"/>
                </a:moveTo>
                <a:lnTo>
                  <a:pt x="48" y="20"/>
                </a:lnTo>
                <a:lnTo>
                  <a:pt x="43" y="26"/>
                </a:lnTo>
                <a:lnTo>
                  <a:pt x="37" y="20"/>
                </a:lnTo>
                <a:lnTo>
                  <a:pt x="42" y="15"/>
                </a:lnTo>
                <a:moveTo>
                  <a:pt x="48" y="20"/>
                </a:moveTo>
                <a:lnTo>
                  <a:pt x="54" y="25"/>
                </a:lnTo>
                <a:lnTo>
                  <a:pt x="48" y="31"/>
                </a:lnTo>
                <a:lnTo>
                  <a:pt x="43" y="26"/>
                </a:lnTo>
                <a:lnTo>
                  <a:pt x="48" y="20"/>
                </a:lnTo>
                <a:moveTo>
                  <a:pt x="54" y="25"/>
                </a:moveTo>
                <a:lnTo>
                  <a:pt x="60" y="31"/>
                </a:lnTo>
                <a:lnTo>
                  <a:pt x="54" y="37"/>
                </a:lnTo>
                <a:lnTo>
                  <a:pt x="48" y="31"/>
                </a:lnTo>
                <a:lnTo>
                  <a:pt x="54" y="25"/>
                </a:lnTo>
                <a:moveTo>
                  <a:pt x="60" y="31"/>
                </a:moveTo>
                <a:lnTo>
                  <a:pt x="65" y="36"/>
                </a:lnTo>
                <a:lnTo>
                  <a:pt x="60" y="42"/>
                </a:lnTo>
                <a:lnTo>
                  <a:pt x="54" y="37"/>
                </a:lnTo>
                <a:lnTo>
                  <a:pt x="60" y="31"/>
                </a:lnTo>
                <a:moveTo>
                  <a:pt x="65" y="36"/>
                </a:moveTo>
                <a:lnTo>
                  <a:pt x="71" y="42"/>
                </a:lnTo>
                <a:lnTo>
                  <a:pt x="66" y="47"/>
                </a:lnTo>
                <a:lnTo>
                  <a:pt x="60" y="42"/>
                </a:lnTo>
                <a:lnTo>
                  <a:pt x="65" y="36"/>
                </a:lnTo>
                <a:moveTo>
                  <a:pt x="71" y="42"/>
                </a:moveTo>
                <a:lnTo>
                  <a:pt x="77" y="47"/>
                </a:lnTo>
                <a:lnTo>
                  <a:pt x="71" y="53"/>
                </a:lnTo>
                <a:lnTo>
                  <a:pt x="66" y="47"/>
                </a:lnTo>
                <a:lnTo>
                  <a:pt x="71" y="42"/>
                </a:lnTo>
                <a:moveTo>
                  <a:pt x="77" y="47"/>
                </a:moveTo>
                <a:lnTo>
                  <a:pt x="84" y="52"/>
                </a:lnTo>
                <a:lnTo>
                  <a:pt x="77" y="58"/>
                </a:lnTo>
                <a:lnTo>
                  <a:pt x="71" y="53"/>
                </a:lnTo>
                <a:lnTo>
                  <a:pt x="77" y="47"/>
                </a:lnTo>
                <a:moveTo>
                  <a:pt x="84" y="52"/>
                </a:moveTo>
                <a:lnTo>
                  <a:pt x="89" y="58"/>
                </a:lnTo>
                <a:lnTo>
                  <a:pt x="84" y="63"/>
                </a:lnTo>
                <a:lnTo>
                  <a:pt x="77" y="58"/>
                </a:lnTo>
                <a:lnTo>
                  <a:pt x="84" y="52"/>
                </a:lnTo>
                <a:moveTo>
                  <a:pt x="89" y="58"/>
                </a:moveTo>
                <a:lnTo>
                  <a:pt x="95" y="63"/>
                </a:lnTo>
                <a:lnTo>
                  <a:pt x="90" y="69"/>
                </a:lnTo>
                <a:lnTo>
                  <a:pt x="84" y="63"/>
                </a:lnTo>
                <a:lnTo>
                  <a:pt x="89" y="58"/>
                </a:lnTo>
                <a:moveTo>
                  <a:pt x="95" y="63"/>
                </a:moveTo>
                <a:lnTo>
                  <a:pt x="102" y="69"/>
                </a:lnTo>
                <a:lnTo>
                  <a:pt x="88" y="73"/>
                </a:lnTo>
                <a:lnTo>
                  <a:pt x="86" y="64"/>
                </a:lnTo>
                <a:lnTo>
                  <a:pt x="93" y="63"/>
                </a:lnTo>
                <a:lnTo>
                  <a:pt x="94" y="67"/>
                </a:lnTo>
                <a:lnTo>
                  <a:pt x="91" y="70"/>
                </a:lnTo>
                <a:lnTo>
                  <a:pt x="90" y="69"/>
                </a:lnTo>
                <a:lnTo>
                  <a:pt x="95" y="63"/>
                </a:lnTo>
                <a:moveTo>
                  <a:pt x="88" y="73"/>
                </a:moveTo>
                <a:lnTo>
                  <a:pt x="79" y="74"/>
                </a:lnTo>
                <a:lnTo>
                  <a:pt x="78" y="66"/>
                </a:lnTo>
                <a:lnTo>
                  <a:pt x="86" y="64"/>
                </a:lnTo>
                <a:lnTo>
                  <a:pt x="88" y="73"/>
                </a:lnTo>
                <a:moveTo>
                  <a:pt x="79" y="74"/>
                </a:moveTo>
                <a:lnTo>
                  <a:pt x="71" y="76"/>
                </a:lnTo>
                <a:lnTo>
                  <a:pt x="70" y="67"/>
                </a:lnTo>
                <a:lnTo>
                  <a:pt x="78" y="66"/>
                </a:lnTo>
                <a:lnTo>
                  <a:pt x="79" y="74"/>
                </a:lnTo>
                <a:moveTo>
                  <a:pt x="71" y="76"/>
                </a:moveTo>
                <a:lnTo>
                  <a:pt x="64" y="77"/>
                </a:lnTo>
                <a:lnTo>
                  <a:pt x="62" y="68"/>
                </a:lnTo>
                <a:lnTo>
                  <a:pt x="70" y="67"/>
                </a:lnTo>
                <a:lnTo>
                  <a:pt x="71" y="76"/>
                </a:lnTo>
                <a:moveTo>
                  <a:pt x="64" y="77"/>
                </a:moveTo>
                <a:lnTo>
                  <a:pt x="56" y="78"/>
                </a:lnTo>
                <a:lnTo>
                  <a:pt x="54" y="70"/>
                </a:lnTo>
                <a:lnTo>
                  <a:pt x="62" y="68"/>
                </a:lnTo>
                <a:lnTo>
                  <a:pt x="64" y="77"/>
                </a:lnTo>
                <a:moveTo>
                  <a:pt x="56" y="78"/>
                </a:moveTo>
                <a:lnTo>
                  <a:pt x="48" y="80"/>
                </a:lnTo>
                <a:lnTo>
                  <a:pt x="47" y="71"/>
                </a:lnTo>
                <a:lnTo>
                  <a:pt x="54" y="70"/>
                </a:lnTo>
                <a:lnTo>
                  <a:pt x="56" y="78"/>
                </a:lnTo>
                <a:moveTo>
                  <a:pt x="48" y="80"/>
                </a:moveTo>
                <a:lnTo>
                  <a:pt x="40" y="81"/>
                </a:lnTo>
                <a:lnTo>
                  <a:pt x="39" y="74"/>
                </a:lnTo>
                <a:lnTo>
                  <a:pt x="47" y="71"/>
                </a:lnTo>
                <a:lnTo>
                  <a:pt x="48" y="80"/>
                </a:lnTo>
                <a:moveTo>
                  <a:pt x="40" y="81"/>
                </a:moveTo>
                <a:lnTo>
                  <a:pt x="33" y="83"/>
                </a:lnTo>
                <a:lnTo>
                  <a:pt x="31" y="75"/>
                </a:lnTo>
                <a:lnTo>
                  <a:pt x="39" y="74"/>
                </a:lnTo>
                <a:lnTo>
                  <a:pt x="40" y="81"/>
                </a:lnTo>
                <a:moveTo>
                  <a:pt x="33" y="83"/>
                </a:moveTo>
                <a:lnTo>
                  <a:pt x="25" y="84"/>
                </a:lnTo>
                <a:lnTo>
                  <a:pt x="23" y="76"/>
                </a:lnTo>
                <a:lnTo>
                  <a:pt x="31" y="75"/>
                </a:lnTo>
                <a:lnTo>
                  <a:pt x="33" y="83"/>
                </a:lnTo>
                <a:moveTo>
                  <a:pt x="25" y="84"/>
                </a:moveTo>
                <a:lnTo>
                  <a:pt x="17" y="85"/>
                </a:lnTo>
                <a:lnTo>
                  <a:pt x="16" y="78"/>
                </a:lnTo>
                <a:lnTo>
                  <a:pt x="23" y="76"/>
                </a:lnTo>
                <a:lnTo>
                  <a:pt x="25" y="84"/>
                </a:lnTo>
                <a:moveTo>
                  <a:pt x="17" y="85"/>
                </a:moveTo>
                <a:lnTo>
                  <a:pt x="9" y="87"/>
                </a:lnTo>
                <a:lnTo>
                  <a:pt x="8" y="79"/>
                </a:lnTo>
                <a:lnTo>
                  <a:pt x="16" y="78"/>
                </a:lnTo>
                <a:lnTo>
                  <a:pt x="17" y="85"/>
                </a:lnTo>
                <a:moveTo>
                  <a:pt x="9" y="87"/>
                </a:moveTo>
                <a:lnTo>
                  <a:pt x="0" y="88"/>
                </a:lnTo>
                <a:lnTo>
                  <a:pt x="3" y="78"/>
                </a:lnTo>
                <a:lnTo>
                  <a:pt x="11" y="80"/>
                </a:lnTo>
                <a:lnTo>
                  <a:pt x="10" y="85"/>
                </a:lnTo>
                <a:lnTo>
                  <a:pt x="6" y="83"/>
                </a:lnTo>
                <a:lnTo>
                  <a:pt x="5" y="80"/>
                </a:lnTo>
                <a:lnTo>
                  <a:pt x="8" y="79"/>
                </a:lnTo>
                <a:lnTo>
                  <a:pt x="9" y="87"/>
                </a:lnTo>
                <a:moveTo>
                  <a:pt x="3" y="78"/>
                </a:moveTo>
                <a:lnTo>
                  <a:pt x="6" y="69"/>
                </a:lnTo>
                <a:lnTo>
                  <a:pt x="13" y="71"/>
                </a:lnTo>
                <a:lnTo>
                  <a:pt x="11" y="80"/>
                </a:lnTo>
                <a:lnTo>
                  <a:pt x="3" y="78"/>
                </a:lnTo>
                <a:moveTo>
                  <a:pt x="6" y="69"/>
                </a:moveTo>
                <a:lnTo>
                  <a:pt x="8" y="61"/>
                </a:lnTo>
                <a:lnTo>
                  <a:pt x="15" y="64"/>
                </a:lnTo>
                <a:lnTo>
                  <a:pt x="13" y="71"/>
                </a:lnTo>
                <a:lnTo>
                  <a:pt x="6" y="69"/>
                </a:lnTo>
                <a:moveTo>
                  <a:pt x="8" y="61"/>
                </a:moveTo>
                <a:lnTo>
                  <a:pt x="10" y="54"/>
                </a:lnTo>
                <a:lnTo>
                  <a:pt x="18" y="56"/>
                </a:lnTo>
                <a:lnTo>
                  <a:pt x="15" y="64"/>
                </a:lnTo>
                <a:lnTo>
                  <a:pt x="8" y="61"/>
                </a:lnTo>
                <a:moveTo>
                  <a:pt x="10" y="54"/>
                </a:moveTo>
                <a:lnTo>
                  <a:pt x="12" y="46"/>
                </a:lnTo>
                <a:lnTo>
                  <a:pt x="20" y="48"/>
                </a:lnTo>
                <a:lnTo>
                  <a:pt x="18" y="56"/>
                </a:lnTo>
                <a:lnTo>
                  <a:pt x="10" y="54"/>
                </a:lnTo>
                <a:moveTo>
                  <a:pt x="12" y="46"/>
                </a:moveTo>
                <a:lnTo>
                  <a:pt x="15" y="39"/>
                </a:lnTo>
                <a:lnTo>
                  <a:pt x="22" y="41"/>
                </a:lnTo>
                <a:lnTo>
                  <a:pt x="20" y="48"/>
                </a:lnTo>
                <a:lnTo>
                  <a:pt x="12" y="46"/>
                </a:lnTo>
                <a:moveTo>
                  <a:pt x="15" y="39"/>
                </a:moveTo>
                <a:lnTo>
                  <a:pt x="17" y="31"/>
                </a:lnTo>
                <a:lnTo>
                  <a:pt x="24" y="33"/>
                </a:lnTo>
                <a:lnTo>
                  <a:pt x="22" y="41"/>
                </a:lnTo>
                <a:lnTo>
                  <a:pt x="15" y="39"/>
                </a:lnTo>
                <a:moveTo>
                  <a:pt x="17" y="31"/>
                </a:moveTo>
                <a:lnTo>
                  <a:pt x="19" y="24"/>
                </a:lnTo>
                <a:lnTo>
                  <a:pt x="27" y="26"/>
                </a:lnTo>
                <a:lnTo>
                  <a:pt x="24" y="33"/>
                </a:lnTo>
                <a:lnTo>
                  <a:pt x="17" y="31"/>
                </a:lnTo>
                <a:moveTo>
                  <a:pt x="19" y="24"/>
                </a:moveTo>
                <a:lnTo>
                  <a:pt x="21" y="16"/>
                </a:lnTo>
                <a:lnTo>
                  <a:pt x="29" y="18"/>
                </a:lnTo>
                <a:lnTo>
                  <a:pt x="27" y="26"/>
                </a:lnTo>
                <a:lnTo>
                  <a:pt x="19" y="24"/>
                </a:lnTo>
                <a:moveTo>
                  <a:pt x="21" y="16"/>
                </a:moveTo>
                <a:lnTo>
                  <a:pt x="23" y="8"/>
                </a:lnTo>
                <a:lnTo>
                  <a:pt x="31" y="11"/>
                </a:lnTo>
                <a:lnTo>
                  <a:pt x="29" y="18"/>
                </a:lnTo>
                <a:lnTo>
                  <a:pt x="21" y="16"/>
                </a:lnTo>
                <a:moveTo>
                  <a:pt x="23" y="8"/>
                </a:moveTo>
                <a:lnTo>
                  <a:pt x="26" y="0"/>
                </a:lnTo>
                <a:lnTo>
                  <a:pt x="36" y="9"/>
                </a:lnTo>
                <a:lnTo>
                  <a:pt x="31" y="15"/>
                </a:lnTo>
                <a:lnTo>
                  <a:pt x="25" y="10"/>
                </a:lnTo>
                <a:lnTo>
                  <a:pt x="28" y="7"/>
                </a:lnTo>
                <a:lnTo>
                  <a:pt x="32" y="8"/>
                </a:lnTo>
                <a:lnTo>
                  <a:pt x="31" y="11"/>
                </a:lnTo>
                <a:lnTo>
                  <a:pt x="23" y="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9" name=""/>
          <p:cNvSpPr/>
          <p:nvPr/>
        </p:nvSpPr>
        <p:spPr>
          <a:xfrm>
            <a:off x="2323080" y="1915920"/>
            <a:ext cx="363240" cy="231120"/>
          </a:xfrm>
          <a:custGeom>
            <a:avLst/>
            <a:gdLst/>
            <a:ahLst/>
            <a:rect l="0" t="0" r="r" b="b"/>
            <a:pathLst>
              <a:path fill="none" w="1009" h="642">
                <a:moveTo>
                  <a:pt x="1009" y="622"/>
                </a:moveTo>
                <a:lnTo>
                  <a:pt x="967" y="632"/>
                </a:lnTo>
                <a:cubicBezTo>
                  <a:pt x="926" y="643"/>
                  <a:pt x="844" y="665"/>
                  <a:pt x="676" y="562"/>
                </a:cubicBezTo>
                <a:cubicBezTo>
                  <a:pt x="509" y="458"/>
                  <a:pt x="255" y="230"/>
                  <a:pt x="128" y="114"/>
                </a:cubicBezTo>
                <a:lnTo>
                  <a:pt x="0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2312640" y="1906560"/>
            <a:ext cx="30960" cy="29880"/>
          </a:xfrm>
          <a:custGeom>
            <a:avLst/>
            <a:gdLst/>
            <a:ahLst/>
            <a:rect l="0" t="0" r="r" b="b"/>
            <a:pathLst>
              <a:path w="86" h="83">
                <a:moveTo>
                  <a:pt x="33" y="83"/>
                </a:moveTo>
                <a:lnTo>
                  <a:pt x="0" y="0"/>
                </a:lnTo>
                <a:lnTo>
                  <a:pt x="86" y="23"/>
                </a:lnTo>
                <a:lnTo>
                  <a:pt x="33" y="83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1" name=""/>
          <p:cNvSpPr/>
          <p:nvPr/>
        </p:nvSpPr>
        <p:spPr>
          <a:xfrm>
            <a:off x="2310480" y="1904400"/>
            <a:ext cx="35640" cy="34560"/>
          </a:xfrm>
          <a:custGeom>
            <a:avLst/>
            <a:gdLst/>
            <a:ahLst/>
            <a:rect l="0" t="0" r="r" b="b"/>
            <a:pathLst>
              <a:path w="99" h="96">
                <a:moveTo>
                  <a:pt x="33" y="83"/>
                </a:moveTo>
                <a:lnTo>
                  <a:pt x="30" y="74"/>
                </a:lnTo>
                <a:lnTo>
                  <a:pt x="37" y="71"/>
                </a:lnTo>
                <a:lnTo>
                  <a:pt x="40" y="80"/>
                </a:lnTo>
                <a:lnTo>
                  <a:pt x="33" y="83"/>
                </a:lnTo>
                <a:moveTo>
                  <a:pt x="30" y="74"/>
                </a:moveTo>
                <a:lnTo>
                  <a:pt x="27" y="67"/>
                </a:lnTo>
                <a:lnTo>
                  <a:pt x="34" y="64"/>
                </a:lnTo>
                <a:lnTo>
                  <a:pt x="37" y="71"/>
                </a:lnTo>
                <a:lnTo>
                  <a:pt x="30" y="74"/>
                </a:lnTo>
                <a:moveTo>
                  <a:pt x="27" y="67"/>
                </a:moveTo>
                <a:lnTo>
                  <a:pt x="24" y="60"/>
                </a:lnTo>
                <a:lnTo>
                  <a:pt x="31" y="57"/>
                </a:lnTo>
                <a:lnTo>
                  <a:pt x="34" y="64"/>
                </a:lnTo>
                <a:lnTo>
                  <a:pt x="27" y="67"/>
                </a:lnTo>
                <a:moveTo>
                  <a:pt x="24" y="60"/>
                </a:moveTo>
                <a:lnTo>
                  <a:pt x="21" y="52"/>
                </a:lnTo>
                <a:lnTo>
                  <a:pt x="29" y="49"/>
                </a:lnTo>
                <a:lnTo>
                  <a:pt x="31" y="57"/>
                </a:lnTo>
                <a:lnTo>
                  <a:pt x="24" y="60"/>
                </a:lnTo>
                <a:moveTo>
                  <a:pt x="21" y="52"/>
                </a:moveTo>
                <a:lnTo>
                  <a:pt x="18" y="45"/>
                </a:lnTo>
                <a:lnTo>
                  <a:pt x="26" y="42"/>
                </a:lnTo>
                <a:lnTo>
                  <a:pt x="29" y="49"/>
                </a:lnTo>
                <a:lnTo>
                  <a:pt x="21" y="52"/>
                </a:lnTo>
                <a:moveTo>
                  <a:pt x="18" y="45"/>
                </a:moveTo>
                <a:lnTo>
                  <a:pt x="16" y="38"/>
                </a:lnTo>
                <a:lnTo>
                  <a:pt x="23" y="35"/>
                </a:lnTo>
                <a:lnTo>
                  <a:pt x="26" y="42"/>
                </a:lnTo>
                <a:lnTo>
                  <a:pt x="18" y="45"/>
                </a:lnTo>
                <a:moveTo>
                  <a:pt x="16" y="38"/>
                </a:moveTo>
                <a:lnTo>
                  <a:pt x="13" y="30"/>
                </a:lnTo>
                <a:lnTo>
                  <a:pt x="20" y="27"/>
                </a:lnTo>
                <a:lnTo>
                  <a:pt x="23" y="35"/>
                </a:lnTo>
                <a:lnTo>
                  <a:pt x="16" y="38"/>
                </a:lnTo>
                <a:moveTo>
                  <a:pt x="13" y="30"/>
                </a:moveTo>
                <a:lnTo>
                  <a:pt x="10" y="23"/>
                </a:lnTo>
                <a:lnTo>
                  <a:pt x="17" y="20"/>
                </a:lnTo>
                <a:lnTo>
                  <a:pt x="20" y="27"/>
                </a:lnTo>
                <a:lnTo>
                  <a:pt x="13" y="30"/>
                </a:lnTo>
                <a:moveTo>
                  <a:pt x="10" y="23"/>
                </a:moveTo>
                <a:lnTo>
                  <a:pt x="7" y="16"/>
                </a:lnTo>
                <a:lnTo>
                  <a:pt x="14" y="13"/>
                </a:lnTo>
                <a:lnTo>
                  <a:pt x="17" y="20"/>
                </a:lnTo>
                <a:lnTo>
                  <a:pt x="10" y="23"/>
                </a:lnTo>
                <a:moveTo>
                  <a:pt x="7" y="16"/>
                </a:moveTo>
                <a:lnTo>
                  <a:pt x="4" y="8"/>
                </a:lnTo>
                <a:lnTo>
                  <a:pt x="11" y="5"/>
                </a:lnTo>
                <a:lnTo>
                  <a:pt x="14" y="13"/>
                </a:lnTo>
                <a:lnTo>
                  <a:pt x="7" y="16"/>
                </a:lnTo>
                <a:moveTo>
                  <a:pt x="4" y="8"/>
                </a:moveTo>
                <a:lnTo>
                  <a:pt x="0" y="0"/>
                </a:lnTo>
                <a:lnTo>
                  <a:pt x="14" y="3"/>
                </a:lnTo>
                <a:lnTo>
                  <a:pt x="12" y="11"/>
                </a:lnTo>
                <a:lnTo>
                  <a:pt x="6" y="9"/>
                </a:lnTo>
                <a:lnTo>
                  <a:pt x="7" y="6"/>
                </a:lnTo>
                <a:lnTo>
                  <a:pt x="11" y="4"/>
                </a:lnTo>
                <a:lnTo>
                  <a:pt x="11" y="5"/>
                </a:lnTo>
                <a:lnTo>
                  <a:pt x="4" y="8"/>
                </a:lnTo>
                <a:moveTo>
                  <a:pt x="14" y="3"/>
                </a:moveTo>
                <a:lnTo>
                  <a:pt x="22" y="6"/>
                </a:lnTo>
                <a:lnTo>
                  <a:pt x="20" y="13"/>
                </a:lnTo>
                <a:lnTo>
                  <a:pt x="12" y="11"/>
                </a:lnTo>
                <a:lnTo>
                  <a:pt x="14" y="3"/>
                </a:lnTo>
                <a:moveTo>
                  <a:pt x="22" y="6"/>
                </a:moveTo>
                <a:lnTo>
                  <a:pt x="30" y="8"/>
                </a:lnTo>
                <a:lnTo>
                  <a:pt x="28" y="15"/>
                </a:lnTo>
                <a:lnTo>
                  <a:pt x="20" y="13"/>
                </a:lnTo>
                <a:lnTo>
                  <a:pt x="22" y="6"/>
                </a:lnTo>
                <a:moveTo>
                  <a:pt x="30" y="8"/>
                </a:moveTo>
                <a:lnTo>
                  <a:pt x="37" y="10"/>
                </a:lnTo>
                <a:lnTo>
                  <a:pt x="35" y="17"/>
                </a:lnTo>
                <a:lnTo>
                  <a:pt x="28" y="15"/>
                </a:lnTo>
                <a:lnTo>
                  <a:pt x="30" y="8"/>
                </a:lnTo>
                <a:moveTo>
                  <a:pt x="37" y="10"/>
                </a:moveTo>
                <a:lnTo>
                  <a:pt x="45" y="12"/>
                </a:lnTo>
                <a:lnTo>
                  <a:pt x="43" y="19"/>
                </a:lnTo>
                <a:lnTo>
                  <a:pt x="35" y="17"/>
                </a:lnTo>
                <a:lnTo>
                  <a:pt x="37" y="10"/>
                </a:lnTo>
                <a:moveTo>
                  <a:pt x="45" y="12"/>
                </a:moveTo>
                <a:lnTo>
                  <a:pt x="52" y="14"/>
                </a:lnTo>
                <a:lnTo>
                  <a:pt x="50" y="22"/>
                </a:lnTo>
                <a:lnTo>
                  <a:pt x="43" y="19"/>
                </a:lnTo>
                <a:lnTo>
                  <a:pt x="45" y="12"/>
                </a:lnTo>
                <a:moveTo>
                  <a:pt x="52" y="14"/>
                </a:moveTo>
                <a:lnTo>
                  <a:pt x="60" y="16"/>
                </a:lnTo>
                <a:lnTo>
                  <a:pt x="58" y="24"/>
                </a:lnTo>
                <a:lnTo>
                  <a:pt x="50" y="22"/>
                </a:lnTo>
                <a:lnTo>
                  <a:pt x="52" y="14"/>
                </a:lnTo>
                <a:moveTo>
                  <a:pt x="60" y="16"/>
                </a:moveTo>
                <a:lnTo>
                  <a:pt x="68" y="18"/>
                </a:lnTo>
                <a:lnTo>
                  <a:pt x="66" y="26"/>
                </a:lnTo>
                <a:lnTo>
                  <a:pt x="58" y="24"/>
                </a:lnTo>
                <a:lnTo>
                  <a:pt x="60" y="16"/>
                </a:lnTo>
                <a:moveTo>
                  <a:pt x="68" y="18"/>
                </a:moveTo>
                <a:lnTo>
                  <a:pt x="75" y="20"/>
                </a:lnTo>
                <a:lnTo>
                  <a:pt x="73" y="28"/>
                </a:lnTo>
                <a:lnTo>
                  <a:pt x="66" y="26"/>
                </a:lnTo>
                <a:lnTo>
                  <a:pt x="68" y="18"/>
                </a:lnTo>
                <a:moveTo>
                  <a:pt x="75" y="20"/>
                </a:moveTo>
                <a:lnTo>
                  <a:pt x="83" y="22"/>
                </a:lnTo>
                <a:lnTo>
                  <a:pt x="81" y="30"/>
                </a:lnTo>
                <a:lnTo>
                  <a:pt x="73" y="28"/>
                </a:lnTo>
                <a:lnTo>
                  <a:pt x="75" y="20"/>
                </a:lnTo>
                <a:moveTo>
                  <a:pt x="83" y="22"/>
                </a:moveTo>
                <a:lnTo>
                  <a:pt x="90" y="24"/>
                </a:lnTo>
                <a:lnTo>
                  <a:pt x="88" y="32"/>
                </a:lnTo>
                <a:lnTo>
                  <a:pt x="81" y="30"/>
                </a:lnTo>
                <a:lnTo>
                  <a:pt x="83" y="22"/>
                </a:lnTo>
                <a:moveTo>
                  <a:pt x="90" y="24"/>
                </a:moveTo>
                <a:lnTo>
                  <a:pt x="99" y="27"/>
                </a:lnTo>
                <a:lnTo>
                  <a:pt x="92" y="35"/>
                </a:lnTo>
                <a:lnTo>
                  <a:pt x="86" y="30"/>
                </a:lnTo>
                <a:lnTo>
                  <a:pt x="89" y="26"/>
                </a:lnTo>
                <a:lnTo>
                  <a:pt x="92" y="29"/>
                </a:lnTo>
                <a:lnTo>
                  <a:pt x="91" y="33"/>
                </a:lnTo>
                <a:lnTo>
                  <a:pt x="88" y="32"/>
                </a:lnTo>
                <a:lnTo>
                  <a:pt x="90" y="24"/>
                </a:lnTo>
                <a:moveTo>
                  <a:pt x="92" y="35"/>
                </a:moveTo>
                <a:lnTo>
                  <a:pt x="86" y="41"/>
                </a:lnTo>
                <a:lnTo>
                  <a:pt x="81" y="36"/>
                </a:lnTo>
                <a:lnTo>
                  <a:pt x="86" y="30"/>
                </a:lnTo>
                <a:lnTo>
                  <a:pt x="92" y="35"/>
                </a:lnTo>
                <a:moveTo>
                  <a:pt x="86" y="41"/>
                </a:moveTo>
                <a:lnTo>
                  <a:pt x="81" y="47"/>
                </a:lnTo>
                <a:lnTo>
                  <a:pt x="75" y="42"/>
                </a:lnTo>
                <a:lnTo>
                  <a:pt x="81" y="36"/>
                </a:lnTo>
                <a:lnTo>
                  <a:pt x="86" y="41"/>
                </a:lnTo>
                <a:moveTo>
                  <a:pt x="81" y="47"/>
                </a:moveTo>
                <a:lnTo>
                  <a:pt x="76" y="53"/>
                </a:lnTo>
                <a:lnTo>
                  <a:pt x="70" y="48"/>
                </a:lnTo>
                <a:lnTo>
                  <a:pt x="75" y="42"/>
                </a:lnTo>
                <a:lnTo>
                  <a:pt x="81" y="47"/>
                </a:lnTo>
                <a:moveTo>
                  <a:pt x="76" y="53"/>
                </a:moveTo>
                <a:lnTo>
                  <a:pt x="71" y="59"/>
                </a:lnTo>
                <a:lnTo>
                  <a:pt x="65" y="54"/>
                </a:lnTo>
                <a:lnTo>
                  <a:pt x="70" y="48"/>
                </a:lnTo>
                <a:lnTo>
                  <a:pt x="76" y="53"/>
                </a:lnTo>
                <a:moveTo>
                  <a:pt x="71" y="59"/>
                </a:moveTo>
                <a:lnTo>
                  <a:pt x="65" y="65"/>
                </a:lnTo>
                <a:lnTo>
                  <a:pt x="59" y="59"/>
                </a:lnTo>
                <a:lnTo>
                  <a:pt x="65" y="54"/>
                </a:lnTo>
                <a:lnTo>
                  <a:pt x="71" y="59"/>
                </a:lnTo>
                <a:moveTo>
                  <a:pt x="65" y="65"/>
                </a:moveTo>
                <a:lnTo>
                  <a:pt x="60" y="71"/>
                </a:lnTo>
                <a:lnTo>
                  <a:pt x="54" y="65"/>
                </a:lnTo>
                <a:lnTo>
                  <a:pt x="59" y="59"/>
                </a:lnTo>
                <a:lnTo>
                  <a:pt x="65" y="65"/>
                </a:lnTo>
                <a:moveTo>
                  <a:pt x="60" y="71"/>
                </a:moveTo>
                <a:lnTo>
                  <a:pt x="55" y="76"/>
                </a:lnTo>
                <a:lnTo>
                  <a:pt x="49" y="71"/>
                </a:lnTo>
                <a:lnTo>
                  <a:pt x="54" y="65"/>
                </a:lnTo>
                <a:lnTo>
                  <a:pt x="60" y="71"/>
                </a:lnTo>
                <a:moveTo>
                  <a:pt x="55" y="76"/>
                </a:moveTo>
                <a:lnTo>
                  <a:pt x="49" y="83"/>
                </a:lnTo>
                <a:lnTo>
                  <a:pt x="44" y="77"/>
                </a:lnTo>
                <a:lnTo>
                  <a:pt x="49" y="71"/>
                </a:lnTo>
                <a:lnTo>
                  <a:pt x="55" y="76"/>
                </a:lnTo>
                <a:moveTo>
                  <a:pt x="49" y="83"/>
                </a:moveTo>
                <a:lnTo>
                  <a:pt x="44" y="89"/>
                </a:lnTo>
                <a:lnTo>
                  <a:pt x="38" y="84"/>
                </a:lnTo>
                <a:lnTo>
                  <a:pt x="44" y="77"/>
                </a:lnTo>
                <a:lnTo>
                  <a:pt x="49" y="83"/>
                </a:lnTo>
                <a:moveTo>
                  <a:pt x="44" y="89"/>
                </a:moveTo>
                <a:lnTo>
                  <a:pt x="38" y="96"/>
                </a:lnTo>
                <a:lnTo>
                  <a:pt x="33" y="83"/>
                </a:lnTo>
                <a:lnTo>
                  <a:pt x="40" y="80"/>
                </a:lnTo>
                <a:lnTo>
                  <a:pt x="43" y="87"/>
                </a:lnTo>
                <a:lnTo>
                  <a:pt x="39" y="89"/>
                </a:lnTo>
                <a:lnTo>
                  <a:pt x="36" y="86"/>
                </a:lnTo>
                <a:lnTo>
                  <a:pt x="38" y="84"/>
                </a:lnTo>
                <a:lnTo>
                  <a:pt x="44" y="8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2" name=""/>
          <p:cNvSpPr/>
          <p:nvPr/>
        </p:nvSpPr>
        <p:spPr>
          <a:xfrm>
            <a:off x="2363400" y="2025360"/>
            <a:ext cx="308520" cy="144000"/>
          </a:xfrm>
          <a:custGeom>
            <a:avLst/>
            <a:gdLst/>
            <a:ahLst/>
            <a:rect l="0" t="0" r="r" b="b"/>
            <a:pathLst>
              <a:path fill="none" w="857" h="400">
                <a:moveTo>
                  <a:pt x="0" y="400"/>
                </a:moveTo>
                <a:lnTo>
                  <a:pt x="108" y="333"/>
                </a:lnTo>
                <a:cubicBezTo>
                  <a:pt x="216" y="265"/>
                  <a:pt x="433" y="130"/>
                  <a:pt x="575" y="63"/>
                </a:cubicBezTo>
                <a:cubicBezTo>
                  <a:pt x="719" y="-3"/>
                  <a:pt x="788" y="-1"/>
                  <a:pt x="823" y="0"/>
                </a:cubicBezTo>
                <a:lnTo>
                  <a:pt x="857" y="1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2657160" y="2010960"/>
            <a:ext cx="29160" cy="28800"/>
          </a:xfrm>
          <a:custGeom>
            <a:avLst/>
            <a:gdLst/>
            <a:ahLst/>
            <a:rect l="0" t="0" r="r" b="b"/>
            <a:pathLst>
              <a:path w="81" h="80">
                <a:moveTo>
                  <a:pt x="2" y="0"/>
                </a:moveTo>
                <a:lnTo>
                  <a:pt x="81" y="42"/>
                </a:lnTo>
                <a:lnTo>
                  <a:pt x="0" y="80"/>
                </a:lnTo>
                <a:lnTo>
                  <a:pt x="2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4" name=""/>
          <p:cNvSpPr/>
          <p:nvPr/>
        </p:nvSpPr>
        <p:spPr>
          <a:xfrm>
            <a:off x="2655360" y="2008800"/>
            <a:ext cx="33840" cy="33480"/>
          </a:xfrm>
          <a:custGeom>
            <a:avLst/>
            <a:gdLst/>
            <a:ahLst/>
            <a:rect l="0" t="0" r="r" b="b"/>
            <a:pathLst>
              <a:path w="94" h="93">
                <a:moveTo>
                  <a:pt x="16" y="7"/>
                </a:moveTo>
                <a:lnTo>
                  <a:pt x="23" y="10"/>
                </a:lnTo>
                <a:lnTo>
                  <a:pt x="19" y="18"/>
                </a:lnTo>
                <a:lnTo>
                  <a:pt x="12" y="14"/>
                </a:lnTo>
                <a:lnTo>
                  <a:pt x="16" y="7"/>
                </a:lnTo>
                <a:moveTo>
                  <a:pt x="23" y="10"/>
                </a:moveTo>
                <a:lnTo>
                  <a:pt x="31" y="14"/>
                </a:lnTo>
                <a:lnTo>
                  <a:pt x="26" y="22"/>
                </a:lnTo>
                <a:lnTo>
                  <a:pt x="19" y="18"/>
                </a:lnTo>
                <a:lnTo>
                  <a:pt x="23" y="10"/>
                </a:lnTo>
                <a:moveTo>
                  <a:pt x="31" y="14"/>
                </a:moveTo>
                <a:lnTo>
                  <a:pt x="38" y="19"/>
                </a:lnTo>
                <a:lnTo>
                  <a:pt x="34" y="26"/>
                </a:lnTo>
                <a:lnTo>
                  <a:pt x="26" y="22"/>
                </a:lnTo>
                <a:lnTo>
                  <a:pt x="31" y="14"/>
                </a:lnTo>
                <a:moveTo>
                  <a:pt x="38" y="19"/>
                </a:moveTo>
                <a:lnTo>
                  <a:pt x="44" y="23"/>
                </a:lnTo>
                <a:lnTo>
                  <a:pt x="41" y="30"/>
                </a:lnTo>
                <a:lnTo>
                  <a:pt x="34" y="26"/>
                </a:lnTo>
                <a:lnTo>
                  <a:pt x="38" y="19"/>
                </a:lnTo>
                <a:moveTo>
                  <a:pt x="44" y="23"/>
                </a:moveTo>
                <a:lnTo>
                  <a:pt x="51" y="26"/>
                </a:lnTo>
                <a:lnTo>
                  <a:pt x="48" y="33"/>
                </a:lnTo>
                <a:lnTo>
                  <a:pt x="41" y="30"/>
                </a:lnTo>
                <a:lnTo>
                  <a:pt x="44" y="23"/>
                </a:lnTo>
                <a:moveTo>
                  <a:pt x="51" y="26"/>
                </a:moveTo>
                <a:lnTo>
                  <a:pt x="58" y="30"/>
                </a:lnTo>
                <a:lnTo>
                  <a:pt x="55" y="37"/>
                </a:lnTo>
                <a:lnTo>
                  <a:pt x="48" y="33"/>
                </a:lnTo>
                <a:lnTo>
                  <a:pt x="51" y="26"/>
                </a:lnTo>
                <a:moveTo>
                  <a:pt x="58" y="30"/>
                </a:moveTo>
                <a:lnTo>
                  <a:pt x="65" y="34"/>
                </a:lnTo>
                <a:lnTo>
                  <a:pt x="62" y="41"/>
                </a:lnTo>
                <a:lnTo>
                  <a:pt x="55" y="37"/>
                </a:lnTo>
                <a:lnTo>
                  <a:pt x="58" y="30"/>
                </a:lnTo>
                <a:moveTo>
                  <a:pt x="65" y="34"/>
                </a:moveTo>
                <a:lnTo>
                  <a:pt x="72" y="38"/>
                </a:lnTo>
                <a:lnTo>
                  <a:pt x="69" y="45"/>
                </a:lnTo>
                <a:lnTo>
                  <a:pt x="62" y="41"/>
                </a:lnTo>
                <a:lnTo>
                  <a:pt x="65" y="34"/>
                </a:lnTo>
                <a:moveTo>
                  <a:pt x="72" y="38"/>
                </a:moveTo>
                <a:lnTo>
                  <a:pt x="79" y="41"/>
                </a:lnTo>
                <a:lnTo>
                  <a:pt x="75" y="48"/>
                </a:lnTo>
                <a:lnTo>
                  <a:pt x="69" y="45"/>
                </a:lnTo>
                <a:lnTo>
                  <a:pt x="72" y="38"/>
                </a:lnTo>
                <a:moveTo>
                  <a:pt x="79" y="41"/>
                </a:moveTo>
                <a:lnTo>
                  <a:pt x="86" y="45"/>
                </a:lnTo>
                <a:lnTo>
                  <a:pt x="82" y="52"/>
                </a:lnTo>
                <a:lnTo>
                  <a:pt x="75" y="48"/>
                </a:lnTo>
                <a:lnTo>
                  <a:pt x="79" y="41"/>
                </a:lnTo>
                <a:moveTo>
                  <a:pt x="86" y="45"/>
                </a:moveTo>
                <a:lnTo>
                  <a:pt x="94" y="49"/>
                </a:lnTo>
                <a:lnTo>
                  <a:pt x="81" y="56"/>
                </a:lnTo>
                <a:lnTo>
                  <a:pt x="78" y="48"/>
                </a:lnTo>
                <a:lnTo>
                  <a:pt x="84" y="46"/>
                </a:lnTo>
                <a:lnTo>
                  <a:pt x="86" y="49"/>
                </a:lnTo>
                <a:lnTo>
                  <a:pt x="84" y="53"/>
                </a:lnTo>
                <a:lnTo>
                  <a:pt x="82" y="52"/>
                </a:lnTo>
                <a:lnTo>
                  <a:pt x="86" y="45"/>
                </a:lnTo>
                <a:moveTo>
                  <a:pt x="81" y="56"/>
                </a:moveTo>
                <a:lnTo>
                  <a:pt x="74" y="59"/>
                </a:lnTo>
                <a:lnTo>
                  <a:pt x="71" y="52"/>
                </a:lnTo>
                <a:lnTo>
                  <a:pt x="78" y="48"/>
                </a:lnTo>
                <a:lnTo>
                  <a:pt x="81" y="56"/>
                </a:lnTo>
                <a:moveTo>
                  <a:pt x="74" y="59"/>
                </a:moveTo>
                <a:lnTo>
                  <a:pt x="67" y="62"/>
                </a:lnTo>
                <a:lnTo>
                  <a:pt x="64" y="55"/>
                </a:lnTo>
                <a:lnTo>
                  <a:pt x="71" y="52"/>
                </a:lnTo>
                <a:lnTo>
                  <a:pt x="74" y="59"/>
                </a:lnTo>
                <a:moveTo>
                  <a:pt x="67" y="62"/>
                </a:moveTo>
                <a:lnTo>
                  <a:pt x="60" y="65"/>
                </a:lnTo>
                <a:lnTo>
                  <a:pt x="57" y="58"/>
                </a:lnTo>
                <a:lnTo>
                  <a:pt x="64" y="55"/>
                </a:lnTo>
                <a:lnTo>
                  <a:pt x="67" y="62"/>
                </a:lnTo>
                <a:moveTo>
                  <a:pt x="60" y="65"/>
                </a:moveTo>
                <a:lnTo>
                  <a:pt x="53" y="69"/>
                </a:lnTo>
                <a:lnTo>
                  <a:pt x="49" y="62"/>
                </a:lnTo>
                <a:lnTo>
                  <a:pt x="57" y="58"/>
                </a:lnTo>
                <a:lnTo>
                  <a:pt x="60" y="65"/>
                </a:lnTo>
                <a:moveTo>
                  <a:pt x="53" y="69"/>
                </a:moveTo>
                <a:lnTo>
                  <a:pt x="46" y="72"/>
                </a:lnTo>
                <a:lnTo>
                  <a:pt x="42" y="65"/>
                </a:lnTo>
                <a:lnTo>
                  <a:pt x="49" y="62"/>
                </a:lnTo>
                <a:lnTo>
                  <a:pt x="53" y="69"/>
                </a:lnTo>
                <a:moveTo>
                  <a:pt x="46" y="72"/>
                </a:moveTo>
                <a:lnTo>
                  <a:pt x="38" y="75"/>
                </a:lnTo>
                <a:lnTo>
                  <a:pt x="35" y="68"/>
                </a:lnTo>
                <a:lnTo>
                  <a:pt x="42" y="65"/>
                </a:lnTo>
                <a:lnTo>
                  <a:pt x="46" y="72"/>
                </a:lnTo>
                <a:moveTo>
                  <a:pt x="38" y="75"/>
                </a:moveTo>
                <a:lnTo>
                  <a:pt x="31" y="79"/>
                </a:lnTo>
                <a:lnTo>
                  <a:pt x="27" y="72"/>
                </a:lnTo>
                <a:lnTo>
                  <a:pt x="35" y="68"/>
                </a:lnTo>
                <a:lnTo>
                  <a:pt x="38" y="75"/>
                </a:lnTo>
                <a:moveTo>
                  <a:pt x="31" y="79"/>
                </a:moveTo>
                <a:lnTo>
                  <a:pt x="23" y="82"/>
                </a:lnTo>
                <a:lnTo>
                  <a:pt x="20" y="75"/>
                </a:lnTo>
                <a:lnTo>
                  <a:pt x="27" y="72"/>
                </a:lnTo>
                <a:lnTo>
                  <a:pt x="31" y="79"/>
                </a:lnTo>
                <a:moveTo>
                  <a:pt x="23" y="82"/>
                </a:moveTo>
                <a:lnTo>
                  <a:pt x="16" y="85"/>
                </a:lnTo>
                <a:lnTo>
                  <a:pt x="13" y="78"/>
                </a:lnTo>
                <a:lnTo>
                  <a:pt x="20" y="75"/>
                </a:lnTo>
                <a:lnTo>
                  <a:pt x="23" y="82"/>
                </a:lnTo>
                <a:moveTo>
                  <a:pt x="16" y="85"/>
                </a:moveTo>
                <a:lnTo>
                  <a:pt x="9" y="89"/>
                </a:lnTo>
                <a:lnTo>
                  <a:pt x="5" y="81"/>
                </a:lnTo>
                <a:lnTo>
                  <a:pt x="13" y="78"/>
                </a:lnTo>
                <a:lnTo>
                  <a:pt x="16" y="85"/>
                </a:lnTo>
                <a:moveTo>
                  <a:pt x="9" y="89"/>
                </a:moveTo>
                <a:lnTo>
                  <a:pt x="0" y="93"/>
                </a:lnTo>
                <a:lnTo>
                  <a:pt x="1" y="81"/>
                </a:lnTo>
                <a:lnTo>
                  <a:pt x="9" y="81"/>
                </a:lnTo>
                <a:lnTo>
                  <a:pt x="8" y="86"/>
                </a:lnTo>
                <a:lnTo>
                  <a:pt x="5" y="86"/>
                </a:lnTo>
                <a:lnTo>
                  <a:pt x="3" y="83"/>
                </a:lnTo>
                <a:lnTo>
                  <a:pt x="5" y="81"/>
                </a:lnTo>
                <a:lnTo>
                  <a:pt x="9" y="89"/>
                </a:lnTo>
                <a:moveTo>
                  <a:pt x="1" y="81"/>
                </a:moveTo>
                <a:lnTo>
                  <a:pt x="1" y="73"/>
                </a:lnTo>
                <a:lnTo>
                  <a:pt x="9" y="73"/>
                </a:lnTo>
                <a:lnTo>
                  <a:pt x="9" y="81"/>
                </a:lnTo>
                <a:lnTo>
                  <a:pt x="1" y="81"/>
                </a:lnTo>
                <a:moveTo>
                  <a:pt x="1" y="73"/>
                </a:moveTo>
                <a:lnTo>
                  <a:pt x="1" y="65"/>
                </a:lnTo>
                <a:lnTo>
                  <a:pt x="9" y="66"/>
                </a:lnTo>
                <a:lnTo>
                  <a:pt x="9" y="73"/>
                </a:lnTo>
                <a:lnTo>
                  <a:pt x="1" y="73"/>
                </a:lnTo>
                <a:moveTo>
                  <a:pt x="1" y="65"/>
                </a:moveTo>
                <a:lnTo>
                  <a:pt x="1" y="57"/>
                </a:lnTo>
                <a:lnTo>
                  <a:pt x="9" y="58"/>
                </a:lnTo>
                <a:lnTo>
                  <a:pt x="9" y="66"/>
                </a:lnTo>
                <a:lnTo>
                  <a:pt x="1" y="65"/>
                </a:lnTo>
                <a:moveTo>
                  <a:pt x="1" y="57"/>
                </a:moveTo>
                <a:lnTo>
                  <a:pt x="2" y="50"/>
                </a:lnTo>
                <a:lnTo>
                  <a:pt x="10" y="50"/>
                </a:lnTo>
                <a:lnTo>
                  <a:pt x="9" y="58"/>
                </a:lnTo>
                <a:lnTo>
                  <a:pt x="1" y="57"/>
                </a:lnTo>
                <a:moveTo>
                  <a:pt x="2" y="50"/>
                </a:moveTo>
                <a:lnTo>
                  <a:pt x="2" y="42"/>
                </a:lnTo>
                <a:lnTo>
                  <a:pt x="10" y="42"/>
                </a:lnTo>
                <a:lnTo>
                  <a:pt x="10" y="50"/>
                </a:lnTo>
                <a:lnTo>
                  <a:pt x="2" y="50"/>
                </a:lnTo>
                <a:moveTo>
                  <a:pt x="2" y="42"/>
                </a:moveTo>
                <a:lnTo>
                  <a:pt x="2" y="34"/>
                </a:lnTo>
                <a:lnTo>
                  <a:pt x="10" y="34"/>
                </a:lnTo>
                <a:lnTo>
                  <a:pt x="10" y="42"/>
                </a:lnTo>
                <a:lnTo>
                  <a:pt x="2" y="42"/>
                </a:lnTo>
                <a:moveTo>
                  <a:pt x="2" y="34"/>
                </a:moveTo>
                <a:lnTo>
                  <a:pt x="2" y="26"/>
                </a:lnTo>
                <a:lnTo>
                  <a:pt x="10" y="26"/>
                </a:lnTo>
                <a:lnTo>
                  <a:pt x="10" y="34"/>
                </a:lnTo>
                <a:lnTo>
                  <a:pt x="2" y="34"/>
                </a:lnTo>
                <a:moveTo>
                  <a:pt x="2" y="26"/>
                </a:moveTo>
                <a:lnTo>
                  <a:pt x="3" y="18"/>
                </a:lnTo>
                <a:lnTo>
                  <a:pt x="10" y="18"/>
                </a:lnTo>
                <a:lnTo>
                  <a:pt x="10" y="26"/>
                </a:lnTo>
                <a:lnTo>
                  <a:pt x="2" y="26"/>
                </a:lnTo>
                <a:moveTo>
                  <a:pt x="3" y="18"/>
                </a:moveTo>
                <a:lnTo>
                  <a:pt x="3" y="9"/>
                </a:lnTo>
                <a:lnTo>
                  <a:pt x="11" y="9"/>
                </a:lnTo>
                <a:lnTo>
                  <a:pt x="10" y="18"/>
                </a:lnTo>
                <a:lnTo>
                  <a:pt x="3" y="18"/>
                </a:lnTo>
                <a:moveTo>
                  <a:pt x="3" y="9"/>
                </a:moveTo>
                <a:lnTo>
                  <a:pt x="3" y="0"/>
                </a:lnTo>
                <a:lnTo>
                  <a:pt x="16" y="7"/>
                </a:lnTo>
                <a:lnTo>
                  <a:pt x="12" y="14"/>
                </a:lnTo>
                <a:lnTo>
                  <a:pt x="5" y="10"/>
                </a:lnTo>
                <a:lnTo>
                  <a:pt x="7" y="6"/>
                </a:lnTo>
                <a:lnTo>
                  <a:pt x="11" y="7"/>
                </a:lnTo>
                <a:lnTo>
                  <a:pt x="11" y="9"/>
                </a:lnTo>
                <a:lnTo>
                  <a:pt x="3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5" name=""/>
          <p:cNvSpPr/>
          <p:nvPr/>
        </p:nvSpPr>
        <p:spPr>
          <a:xfrm>
            <a:off x="4261680" y="2466360"/>
            <a:ext cx="456840" cy="559800"/>
          </a:xfrm>
          <a:custGeom>
            <a:avLst/>
            <a:gdLst/>
            <a:ahLst/>
            <a:rect l="0" t="0" r="r" b="b"/>
            <a:pathLst>
              <a:path fill="none" w="1269" h="1555">
                <a:moveTo>
                  <a:pt x="0" y="0"/>
                </a:moveTo>
                <a:lnTo>
                  <a:pt x="177" y="251"/>
                </a:lnTo>
                <a:cubicBezTo>
                  <a:pt x="354" y="502"/>
                  <a:pt x="707" y="1004"/>
                  <a:pt x="919" y="1263"/>
                </a:cubicBezTo>
                <a:cubicBezTo>
                  <a:pt x="1130" y="1522"/>
                  <a:pt x="1199" y="1539"/>
                  <a:pt x="1234" y="1547"/>
                </a:cubicBezTo>
                <a:lnTo>
                  <a:pt x="1269" y="1555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4700880" y="3008880"/>
            <a:ext cx="31320" cy="27720"/>
          </a:xfrm>
          <a:custGeom>
            <a:avLst/>
            <a:gdLst/>
            <a:ahLst/>
            <a:rect l="0" t="0" r="r" b="b"/>
            <a:pathLst>
              <a:path w="87" h="77">
                <a:moveTo>
                  <a:pt x="18" y="0"/>
                </a:moveTo>
                <a:lnTo>
                  <a:pt x="87" y="57"/>
                </a:lnTo>
                <a:lnTo>
                  <a:pt x="0" y="77"/>
                </a:lnTo>
                <a:lnTo>
                  <a:pt x="18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7" name=""/>
          <p:cNvSpPr/>
          <p:nvPr/>
        </p:nvSpPr>
        <p:spPr>
          <a:xfrm>
            <a:off x="4699080" y="3006000"/>
            <a:ext cx="36360" cy="32760"/>
          </a:xfrm>
          <a:custGeom>
            <a:avLst/>
            <a:gdLst/>
            <a:ahLst/>
            <a:rect l="0" t="0" r="r" b="b"/>
            <a:pathLst>
              <a:path w="101" h="91">
                <a:moveTo>
                  <a:pt x="32" y="10"/>
                </a:moveTo>
                <a:lnTo>
                  <a:pt x="38" y="15"/>
                </a:lnTo>
                <a:lnTo>
                  <a:pt x="33" y="21"/>
                </a:lnTo>
                <a:lnTo>
                  <a:pt x="27" y="16"/>
                </a:lnTo>
                <a:lnTo>
                  <a:pt x="32" y="10"/>
                </a:lnTo>
                <a:moveTo>
                  <a:pt x="38" y="15"/>
                </a:moveTo>
                <a:lnTo>
                  <a:pt x="44" y="20"/>
                </a:lnTo>
                <a:lnTo>
                  <a:pt x="39" y="26"/>
                </a:lnTo>
                <a:lnTo>
                  <a:pt x="33" y="21"/>
                </a:lnTo>
                <a:lnTo>
                  <a:pt x="38" y="15"/>
                </a:lnTo>
                <a:moveTo>
                  <a:pt x="44" y="20"/>
                </a:moveTo>
                <a:lnTo>
                  <a:pt x="50" y="25"/>
                </a:lnTo>
                <a:lnTo>
                  <a:pt x="45" y="31"/>
                </a:lnTo>
                <a:lnTo>
                  <a:pt x="39" y="26"/>
                </a:lnTo>
                <a:lnTo>
                  <a:pt x="44" y="20"/>
                </a:lnTo>
                <a:moveTo>
                  <a:pt x="50" y="25"/>
                </a:moveTo>
                <a:lnTo>
                  <a:pt x="56" y="30"/>
                </a:lnTo>
                <a:lnTo>
                  <a:pt x="51" y="36"/>
                </a:lnTo>
                <a:lnTo>
                  <a:pt x="45" y="31"/>
                </a:lnTo>
                <a:lnTo>
                  <a:pt x="50" y="25"/>
                </a:lnTo>
                <a:moveTo>
                  <a:pt x="56" y="30"/>
                </a:moveTo>
                <a:lnTo>
                  <a:pt x="62" y="35"/>
                </a:lnTo>
                <a:lnTo>
                  <a:pt x="57" y="41"/>
                </a:lnTo>
                <a:lnTo>
                  <a:pt x="51" y="36"/>
                </a:lnTo>
                <a:lnTo>
                  <a:pt x="56" y="30"/>
                </a:lnTo>
                <a:moveTo>
                  <a:pt x="62" y="35"/>
                </a:moveTo>
                <a:lnTo>
                  <a:pt x="69" y="40"/>
                </a:lnTo>
                <a:lnTo>
                  <a:pt x="63" y="46"/>
                </a:lnTo>
                <a:lnTo>
                  <a:pt x="57" y="41"/>
                </a:lnTo>
                <a:lnTo>
                  <a:pt x="62" y="35"/>
                </a:lnTo>
                <a:moveTo>
                  <a:pt x="69" y="40"/>
                </a:moveTo>
                <a:lnTo>
                  <a:pt x="75" y="45"/>
                </a:lnTo>
                <a:lnTo>
                  <a:pt x="70" y="51"/>
                </a:lnTo>
                <a:lnTo>
                  <a:pt x="63" y="46"/>
                </a:lnTo>
                <a:lnTo>
                  <a:pt x="69" y="40"/>
                </a:lnTo>
                <a:moveTo>
                  <a:pt x="75" y="45"/>
                </a:moveTo>
                <a:lnTo>
                  <a:pt x="81" y="50"/>
                </a:lnTo>
                <a:lnTo>
                  <a:pt x="76" y="56"/>
                </a:lnTo>
                <a:lnTo>
                  <a:pt x="70" y="51"/>
                </a:lnTo>
                <a:lnTo>
                  <a:pt x="75" y="45"/>
                </a:lnTo>
                <a:moveTo>
                  <a:pt x="81" y="50"/>
                </a:moveTo>
                <a:lnTo>
                  <a:pt x="87" y="55"/>
                </a:lnTo>
                <a:lnTo>
                  <a:pt x="82" y="62"/>
                </a:lnTo>
                <a:lnTo>
                  <a:pt x="76" y="56"/>
                </a:lnTo>
                <a:lnTo>
                  <a:pt x="81" y="50"/>
                </a:lnTo>
                <a:moveTo>
                  <a:pt x="87" y="55"/>
                </a:moveTo>
                <a:lnTo>
                  <a:pt x="93" y="60"/>
                </a:lnTo>
                <a:lnTo>
                  <a:pt x="88" y="67"/>
                </a:lnTo>
                <a:lnTo>
                  <a:pt x="82" y="62"/>
                </a:lnTo>
                <a:lnTo>
                  <a:pt x="87" y="55"/>
                </a:lnTo>
                <a:moveTo>
                  <a:pt x="93" y="60"/>
                </a:moveTo>
                <a:lnTo>
                  <a:pt x="101" y="67"/>
                </a:lnTo>
                <a:lnTo>
                  <a:pt x="87" y="70"/>
                </a:lnTo>
                <a:lnTo>
                  <a:pt x="85" y="63"/>
                </a:lnTo>
                <a:lnTo>
                  <a:pt x="91" y="60"/>
                </a:lnTo>
                <a:lnTo>
                  <a:pt x="92" y="65"/>
                </a:lnTo>
                <a:lnTo>
                  <a:pt x="89" y="68"/>
                </a:lnTo>
                <a:lnTo>
                  <a:pt x="88" y="67"/>
                </a:lnTo>
                <a:lnTo>
                  <a:pt x="93" y="60"/>
                </a:lnTo>
                <a:moveTo>
                  <a:pt x="87" y="70"/>
                </a:moveTo>
                <a:lnTo>
                  <a:pt x="79" y="72"/>
                </a:lnTo>
                <a:lnTo>
                  <a:pt x="77" y="64"/>
                </a:lnTo>
                <a:lnTo>
                  <a:pt x="85" y="63"/>
                </a:lnTo>
                <a:lnTo>
                  <a:pt x="87" y="70"/>
                </a:lnTo>
                <a:moveTo>
                  <a:pt x="79" y="72"/>
                </a:moveTo>
                <a:lnTo>
                  <a:pt x="71" y="74"/>
                </a:lnTo>
                <a:lnTo>
                  <a:pt x="69" y="66"/>
                </a:lnTo>
                <a:lnTo>
                  <a:pt x="77" y="64"/>
                </a:lnTo>
                <a:lnTo>
                  <a:pt x="79" y="72"/>
                </a:lnTo>
                <a:moveTo>
                  <a:pt x="71" y="74"/>
                </a:moveTo>
                <a:lnTo>
                  <a:pt x="63" y="76"/>
                </a:lnTo>
                <a:lnTo>
                  <a:pt x="61" y="68"/>
                </a:lnTo>
                <a:lnTo>
                  <a:pt x="69" y="66"/>
                </a:lnTo>
                <a:lnTo>
                  <a:pt x="71" y="74"/>
                </a:lnTo>
                <a:moveTo>
                  <a:pt x="63" y="76"/>
                </a:moveTo>
                <a:lnTo>
                  <a:pt x="55" y="78"/>
                </a:lnTo>
                <a:lnTo>
                  <a:pt x="53" y="70"/>
                </a:lnTo>
                <a:lnTo>
                  <a:pt x="61" y="68"/>
                </a:lnTo>
                <a:lnTo>
                  <a:pt x="63" y="76"/>
                </a:lnTo>
                <a:moveTo>
                  <a:pt x="55" y="78"/>
                </a:moveTo>
                <a:lnTo>
                  <a:pt x="47" y="79"/>
                </a:lnTo>
                <a:lnTo>
                  <a:pt x="45" y="72"/>
                </a:lnTo>
                <a:lnTo>
                  <a:pt x="53" y="70"/>
                </a:lnTo>
                <a:lnTo>
                  <a:pt x="55" y="78"/>
                </a:lnTo>
                <a:moveTo>
                  <a:pt x="47" y="79"/>
                </a:moveTo>
                <a:lnTo>
                  <a:pt x="40" y="81"/>
                </a:lnTo>
                <a:lnTo>
                  <a:pt x="38" y="74"/>
                </a:lnTo>
                <a:lnTo>
                  <a:pt x="45" y="72"/>
                </a:lnTo>
                <a:lnTo>
                  <a:pt x="47" y="79"/>
                </a:lnTo>
                <a:moveTo>
                  <a:pt x="40" y="81"/>
                </a:moveTo>
                <a:lnTo>
                  <a:pt x="32" y="83"/>
                </a:lnTo>
                <a:lnTo>
                  <a:pt x="30" y="75"/>
                </a:lnTo>
                <a:lnTo>
                  <a:pt x="38" y="74"/>
                </a:lnTo>
                <a:lnTo>
                  <a:pt x="40" y="81"/>
                </a:lnTo>
                <a:moveTo>
                  <a:pt x="32" y="83"/>
                </a:moveTo>
                <a:lnTo>
                  <a:pt x="24" y="85"/>
                </a:lnTo>
                <a:lnTo>
                  <a:pt x="22" y="77"/>
                </a:lnTo>
                <a:lnTo>
                  <a:pt x="30" y="75"/>
                </a:lnTo>
                <a:lnTo>
                  <a:pt x="32" y="83"/>
                </a:lnTo>
                <a:moveTo>
                  <a:pt x="24" y="85"/>
                </a:moveTo>
                <a:lnTo>
                  <a:pt x="17" y="87"/>
                </a:lnTo>
                <a:lnTo>
                  <a:pt x="15" y="79"/>
                </a:lnTo>
                <a:lnTo>
                  <a:pt x="22" y="77"/>
                </a:lnTo>
                <a:lnTo>
                  <a:pt x="24" y="85"/>
                </a:lnTo>
                <a:moveTo>
                  <a:pt x="17" y="87"/>
                </a:moveTo>
                <a:lnTo>
                  <a:pt x="9" y="88"/>
                </a:lnTo>
                <a:lnTo>
                  <a:pt x="7" y="81"/>
                </a:lnTo>
                <a:lnTo>
                  <a:pt x="15" y="79"/>
                </a:lnTo>
                <a:lnTo>
                  <a:pt x="17" y="87"/>
                </a:lnTo>
                <a:moveTo>
                  <a:pt x="9" y="88"/>
                </a:moveTo>
                <a:lnTo>
                  <a:pt x="0" y="91"/>
                </a:lnTo>
                <a:lnTo>
                  <a:pt x="3" y="80"/>
                </a:lnTo>
                <a:lnTo>
                  <a:pt x="10" y="81"/>
                </a:lnTo>
                <a:lnTo>
                  <a:pt x="9" y="86"/>
                </a:lnTo>
                <a:lnTo>
                  <a:pt x="5" y="85"/>
                </a:lnTo>
                <a:lnTo>
                  <a:pt x="4" y="81"/>
                </a:lnTo>
                <a:lnTo>
                  <a:pt x="7" y="81"/>
                </a:lnTo>
                <a:lnTo>
                  <a:pt x="9" y="88"/>
                </a:lnTo>
                <a:moveTo>
                  <a:pt x="3" y="80"/>
                </a:moveTo>
                <a:lnTo>
                  <a:pt x="4" y="72"/>
                </a:lnTo>
                <a:lnTo>
                  <a:pt x="12" y="74"/>
                </a:lnTo>
                <a:lnTo>
                  <a:pt x="10" y="81"/>
                </a:lnTo>
                <a:lnTo>
                  <a:pt x="3" y="80"/>
                </a:lnTo>
                <a:moveTo>
                  <a:pt x="4" y="72"/>
                </a:moveTo>
                <a:lnTo>
                  <a:pt x="6" y="64"/>
                </a:lnTo>
                <a:lnTo>
                  <a:pt x="14" y="66"/>
                </a:lnTo>
                <a:lnTo>
                  <a:pt x="12" y="74"/>
                </a:lnTo>
                <a:lnTo>
                  <a:pt x="4" y="72"/>
                </a:lnTo>
                <a:moveTo>
                  <a:pt x="6" y="64"/>
                </a:moveTo>
                <a:lnTo>
                  <a:pt x="8" y="55"/>
                </a:lnTo>
                <a:lnTo>
                  <a:pt x="16" y="57"/>
                </a:lnTo>
                <a:lnTo>
                  <a:pt x="14" y="66"/>
                </a:lnTo>
                <a:lnTo>
                  <a:pt x="6" y="64"/>
                </a:lnTo>
                <a:moveTo>
                  <a:pt x="8" y="55"/>
                </a:moveTo>
                <a:lnTo>
                  <a:pt x="10" y="48"/>
                </a:lnTo>
                <a:lnTo>
                  <a:pt x="17" y="50"/>
                </a:lnTo>
                <a:lnTo>
                  <a:pt x="16" y="57"/>
                </a:lnTo>
                <a:lnTo>
                  <a:pt x="8" y="55"/>
                </a:lnTo>
                <a:moveTo>
                  <a:pt x="10" y="48"/>
                </a:moveTo>
                <a:lnTo>
                  <a:pt x="11" y="40"/>
                </a:lnTo>
                <a:lnTo>
                  <a:pt x="19" y="42"/>
                </a:lnTo>
                <a:lnTo>
                  <a:pt x="17" y="50"/>
                </a:lnTo>
                <a:lnTo>
                  <a:pt x="10" y="48"/>
                </a:lnTo>
                <a:moveTo>
                  <a:pt x="11" y="40"/>
                </a:moveTo>
                <a:lnTo>
                  <a:pt x="13" y="32"/>
                </a:lnTo>
                <a:lnTo>
                  <a:pt x="21" y="34"/>
                </a:lnTo>
                <a:lnTo>
                  <a:pt x="19" y="42"/>
                </a:lnTo>
                <a:lnTo>
                  <a:pt x="11" y="40"/>
                </a:lnTo>
                <a:moveTo>
                  <a:pt x="13" y="32"/>
                </a:moveTo>
                <a:lnTo>
                  <a:pt x="15" y="25"/>
                </a:lnTo>
                <a:lnTo>
                  <a:pt x="23" y="27"/>
                </a:lnTo>
                <a:lnTo>
                  <a:pt x="21" y="34"/>
                </a:lnTo>
                <a:lnTo>
                  <a:pt x="13" y="32"/>
                </a:lnTo>
                <a:moveTo>
                  <a:pt x="15" y="25"/>
                </a:moveTo>
                <a:lnTo>
                  <a:pt x="17" y="17"/>
                </a:lnTo>
                <a:lnTo>
                  <a:pt x="25" y="19"/>
                </a:lnTo>
                <a:lnTo>
                  <a:pt x="23" y="27"/>
                </a:lnTo>
                <a:lnTo>
                  <a:pt x="15" y="25"/>
                </a:lnTo>
                <a:moveTo>
                  <a:pt x="17" y="17"/>
                </a:moveTo>
                <a:lnTo>
                  <a:pt x="19" y="9"/>
                </a:lnTo>
                <a:lnTo>
                  <a:pt x="26" y="11"/>
                </a:lnTo>
                <a:lnTo>
                  <a:pt x="25" y="19"/>
                </a:lnTo>
                <a:lnTo>
                  <a:pt x="17" y="17"/>
                </a:lnTo>
                <a:moveTo>
                  <a:pt x="19" y="9"/>
                </a:moveTo>
                <a:lnTo>
                  <a:pt x="21" y="0"/>
                </a:lnTo>
                <a:lnTo>
                  <a:pt x="32" y="10"/>
                </a:lnTo>
                <a:lnTo>
                  <a:pt x="27" y="16"/>
                </a:lnTo>
                <a:lnTo>
                  <a:pt x="21" y="11"/>
                </a:lnTo>
                <a:lnTo>
                  <a:pt x="23" y="8"/>
                </a:lnTo>
                <a:lnTo>
                  <a:pt x="27" y="8"/>
                </a:lnTo>
                <a:lnTo>
                  <a:pt x="26" y="11"/>
                </a:lnTo>
                <a:lnTo>
                  <a:pt x="19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8" name=""/>
          <p:cNvSpPr/>
          <p:nvPr/>
        </p:nvSpPr>
        <p:spPr>
          <a:xfrm>
            <a:off x="2508480" y="2466720"/>
            <a:ext cx="1110960" cy="38880"/>
          </a:xfrm>
          <a:custGeom>
            <a:avLst/>
            <a:gdLst/>
            <a:ahLst/>
            <a:rect l="0" t="0" r="r" b="b"/>
            <a:pathLst>
              <a:path fill="none" w="3086" h="108">
                <a:moveTo>
                  <a:pt x="0" y="45"/>
                </a:moveTo>
                <a:lnTo>
                  <a:pt x="41" y="55"/>
                </a:lnTo>
                <a:cubicBezTo>
                  <a:pt x="82" y="65"/>
                  <a:pt x="164" y="86"/>
                  <a:pt x="424" y="98"/>
                </a:cubicBezTo>
                <a:cubicBezTo>
                  <a:pt x="684" y="108"/>
                  <a:pt x="1123" y="108"/>
                  <a:pt x="1561" y="108"/>
                </a:cubicBezTo>
                <a:cubicBezTo>
                  <a:pt x="1999" y="108"/>
                  <a:pt x="2437" y="108"/>
                  <a:pt x="2691" y="89"/>
                </a:cubicBezTo>
                <a:cubicBezTo>
                  <a:pt x="2945" y="71"/>
                  <a:pt x="3016" y="36"/>
                  <a:pt x="3051" y="18"/>
                </a:cubicBezTo>
                <a:lnTo>
                  <a:pt x="3086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/>
          <p:nvPr/>
        </p:nvSpPr>
        <p:spPr>
          <a:xfrm>
            <a:off x="3600000" y="2460240"/>
            <a:ext cx="32040" cy="25920"/>
          </a:xfrm>
          <a:custGeom>
            <a:avLst/>
            <a:gdLst/>
            <a:ahLst/>
            <a:rect l="0" t="0" r="r" b="b"/>
            <a:pathLst>
              <a:path w="89" h="72">
                <a:moveTo>
                  <a:pt x="0" y="1"/>
                </a:moveTo>
                <a:lnTo>
                  <a:pt x="89" y="0"/>
                </a:lnTo>
                <a:lnTo>
                  <a:pt x="36" y="72"/>
                </a:lnTo>
                <a:lnTo>
                  <a:pt x="0" y="1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0" name=""/>
          <p:cNvSpPr/>
          <p:nvPr/>
        </p:nvSpPr>
        <p:spPr>
          <a:xfrm>
            <a:off x="3597840" y="2458800"/>
            <a:ext cx="37080" cy="29880"/>
          </a:xfrm>
          <a:custGeom>
            <a:avLst/>
            <a:gdLst/>
            <a:ahLst/>
            <a:rect l="0" t="0" r="r" b="b"/>
            <a:pathLst>
              <a:path w="103" h="83">
                <a:moveTo>
                  <a:pt x="14" y="1"/>
                </a:moveTo>
                <a:lnTo>
                  <a:pt x="22" y="1"/>
                </a:lnTo>
                <a:lnTo>
                  <a:pt x="22" y="8"/>
                </a:lnTo>
                <a:lnTo>
                  <a:pt x="14" y="9"/>
                </a:lnTo>
                <a:lnTo>
                  <a:pt x="14" y="1"/>
                </a:lnTo>
                <a:moveTo>
                  <a:pt x="22" y="1"/>
                </a:moveTo>
                <a:lnTo>
                  <a:pt x="30" y="1"/>
                </a:lnTo>
                <a:lnTo>
                  <a:pt x="30" y="8"/>
                </a:lnTo>
                <a:lnTo>
                  <a:pt x="22" y="8"/>
                </a:lnTo>
                <a:lnTo>
                  <a:pt x="22" y="1"/>
                </a:lnTo>
                <a:moveTo>
                  <a:pt x="30" y="1"/>
                </a:moveTo>
                <a:lnTo>
                  <a:pt x="38" y="1"/>
                </a:lnTo>
                <a:lnTo>
                  <a:pt x="38" y="8"/>
                </a:lnTo>
                <a:lnTo>
                  <a:pt x="30" y="8"/>
                </a:lnTo>
                <a:lnTo>
                  <a:pt x="30" y="1"/>
                </a:lnTo>
                <a:moveTo>
                  <a:pt x="38" y="1"/>
                </a:moveTo>
                <a:lnTo>
                  <a:pt x="45" y="0"/>
                </a:lnTo>
                <a:lnTo>
                  <a:pt x="45" y="8"/>
                </a:lnTo>
                <a:lnTo>
                  <a:pt x="38" y="8"/>
                </a:lnTo>
                <a:lnTo>
                  <a:pt x="38" y="1"/>
                </a:lnTo>
                <a:moveTo>
                  <a:pt x="45" y="0"/>
                </a:moveTo>
                <a:lnTo>
                  <a:pt x="54" y="0"/>
                </a:lnTo>
                <a:lnTo>
                  <a:pt x="54" y="8"/>
                </a:lnTo>
                <a:lnTo>
                  <a:pt x="45" y="8"/>
                </a:lnTo>
                <a:lnTo>
                  <a:pt x="45" y="0"/>
                </a:lnTo>
                <a:moveTo>
                  <a:pt x="54" y="0"/>
                </a:moveTo>
                <a:lnTo>
                  <a:pt x="62" y="0"/>
                </a:lnTo>
                <a:lnTo>
                  <a:pt x="62" y="8"/>
                </a:lnTo>
                <a:lnTo>
                  <a:pt x="54" y="8"/>
                </a:lnTo>
                <a:lnTo>
                  <a:pt x="54" y="0"/>
                </a:lnTo>
                <a:moveTo>
                  <a:pt x="62" y="0"/>
                </a:moveTo>
                <a:lnTo>
                  <a:pt x="70" y="0"/>
                </a:lnTo>
                <a:lnTo>
                  <a:pt x="70" y="8"/>
                </a:lnTo>
                <a:lnTo>
                  <a:pt x="62" y="8"/>
                </a:lnTo>
                <a:lnTo>
                  <a:pt x="62" y="0"/>
                </a:lnTo>
                <a:moveTo>
                  <a:pt x="70" y="0"/>
                </a:moveTo>
                <a:lnTo>
                  <a:pt x="78" y="0"/>
                </a:lnTo>
                <a:lnTo>
                  <a:pt x="78" y="8"/>
                </a:lnTo>
                <a:lnTo>
                  <a:pt x="70" y="8"/>
                </a:lnTo>
                <a:lnTo>
                  <a:pt x="70" y="0"/>
                </a:lnTo>
                <a:moveTo>
                  <a:pt x="78" y="0"/>
                </a:moveTo>
                <a:lnTo>
                  <a:pt x="86" y="0"/>
                </a:lnTo>
                <a:lnTo>
                  <a:pt x="86" y="8"/>
                </a:lnTo>
                <a:lnTo>
                  <a:pt x="78" y="8"/>
                </a:lnTo>
                <a:lnTo>
                  <a:pt x="78" y="0"/>
                </a:lnTo>
                <a:moveTo>
                  <a:pt x="86" y="0"/>
                </a:moveTo>
                <a:lnTo>
                  <a:pt x="94" y="0"/>
                </a:lnTo>
                <a:lnTo>
                  <a:pt x="94" y="8"/>
                </a:lnTo>
                <a:lnTo>
                  <a:pt x="86" y="8"/>
                </a:lnTo>
                <a:lnTo>
                  <a:pt x="86" y="0"/>
                </a:lnTo>
                <a:moveTo>
                  <a:pt x="94" y="0"/>
                </a:moveTo>
                <a:lnTo>
                  <a:pt x="103" y="0"/>
                </a:lnTo>
                <a:lnTo>
                  <a:pt x="94" y="12"/>
                </a:lnTo>
                <a:lnTo>
                  <a:pt x="88" y="7"/>
                </a:lnTo>
                <a:lnTo>
                  <a:pt x="92" y="2"/>
                </a:lnTo>
                <a:lnTo>
                  <a:pt x="95" y="4"/>
                </a:lnTo>
                <a:lnTo>
                  <a:pt x="95" y="8"/>
                </a:lnTo>
                <a:lnTo>
                  <a:pt x="94" y="8"/>
                </a:lnTo>
                <a:lnTo>
                  <a:pt x="94" y="0"/>
                </a:lnTo>
                <a:moveTo>
                  <a:pt x="94" y="12"/>
                </a:moveTo>
                <a:lnTo>
                  <a:pt x="90" y="19"/>
                </a:lnTo>
                <a:lnTo>
                  <a:pt x="83" y="13"/>
                </a:lnTo>
                <a:lnTo>
                  <a:pt x="88" y="7"/>
                </a:lnTo>
                <a:lnTo>
                  <a:pt x="94" y="12"/>
                </a:lnTo>
                <a:moveTo>
                  <a:pt x="90" y="19"/>
                </a:moveTo>
                <a:lnTo>
                  <a:pt x="85" y="25"/>
                </a:lnTo>
                <a:lnTo>
                  <a:pt x="79" y="21"/>
                </a:lnTo>
                <a:lnTo>
                  <a:pt x="83" y="13"/>
                </a:lnTo>
                <a:lnTo>
                  <a:pt x="90" y="19"/>
                </a:lnTo>
                <a:moveTo>
                  <a:pt x="85" y="25"/>
                </a:moveTo>
                <a:lnTo>
                  <a:pt x="80" y="32"/>
                </a:lnTo>
                <a:lnTo>
                  <a:pt x="74" y="27"/>
                </a:lnTo>
                <a:lnTo>
                  <a:pt x="79" y="21"/>
                </a:lnTo>
                <a:lnTo>
                  <a:pt x="85" y="25"/>
                </a:lnTo>
                <a:moveTo>
                  <a:pt x="80" y="32"/>
                </a:moveTo>
                <a:lnTo>
                  <a:pt x="76" y="38"/>
                </a:lnTo>
                <a:lnTo>
                  <a:pt x="69" y="33"/>
                </a:lnTo>
                <a:lnTo>
                  <a:pt x="74" y="27"/>
                </a:lnTo>
                <a:lnTo>
                  <a:pt x="80" y="32"/>
                </a:lnTo>
                <a:moveTo>
                  <a:pt x="76" y="38"/>
                </a:moveTo>
                <a:lnTo>
                  <a:pt x="71" y="44"/>
                </a:lnTo>
                <a:lnTo>
                  <a:pt x="65" y="40"/>
                </a:lnTo>
                <a:lnTo>
                  <a:pt x="69" y="33"/>
                </a:lnTo>
                <a:lnTo>
                  <a:pt x="76" y="38"/>
                </a:lnTo>
                <a:moveTo>
                  <a:pt x="71" y="44"/>
                </a:moveTo>
                <a:lnTo>
                  <a:pt x="66" y="51"/>
                </a:lnTo>
                <a:lnTo>
                  <a:pt x="60" y="46"/>
                </a:lnTo>
                <a:lnTo>
                  <a:pt x="65" y="40"/>
                </a:lnTo>
                <a:lnTo>
                  <a:pt x="71" y="44"/>
                </a:lnTo>
                <a:moveTo>
                  <a:pt x="66" y="51"/>
                </a:moveTo>
                <a:lnTo>
                  <a:pt x="62" y="57"/>
                </a:lnTo>
                <a:lnTo>
                  <a:pt x="55" y="52"/>
                </a:lnTo>
                <a:lnTo>
                  <a:pt x="60" y="46"/>
                </a:lnTo>
                <a:lnTo>
                  <a:pt x="66" y="51"/>
                </a:lnTo>
                <a:moveTo>
                  <a:pt x="62" y="57"/>
                </a:moveTo>
                <a:lnTo>
                  <a:pt x="57" y="63"/>
                </a:lnTo>
                <a:lnTo>
                  <a:pt x="50" y="59"/>
                </a:lnTo>
                <a:lnTo>
                  <a:pt x="55" y="52"/>
                </a:lnTo>
                <a:lnTo>
                  <a:pt x="62" y="57"/>
                </a:lnTo>
                <a:moveTo>
                  <a:pt x="57" y="63"/>
                </a:moveTo>
                <a:lnTo>
                  <a:pt x="51" y="70"/>
                </a:lnTo>
                <a:lnTo>
                  <a:pt x="45" y="65"/>
                </a:lnTo>
                <a:lnTo>
                  <a:pt x="50" y="59"/>
                </a:lnTo>
                <a:lnTo>
                  <a:pt x="57" y="63"/>
                </a:lnTo>
                <a:moveTo>
                  <a:pt x="51" y="70"/>
                </a:moveTo>
                <a:lnTo>
                  <a:pt x="46" y="76"/>
                </a:lnTo>
                <a:lnTo>
                  <a:pt x="40" y="71"/>
                </a:lnTo>
                <a:lnTo>
                  <a:pt x="45" y="65"/>
                </a:lnTo>
                <a:lnTo>
                  <a:pt x="51" y="70"/>
                </a:lnTo>
                <a:moveTo>
                  <a:pt x="46" y="76"/>
                </a:moveTo>
                <a:lnTo>
                  <a:pt x="41" y="83"/>
                </a:lnTo>
                <a:lnTo>
                  <a:pt x="36" y="73"/>
                </a:lnTo>
                <a:lnTo>
                  <a:pt x="43" y="70"/>
                </a:lnTo>
                <a:lnTo>
                  <a:pt x="45" y="74"/>
                </a:lnTo>
                <a:lnTo>
                  <a:pt x="42" y="76"/>
                </a:lnTo>
                <a:lnTo>
                  <a:pt x="38" y="74"/>
                </a:lnTo>
                <a:lnTo>
                  <a:pt x="40" y="71"/>
                </a:lnTo>
                <a:lnTo>
                  <a:pt x="46" y="76"/>
                </a:lnTo>
                <a:moveTo>
                  <a:pt x="36" y="73"/>
                </a:moveTo>
                <a:lnTo>
                  <a:pt x="32" y="66"/>
                </a:lnTo>
                <a:lnTo>
                  <a:pt x="39" y="63"/>
                </a:lnTo>
                <a:lnTo>
                  <a:pt x="43" y="70"/>
                </a:lnTo>
                <a:lnTo>
                  <a:pt x="36" y="73"/>
                </a:lnTo>
                <a:moveTo>
                  <a:pt x="32" y="66"/>
                </a:moveTo>
                <a:lnTo>
                  <a:pt x="29" y="59"/>
                </a:lnTo>
                <a:lnTo>
                  <a:pt x="36" y="56"/>
                </a:lnTo>
                <a:lnTo>
                  <a:pt x="39" y="63"/>
                </a:lnTo>
                <a:lnTo>
                  <a:pt x="32" y="66"/>
                </a:lnTo>
                <a:moveTo>
                  <a:pt x="29" y="59"/>
                </a:moveTo>
                <a:lnTo>
                  <a:pt x="25" y="52"/>
                </a:lnTo>
                <a:lnTo>
                  <a:pt x="32" y="49"/>
                </a:lnTo>
                <a:lnTo>
                  <a:pt x="36" y="56"/>
                </a:lnTo>
                <a:lnTo>
                  <a:pt x="29" y="59"/>
                </a:lnTo>
                <a:moveTo>
                  <a:pt x="25" y="52"/>
                </a:moveTo>
                <a:lnTo>
                  <a:pt x="22" y="45"/>
                </a:lnTo>
                <a:lnTo>
                  <a:pt x="29" y="42"/>
                </a:lnTo>
                <a:lnTo>
                  <a:pt x="32" y="49"/>
                </a:lnTo>
                <a:lnTo>
                  <a:pt x="25" y="52"/>
                </a:lnTo>
                <a:moveTo>
                  <a:pt x="22" y="45"/>
                </a:moveTo>
                <a:lnTo>
                  <a:pt x="18" y="38"/>
                </a:lnTo>
                <a:lnTo>
                  <a:pt x="25" y="35"/>
                </a:lnTo>
                <a:lnTo>
                  <a:pt x="29" y="42"/>
                </a:lnTo>
                <a:lnTo>
                  <a:pt x="22" y="45"/>
                </a:lnTo>
                <a:moveTo>
                  <a:pt x="18" y="38"/>
                </a:moveTo>
                <a:lnTo>
                  <a:pt x="14" y="31"/>
                </a:lnTo>
                <a:lnTo>
                  <a:pt x="21" y="27"/>
                </a:lnTo>
                <a:lnTo>
                  <a:pt x="25" y="35"/>
                </a:lnTo>
                <a:lnTo>
                  <a:pt x="18" y="38"/>
                </a:lnTo>
                <a:moveTo>
                  <a:pt x="14" y="31"/>
                </a:moveTo>
                <a:lnTo>
                  <a:pt x="11" y="24"/>
                </a:lnTo>
                <a:lnTo>
                  <a:pt x="18" y="20"/>
                </a:lnTo>
                <a:lnTo>
                  <a:pt x="21" y="27"/>
                </a:lnTo>
                <a:lnTo>
                  <a:pt x="14" y="31"/>
                </a:lnTo>
                <a:moveTo>
                  <a:pt x="11" y="24"/>
                </a:moveTo>
                <a:lnTo>
                  <a:pt x="7" y="16"/>
                </a:lnTo>
                <a:lnTo>
                  <a:pt x="14" y="12"/>
                </a:lnTo>
                <a:lnTo>
                  <a:pt x="18" y="20"/>
                </a:lnTo>
                <a:lnTo>
                  <a:pt x="11" y="24"/>
                </a:lnTo>
                <a:moveTo>
                  <a:pt x="7" y="16"/>
                </a:moveTo>
                <a:lnTo>
                  <a:pt x="4" y="9"/>
                </a:lnTo>
                <a:lnTo>
                  <a:pt x="11" y="5"/>
                </a:lnTo>
                <a:lnTo>
                  <a:pt x="14" y="12"/>
                </a:lnTo>
                <a:lnTo>
                  <a:pt x="7" y="16"/>
                </a:lnTo>
                <a:moveTo>
                  <a:pt x="4" y="9"/>
                </a:moveTo>
                <a:lnTo>
                  <a:pt x="0" y="1"/>
                </a:lnTo>
                <a:lnTo>
                  <a:pt x="14" y="1"/>
                </a:lnTo>
                <a:lnTo>
                  <a:pt x="14" y="9"/>
                </a:lnTo>
                <a:lnTo>
                  <a:pt x="6" y="9"/>
                </a:lnTo>
                <a:lnTo>
                  <a:pt x="6" y="5"/>
                </a:lnTo>
                <a:lnTo>
                  <a:pt x="10" y="3"/>
                </a:lnTo>
                <a:lnTo>
                  <a:pt x="11" y="5"/>
                </a:lnTo>
                <a:lnTo>
                  <a:pt x="4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1" name=""/>
          <p:cNvSpPr/>
          <p:nvPr/>
        </p:nvSpPr>
        <p:spPr>
          <a:xfrm>
            <a:off x="3134520" y="2192040"/>
            <a:ext cx="513360" cy="977040"/>
          </a:xfrm>
          <a:custGeom>
            <a:avLst/>
            <a:gdLst/>
            <a:ahLst/>
            <a:rect l="0" t="0" r="r" b="b"/>
            <a:pathLst>
              <a:path fill="none" w="1426" h="2714">
                <a:moveTo>
                  <a:pt x="0" y="0"/>
                </a:moveTo>
                <a:lnTo>
                  <a:pt x="189" y="452"/>
                </a:lnTo>
                <a:cubicBezTo>
                  <a:pt x="378" y="905"/>
                  <a:pt x="758" y="1810"/>
                  <a:pt x="995" y="2262"/>
                </a:cubicBezTo>
                <a:cubicBezTo>
                  <a:pt x="1233" y="2714"/>
                  <a:pt x="1329" y="2714"/>
                  <a:pt x="1378" y="2714"/>
                </a:cubicBezTo>
                <a:lnTo>
                  <a:pt x="1426" y="2714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3633480" y="3154680"/>
            <a:ext cx="28800" cy="28800"/>
          </a:xfrm>
          <a:custGeom>
            <a:avLst/>
            <a:gdLst/>
            <a:ahLst/>
            <a:rect l="0" t="0" r="r" b="b"/>
            <a:pathLst>
              <a:path w="80" h="80">
                <a:moveTo>
                  <a:pt x="0" y="0"/>
                </a:moveTo>
                <a:lnTo>
                  <a:pt x="80" y="4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3632040" y="315252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13" y="6"/>
                </a:moveTo>
                <a:lnTo>
                  <a:pt x="20" y="9"/>
                </a:lnTo>
                <a:lnTo>
                  <a:pt x="16" y="16"/>
                </a:lnTo>
                <a:lnTo>
                  <a:pt x="9" y="13"/>
                </a:lnTo>
                <a:lnTo>
                  <a:pt x="13" y="6"/>
                </a:lnTo>
                <a:moveTo>
                  <a:pt x="20" y="9"/>
                </a:moveTo>
                <a:lnTo>
                  <a:pt x="27" y="13"/>
                </a:lnTo>
                <a:lnTo>
                  <a:pt x="23" y="20"/>
                </a:lnTo>
                <a:lnTo>
                  <a:pt x="16" y="16"/>
                </a:lnTo>
                <a:lnTo>
                  <a:pt x="20" y="9"/>
                </a:lnTo>
                <a:moveTo>
                  <a:pt x="27" y="13"/>
                </a:moveTo>
                <a:lnTo>
                  <a:pt x="34" y="16"/>
                </a:lnTo>
                <a:lnTo>
                  <a:pt x="30" y="24"/>
                </a:lnTo>
                <a:lnTo>
                  <a:pt x="23" y="20"/>
                </a:lnTo>
                <a:lnTo>
                  <a:pt x="27" y="13"/>
                </a:lnTo>
                <a:moveTo>
                  <a:pt x="34" y="16"/>
                </a:moveTo>
                <a:lnTo>
                  <a:pt x="41" y="20"/>
                </a:lnTo>
                <a:lnTo>
                  <a:pt x="37" y="28"/>
                </a:lnTo>
                <a:lnTo>
                  <a:pt x="30" y="24"/>
                </a:lnTo>
                <a:lnTo>
                  <a:pt x="34" y="16"/>
                </a:lnTo>
                <a:moveTo>
                  <a:pt x="41" y="20"/>
                </a:moveTo>
                <a:lnTo>
                  <a:pt x="48" y="24"/>
                </a:lnTo>
                <a:lnTo>
                  <a:pt x="44" y="32"/>
                </a:lnTo>
                <a:lnTo>
                  <a:pt x="37" y="28"/>
                </a:lnTo>
                <a:lnTo>
                  <a:pt x="41" y="20"/>
                </a:lnTo>
                <a:moveTo>
                  <a:pt x="48" y="24"/>
                </a:moveTo>
                <a:lnTo>
                  <a:pt x="55" y="28"/>
                </a:lnTo>
                <a:lnTo>
                  <a:pt x="51" y="35"/>
                </a:lnTo>
                <a:lnTo>
                  <a:pt x="44" y="32"/>
                </a:lnTo>
                <a:lnTo>
                  <a:pt x="48" y="24"/>
                </a:lnTo>
                <a:moveTo>
                  <a:pt x="55" y="28"/>
                </a:moveTo>
                <a:lnTo>
                  <a:pt x="63" y="32"/>
                </a:lnTo>
                <a:lnTo>
                  <a:pt x="59" y="39"/>
                </a:lnTo>
                <a:lnTo>
                  <a:pt x="51" y="35"/>
                </a:lnTo>
                <a:lnTo>
                  <a:pt x="55" y="28"/>
                </a:lnTo>
                <a:moveTo>
                  <a:pt x="63" y="32"/>
                </a:moveTo>
                <a:lnTo>
                  <a:pt x="70" y="35"/>
                </a:lnTo>
                <a:lnTo>
                  <a:pt x="66" y="42"/>
                </a:lnTo>
                <a:lnTo>
                  <a:pt x="59" y="39"/>
                </a:lnTo>
                <a:lnTo>
                  <a:pt x="63" y="32"/>
                </a:lnTo>
                <a:moveTo>
                  <a:pt x="70" y="35"/>
                </a:moveTo>
                <a:lnTo>
                  <a:pt x="77" y="39"/>
                </a:lnTo>
                <a:lnTo>
                  <a:pt x="73" y="46"/>
                </a:lnTo>
                <a:lnTo>
                  <a:pt x="66" y="42"/>
                </a:lnTo>
                <a:lnTo>
                  <a:pt x="70" y="35"/>
                </a:lnTo>
                <a:moveTo>
                  <a:pt x="77" y="39"/>
                </a:moveTo>
                <a:lnTo>
                  <a:pt x="84" y="42"/>
                </a:lnTo>
                <a:lnTo>
                  <a:pt x="81" y="49"/>
                </a:lnTo>
                <a:lnTo>
                  <a:pt x="73" y="46"/>
                </a:lnTo>
                <a:lnTo>
                  <a:pt x="77" y="39"/>
                </a:lnTo>
                <a:moveTo>
                  <a:pt x="84" y="42"/>
                </a:moveTo>
                <a:lnTo>
                  <a:pt x="92" y="46"/>
                </a:lnTo>
                <a:lnTo>
                  <a:pt x="80" y="53"/>
                </a:lnTo>
                <a:lnTo>
                  <a:pt x="76" y="46"/>
                </a:lnTo>
                <a:lnTo>
                  <a:pt x="82" y="43"/>
                </a:lnTo>
                <a:lnTo>
                  <a:pt x="84" y="46"/>
                </a:lnTo>
                <a:lnTo>
                  <a:pt x="82" y="50"/>
                </a:lnTo>
                <a:lnTo>
                  <a:pt x="81" y="49"/>
                </a:lnTo>
                <a:lnTo>
                  <a:pt x="84" y="42"/>
                </a:lnTo>
                <a:moveTo>
                  <a:pt x="80" y="53"/>
                </a:moveTo>
                <a:lnTo>
                  <a:pt x="72" y="56"/>
                </a:lnTo>
                <a:lnTo>
                  <a:pt x="69" y="49"/>
                </a:lnTo>
                <a:lnTo>
                  <a:pt x="76" y="46"/>
                </a:lnTo>
                <a:lnTo>
                  <a:pt x="80" y="53"/>
                </a:lnTo>
                <a:moveTo>
                  <a:pt x="72" y="56"/>
                </a:moveTo>
                <a:lnTo>
                  <a:pt x="65" y="60"/>
                </a:lnTo>
                <a:lnTo>
                  <a:pt x="62" y="53"/>
                </a:lnTo>
                <a:lnTo>
                  <a:pt x="69" y="49"/>
                </a:lnTo>
                <a:lnTo>
                  <a:pt x="72" y="56"/>
                </a:lnTo>
                <a:moveTo>
                  <a:pt x="65" y="60"/>
                </a:moveTo>
                <a:lnTo>
                  <a:pt x="57" y="63"/>
                </a:lnTo>
                <a:lnTo>
                  <a:pt x="54" y="56"/>
                </a:lnTo>
                <a:lnTo>
                  <a:pt x="62" y="53"/>
                </a:lnTo>
                <a:lnTo>
                  <a:pt x="65" y="60"/>
                </a:lnTo>
                <a:moveTo>
                  <a:pt x="57" y="63"/>
                </a:moveTo>
                <a:lnTo>
                  <a:pt x="50" y="67"/>
                </a:lnTo>
                <a:lnTo>
                  <a:pt x="47" y="60"/>
                </a:lnTo>
                <a:lnTo>
                  <a:pt x="54" y="56"/>
                </a:lnTo>
                <a:lnTo>
                  <a:pt x="57" y="63"/>
                </a:lnTo>
                <a:moveTo>
                  <a:pt x="50" y="67"/>
                </a:moveTo>
                <a:lnTo>
                  <a:pt x="43" y="70"/>
                </a:lnTo>
                <a:lnTo>
                  <a:pt x="40" y="63"/>
                </a:lnTo>
                <a:lnTo>
                  <a:pt x="47" y="60"/>
                </a:lnTo>
                <a:lnTo>
                  <a:pt x="50" y="67"/>
                </a:lnTo>
                <a:moveTo>
                  <a:pt x="43" y="70"/>
                </a:moveTo>
                <a:lnTo>
                  <a:pt x="36" y="74"/>
                </a:lnTo>
                <a:lnTo>
                  <a:pt x="33" y="67"/>
                </a:lnTo>
                <a:lnTo>
                  <a:pt x="40" y="63"/>
                </a:lnTo>
                <a:lnTo>
                  <a:pt x="43" y="70"/>
                </a:lnTo>
                <a:moveTo>
                  <a:pt x="36" y="74"/>
                </a:moveTo>
                <a:lnTo>
                  <a:pt x="29" y="77"/>
                </a:lnTo>
                <a:lnTo>
                  <a:pt x="26" y="70"/>
                </a:lnTo>
                <a:lnTo>
                  <a:pt x="33" y="67"/>
                </a:lnTo>
                <a:lnTo>
                  <a:pt x="36" y="74"/>
                </a:lnTo>
                <a:moveTo>
                  <a:pt x="29" y="77"/>
                </a:moveTo>
                <a:lnTo>
                  <a:pt x="22" y="81"/>
                </a:lnTo>
                <a:lnTo>
                  <a:pt x="19" y="74"/>
                </a:lnTo>
                <a:lnTo>
                  <a:pt x="26" y="70"/>
                </a:lnTo>
                <a:lnTo>
                  <a:pt x="29" y="77"/>
                </a:lnTo>
                <a:moveTo>
                  <a:pt x="22" y="81"/>
                </a:moveTo>
                <a:lnTo>
                  <a:pt x="15" y="84"/>
                </a:lnTo>
                <a:lnTo>
                  <a:pt x="12" y="77"/>
                </a:lnTo>
                <a:lnTo>
                  <a:pt x="19" y="74"/>
                </a:lnTo>
                <a:lnTo>
                  <a:pt x="22" y="81"/>
                </a:lnTo>
                <a:moveTo>
                  <a:pt x="15" y="84"/>
                </a:moveTo>
                <a:lnTo>
                  <a:pt x="8" y="88"/>
                </a:lnTo>
                <a:lnTo>
                  <a:pt x="4" y="81"/>
                </a:lnTo>
                <a:lnTo>
                  <a:pt x="12" y="77"/>
                </a:lnTo>
                <a:lnTo>
                  <a:pt x="15" y="84"/>
                </a:lnTo>
                <a:moveTo>
                  <a:pt x="8" y="88"/>
                </a:moveTo>
                <a:lnTo>
                  <a:pt x="0" y="92"/>
                </a:lnTo>
                <a:lnTo>
                  <a:pt x="0" y="81"/>
                </a:lnTo>
                <a:lnTo>
                  <a:pt x="8" y="81"/>
                </a:lnTo>
                <a:lnTo>
                  <a:pt x="8" y="86"/>
                </a:lnTo>
                <a:lnTo>
                  <a:pt x="4" y="86"/>
                </a:lnTo>
                <a:lnTo>
                  <a:pt x="2" y="82"/>
                </a:lnTo>
                <a:lnTo>
                  <a:pt x="4" y="81"/>
                </a:lnTo>
                <a:lnTo>
                  <a:pt x="8" y="88"/>
                </a:lnTo>
                <a:moveTo>
                  <a:pt x="0" y="81"/>
                </a:moveTo>
                <a:lnTo>
                  <a:pt x="0" y="73"/>
                </a:lnTo>
                <a:lnTo>
                  <a:pt x="8" y="73"/>
                </a:lnTo>
                <a:lnTo>
                  <a:pt x="8" y="81"/>
                </a:lnTo>
                <a:lnTo>
                  <a:pt x="0" y="81"/>
                </a:lnTo>
                <a:moveTo>
                  <a:pt x="0" y="73"/>
                </a:moveTo>
                <a:lnTo>
                  <a:pt x="0" y="65"/>
                </a:lnTo>
                <a:lnTo>
                  <a:pt x="8" y="65"/>
                </a:lnTo>
                <a:lnTo>
                  <a:pt x="8" y="73"/>
                </a:lnTo>
                <a:lnTo>
                  <a:pt x="0" y="73"/>
                </a:lnTo>
                <a:moveTo>
                  <a:pt x="0" y="65"/>
                </a:moveTo>
                <a:lnTo>
                  <a:pt x="0" y="57"/>
                </a:lnTo>
                <a:lnTo>
                  <a:pt x="8" y="57"/>
                </a:lnTo>
                <a:lnTo>
                  <a:pt x="8" y="65"/>
                </a:lnTo>
                <a:lnTo>
                  <a:pt x="0" y="65"/>
                </a:lnTo>
                <a:moveTo>
                  <a:pt x="0" y="57"/>
                </a:moveTo>
                <a:lnTo>
                  <a:pt x="0" y="49"/>
                </a:lnTo>
                <a:lnTo>
                  <a:pt x="8" y="49"/>
                </a:lnTo>
                <a:lnTo>
                  <a:pt x="8" y="57"/>
                </a:lnTo>
                <a:lnTo>
                  <a:pt x="0" y="57"/>
                </a:lnTo>
                <a:moveTo>
                  <a:pt x="0" y="49"/>
                </a:moveTo>
                <a:lnTo>
                  <a:pt x="0" y="41"/>
                </a:lnTo>
                <a:lnTo>
                  <a:pt x="8" y="41"/>
                </a:lnTo>
                <a:lnTo>
                  <a:pt x="8" y="49"/>
                </a:lnTo>
                <a:lnTo>
                  <a:pt x="0" y="49"/>
                </a:lnTo>
                <a:moveTo>
                  <a:pt x="0" y="41"/>
                </a:moveTo>
                <a:lnTo>
                  <a:pt x="0" y="33"/>
                </a:lnTo>
                <a:lnTo>
                  <a:pt x="8" y="33"/>
                </a:lnTo>
                <a:lnTo>
                  <a:pt x="8" y="41"/>
                </a:lnTo>
                <a:lnTo>
                  <a:pt x="0" y="41"/>
                </a:lnTo>
                <a:moveTo>
                  <a:pt x="0" y="33"/>
                </a:moveTo>
                <a:lnTo>
                  <a:pt x="0" y="26"/>
                </a:lnTo>
                <a:lnTo>
                  <a:pt x="8" y="26"/>
                </a:lnTo>
                <a:lnTo>
                  <a:pt x="8" y="33"/>
                </a:lnTo>
                <a:lnTo>
                  <a:pt x="0" y="33"/>
                </a:lnTo>
                <a:moveTo>
                  <a:pt x="0" y="26"/>
                </a:moveTo>
                <a:lnTo>
                  <a:pt x="0" y="17"/>
                </a:lnTo>
                <a:lnTo>
                  <a:pt x="8" y="17"/>
                </a:lnTo>
                <a:lnTo>
                  <a:pt x="8" y="26"/>
                </a:lnTo>
                <a:lnTo>
                  <a:pt x="0" y="26"/>
                </a:lnTo>
                <a:moveTo>
                  <a:pt x="0" y="17"/>
                </a:moveTo>
                <a:lnTo>
                  <a:pt x="0" y="9"/>
                </a:lnTo>
                <a:lnTo>
                  <a:pt x="8" y="9"/>
                </a:lnTo>
                <a:lnTo>
                  <a:pt x="8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3" y="6"/>
                </a:lnTo>
                <a:lnTo>
                  <a:pt x="9" y="13"/>
                </a:lnTo>
                <a:lnTo>
                  <a:pt x="2" y="9"/>
                </a:lnTo>
                <a:lnTo>
                  <a:pt x="4" y="6"/>
                </a:lnTo>
                <a:lnTo>
                  <a:pt x="8" y="6"/>
                </a:lnTo>
                <a:lnTo>
                  <a:pt x="8" y="9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4" name=""/>
          <p:cNvSpPr/>
          <p:nvPr/>
        </p:nvSpPr>
        <p:spPr>
          <a:xfrm>
            <a:off x="4524480" y="3164040"/>
            <a:ext cx="193680" cy="5040"/>
          </a:xfrm>
          <a:custGeom>
            <a:avLst/>
            <a:gdLst/>
            <a:ahLst/>
            <a:rect l="0" t="0" r="r" b="b"/>
            <a:pathLst>
              <a:path fill="none" w="538" h="14">
                <a:moveTo>
                  <a:pt x="0" y="14"/>
                </a:moveTo>
                <a:lnTo>
                  <a:pt x="56" y="14"/>
                </a:lnTo>
                <a:cubicBezTo>
                  <a:pt x="111" y="14"/>
                  <a:pt x="221" y="14"/>
                  <a:pt x="310" y="12"/>
                </a:cubicBezTo>
                <a:cubicBezTo>
                  <a:pt x="400" y="10"/>
                  <a:pt x="469" y="4"/>
                  <a:pt x="503" y="2"/>
                </a:cubicBezTo>
                <a:lnTo>
                  <a:pt x="538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5" name=""/>
          <p:cNvSpPr/>
          <p:nvPr/>
        </p:nvSpPr>
        <p:spPr>
          <a:xfrm>
            <a:off x="4702680" y="3150720"/>
            <a:ext cx="29520" cy="28800"/>
          </a:xfrm>
          <a:custGeom>
            <a:avLst/>
            <a:gdLst/>
            <a:ahLst/>
            <a:rect l="0" t="0" r="r" b="b"/>
            <a:pathLst>
              <a:path w="82" h="80">
                <a:moveTo>
                  <a:pt x="0" y="0"/>
                </a:moveTo>
                <a:lnTo>
                  <a:pt x="82" y="35"/>
                </a:lnTo>
                <a:lnTo>
                  <a:pt x="5" y="80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6" name=""/>
          <p:cNvSpPr/>
          <p:nvPr/>
        </p:nvSpPr>
        <p:spPr>
          <a:xfrm>
            <a:off x="4700880" y="3148560"/>
            <a:ext cx="34560" cy="33120"/>
          </a:xfrm>
          <a:custGeom>
            <a:avLst/>
            <a:gdLst/>
            <a:ahLst/>
            <a:rect l="0" t="0" r="r" b="b"/>
            <a:pathLst>
              <a:path w="96" h="92">
                <a:moveTo>
                  <a:pt x="13" y="5"/>
                </a:moveTo>
                <a:lnTo>
                  <a:pt x="21" y="8"/>
                </a:lnTo>
                <a:lnTo>
                  <a:pt x="18" y="16"/>
                </a:lnTo>
                <a:lnTo>
                  <a:pt x="10" y="13"/>
                </a:lnTo>
                <a:lnTo>
                  <a:pt x="13" y="5"/>
                </a:lnTo>
                <a:moveTo>
                  <a:pt x="21" y="8"/>
                </a:moveTo>
                <a:lnTo>
                  <a:pt x="28" y="11"/>
                </a:lnTo>
                <a:lnTo>
                  <a:pt x="25" y="19"/>
                </a:lnTo>
                <a:lnTo>
                  <a:pt x="18" y="16"/>
                </a:lnTo>
                <a:lnTo>
                  <a:pt x="21" y="8"/>
                </a:lnTo>
                <a:moveTo>
                  <a:pt x="28" y="11"/>
                </a:moveTo>
                <a:lnTo>
                  <a:pt x="35" y="14"/>
                </a:lnTo>
                <a:lnTo>
                  <a:pt x="32" y="22"/>
                </a:lnTo>
                <a:lnTo>
                  <a:pt x="25" y="19"/>
                </a:lnTo>
                <a:lnTo>
                  <a:pt x="28" y="11"/>
                </a:lnTo>
                <a:moveTo>
                  <a:pt x="35" y="14"/>
                </a:moveTo>
                <a:lnTo>
                  <a:pt x="43" y="17"/>
                </a:lnTo>
                <a:lnTo>
                  <a:pt x="40" y="25"/>
                </a:lnTo>
                <a:lnTo>
                  <a:pt x="32" y="22"/>
                </a:lnTo>
                <a:lnTo>
                  <a:pt x="35" y="14"/>
                </a:lnTo>
                <a:moveTo>
                  <a:pt x="43" y="17"/>
                </a:moveTo>
                <a:lnTo>
                  <a:pt x="50" y="21"/>
                </a:lnTo>
                <a:lnTo>
                  <a:pt x="47" y="28"/>
                </a:lnTo>
                <a:lnTo>
                  <a:pt x="40" y="25"/>
                </a:lnTo>
                <a:lnTo>
                  <a:pt x="43" y="17"/>
                </a:lnTo>
                <a:moveTo>
                  <a:pt x="50" y="21"/>
                </a:moveTo>
                <a:lnTo>
                  <a:pt x="58" y="24"/>
                </a:lnTo>
                <a:lnTo>
                  <a:pt x="54" y="31"/>
                </a:lnTo>
                <a:lnTo>
                  <a:pt x="47" y="28"/>
                </a:lnTo>
                <a:lnTo>
                  <a:pt x="50" y="21"/>
                </a:lnTo>
                <a:moveTo>
                  <a:pt x="58" y="24"/>
                </a:moveTo>
                <a:lnTo>
                  <a:pt x="65" y="27"/>
                </a:lnTo>
                <a:lnTo>
                  <a:pt x="62" y="34"/>
                </a:lnTo>
                <a:lnTo>
                  <a:pt x="54" y="31"/>
                </a:lnTo>
                <a:lnTo>
                  <a:pt x="58" y="24"/>
                </a:lnTo>
                <a:moveTo>
                  <a:pt x="65" y="27"/>
                </a:moveTo>
                <a:lnTo>
                  <a:pt x="73" y="30"/>
                </a:lnTo>
                <a:lnTo>
                  <a:pt x="70" y="38"/>
                </a:lnTo>
                <a:lnTo>
                  <a:pt x="62" y="34"/>
                </a:lnTo>
                <a:lnTo>
                  <a:pt x="65" y="27"/>
                </a:lnTo>
                <a:moveTo>
                  <a:pt x="73" y="30"/>
                </a:moveTo>
                <a:lnTo>
                  <a:pt x="80" y="33"/>
                </a:lnTo>
                <a:lnTo>
                  <a:pt x="77" y="41"/>
                </a:lnTo>
                <a:lnTo>
                  <a:pt x="70" y="38"/>
                </a:lnTo>
                <a:lnTo>
                  <a:pt x="73" y="30"/>
                </a:lnTo>
                <a:moveTo>
                  <a:pt x="80" y="33"/>
                </a:moveTo>
                <a:lnTo>
                  <a:pt x="87" y="37"/>
                </a:lnTo>
                <a:lnTo>
                  <a:pt x="84" y="44"/>
                </a:lnTo>
                <a:lnTo>
                  <a:pt x="77" y="41"/>
                </a:lnTo>
                <a:lnTo>
                  <a:pt x="80" y="33"/>
                </a:lnTo>
                <a:moveTo>
                  <a:pt x="87" y="37"/>
                </a:moveTo>
                <a:lnTo>
                  <a:pt x="96" y="40"/>
                </a:lnTo>
                <a:lnTo>
                  <a:pt x="83" y="48"/>
                </a:lnTo>
                <a:lnTo>
                  <a:pt x="79" y="41"/>
                </a:lnTo>
                <a:lnTo>
                  <a:pt x="85" y="38"/>
                </a:lnTo>
                <a:lnTo>
                  <a:pt x="87" y="41"/>
                </a:lnTo>
                <a:lnTo>
                  <a:pt x="85" y="45"/>
                </a:lnTo>
                <a:lnTo>
                  <a:pt x="84" y="44"/>
                </a:lnTo>
                <a:lnTo>
                  <a:pt x="87" y="37"/>
                </a:lnTo>
                <a:moveTo>
                  <a:pt x="83" y="48"/>
                </a:moveTo>
                <a:lnTo>
                  <a:pt x="77" y="52"/>
                </a:lnTo>
                <a:lnTo>
                  <a:pt x="73" y="45"/>
                </a:lnTo>
                <a:lnTo>
                  <a:pt x="79" y="41"/>
                </a:lnTo>
                <a:lnTo>
                  <a:pt x="83" y="48"/>
                </a:lnTo>
                <a:moveTo>
                  <a:pt x="77" y="52"/>
                </a:moveTo>
                <a:lnTo>
                  <a:pt x="70" y="56"/>
                </a:lnTo>
                <a:lnTo>
                  <a:pt x="66" y="49"/>
                </a:lnTo>
                <a:lnTo>
                  <a:pt x="73" y="45"/>
                </a:lnTo>
                <a:lnTo>
                  <a:pt x="77" y="52"/>
                </a:lnTo>
                <a:moveTo>
                  <a:pt x="70" y="56"/>
                </a:moveTo>
                <a:lnTo>
                  <a:pt x="63" y="60"/>
                </a:lnTo>
                <a:lnTo>
                  <a:pt x="59" y="53"/>
                </a:lnTo>
                <a:lnTo>
                  <a:pt x="66" y="49"/>
                </a:lnTo>
                <a:lnTo>
                  <a:pt x="70" y="56"/>
                </a:lnTo>
                <a:moveTo>
                  <a:pt x="63" y="60"/>
                </a:moveTo>
                <a:lnTo>
                  <a:pt x="56" y="64"/>
                </a:lnTo>
                <a:lnTo>
                  <a:pt x="51" y="57"/>
                </a:lnTo>
                <a:lnTo>
                  <a:pt x="59" y="53"/>
                </a:lnTo>
                <a:lnTo>
                  <a:pt x="63" y="60"/>
                </a:lnTo>
                <a:moveTo>
                  <a:pt x="56" y="64"/>
                </a:moveTo>
                <a:lnTo>
                  <a:pt x="48" y="68"/>
                </a:lnTo>
                <a:lnTo>
                  <a:pt x="44" y="61"/>
                </a:lnTo>
                <a:lnTo>
                  <a:pt x="51" y="57"/>
                </a:lnTo>
                <a:lnTo>
                  <a:pt x="56" y="64"/>
                </a:lnTo>
                <a:moveTo>
                  <a:pt x="48" y="68"/>
                </a:moveTo>
                <a:lnTo>
                  <a:pt x="42" y="72"/>
                </a:lnTo>
                <a:lnTo>
                  <a:pt x="38" y="65"/>
                </a:lnTo>
                <a:lnTo>
                  <a:pt x="44" y="61"/>
                </a:lnTo>
                <a:lnTo>
                  <a:pt x="48" y="68"/>
                </a:lnTo>
                <a:moveTo>
                  <a:pt x="42" y="72"/>
                </a:moveTo>
                <a:lnTo>
                  <a:pt x="35" y="76"/>
                </a:lnTo>
                <a:lnTo>
                  <a:pt x="31" y="69"/>
                </a:lnTo>
                <a:lnTo>
                  <a:pt x="38" y="65"/>
                </a:lnTo>
                <a:lnTo>
                  <a:pt x="42" y="72"/>
                </a:lnTo>
                <a:moveTo>
                  <a:pt x="35" y="76"/>
                </a:moveTo>
                <a:lnTo>
                  <a:pt x="28" y="80"/>
                </a:lnTo>
                <a:lnTo>
                  <a:pt x="24" y="73"/>
                </a:lnTo>
                <a:lnTo>
                  <a:pt x="31" y="69"/>
                </a:lnTo>
                <a:lnTo>
                  <a:pt x="35" y="76"/>
                </a:lnTo>
                <a:moveTo>
                  <a:pt x="28" y="80"/>
                </a:moveTo>
                <a:lnTo>
                  <a:pt x="21" y="84"/>
                </a:lnTo>
                <a:lnTo>
                  <a:pt x="17" y="77"/>
                </a:lnTo>
                <a:lnTo>
                  <a:pt x="24" y="73"/>
                </a:lnTo>
                <a:lnTo>
                  <a:pt x="28" y="80"/>
                </a:lnTo>
                <a:moveTo>
                  <a:pt x="21" y="84"/>
                </a:moveTo>
                <a:lnTo>
                  <a:pt x="14" y="88"/>
                </a:lnTo>
                <a:lnTo>
                  <a:pt x="10" y="81"/>
                </a:lnTo>
                <a:lnTo>
                  <a:pt x="17" y="77"/>
                </a:lnTo>
                <a:lnTo>
                  <a:pt x="21" y="84"/>
                </a:lnTo>
                <a:moveTo>
                  <a:pt x="14" y="88"/>
                </a:moveTo>
                <a:lnTo>
                  <a:pt x="6" y="92"/>
                </a:lnTo>
                <a:lnTo>
                  <a:pt x="6" y="81"/>
                </a:lnTo>
                <a:lnTo>
                  <a:pt x="13" y="80"/>
                </a:lnTo>
                <a:lnTo>
                  <a:pt x="14" y="85"/>
                </a:lnTo>
                <a:lnTo>
                  <a:pt x="10" y="86"/>
                </a:lnTo>
                <a:lnTo>
                  <a:pt x="8" y="82"/>
                </a:lnTo>
                <a:lnTo>
                  <a:pt x="10" y="81"/>
                </a:lnTo>
                <a:lnTo>
                  <a:pt x="14" y="88"/>
                </a:lnTo>
                <a:moveTo>
                  <a:pt x="6" y="81"/>
                </a:moveTo>
                <a:lnTo>
                  <a:pt x="5" y="73"/>
                </a:lnTo>
                <a:lnTo>
                  <a:pt x="13" y="72"/>
                </a:lnTo>
                <a:lnTo>
                  <a:pt x="13" y="80"/>
                </a:lnTo>
                <a:lnTo>
                  <a:pt x="6" y="81"/>
                </a:lnTo>
                <a:moveTo>
                  <a:pt x="5" y="73"/>
                </a:moveTo>
                <a:lnTo>
                  <a:pt x="5" y="65"/>
                </a:lnTo>
                <a:lnTo>
                  <a:pt x="12" y="65"/>
                </a:lnTo>
                <a:lnTo>
                  <a:pt x="13" y="72"/>
                </a:lnTo>
                <a:lnTo>
                  <a:pt x="5" y="73"/>
                </a:lnTo>
                <a:moveTo>
                  <a:pt x="5" y="65"/>
                </a:moveTo>
                <a:lnTo>
                  <a:pt x="4" y="57"/>
                </a:lnTo>
                <a:lnTo>
                  <a:pt x="12" y="57"/>
                </a:lnTo>
                <a:lnTo>
                  <a:pt x="12" y="65"/>
                </a:lnTo>
                <a:lnTo>
                  <a:pt x="5" y="65"/>
                </a:lnTo>
                <a:moveTo>
                  <a:pt x="4" y="57"/>
                </a:moveTo>
                <a:lnTo>
                  <a:pt x="4" y="49"/>
                </a:lnTo>
                <a:lnTo>
                  <a:pt x="11" y="49"/>
                </a:lnTo>
                <a:lnTo>
                  <a:pt x="12" y="57"/>
                </a:lnTo>
                <a:lnTo>
                  <a:pt x="4" y="57"/>
                </a:lnTo>
                <a:moveTo>
                  <a:pt x="4" y="49"/>
                </a:moveTo>
                <a:lnTo>
                  <a:pt x="3" y="41"/>
                </a:lnTo>
                <a:lnTo>
                  <a:pt x="11" y="41"/>
                </a:lnTo>
                <a:lnTo>
                  <a:pt x="11" y="49"/>
                </a:lnTo>
                <a:lnTo>
                  <a:pt x="4" y="49"/>
                </a:lnTo>
                <a:moveTo>
                  <a:pt x="3" y="41"/>
                </a:moveTo>
                <a:lnTo>
                  <a:pt x="3" y="33"/>
                </a:lnTo>
                <a:lnTo>
                  <a:pt x="10" y="32"/>
                </a:lnTo>
                <a:lnTo>
                  <a:pt x="11" y="41"/>
                </a:lnTo>
                <a:lnTo>
                  <a:pt x="3" y="41"/>
                </a:lnTo>
                <a:moveTo>
                  <a:pt x="3" y="33"/>
                </a:moveTo>
                <a:lnTo>
                  <a:pt x="2" y="25"/>
                </a:lnTo>
                <a:lnTo>
                  <a:pt x="10" y="24"/>
                </a:lnTo>
                <a:lnTo>
                  <a:pt x="10" y="32"/>
                </a:lnTo>
                <a:lnTo>
                  <a:pt x="3" y="33"/>
                </a:lnTo>
                <a:moveTo>
                  <a:pt x="2" y="25"/>
                </a:moveTo>
                <a:lnTo>
                  <a:pt x="1" y="17"/>
                </a:lnTo>
                <a:lnTo>
                  <a:pt x="9" y="16"/>
                </a:lnTo>
                <a:lnTo>
                  <a:pt x="10" y="24"/>
                </a:lnTo>
                <a:lnTo>
                  <a:pt x="2" y="25"/>
                </a:lnTo>
                <a:moveTo>
                  <a:pt x="1" y="17"/>
                </a:moveTo>
                <a:lnTo>
                  <a:pt x="1" y="9"/>
                </a:lnTo>
                <a:lnTo>
                  <a:pt x="9" y="8"/>
                </a:lnTo>
                <a:lnTo>
                  <a:pt x="9" y="16"/>
                </a:lnTo>
                <a:lnTo>
                  <a:pt x="1" y="17"/>
                </a:lnTo>
                <a:moveTo>
                  <a:pt x="1" y="9"/>
                </a:moveTo>
                <a:lnTo>
                  <a:pt x="0" y="0"/>
                </a:lnTo>
                <a:lnTo>
                  <a:pt x="13" y="5"/>
                </a:lnTo>
                <a:lnTo>
                  <a:pt x="10" y="13"/>
                </a:lnTo>
                <a:lnTo>
                  <a:pt x="3" y="9"/>
                </a:lnTo>
                <a:lnTo>
                  <a:pt x="5" y="6"/>
                </a:lnTo>
                <a:lnTo>
                  <a:pt x="9" y="6"/>
                </a:lnTo>
                <a:lnTo>
                  <a:pt x="9" y="8"/>
                </a:lnTo>
                <a:lnTo>
                  <a:pt x="1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7" name=""/>
          <p:cNvSpPr/>
          <p:nvPr/>
        </p:nvSpPr>
        <p:spPr>
          <a:xfrm>
            <a:off x="5624640" y="3308760"/>
            <a:ext cx="163800" cy="35280"/>
          </a:xfrm>
          <a:custGeom>
            <a:avLst/>
            <a:gdLst/>
            <a:ahLst/>
            <a:rect l="0" t="0" r="r" b="b"/>
            <a:pathLst>
              <a:path fill="none" w="455" h="98">
                <a:moveTo>
                  <a:pt x="0" y="0"/>
                </a:moveTo>
                <a:lnTo>
                  <a:pt x="42" y="16"/>
                </a:lnTo>
                <a:cubicBezTo>
                  <a:pt x="84" y="32"/>
                  <a:pt x="166" y="65"/>
                  <a:pt x="241" y="82"/>
                </a:cubicBezTo>
                <a:cubicBezTo>
                  <a:pt x="317" y="98"/>
                  <a:pt x="386" y="98"/>
                  <a:pt x="420" y="98"/>
                </a:cubicBezTo>
                <a:lnTo>
                  <a:pt x="455" y="98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5773680" y="3329280"/>
            <a:ext cx="28800" cy="28800"/>
          </a:xfrm>
          <a:custGeom>
            <a:avLst/>
            <a:gdLst/>
            <a:ahLst/>
            <a:rect l="0" t="0" r="r" b="b"/>
            <a:pathLst>
              <a:path w="80" h="80">
                <a:moveTo>
                  <a:pt x="0" y="0"/>
                </a:moveTo>
                <a:lnTo>
                  <a:pt x="80" y="4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5772240" y="3327120"/>
            <a:ext cx="33480" cy="33480"/>
          </a:xfrm>
          <a:custGeom>
            <a:avLst/>
            <a:gdLst/>
            <a:ahLst/>
            <a:rect l="0" t="0" r="r" b="b"/>
            <a:pathLst>
              <a:path w="93" h="93">
                <a:moveTo>
                  <a:pt x="13" y="6"/>
                </a:moveTo>
                <a:lnTo>
                  <a:pt x="20" y="10"/>
                </a:lnTo>
                <a:lnTo>
                  <a:pt x="17" y="17"/>
                </a:lnTo>
                <a:lnTo>
                  <a:pt x="10" y="13"/>
                </a:lnTo>
                <a:lnTo>
                  <a:pt x="13" y="6"/>
                </a:lnTo>
                <a:moveTo>
                  <a:pt x="20" y="10"/>
                </a:moveTo>
                <a:lnTo>
                  <a:pt x="27" y="13"/>
                </a:lnTo>
                <a:lnTo>
                  <a:pt x="24" y="20"/>
                </a:lnTo>
                <a:lnTo>
                  <a:pt x="17" y="17"/>
                </a:lnTo>
                <a:lnTo>
                  <a:pt x="20" y="10"/>
                </a:lnTo>
                <a:moveTo>
                  <a:pt x="27" y="13"/>
                </a:moveTo>
                <a:lnTo>
                  <a:pt x="35" y="17"/>
                </a:lnTo>
                <a:lnTo>
                  <a:pt x="32" y="24"/>
                </a:lnTo>
                <a:lnTo>
                  <a:pt x="24" y="20"/>
                </a:lnTo>
                <a:lnTo>
                  <a:pt x="27" y="13"/>
                </a:lnTo>
                <a:moveTo>
                  <a:pt x="35" y="17"/>
                </a:moveTo>
                <a:lnTo>
                  <a:pt x="42" y="20"/>
                </a:lnTo>
                <a:lnTo>
                  <a:pt x="39" y="28"/>
                </a:lnTo>
                <a:lnTo>
                  <a:pt x="32" y="24"/>
                </a:lnTo>
                <a:lnTo>
                  <a:pt x="35" y="17"/>
                </a:lnTo>
                <a:moveTo>
                  <a:pt x="42" y="20"/>
                </a:moveTo>
                <a:lnTo>
                  <a:pt x="49" y="24"/>
                </a:lnTo>
                <a:lnTo>
                  <a:pt x="46" y="31"/>
                </a:lnTo>
                <a:lnTo>
                  <a:pt x="39" y="28"/>
                </a:lnTo>
                <a:lnTo>
                  <a:pt x="42" y="20"/>
                </a:lnTo>
                <a:moveTo>
                  <a:pt x="49" y="24"/>
                </a:moveTo>
                <a:lnTo>
                  <a:pt x="57" y="28"/>
                </a:lnTo>
                <a:lnTo>
                  <a:pt x="53" y="35"/>
                </a:lnTo>
                <a:lnTo>
                  <a:pt x="46" y="31"/>
                </a:lnTo>
                <a:lnTo>
                  <a:pt x="49" y="24"/>
                </a:lnTo>
                <a:moveTo>
                  <a:pt x="57" y="28"/>
                </a:moveTo>
                <a:lnTo>
                  <a:pt x="64" y="31"/>
                </a:lnTo>
                <a:lnTo>
                  <a:pt x="60" y="38"/>
                </a:lnTo>
                <a:lnTo>
                  <a:pt x="53" y="35"/>
                </a:lnTo>
                <a:lnTo>
                  <a:pt x="57" y="28"/>
                </a:lnTo>
                <a:moveTo>
                  <a:pt x="64" y="31"/>
                </a:moveTo>
                <a:lnTo>
                  <a:pt x="71" y="35"/>
                </a:lnTo>
                <a:lnTo>
                  <a:pt x="67" y="42"/>
                </a:lnTo>
                <a:lnTo>
                  <a:pt x="60" y="38"/>
                </a:lnTo>
                <a:lnTo>
                  <a:pt x="64" y="31"/>
                </a:lnTo>
                <a:moveTo>
                  <a:pt x="71" y="35"/>
                </a:moveTo>
                <a:lnTo>
                  <a:pt x="78" y="38"/>
                </a:lnTo>
                <a:lnTo>
                  <a:pt x="74" y="45"/>
                </a:lnTo>
                <a:lnTo>
                  <a:pt x="67" y="42"/>
                </a:lnTo>
                <a:lnTo>
                  <a:pt x="71" y="35"/>
                </a:lnTo>
                <a:moveTo>
                  <a:pt x="78" y="38"/>
                </a:moveTo>
                <a:lnTo>
                  <a:pt x="85" y="42"/>
                </a:lnTo>
                <a:lnTo>
                  <a:pt x="81" y="49"/>
                </a:lnTo>
                <a:lnTo>
                  <a:pt x="74" y="45"/>
                </a:lnTo>
                <a:lnTo>
                  <a:pt x="78" y="38"/>
                </a:lnTo>
                <a:moveTo>
                  <a:pt x="85" y="42"/>
                </a:moveTo>
                <a:lnTo>
                  <a:pt x="93" y="46"/>
                </a:lnTo>
                <a:lnTo>
                  <a:pt x="80" y="52"/>
                </a:lnTo>
                <a:lnTo>
                  <a:pt x="77" y="45"/>
                </a:lnTo>
                <a:lnTo>
                  <a:pt x="82" y="42"/>
                </a:lnTo>
                <a:lnTo>
                  <a:pt x="84" y="46"/>
                </a:lnTo>
                <a:lnTo>
                  <a:pt x="82" y="49"/>
                </a:lnTo>
                <a:lnTo>
                  <a:pt x="81" y="49"/>
                </a:lnTo>
                <a:lnTo>
                  <a:pt x="85" y="42"/>
                </a:lnTo>
                <a:moveTo>
                  <a:pt x="80" y="52"/>
                </a:moveTo>
                <a:lnTo>
                  <a:pt x="73" y="56"/>
                </a:lnTo>
                <a:lnTo>
                  <a:pt x="70" y="49"/>
                </a:lnTo>
                <a:lnTo>
                  <a:pt x="77" y="45"/>
                </a:lnTo>
                <a:lnTo>
                  <a:pt x="80" y="52"/>
                </a:lnTo>
                <a:moveTo>
                  <a:pt x="73" y="56"/>
                </a:moveTo>
                <a:lnTo>
                  <a:pt x="66" y="59"/>
                </a:lnTo>
                <a:lnTo>
                  <a:pt x="63" y="52"/>
                </a:lnTo>
                <a:lnTo>
                  <a:pt x="70" y="49"/>
                </a:lnTo>
                <a:lnTo>
                  <a:pt x="73" y="56"/>
                </a:lnTo>
                <a:moveTo>
                  <a:pt x="66" y="59"/>
                </a:moveTo>
                <a:lnTo>
                  <a:pt x="59" y="63"/>
                </a:lnTo>
                <a:lnTo>
                  <a:pt x="56" y="56"/>
                </a:lnTo>
                <a:lnTo>
                  <a:pt x="63" y="52"/>
                </a:lnTo>
                <a:lnTo>
                  <a:pt x="66" y="59"/>
                </a:lnTo>
                <a:moveTo>
                  <a:pt x="59" y="63"/>
                </a:moveTo>
                <a:lnTo>
                  <a:pt x="52" y="66"/>
                </a:lnTo>
                <a:lnTo>
                  <a:pt x="48" y="59"/>
                </a:lnTo>
                <a:lnTo>
                  <a:pt x="56" y="56"/>
                </a:lnTo>
                <a:lnTo>
                  <a:pt x="59" y="63"/>
                </a:lnTo>
                <a:moveTo>
                  <a:pt x="52" y="66"/>
                </a:moveTo>
                <a:lnTo>
                  <a:pt x="45" y="70"/>
                </a:lnTo>
                <a:lnTo>
                  <a:pt x="41" y="63"/>
                </a:lnTo>
                <a:lnTo>
                  <a:pt x="48" y="59"/>
                </a:lnTo>
                <a:lnTo>
                  <a:pt x="52" y="66"/>
                </a:lnTo>
                <a:moveTo>
                  <a:pt x="45" y="70"/>
                </a:moveTo>
                <a:lnTo>
                  <a:pt x="38" y="73"/>
                </a:lnTo>
                <a:lnTo>
                  <a:pt x="34" y="66"/>
                </a:lnTo>
                <a:lnTo>
                  <a:pt x="41" y="63"/>
                </a:lnTo>
                <a:lnTo>
                  <a:pt x="45" y="70"/>
                </a:lnTo>
                <a:moveTo>
                  <a:pt x="38" y="73"/>
                </a:moveTo>
                <a:lnTo>
                  <a:pt x="31" y="77"/>
                </a:lnTo>
                <a:lnTo>
                  <a:pt x="26" y="70"/>
                </a:lnTo>
                <a:lnTo>
                  <a:pt x="34" y="66"/>
                </a:lnTo>
                <a:lnTo>
                  <a:pt x="38" y="73"/>
                </a:lnTo>
                <a:moveTo>
                  <a:pt x="31" y="77"/>
                </a:moveTo>
                <a:lnTo>
                  <a:pt x="23" y="80"/>
                </a:lnTo>
                <a:lnTo>
                  <a:pt x="19" y="73"/>
                </a:lnTo>
                <a:lnTo>
                  <a:pt x="26" y="70"/>
                </a:lnTo>
                <a:lnTo>
                  <a:pt x="31" y="77"/>
                </a:lnTo>
                <a:moveTo>
                  <a:pt x="23" y="80"/>
                </a:moveTo>
                <a:lnTo>
                  <a:pt x="16" y="84"/>
                </a:lnTo>
                <a:lnTo>
                  <a:pt x="12" y="77"/>
                </a:lnTo>
                <a:lnTo>
                  <a:pt x="19" y="73"/>
                </a:lnTo>
                <a:lnTo>
                  <a:pt x="23" y="80"/>
                </a:lnTo>
                <a:moveTo>
                  <a:pt x="16" y="84"/>
                </a:moveTo>
                <a:lnTo>
                  <a:pt x="9" y="88"/>
                </a:lnTo>
                <a:lnTo>
                  <a:pt x="5" y="80"/>
                </a:lnTo>
                <a:lnTo>
                  <a:pt x="12" y="77"/>
                </a:lnTo>
                <a:lnTo>
                  <a:pt x="16" y="84"/>
                </a:lnTo>
                <a:moveTo>
                  <a:pt x="9" y="88"/>
                </a:moveTo>
                <a:lnTo>
                  <a:pt x="0" y="93"/>
                </a:lnTo>
                <a:lnTo>
                  <a:pt x="0" y="80"/>
                </a:lnTo>
                <a:lnTo>
                  <a:pt x="8" y="80"/>
                </a:lnTo>
                <a:lnTo>
                  <a:pt x="8" y="85"/>
                </a:lnTo>
                <a:lnTo>
                  <a:pt x="4" y="85"/>
                </a:lnTo>
                <a:lnTo>
                  <a:pt x="3" y="82"/>
                </a:lnTo>
                <a:lnTo>
                  <a:pt x="5" y="80"/>
                </a:lnTo>
                <a:lnTo>
                  <a:pt x="9" y="88"/>
                </a:lnTo>
                <a:moveTo>
                  <a:pt x="0" y="80"/>
                </a:moveTo>
                <a:lnTo>
                  <a:pt x="0" y="72"/>
                </a:lnTo>
                <a:lnTo>
                  <a:pt x="8" y="72"/>
                </a:lnTo>
                <a:lnTo>
                  <a:pt x="8" y="80"/>
                </a:lnTo>
                <a:lnTo>
                  <a:pt x="0" y="80"/>
                </a:lnTo>
                <a:moveTo>
                  <a:pt x="0" y="72"/>
                </a:moveTo>
                <a:lnTo>
                  <a:pt x="0" y="64"/>
                </a:lnTo>
                <a:lnTo>
                  <a:pt x="8" y="64"/>
                </a:lnTo>
                <a:lnTo>
                  <a:pt x="8" y="72"/>
                </a:lnTo>
                <a:lnTo>
                  <a:pt x="0" y="72"/>
                </a:lnTo>
                <a:moveTo>
                  <a:pt x="0" y="64"/>
                </a:moveTo>
                <a:lnTo>
                  <a:pt x="0" y="57"/>
                </a:lnTo>
                <a:lnTo>
                  <a:pt x="8" y="57"/>
                </a:lnTo>
                <a:lnTo>
                  <a:pt x="8" y="64"/>
                </a:lnTo>
                <a:lnTo>
                  <a:pt x="0" y="64"/>
                </a:lnTo>
                <a:moveTo>
                  <a:pt x="0" y="57"/>
                </a:moveTo>
                <a:lnTo>
                  <a:pt x="0" y="49"/>
                </a:lnTo>
                <a:lnTo>
                  <a:pt x="8" y="49"/>
                </a:lnTo>
                <a:lnTo>
                  <a:pt x="8" y="57"/>
                </a:lnTo>
                <a:lnTo>
                  <a:pt x="0" y="57"/>
                </a:lnTo>
                <a:moveTo>
                  <a:pt x="0" y="49"/>
                </a:moveTo>
                <a:lnTo>
                  <a:pt x="0" y="41"/>
                </a:lnTo>
                <a:lnTo>
                  <a:pt x="8" y="41"/>
                </a:lnTo>
                <a:lnTo>
                  <a:pt x="8" y="49"/>
                </a:lnTo>
                <a:lnTo>
                  <a:pt x="0" y="49"/>
                </a:lnTo>
                <a:moveTo>
                  <a:pt x="0" y="41"/>
                </a:moveTo>
                <a:lnTo>
                  <a:pt x="0" y="33"/>
                </a:lnTo>
                <a:lnTo>
                  <a:pt x="8" y="33"/>
                </a:lnTo>
                <a:lnTo>
                  <a:pt x="8" y="41"/>
                </a:lnTo>
                <a:lnTo>
                  <a:pt x="0" y="41"/>
                </a:lnTo>
                <a:moveTo>
                  <a:pt x="0" y="33"/>
                </a:moveTo>
                <a:lnTo>
                  <a:pt x="0" y="25"/>
                </a:lnTo>
                <a:lnTo>
                  <a:pt x="8" y="25"/>
                </a:lnTo>
                <a:lnTo>
                  <a:pt x="8" y="33"/>
                </a:lnTo>
                <a:lnTo>
                  <a:pt x="0" y="33"/>
                </a:lnTo>
                <a:moveTo>
                  <a:pt x="0" y="25"/>
                </a:moveTo>
                <a:lnTo>
                  <a:pt x="0" y="17"/>
                </a:lnTo>
                <a:lnTo>
                  <a:pt x="8" y="17"/>
                </a:lnTo>
                <a:lnTo>
                  <a:pt x="8" y="25"/>
                </a:lnTo>
                <a:lnTo>
                  <a:pt x="0" y="25"/>
                </a:lnTo>
                <a:moveTo>
                  <a:pt x="0" y="17"/>
                </a:moveTo>
                <a:lnTo>
                  <a:pt x="0" y="9"/>
                </a:lnTo>
                <a:lnTo>
                  <a:pt x="8" y="9"/>
                </a:lnTo>
                <a:lnTo>
                  <a:pt x="8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3" y="6"/>
                </a:lnTo>
                <a:lnTo>
                  <a:pt x="10" y="13"/>
                </a:lnTo>
                <a:lnTo>
                  <a:pt x="3" y="10"/>
                </a:lnTo>
                <a:lnTo>
                  <a:pt x="4" y="6"/>
                </a:lnTo>
                <a:lnTo>
                  <a:pt x="8" y="6"/>
                </a:lnTo>
                <a:lnTo>
                  <a:pt x="8" y="9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0" name=""/>
          <p:cNvSpPr/>
          <p:nvPr/>
        </p:nvSpPr>
        <p:spPr>
          <a:xfrm>
            <a:off x="4470120" y="3381120"/>
            <a:ext cx="357840" cy="240480"/>
          </a:xfrm>
          <a:custGeom>
            <a:avLst/>
            <a:gdLst/>
            <a:ahLst/>
            <a:rect l="0" t="0" r="r" b="b"/>
            <a:pathLst>
              <a:path fill="none" w="994" h="668">
                <a:moveTo>
                  <a:pt x="0" y="668"/>
                </a:moveTo>
                <a:lnTo>
                  <a:pt x="80" y="617"/>
                </a:lnTo>
                <a:cubicBezTo>
                  <a:pt x="160" y="566"/>
                  <a:pt x="320" y="464"/>
                  <a:pt x="486" y="353"/>
                </a:cubicBezTo>
                <a:cubicBezTo>
                  <a:pt x="651" y="241"/>
                  <a:pt x="822" y="120"/>
                  <a:pt x="907" y="60"/>
                </a:cubicBezTo>
                <a:lnTo>
                  <a:pt x="994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4807800" y="3372840"/>
            <a:ext cx="31680" cy="28440"/>
          </a:xfrm>
          <a:custGeom>
            <a:avLst/>
            <a:gdLst/>
            <a:ahLst/>
            <a:rect l="0" t="0" r="r" b="b"/>
            <a:pathLst>
              <a:path w="88" h="79">
                <a:moveTo>
                  <a:pt x="0" y="13"/>
                </a:moveTo>
                <a:lnTo>
                  <a:pt x="88" y="0"/>
                </a:lnTo>
                <a:lnTo>
                  <a:pt x="45" y="79"/>
                </a:lnTo>
                <a:lnTo>
                  <a:pt x="0" y="13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2" name=""/>
          <p:cNvSpPr/>
          <p:nvPr/>
        </p:nvSpPr>
        <p:spPr>
          <a:xfrm>
            <a:off x="4805280" y="3371040"/>
            <a:ext cx="36720" cy="32760"/>
          </a:xfrm>
          <a:custGeom>
            <a:avLst/>
            <a:gdLst/>
            <a:ahLst/>
            <a:rect l="0" t="0" r="r" b="b"/>
            <a:pathLst>
              <a:path w="102" h="91">
                <a:moveTo>
                  <a:pt x="14" y="13"/>
                </a:moveTo>
                <a:lnTo>
                  <a:pt x="22" y="12"/>
                </a:lnTo>
                <a:lnTo>
                  <a:pt x="23" y="20"/>
                </a:lnTo>
                <a:lnTo>
                  <a:pt x="15" y="21"/>
                </a:lnTo>
                <a:lnTo>
                  <a:pt x="14" y="13"/>
                </a:lnTo>
                <a:moveTo>
                  <a:pt x="22" y="12"/>
                </a:moveTo>
                <a:lnTo>
                  <a:pt x="30" y="11"/>
                </a:lnTo>
                <a:lnTo>
                  <a:pt x="31" y="19"/>
                </a:lnTo>
                <a:lnTo>
                  <a:pt x="23" y="20"/>
                </a:lnTo>
                <a:lnTo>
                  <a:pt x="22" y="12"/>
                </a:lnTo>
                <a:moveTo>
                  <a:pt x="30" y="11"/>
                </a:moveTo>
                <a:lnTo>
                  <a:pt x="38" y="10"/>
                </a:lnTo>
                <a:lnTo>
                  <a:pt x="40" y="18"/>
                </a:lnTo>
                <a:lnTo>
                  <a:pt x="31" y="19"/>
                </a:lnTo>
                <a:lnTo>
                  <a:pt x="30" y="11"/>
                </a:lnTo>
                <a:moveTo>
                  <a:pt x="38" y="10"/>
                </a:moveTo>
                <a:lnTo>
                  <a:pt x="46" y="9"/>
                </a:lnTo>
                <a:lnTo>
                  <a:pt x="47" y="16"/>
                </a:lnTo>
                <a:lnTo>
                  <a:pt x="40" y="18"/>
                </a:lnTo>
                <a:lnTo>
                  <a:pt x="38" y="10"/>
                </a:lnTo>
                <a:moveTo>
                  <a:pt x="46" y="9"/>
                </a:moveTo>
                <a:lnTo>
                  <a:pt x="54" y="7"/>
                </a:lnTo>
                <a:lnTo>
                  <a:pt x="55" y="15"/>
                </a:lnTo>
                <a:lnTo>
                  <a:pt x="47" y="16"/>
                </a:lnTo>
                <a:lnTo>
                  <a:pt x="46" y="9"/>
                </a:lnTo>
                <a:moveTo>
                  <a:pt x="54" y="7"/>
                </a:moveTo>
                <a:lnTo>
                  <a:pt x="62" y="6"/>
                </a:lnTo>
                <a:lnTo>
                  <a:pt x="63" y="14"/>
                </a:lnTo>
                <a:lnTo>
                  <a:pt x="55" y="15"/>
                </a:lnTo>
                <a:lnTo>
                  <a:pt x="54" y="7"/>
                </a:lnTo>
                <a:moveTo>
                  <a:pt x="62" y="6"/>
                </a:moveTo>
                <a:lnTo>
                  <a:pt x="70" y="5"/>
                </a:lnTo>
                <a:lnTo>
                  <a:pt x="71" y="13"/>
                </a:lnTo>
                <a:lnTo>
                  <a:pt x="63" y="14"/>
                </a:lnTo>
                <a:lnTo>
                  <a:pt x="62" y="6"/>
                </a:lnTo>
                <a:moveTo>
                  <a:pt x="70" y="5"/>
                </a:moveTo>
                <a:lnTo>
                  <a:pt x="77" y="4"/>
                </a:lnTo>
                <a:lnTo>
                  <a:pt x="79" y="12"/>
                </a:lnTo>
                <a:lnTo>
                  <a:pt x="71" y="13"/>
                </a:lnTo>
                <a:lnTo>
                  <a:pt x="70" y="5"/>
                </a:lnTo>
                <a:moveTo>
                  <a:pt x="77" y="4"/>
                </a:moveTo>
                <a:lnTo>
                  <a:pt x="85" y="3"/>
                </a:lnTo>
                <a:lnTo>
                  <a:pt x="86" y="10"/>
                </a:lnTo>
                <a:lnTo>
                  <a:pt x="79" y="12"/>
                </a:lnTo>
                <a:lnTo>
                  <a:pt x="77" y="4"/>
                </a:lnTo>
                <a:moveTo>
                  <a:pt x="85" y="3"/>
                </a:moveTo>
                <a:lnTo>
                  <a:pt x="93" y="1"/>
                </a:lnTo>
                <a:lnTo>
                  <a:pt x="94" y="9"/>
                </a:lnTo>
                <a:lnTo>
                  <a:pt x="86" y="10"/>
                </a:lnTo>
                <a:lnTo>
                  <a:pt x="85" y="3"/>
                </a:lnTo>
                <a:moveTo>
                  <a:pt x="93" y="1"/>
                </a:moveTo>
                <a:lnTo>
                  <a:pt x="102" y="0"/>
                </a:lnTo>
                <a:lnTo>
                  <a:pt x="95" y="13"/>
                </a:lnTo>
                <a:lnTo>
                  <a:pt x="88" y="9"/>
                </a:lnTo>
                <a:lnTo>
                  <a:pt x="91" y="3"/>
                </a:lnTo>
                <a:lnTo>
                  <a:pt x="95" y="5"/>
                </a:lnTo>
                <a:lnTo>
                  <a:pt x="96" y="9"/>
                </a:lnTo>
                <a:lnTo>
                  <a:pt x="94" y="9"/>
                </a:lnTo>
                <a:lnTo>
                  <a:pt x="93" y="1"/>
                </a:lnTo>
                <a:moveTo>
                  <a:pt x="95" y="13"/>
                </a:moveTo>
                <a:lnTo>
                  <a:pt x="92" y="20"/>
                </a:lnTo>
                <a:lnTo>
                  <a:pt x="85" y="16"/>
                </a:lnTo>
                <a:lnTo>
                  <a:pt x="88" y="9"/>
                </a:lnTo>
                <a:lnTo>
                  <a:pt x="95" y="13"/>
                </a:lnTo>
                <a:moveTo>
                  <a:pt x="92" y="20"/>
                </a:moveTo>
                <a:lnTo>
                  <a:pt x="88" y="27"/>
                </a:lnTo>
                <a:lnTo>
                  <a:pt x="81" y="23"/>
                </a:lnTo>
                <a:lnTo>
                  <a:pt x="85" y="16"/>
                </a:lnTo>
                <a:lnTo>
                  <a:pt x="92" y="20"/>
                </a:lnTo>
                <a:moveTo>
                  <a:pt x="88" y="27"/>
                </a:moveTo>
                <a:lnTo>
                  <a:pt x="84" y="34"/>
                </a:lnTo>
                <a:lnTo>
                  <a:pt x="77" y="30"/>
                </a:lnTo>
                <a:lnTo>
                  <a:pt x="81" y="23"/>
                </a:lnTo>
                <a:lnTo>
                  <a:pt x="88" y="27"/>
                </a:lnTo>
                <a:moveTo>
                  <a:pt x="84" y="34"/>
                </a:moveTo>
                <a:lnTo>
                  <a:pt x="80" y="40"/>
                </a:lnTo>
                <a:lnTo>
                  <a:pt x="74" y="37"/>
                </a:lnTo>
                <a:lnTo>
                  <a:pt x="77" y="30"/>
                </a:lnTo>
                <a:lnTo>
                  <a:pt x="84" y="34"/>
                </a:lnTo>
                <a:moveTo>
                  <a:pt x="80" y="40"/>
                </a:moveTo>
                <a:lnTo>
                  <a:pt x="77" y="48"/>
                </a:lnTo>
                <a:lnTo>
                  <a:pt x="70" y="45"/>
                </a:lnTo>
                <a:lnTo>
                  <a:pt x="74" y="37"/>
                </a:lnTo>
                <a:lnTo>
                  <a:pt x="80" y="40"/>
                </a:lnTo>
                <a:moveTo>
                  <a:pt x="77" y="48"/>
                </a:moveTo>
                <a:lnTo>
                  <a:pt x="73" y="55"/>
                </a:lnTo>
                <a:lnTo>
                  <a:pt x="66" y="52"/>
                </a:lnTo>
                <a:lnTo>
                  <a:pt x="70" y="45"/>
                </a:lnTo>
                <a:lnTo>
                  <a:pt x="77" y="48"/>
                </a:lnTo>
                <a:moveTo>
                  <a:pt x="73" y="55"/>
                </a:moveTo>
                <a:lnTo>
                  <a:pt x="69" y="62"/>
                </a:lnTo>
                <a:lnTo>
                  <a:pt x="62" y="59"/>
                </a:lnTo>
                <a:lnTo>
                  <a:pt x="66" y="52"/>
                </a:lnTo>
                <a:lnTo>
                  <a:pt x="73" y="55"/>
                </a:lnTo>
                <a:moveTo>
                  <a:pt x="69" y="62"/>
                </a:moveTo>
                <a:lnTo>
                  <a:pt x="66" y="69"/>
                </a:lnTo>
                <a:lnTo>
                  <a:pt x="59" y="66"/>
                </a:lnTo>
                <a:lnTo>
                  <a:pt x="62" y="59"/>
                </a:lnTo>
                <a:lnTo>
                  <a:pt x="69" y="62"/>
                </a:lnTo>
                <a:moveTo>
                  <a:pt x="66" y="69"/>
                </a:moveTo>
                <a:lnTo>
                  <a:pt x="62" y="76"/>
                </a:lnTo>
                <a:lnTo>
                  <a:pt x="55" y="73"/>
                </a:lnTo>
                <a:lnTo>
                  <a:pt x="59" y="66"/>
                </a:lnTo>
                <a:lnTo>
                  <a:pt x="66" y="69"/>
                </a:lnTo>
                <a:moveTo>
                  <a:pt x="62" y="76"/>
                </a:moveTo>
                <a:lnTo>
                  <a:pt x="58" y="83"/>
                </a:lnTo>
                <a:lnTo>
                  <a:pt x="51" y="79"/>
                </a:lnTo>
                <a:lnTo>
                  <a:pt x="55" y="73"/>
                </a:lnTo>
                <a:lnTo>
                  <a:pt x="62" y="76"/>
                </a:lnTo>
                <a:moveTo>
                  <a:pt x="58" y="83"/>
                </a:moveTo>
                <a:lnTo>
                  <a:pt x="54" y="91"/>
                </a:lnTo>
                <a:lnTo>
                  <a:pt x="47" y="82"/>
                </a:lnTo>
                <a:lnTo>
                  <a:pt x="54" y="77"/>
                </a:lnTo>
                <a:lnTo>
                  <a:pt x="56" y="82"/>
                </a:lnTo>
                <a:lnTo>
                  <a:pt x="53" y="84"/>
                </a:lnTo>
                <a:lnTo>
                  <a:pt x="50" y="82"/>
                </a:lnTo>
                <a:lnTo>
                  <a:pt x="51" y="79"/>
                </a:lnTo>
                <a:lnTo>
                  <a:pt x="58" y="83"/>
                </a:lnTo>
                <a:moveTo>
                  <a:pt x="47" y="82"/>
                </a:moveTo>
                <a:lnTo>
                  <a:pt x="43" y="76"/>
                </a:lnTo>
                <a:lnTo>
                  <a:pt x="49" y="71"/>
                </a:lnTo>
                <a:lnTo>
                  <a:pt x="54" y="77"/>
                </a:lnTo>
                <a:lnTo>
                  <a:pt x="47" y="82"/>
                </a:lnTo>
                <a:moveTo>
                  <a:pt x="43" y="76"/>
                </a:moveTo>
                <a:lnTo>
                  <a:pt x="38" y="69"/>
                </a:lnTo>
                <a:lnTo>
                  <a:pt x="44" y="65"/>
                </a:lnTo>
                <a:lnTo>
                  <a:pt x="49" y="71"/>
                </a:lnTo>
                <a:lnTo>
                  <a:pt x="43" y="76"/>
                </a:lnTo>
                <a:moveTo>
                  <a:pt x="38" y="69"/>
                </a:moveTo>
                <a:lnTo>
                  <a:pt x="32" y="63"/>
                </a:lnTo>
                <a:lnTo>
                  <a:pt x="40" y="58"/>
                </a:lnTo>
                <a:lnTo>
                  <a:pt x="44" y="65"/>
                </a:lnTo>
                <a:lnTo>
                  <a:pt x="38" y="69"/>
                </a:lnTo>
                <a:moveTo>
                  <a:pt x="32" y="63"/>
                </a:moveTo>
                <a:lnTo>
                  <a:pt x="28" y="56"/>
                </a:lnTo>
                <a:lnTo>
                  <a:pt x="34" y="52"/>
                </a:lnTo>
                <a:lnTo>
                  <a:pt x="40" y="58"/>
                </a:lnTo>
                <a:lnTo>
                  <a:pt x="32" y="63"/>
                </a:lnTo>
                <a:moveTo>
                  <a:pt x="28" y="56"/>
                </a:moveTo>
                <a:lnTo>
                  <a:pt x="23" y="50"/>
                </a:lnTo>
                <a:lnTo>
                  <a:pt x="30" y="45"/>
                </a:lnTo>
                <a:lnTo>
                  <a:pt x="34" y="52"/>
                </a:lnTo>
                <a:lnTo>
                  <a:pt x="28" y="56"/>
                </a:lnTo>
                <a:moveTo>
                  <a:pt x="23" y="50"/>
                </a:moveTo>
                <a:lnTo>
                  <a:pt x="19" y="43"/>
                </a:lnTo>
                <a:lnTo>
                  <a:pt x="25" y="38"/>
                </a:lnTo>
                <a:lnTo>
                  <a:pt x="30" y="45"/>
                </a:lnTo>
                <a:lnTo>
                  <a:pt x="23" y="50"/>
                </a:lnTo>
                <a:moveTo>
                  <a:pt x="19" y="43"/>
                </a:moveTo>
                <a:lnTo>
                  <a:pt x="14" y="36"/>
                </a:lnTo>
                <a:lnTo>
                  <a:pt x="21" y="31"/>
                </a:lnTo>
                <a:lnTo>
                  <a:pt x="25" y="38"/>
                </a:lnTo>
                <a:lnTo>
                  <a:pt x="19" y="43"/>
                </a:lnTo>
                <a:moveTo>
                  <a:pt x="14" y="36"/>
                </a:moveTo>
                <a:lnTo>
                  <a:pt x="10" y="29"/>
                </a:lnTo>
                <a:lnTo>
                  <a:pt x="16" y="25"/>
                </a:lnTo>
                <a:lnTo>
                  <a:pt x="21" y="31"/>
                </a:lnTo>
                <a:lnTo>
                  <a:pt x="14" y="36"/>
                </a:lnTo>
                <a:moveTo>
                  <a:pt x="10" y="29"/>
                </a:moveTo>
                <a:lnTo>
                  <a:pt x="5" y="23"/>
                </a:lnTo>
                <a:lnTo>
                  <a:pt x="12" y="18"/>
                </a:lnTo>
                <a:lnTo>
                  <a:pt x="16" y="25"/>
                </a:lnTo>
                <a:lnTo>
                  <a:pt x="10" y="29"/>
                </a:lnTo>
                <a:moveTo>
                  <a:pt x="5" y="23"/>
                </a:moveTo>
                <a:lnTo>
                  <a:pt x="0" y="15"/>
                </a:lnTo>
                <a:lnTo>
                  <a:pt x="14" y="13"/>
                </a:lnTo>
                <a:lnTo>
                  <a:pt x="15" y="21"/>
                </a:lnTo>
                <a:lnTo>
                  <a:pt x="7" y="22"/>
                </a:lnTo>
                <a:lnTo>
                  <a:pt x="7" y="18"/>
                </a:lnTo>
                <a:lnTo>
                  <a:pt x="10" y="16"/>
                </a:lnTo>
                <a:lnTo>
                  <a:pt x="12" y="18"/>
                </a:lnTo>
                <a:lnTo>
                  <a:pt x="5" y="23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3" name=""/>
          <p:cNvSpPr/>
          <p:nvPr/>
        </p:nvSpPr>
        <p:spPr>
          <a:xfrm>
            <a:off x="6724800" y="3343680"/>
            <a:ext cx="164520" cy="25200"/>
          </a:xfrm>
          <a:custGeom>
            <a:avLst/>
            <a:gdLst/>
            <a:ahLst/>
            <a:rect l="0" t="0" r="r" b="b"/>
            <a:pathLst>
              <a:path fill="none" w="457" h="70">
                <a:moveTo>
                  <a:pt x="0" y="0"/>
                </a:moveTo>
                <a:lnTo>
                  <a:pt x="41" y="0"/>
                </a:lnTo>
                <a:cubicBezTo>
                  <a:pt x="82" y="0"/>
                  <a:pt x="164" y="0"/>
                  <a:pt x="241" y="11"/>
                </a:cubicBezTo>
                <a:cubicBezTo>
                  <a:pt x="317" y="23"/>
                  <a:pt x="387" y="46"/>
                  <a:pt x="422" y="57"/>
                </a:cubicBezTo>
                <a:lnTo>
                  <a:pt x="457" y="7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6870960" y="3350520"/>
            <a:ext cx="31680" cy="27360"/>
          </a:xfrm>
          <a:custGeom>
            <a:avLst/>
            <a:gdLst/>
            <a:ahLst/>
            <a:rect l="0" t="0" r="r" b="b"/>
            <a:pathLst>
              <a:path w="88" h="76">
                <a:moveTo>
                  <a:pt x="26" y="0"/>
                </a:moveTo>
                <a:lnTo>
                  <a:pt x="88" y="63"/>
                </a:lnTo>
                <a:lnTo>
                  <a:pt x="0" y="76"/>
                </a:lnTo>
                <a:lnTo>
                  <a:pt x="26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6868800" y="3348000"/>
            <a:ext cx="36720" cy="31680"/>
          </a:xfrm>
          <a:custGeom>
            <a:avLst/>
            <a:gdLst/>
            <a:ahLst/>
            <a:rect l="0" t="0" r="r" b="b"/>
            <a:pathLst>
              <a:path w="102" h="88">
                <a:moveTo>
                  <a:pt x="39" y="10"/>
                </a:moveTo>
                <a:lnTo>
                  <a:pt x="45" y="15"/>
                </a:lnTo>
                <a:lnTo>
                  <a:pt x="39" y="21"/>
                </a:lnTo>
                <a:lnTo>
                  <a:pt x="33" y="15"/>
                </a:lnTo>
                <a:lnTo>
                  <a:pt x="39" y="10"/>
                </a:lnTo>
                <a:moveTo>
                  <a:pt x="45" y="15"/>
                </a:moveTo>
                <a:lnTo>
                  <a:pt x="50" y="21"/>
                </a:lnTo>
                <a:lnTo>
                  <a:pt x="45" y="27"/>
                </a:lnTo>
                <a:lnTo>
                  <a:pt x="39" y="21"/>
                </a:lnTo>
                <a:lnTo>
                  <a:pt x="45" y="15"/>
                </a:lnTo>
                <a:moveTo>
                  <a:pt x="50" y="21"/>
                </a:moveTo>
                <a:lnTo>
                  <a:pt x="56" y="27"/>
                </a:lnTo>
                <a:lnTo>
                  <a:pt x="50" y="33"/>
                </a:lnTo>
                <a:lnTo>
                  <a:pt x="45" y="27"/>
                </a:lnTo>
                <a:lnTo>
                  <a:pt x="50" y="21"/>
                </a:lnTo>
                <a:moveTo>
                  <a:pt x="56" y="27"/>
                </a:moveTo>
                <a:lnTo>
                  <a:pt x="62" y="33"/>
                </a:lnTo>
                <a:lnTo>
                  <a:pt x="56" y="39"/>
                </a:lnTo>
                <a:lnTo>
                  <a:pt x="50" y="33"/>
                </a:lnTo>
                <a:lnTo>
                  <a:pt x="56" y="27"/>
                </a:lnTo>
                <a:moveTo>
                  <a:pt x="62" y="33"/>
                </a:moveTo>
                <a:lnTo>
                  <a:pt x="68" y="39"/>
                </a:lnTo>
                <a:lnTo>
                  <a:pt x="62" y="44"/>
                </a:lnTo>
                <a:lnTo>
                  <a:pt x="56" y="39"/>
                </a:lnTo>
                <a:lnTo>
                  <a:pt x="62" y="33"/>
                </a:lnTo>
                <a:moveTo>
                  <a:pt x="68" y="39"/>
                </a:moveTo>
                <a:lnTo>
                  <a:pt x="73" y="44"/>
                </a:lnTo>
                <a:lnTo>
                  <a:pt x="68" y="50"/>
                </a:lnTo>
                <a:lnTo>
                  <a:pt x="62" y="44"/>
                </a:lnTo>
                <a:lnTo>
                  <a:pt x="68" y="39"/>
                </a:lnTo>
                <a:moveTo>
                  <a:pt x="73" y="44"/>
                </a:moveTo>
                <a:lnTo>
                  <a:pt x="79" y="50"/>
                </a:lnTo>
                <a:lnTo>
                  <a:pt x="74" y="55"/>
                </a:lnTo>
                <a:lnTo>
                  <a:pt x="68" y="50"/>
                </a:lnTo>
                <a:lnTo>
                  <a:pt x="73" y="44"/>
                </a:lnTo>
                <a:moveTo>
                  <a:pt x="79" y="50"/>
                </a:moveTo>
                <a:lnTo>
                  <a:pt x="85" y="55"/>
                </a:lnTo>
                <a:lnTo>
                  <a:pt x="79" y="61"/>
                </a:lnTo>
                <a:lnTo>
                  <a:pt x="74" y="55"/>
                </a:lnTo>
                <a:lnTo>
                  <a:pt x="79" y="50"/>
                </a:lnTo>
                <a:moveTo>
                  <a:pt x="85" y="55"/>
                </a:moveTo>
                <a:lnTo>
                  <a:pt x="90" y="61"/>
                </a:lnTo>
                <a:lnTo>
                  <a:pt x="85" y="67"/>
                </a:lnTo>
                <a:lnTo>
                  <a:pt x="79" y="61"/>
                </a:lnTo>
                <a:lnTo>
                  <a:pt x="85" y="55"/>
                </a:lnTo>
                <a:moveTo>
                  <a:pt x="90" y="61"/>
                </a:moveTo>
                <a:lnTo>
                  <a:pt x="96" y="66"/>
                </a:lnTo>
                <a:lnTo>
                  <a:pt x="90" y="72"/>
                </a:lnTo>
                <a:lnTo>
                  <a:pt x="85" y="67"/>
                </a:lnTo>
                <a:lnTo>
                  <a:pt x="90" y="61"/>
                </a:lnTo>
                <a:moveTo>
                  <a:pt x="96" y="66"/>
                </a:moveTo>
                <a:lnTo>
                  <a:pt x="102" y="73"/>
                </a:lnTo>
                <a:lnTo>
                  <a:pt x="88" y="75"/>
                </a:lnTo>
                <a:lnTo>
                  <a:pt x="87" y="67"/>
                </a:lnTo>
                <a:lnTo>
                  <a:pt x="94" y="66"/>
                </a:lnTo>
                <a:lnTo>
                  <a:pt x="94" y="70"/>
                </a:lnTo>
                <a:lnTo>
                  <a:pt x="91" y="73"/>
                </a:lnTo>
                <a:lnTo>
                  <a:pt x="90" y="72"/>
                </a:lnTo>
                <a:lnTo>
                  <a:pt x="96" y="66"/>
                </a:lnTo>
                <a:moveTo>
                  <a:pt x="88" y="75"/>
                </a:moveTo>
                <a:lnTo>
                  <a:pt x="80" y="76"/>
                </a:lnTo>
                <a:lnTo>
                  <a:pt x="79" y="68"/>
                </a:lnTo>
                <a:lnTo>
                  <a:pt x="87" y="67"/>
                </a:lnTo>
                <a:lnTo>
                  <a:pt x="88" y="75"/>
                </a:lnTo>
                <a:moveTo>
                  <a:pt x="80" y="76"/>
                </a:moveTo>
                <a:lnTo>
                  <a:pt x="73" y="77"/>
                </a:lnTo>
                <a:lnTo>
                  <a:pt x="72" y="70"/>
                </a:lnTo>
                <a:lnTo>
                  <a:pt x="79" y="68"/>
                </a:lnTo>
                <a:lnTo>
                  <a:pt x="80" y="76"/>
                </a:lnTo>
                <a:moveTo>
                  <a:pt x="73" y="77"/>
                </a:moveTo>
                <a:lnTo>
                  <a:pt x="65" y="79"/>
                </a:lnTo>
                <a:lnTo>
                  <a:pt x="64" y="71"/>
                </a:lnTo>
                <a:lnTo>
                  <a:pt x="72" y="70"/>
                </a:lnTo>
                <a:lnTo>
                  <a:pt x="73" y="77"/>
                </a:lnTo>
                <a:moveTo>
                  <a:pt x="65" y="79"/>
                </a:moveTo>
                <a:lnTo>
                  <a:pt x="56" y="80"/>
                </a:lnTo>
                <a:lnTo>
                  <a:pt x="55" y="72"/>
                </a:lnTo>
                <a:lnTo>
                  <a:pt x="64" y="71"/>
                </a:lnTo>
                <a:lnTo>
                  <a:pt x="65" y="79"/>
                </a:lnTo>
                <a:moveTo>
                  <a:pt x="56" y="80"/>
                </a:moveTo>
                <a:lnTo>
                  <a:pt x="48" y="81"/>
                </a:lnTo>
                <a:lnTo>
                  <a:pt x="47" y="73"/>
                </a:lnTo>
                <a:lnTo>
                  <a:pt x="55" y="72"/>
                </a:lnTo>
                <a:lnTo>
                  <a:pt x="56" y="80"/>
                </a:lnTo>
                <a:moveTo>
                  <a:pt x="48" y="81"/>
                </a:moveTo>
                <a:lnTo>
                  <a:pt x="40" y="82"/>
                </a:lnTo>
                <a:lnTo>
                  <a:pt x="39" y="74"/>
                </a:lnTo>
                <a:lnTo>
                  <a:pt x="47" y="73"/>
                </a:lnTo>
                <a:lnTo>
                  <a:pt x="48" y="81"/>
                </a:lnTo>
                <a:moveTo>
                  <a:pt x="40" y="82"/>
                </a:moveTo>
                <a:lnTo>
                  <a:pt x="33" y="83"/>
                </a:lnTo>
                <a:lnTo>
                  <a:pt x="31" y="75"/>
                </a:lnTo>
                <a:lnTo>
                  <a:pt x="39" y="74"/>
                </a:lnTo>
                <a:lnTo>
                  <a:pt x="40" y="82"/>
                </a:lnTo>
                <a:moveTo>
                  <a:pt x="33" y="83"/>
                </a:moveTo>
                <a:lnTo>
                  <a:pt x="25" y="84"/>
                </a:lnTo>
                <a:lnTo>
                  <a:pt x="24" y="76"/>
                </a:lnTo>
                <a:lnTo>
                  <a:pt x="31" y="75"/>
                </a:lnTo>
                <a:lnTo>
                  <a:pt x="33" y="83"/>
                </a:lnTo>
                <a:moveTo>
                  <a:pt x="25" y="84"/>
                </a:moveTo>
                <a:lnTo>
                  <a:pt x="17" y="85"/>
                </a:lnTo>
                <a:lnTo>
                  <a:pt x="16" y="78"/>
                </a:lnTo>
                <a:lnTo>
                  <a:pt x="24" y="76"/>
                </a:lnTo>
                <a:lnTo>
                  <a:pt x="25" y="84"/>
                </a:lnTo>
                <a:moveTo>
                  <a:pt x="17" y="85"/>
                </a:moveTo>
                <a:lnTo>
                  <a:pt x="9" y="86"/>
                </a:lnTo>
                <a:lnTo>
                  <a:pt x="8" y="79"/>
                </a:lnTo>
                <a:lnTo>
                  <a:pt x="16" y="78"/>
                </a:lnTo>
                <a:lnTo>
                  <a:pt x="17" y="85"/>
                </a:lnTo>
                <a:moveTo>
                  <a:pt x="9" y="86"/>
                </a:moveTo>
                <a:lnTo>
                  <a:pt x="0" y="88"/>
                </a:lnTo>
                <a:lnTo>
                  <a:pt x="4" y="77"/>
                </a:lnTo>
                <a:lnTo>
                  <a:pt x="11" y="79"/>
                </a:lnTo>
                <a:lnTo>
                  <a:pt x="10" y="84"/>
                </a:lnTo>
                <a:lnTo>
                  <a:pt x="6" y="83"/>
                </a:lnTo>
                <a:lnTo>
                  <a:pt x="5" y="79"/>
                </a:lnTo>
                <a:lnTo>
                  <a:pt x="8" y="79"/>
                </a:lnTo>
                <a:lnTo>
                  <a:pt x="9" y="86"/>
                </a:lnTo>
                <a:moveTo>
                  <a:pt x="4" y="77"/>
                </a:moveTo>
                <a:lnTo>
                  <a:pt x="6" y="69"/>
                </a:lnTo>
                <a:lnTo>
                  <a:pt x="14" y="72"/>
                </a:lnTo>
                <a:lnTo>
                  <a:pt x="11" y="79"/>
                </a:lnTo>
                <a:lnTo>
                  <a:pt x="4" y="77"/>
                </a:lnTo>
                <a:moveTo>
                  <a:pt x="6" y="69"/>
                </a:moveTo>
                <a:lnTo>
                  <a:pt x="9" y="62"/>
                </a:lnTo>
                <a:lnTo>
                  <a:pt x="16" y="64"/>
                </a:lnTo>
                <a:lnTo>
                  <a:pt x="14" y="72"/>
                </a:lnTo>
                <a:lnTo>
                  <a:pt x="6" y="69"/>
                </a:lnTo>
                <a:moveTo>
                  <a:pt x="9" y="62"/>
                </a:moveTo>
                <a:lnTo>
                  <a:pt x="11" y="54"/>
                </a:lnTo>
                <a:lnTo>
                  <a:pt x="19" y="57"/>
                </a:lnTo>
                <a:lnTo>
                  <a:pt x="16" y="64"/>
                </a:lnTo>
                <a:lnTo>
                  <a:pt x="9" y="62"/>
                </a:lnTo>
                <a:moveTo>
                  <a:pt x="11" y="54"/>
                </a:moveTo>
                <a:lnTo>
                  <a:pt x="14" y="47"/>
                </a:lnTo>
                <a:lnTo>
                  <a:pt x="21" y="49"/>
                </a:lnTo>
                <a:lnTo>
                  <a:pt x="19" y="57"/>
                </a:lnTo>
                <a:lnTo>
                  <a:pt x="11" y="54"/>
                </a:lnTo>
                <a:moveTo>
                  <a:pt x="14" y="47"/>
                </a:moveTo>
                <a:lnTo>
                  <a:pt x="16" y="40"/>
                </a:lnTo>
                <a:lnTo>
                  <a:pt x="24" y="42"/>
                </a:lnTo>
                <a:lnTo>
                  <a:pt x="21" y="49"/>
                </a:lnTo>
                <a:lnTo>
                  <a:pt x="14" y="47"/>
                </a:lnTo>
                <a:moveTo>
                  <a:pt x="16" y="40"/>
                </a:moveTo>
                <a:lnTo>
                  <a:pt x="19" y="32"/>
                </a:lnTo>
                <a:lnTo>
                  <a:pt x="26" y="34"/>
                </a:lnTo>
                <a:lnTo>
                  <a:pt x="24" y="42"/>
                </a:lnTo>
                <a:lnTo>
                  <a:pt x="16" y="40"/>
                </a:lnTo>
                <a:moveTo>
                  <a:pt x="19" y="32"/>
                </a:moveTo>
                <a:lnTo>
                  <a:pt x="21" y="24"/>
                </a:lnTo>
                <a:lnTo>
                  <a:pt x="28" y="26"/>
                </a:lnTo>
                <a:lnTo>
                  <a:pt x="26" y="34"/>
                </a:lnTo>
                <a:lnTo>
                  <a:pt x="19" y="32"/>
                </a:lnTo>
                <a:moveTo>
                  <a:pt x="21" y="24"/>
                </a:moveTo>
                <a:lnTo>
                  <a:pt x="23" y="16"/>
                </a:lnTo>
                <a:lnTo>
                  <a:pt x="31" y="19"/>
                </a:lnTo>
                <a:lnTo>
                  <a:pt x="28" y="26"/>
                </a:lnTo>
                <a:lnTo>
                  <a:pt x="21" y="24"/>
                </a:lnTo>
                <a:moveTo>
                  <a:pt x="23" y="16"/>
                </a:moveTo>
                <a:lnTo>
                  <a:pt x="26" y="9"/>
                </a:lnTo>
                <a:lnTo>
                  <a:pt x="33" y="11"/>
                </a:lnTo>
                <a:lnTo>
                  <a:pt x="31" y="19"/>
                </a:lnTo>
                <a:lnTo>
                  <a:pt x="23" y="16"/>
                </a:lnTo>
                <a:moveTo>
                  <a:pt x="26" y="9"/>
                </a:moveTo>
                <a:lnTo>
                  <a:pt x="29" y="0"/>
                </a:lnTo>
                <a:lnTo>
                  <a:pt x="39" y="10"/>
                </a:lnTo>
                <a:lnTo>
                  <a:pt x="33" y="15"/>
                </a:lnTo>
                <a:lnTo>
                  <a:pt x="28" y="10"/>
                </a:lnTo>
                <a:lnTo>
                  <a:pt x="31" y="7"/>
                </a:lnTo>
                <a:lnTo>
                  <a:pt x="34" y="8"/>
                </a:lnTo>
                <a:lnTo>
                  <a:pt x="33" y="11"/>
                </a:lnTo>
                <a:lnTo>
                  <a:pt x="26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6" name=""/>
          <p:cNvSpPr/>
          <p:nvPr/>
        </p:nvSpPr>
        <p:spPr>
          <a:xfrm>
            <a:off x="4554360" y="3670200"/>
            <a:ext cx="2334600" cy="50400"/>
          </a:xfrm>
          <a:custGeom>
            <a:avLst/>
            <a:gdLst/>
            <a:ahLst/>
            <a:rect l="0" t="0" r="r" b="b"/>
            <a:pathLst>
              <a:path fill="none" w="6485" h="140">
                <a:moveTo>
                  <a:pt x="0" y="140"/>
                </a:moveTo>
                <a:lnTo>
                  <a:pt x="41" y="127"/>
                </a:lnTo>
                <a:cubicBezTo>
                  <a:pt x="82" y="115"/>
                  <a:pt x="164" y="90"/>
                  <a:pt x="453" y="76"/>
                </a:cubicBezTo>
                <a:cubicBezTo>
                  <a:pt x="742" y="64"/>
                  <a:pt x="1238" y="64"/>
                  <a:pt x="1733" y="64"/>
                </a:cubicBezTo>
                <a:cubicBezTo>
                  <a:pt x="2229" y="64"/>
                  <a:pt x="2724" y="64"/>
                  <a:pt x="3227" y="64"/>
                </a:cubicBezTo>
                <a:cubicBezTo>
                  <a:pt x="3730" y="64"/>
                  <a:pt x="4239" y="64"/>
                  <a:pt x="4749" y="64"/>
                </a:cubicBezTo>
                <a:cubicBezTo>
                  <a:pt x="5258" y="64"/>
                  <a:pt x="5767" y="64"/>
                  <a:pt x="6057" y="53"/>
                </a:cubicBezTo>
                <a:cubicBezTo>
                  <a:pt x="6346" y="43"/>
                  <a:pt x="6416" y="21"/>
                  <a:pt x="6451" y="11"/>
                </a:cubicBezTo>
                <a:lnTo>
                  <a:pt x="6485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7" name=""/>
          <p:cNvSpPr/>
          <p:nvPr/>
        </p:nvSpPr>
        <p:spPr>
          <a:xfrm>
            <a:off x="6870960" y="3660840"/>
            <a:ext cx="31680" cy="27360"/>
          </a:xfrm>
          <a:custGeom>
            <a:avLst/>
            <a:gdLst/>
            <a:ahLst/>
            <a:rect l="0" t="0" r="r" b="b"/>
            <a:pathLst>
              <a:path w="88" h="76">
                <a:moveTo>
                  <a:pt x="0" y="0"/>
                </a:moveTo>
                <a:lnTo>
                  <a:pt x="88" y="15"/>
                </a:lnTo>
                <a:lnTo>
                  <a:pt x="23" y="76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6869160" y="3659040"/>
            <a:ext cx="36720" cy="32040"/>
          </a:xfrm>
          <a:custGeom>
            <a:avLst/>
            <a:gdLst/>
            <a:ahLst/>
            <a:rect l="0" t="0" r="r" b="b"/>
            <a:pathLst>
              <a:path w="102" h="89">
                <a:moveTo>
                  <a:pt x="14" y="2"/>
                </a:moveTo>
                <a:lnTo>
                  <a:pt x="21" y="4"/>
                </a:lnTo>
                <a:lnTo>
                  <a:pt x="20" y="11"/>
                </a:lnTo>
                <a:lnTo>
                  <a:pt x="12" y="10"/>
                </a:lnTo>
                <a:lnTo>
                  <a:pt x="14" y="2"/>
                </a:lnTo>
                <a:moveTo>
                  <a:pt x="21" y="4"/>
                </a:moveTo>
                <a:lnTo>
                  <a:pt x="29" y="5"/>
                </a:lnTo>
                <a:lnTo>
                  <a:pt x="28" y="13"/>
                </a:lnTo>
                <a:lnTo>
                  <a:pt x="20" y="11"/>
                </a:lnTo>
                <a:lnTo>
                  <a:pt x="21" y="4"/>
                </a:lnTo>
                <a:moveTo>
                  <a:pt x="29" y="5"/>
                </a:moveTo>
                <a:lnTo>
                  <a:pt x="37" y="6"/>
                </a:lnTo>
                <a:lnTo>
                  <a:pt x="36" y="14"/>
                </a:lnTo>
                <a:lnTo>
                  <a:pt x="28" y="13"/>
                </a:lnTo>
                <a:lnTo>
                  <a:pt x="29" y="5"/>
                </a:lnTo>
                <a:moveTo>
                  <a:pt x="37" y="6"/>
                </a:moveTo>
                <a:lnTo>
                  <a:pt x="45" y="8"/>
                </a:lnTo>
                <a:lnTo>
                  <a:pt x="43" y="15"/>
                </a:lnTo>
                <a:lnTo>
                  <a:pt x="36" y="14"/>
                </a:lnTo>
                <a:lnTo>
                  <a:pt x="37" y="6"/>
                </a:lnTo>
                <a:moveTo>
                  <a:pt x="45" y="8"/>
                </a:moveTo>
                <a:lnTo>
                  <a:pt x="52" y="9"/>
                </a:lnTo>
                <a:lnTo>
                  <a:pt x="51" y="17"/>
                </a:lnTo>
                <a:lnTo>
                  <a:pt x="43" y="15"/>
                </a:lnTo>
                <a:lnTo>
                  <a:pt x="45" y="8"/>
                </a:lnTo>
                <a:moveTo>
                  <a:pt x="52" y="9"/>
                </a:moveTo>
                <a:lnTo>
                  <a:pt x="60" y="10"/>
                </a:lnTo>
                <a:lnTo>
                  <a:pt x="59" y="18"/>
                </a:lnTo>
                <a:lnTo>
                  <a:pt x="51" y="17"/>
                </a:lnTo>
                <a:lnTo>
                  <a:pt x="52" y="9"/>
                </a:lnTo>
                <a:moveTo>
                  <a:pt x="60" y="10"/>
                </a:moveTo>
                <a:lnTo>
                  <a:pt x="68" y="12"/>
                </a:lnTo>
                <a:lnTo>
                  <a:pt x="67" y="19"/>
                </a:lnTo>
                <a:lnTo>
                  <a:pt x="59" y="18"/>
                </a:lnTo>
                <a:lnTo>
                  <a:pt x="60" y="10"/>
                </a:lnTo>
                <a:moveTo>
                  <a:pt x="68" y="12"/>
                </a:moveTo>
                <a:lnTo>
                  <a:pt x="77" y="13"/>
                </a:lnTo>
                <a:lnTo>
                  <a:pt x="75" y="21"/>
                </a:lnTo>
                <a:lnTo>
                  <a:pt x="67" y="19"/>
                </a:lnTo>
                <a:lnTo>
                  <a:pt x="68" y="12"/>
                </a:lnTo>
                <a:moveTo>
                  <a:pt x="77" y="13"/>
                </a:moveTo>
                <a:lnTo>
                  <a:pt x="85" y="14"/>
                </a:lnTo>
                <a:lnTo>
                  <a:pt x="83" y="22"/>
                </a:lnTo>
                <a:lnTo>
                  <a:pt x="75" y="21"/>
                </a:lnTo>
                <a:lnTo>
                  <a:pt x="77" y="13"/>
                </a:lnTo>
                <a:moveTo>
                  <a:pt x="85" y="14"/>
                </a:moveTo>
                <a:lnTo>
                  <a:pt x="92" y="16"/>
                </a:lnTo>
                <a:lnTo>
                  <a:pt x="91" y="23"/>
                </a:lnTo>
                <a:lnTo>
                  <a:pt x="83" y="22"/>
                </a:lnTo>
                <a:lnTo>
                  <a:pt x="85" y="14"/>
                </a:lnTo>
                <a:moveTo>
                  <a:pt x="92" y="16"/>
                </a:moveTo>
                <a:lnTo>
                  <a:pt x="102" y="17"/>
                </a:lnTo>
                <a:lnTo>
                  <a:pt x="91" y="27"/>
                </a:lnTo>
                <a:lnTo>
                  <a:pt x="86" y="21"/>
                </a:lnTo>
                <a:lnTo>
                  <a:pt x="90" y="17"/>
                </a:lnTo>
                <a:lnTo>
                  <a:pt x="93" y="20"/>
                </a:lnTo>
                <a:lnTo>
                  <a:pt x="92" y="24"/>
                </a:lnTo>
                <a:lnTo>
                  <a:pt x="91" y="23"/>
                </a:lnTo>
                <a:lnTo>
                  <a:pt x="92" y="16"/>
                </a:lnTo>
                <a:moveTo>
                  <a:pt x="91" y="27"/>
                </a:moveTo>
                <a:lnTo>
                  <a:pt x="85" y="32"/>
                </a:lnTo>
                <a:lnTo>
                  <a:pt x="80" y="27"/>
                </a:lnTo>
                <a:lnTo>
                  <a:pt x="86" y="21"/>
                </a:lnTo>
                <a:lnTo>
                  <a:pt x="91" y="27"/>
                </a:lnTo>
                <a:moveTo>
                  <a:pt x="85" y="32"/>
                </a:moveTo>
                <a:lnTo>
                  <a:pt x="80" y="38"/>
                </a:lnTo>
                <a:lnTo>
                  <a:pt x="74" y="32"/>
                </a:lnTo>
                <a:lnTo>
                  <a:pt x="80" y="27"/>
                </a:lnTo>
                <a:lnTo>
                  <a:pt x="85" y="32"/>
                </a:lnTo>
                <a:moveTo>
                  <a:pt x="80" y="38"/>
                </a:moveTo>
                <a:lnTo>
                  <a:pt x="74" y="43"/>
                </a:lnTo>
                <a:lnTo>
                  <a:pt x="68" y="38"/>
                </a:lnTo>
                <a:lnTo>
                  <a:pt x="74" y="32"/>
                </a:lnTo>
                <a:lnTo>
                  <a:pt x="80" y="38"/>
                </a:lnTo>
                <a:moveTo>
                  <a:pt x="74" y="43"/>
                </a:moveTo>
                <a:lnTo>
                  <a:pt x="67" y="49"/>
                </a:lnTo>
                <a:lnTo>
                  <a:pt x="62" y="43"/>
                </a:lnTo>
                <a:lnTo>
                  <a:pt x="68" y="38"/>
                </a:lnTo>
                <a:lnTo>
                  <a:pt x="74" y="43"/>
                </a:lnTo>
                <a:moveTo>
                  <a:pt x="67" y="49"/>
                </a:moveTo>
                <a:lnTo>
                  <a:pt x="62" y="54"/>
                </a:lnTo>
                <a:lnTo>
                  <a:pt x="56" y="48"/>
                </a:lnTo>
                <a:lnTo>
                  <a:pt x="62" y="43"/>
                </a:lnTo>
                <a:lnTo>
                  <a:pt x="67" y="49"/>
                </a:lnTo>
                <a:moveTo>
                  <a:pt x="62" y="54"/>
                </a:moveTo>
                <a:lnTo>
                  <a:pt x="56" y="61"/>
                </a:lnTo>
                <a:lnTo>
                  <a:pt x="50" y="54"/>
                </a:lnTo>
                <a:lnTo>
                  <a:pt x="56" y="48"/>
                </a:lnTo>
                <a:lnTo>
                  <a:pt x="62" y="54"/>
                </a:lnTo>
                <a:moveTo>
                  <a:pt x="56" y="61"/>
                </a:moveTo>
                <a:lnTo>
                  <a:pt x="50" y="66"/>
                </a:lnTo>
                <a:lnTo>
                  <a:pt x="45" y="60"/>
                </a:lnTo>
                <a:lnTo>
                  <a:pt x="50" y="54"/>
                </a:lnTo>
                <a:lnTo>
                  <a:pt x="56" y="61"/>
                </a:lnTo>
                <a:moveTo>
                  <a:pt x="50" y="66"/>
                </a:moveTo>
                <a:lnTo>
                  <a:pt x="44" y="71"/>
                </a:lnTo>
                <a:lnTo>
                  <a:pt x="39" y="66"/>
                </a:lnTo>
                <a:lnTo>
                  <a:pt x="45" y="60"/>
                </a:lnTo>
                <a:lnTo>
                  <a:pt x="50" y="66"/>
                </a:lnTo>
                <a:moveTo>
                  <a:pt x="44" y="71"/>
                </a:moveTo>
                <a:lnTo>
                  <a:pt x="39" y="77"/>
                </a:lnTo>
                <a:lnTo>
                  <a:pt x="33" y="71"/>
                </a:lnTo>
                <a:lnTo>
                  <a:pt x="39" y="66"/>
                </a:lnTo>
                <a:lnTo>
                  <a:pt x="44" y="71"/>
                </a:lnTo>
                <a:moveTo>
                  <a:pt x="39" y="77"/>
                </a:moveTo>
                <a:lnTo>
                  <a:pt x="33" y="82"/>
                </a:lnTo>
                <a:lnTo>
                  <a:pt x="27" y="77"/>
                </a:lnTo>
                <a:lnTo>
                  <a:pt x="33" y="71"/>
                </a:lnTo>
                <a:lnTo>
                  <a:pt x="39" y="77"/>
                </a:lnTo>
                <a:moveTo>
                  <a:pt x="33" y="82"/>
                </a:moveTo>
                <a:lnTo>
                  <a:pt x="26" y="89"/>
                </a:lnTo>
                <a:lnTo>
                  <a:pt x="23" y="78"/>
                </a:lnTo>
                <a:lnTo>
                  <a:pt x="30" y="75"/>
                </a:lnTo>
                <a:lnTo>
                  <a:pt x="32" y="80"/>
                </a:lnTo>
                <a:lnTo>
                  <a:pt x="28" y="81"/>
                </a:lnTo>
                <a:lnTo>
                  <a:pt x="25" y="78"/>
                </a:lnTo>
                <a:lnTo>
                  <a:pt x="27" y="77"/>
                </a:lnTo>
                <a:lnTo>
                  <a:pt x="33" y="82"/>
                </a:lnTo>
                <a:moveTo>
                  <a:pt x="23" y="78"/>
                </a:moveTo>
                <a:lnTo>
                  <a:pt x="21" y="70"/>
                </a:lnTo>
                <a:lnTo>
                  <a:pt x="28" y="68"/>
                </a:lnTo>
                <a:lnTo>
                  <a:pt x="30" y="75"/>
                </a:lnTo>
                <a:lnTo>
                  <a:pt x="23" y="78"/>
                </a:lnTo>
                <a:moveTo>
                  <a:pt x="21" y="70"/>
                </a:moveTo>
                <a:lnTo>
                  <a:pt x="18" y="63"/>
                </a:lnTo>
                <a:lnTo>
                  <a:pt x="26" y="60"/>
                </a:lnTo>
                <a:lnTo>
                  <a:pt x="28" y="68"/>
                </a:lnTo>
                <a:lnTo>
                  <a:pt x="21" y="70"/>
                </a:lnTo>
                <a:moveTo>
                  <a:pt x="18" y="63"/>
                </a:moveTo>
                <a:lnTo>
                  <a:pt x="16" y="54"/>
                </a:lnTo>
                <a:lnTo>
                  <a:pt x="24" y="52"/>
                </a:lnTo>
                <a:lnTo>
                  <a:pt x="26" y="60"/>
                </a:lnTo>
                <a:lnTo>
                  <a:pt x="18" y="63"/>
                </a:lnTo>
                <a:moveTo>
                  <a:pt x="16" y="54"/>
                </a:moveTo>
                <a:lnTo>
                  <a:pt x="14" y="47"/>
                </a:lnTo>
                <a:lnTo>
                  <a:pt x="21" y="44"/>
                </a:lnTo>
                <a:lnTo>
                  <a:pt x="24" y="52"/>
                </a:lnTo>
                <a:lnTo>
                  <a:pt x="16" y="54"/>
                </a:lnTo>
                <a:moveTo>
                  <a:pt x="14" y="47"/>
                </a:moveTo>
                <a:lnTo>
                  <a:pt x="11" y="39"/>
                </a:lnTo>
                <a:lnTo>
                  <a:pt x="19" y="37"/>
                </a:lnTo>
                <a:lnTo>
                  <a:pt x="21" y="44"/>
                </a:lnTo>
                <a:lnTo>
                  <a:pt x="14" y="47"/>
                </a:lnTo>
                <a:moveTo>
                  <a:pt x="11" y="39"/>
                </a:moveTo>
                <a:lnTo>
                  <a:pt x="9" y="31"/>
                </a:lnTo>
                <a:lnTo>
                  <a:pt x="17" y="29"/>
                </a:lnTo>
                <a:lnTo>
                  <a:pt x="19" y="37"/>
                </a:lnTo>
                <a:lnTo>
                  <a:pt x="11" y="39"/>
                </a:lnTo>
                <a:moveTo>
                  <a:pt x="9" y="31"/>
                </a:moveTo>
                <a:lnTo>
                  <a:pt x="7" y="24"/>
                </a:lnTo>
                <a:lnTo>
                  <a:pt x="14" y="22"/>
                </a:lnTo>
                <a:lnTo>
                  <a:pt x="17" y="29"/>
                </a:lnTo>
                <a:lnTo>
                  <a:pt x="9" y="31"/>
                </a:lnTo>
                <a:moveTo>
                  <a:pt x="7" y="24"/>
                </a:moveTo>
                <a:lnTo>
                  <a:pt x="4" y="16"/>
                </a:lnTo>
                <a:lnTo>
                  <a:pt x="12" y="14"/>
                </a:lnTo>
                <a:lnTo>
                  <a:pt x="14" y="22"/>
                </a:lnTo>
                <a:lnTo>
                  <a:pt x="7" y="24"/>
                </a:lnTo>
                <a:moveTo>
                  <a:pt x="4" y="16"/>
                </a:moveTo>
                <a:lnTo>
                  <a:pt x="2" y="9"/>
                </a:lnTo>
                <a:lnTo>
                  <a:pt x="10" y="6"/>
                </a:lnTo>
                <a:lnTo>
                  <a:pt x="12" y="14"/>
                </a:lnTo>
                <a:lnTo>
                  <a:pt x="4" y="16"/>
                </a:lnTo>
                <a:moveTo>
                  <a:pt x="2" y="9"/>
                </a:moveTo>
                <a:lnTo>
                  <a:pt x="0" y="0"/>
                </a:lnTo>
                <a:lnTo>
                  <a:pt x="14" y="2"/>
                </a:lnTo>
                <a:lnTo>
                  <a:pt x="12" y="10"/>
                </a:lnTo>
                <a:lnTo>
                  <a:pt x="4" y="9"/>
                </a:lnTo>
                <a:lnTo>
                  <a:pt x="5" y="5"/>
                </a:lnTo>
                <a:lnTo>
                  <a:pt x="9" y="4"/>
                </a:lnTo>
                <a:lnTo>
                  <a:pt x="10" y="6"/>
                </a:lnTo>
                <a:lnTo>
                  <a:pt x="2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9" name=""/>
          <p:cNvSpPr/>
          <p:nvPr/>
        </p:nvSpPr>
        <p:spPr>
          <a:xfrm>
            <a:off x="2508480" y="1399680"/>
            <a:ext cx="5649120" cy="187200"/>
          </a:xfrm>
          <a:custGeom>
            <a:avLst/>
            <a:gdLst/>
            <a:ahLst/>
            <a:rect l="0" t="0" r="r" b="b"/>
            <a:pathLst>
              <a:path fill="none" w="15692" h="520">
                <a:moveTo>
                  <a:pt x="0" y="120"/>
                </a:moveTo>
                <a:lnTo>
                  <a:pt x="41" y="100"/>
                </a:lnTo>
                <a:cubicBezTo>
                  <a:pt x="82" y="80"/>
                  <a:pt x="164" y="40"/>
                  <a:pt x="424" y="20"/>
                </a:cubicBezTo>
                <a:cubicBezTo>
                  <a:pt x="684" y="0"/>
                  <a:pt x="1123" y="0"/>
                  <a:pt x="1561" y="0"/>
                </a:cubicBezTo>
                <a:cubicBezTo>
                  <a:pt x="1999" y="0"/>
                  <a:pt x="2437" y="0"/>
                  <a:pt x="2910" y="0"/>
                </a:cubicBezTo>
                <a:cubicBezTo>
                  <a:pt x="3384" y="0"/>
                  <a:pt x="3893" y="0"/>
                  <a:pt x="4403" y="0"/>
                </a:cubicBezTo>
                <a:cubicBezTo>
                  <a:pt x="4912" y="0"/>
                  <a:pt x="5421" y="0"/>
                  <a:pt x="5924" y="0"/>
                </a:cubicBezTo>
                <a:cubicBezTo>
                  <a:pt x="6426" y="0"/>
                  <a:pt x="6922" y="0"/>
                  <a:pt x="7417" y="0"/>
                </a:cubicBezTo>
                <a:cubicBezTo>
                  <a:pt x="7913" y="0"/>
                  <a:pt x="8408" y="0"/>
                  <a:pt x="8911" y="0"/>
                </a:cubicBezTo>
                <a:cubicBezTo>
                  <a:pt x="9413" y="0"/>
                  <a:pt x="9922" y="0"/>
                  <a:pt x="10432" y="0"/>
                </a:cubicBezTo>
                <a:cubicBezTo>
                  <a:pt x="10941" y="0"/>
                  <a:pt x="11450" y="0"/>
                  <a:pt x="11960" y="0"/>
                </a:cubicBezTo>
                <a:cubicBezTo>
                  <a:pt x="12469" y="0"/>
                  <a:pt x="12978" y="0"/>
                  <a:pt x="13488" y="0"/>
                </a:cubicBezTo>
                <a:cubicBezTo>
                  <a:pt x="13997" y="0"/>
                  <a:pt x="14506" y="0"/>
                  <a:pt x="14874" y="87"/>
                </a:cubicBezTo>
                <a:cubicBezTo>
                  <a:pt x="15241" y="173"/>
                  <a:pt x="15466" y="346"/>
                  <a:pt x="15579" y="432"/>
                </a:cubicBezTo>
                <a:lnTo>
                  <a:pt x="15692" y="52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8137080" y="1566360"/>
            <a:ext cx="31680" cy="29160"/>
          </a:xfrm>
          <a:custGeom>
            <a:avLst/>
            <a:gdLst/>
            <a:ahLst/>
            <a:rect l="0" t="0" r="r" b="b"/>
            <a:pathLst>
              <a:path w="88" h="81">
                <a:moveTo>
                  <a:pt x="48" y="0"/>
                </a:moveTo>
                <a:lnTo>
                  <a:pt x="88" y="81"/>
                </a:lnTo>
                <a:lnTo>
                  <a:pt x="0" y="64"/>
                </a:lnTo>
                <a:lnTo>
                  <a:pt x="48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8134560" y="1563840"/>
            <a:ext cx="36720" cy="33480"/>
          </a:xfrm>
          <a:custGeom>
            <a:avLst/>
            <a:gdLst/>
            <a:ahLst/>
            <a:rect l="0" t="0" r="r" b="b"/>
            <a:pathLst>
              <a:path w="102" h="93">
                <a:moveTo>
                  <a:pt x="63" y="13"/>
                </a:moveTo>
                <a:lnTo>
                  <a:pt x="67" y="20"/>
                </a:lnTo>
                <a:lnTo>
                  <a:pt x="60" y="23"/>
                </a:lnTo>
                <a:lnTo>
                  <a:pt x="56" y="16"/>
                </a:lnTo>
                <a:lnTo>
                  <a:pt x="63" y="13"/>
                </a:lnTo>
                <a:moveTo>
                  <a:pt x="67" y="20"/>
                </a:moveTo>
                <a:lnTo>
                  <a:pt x="70" y="28"/>
                </a:lnTo>
                <a:lnTo>
                  <a:pt x="63" y="31"/>
                </a:lnTo>
                <a:lnTo>
                  <a:pt x="60" y="23"/>
                </a:lnTo>
                <a:lnTo>
                  <a:pt x="67" y="20"/>
                </a:lnTo>
                <a:moveTo>
                  <a:pt x="70" y="28"/>
                </a:moveTo>
                <a:lnTo>
                  <a:pt x="74" y="35"/>
                </a:lnTo>
                <a:lnTo>
                  <a:pt x="67" y="38"/>
                </a:lnTo>
                <a:lnTo>
                  <a:pt x="63" y="31"/>
                </a:lnTo>
                <a:lnTo>
                  <a:pt x="70" y="28"/>
                </a:lnTo>
                <a:moveTo>
                  <a:pt x="74" y="35"/>
                </a:moveTo>
                <a:lnTo>
                  <a:pt x="77" y="42"/>
                </a:lnTo>
                <a:lnTo>
                  <a:pt x="70" y="45"/>
                </a:lnTo>
                <a:lnTo>
                  <a:pt x="67" y="38"/>
                </a:lnTo>
                <a:lnTo>
                  <a:pt x="74" y="35"/>
                </a:lnTo>
                <a:moveTo>
                  <a:pt x="77" y="42"/>
                </a:moveTo>
                <a:lnTo>
                  <a:pt x="81" y="49"/>
                </a:lnTo>
                <a:lnTo>
                  <a:pt x="74" y="53"/>
                </a:lnTo>
                <a:lnTo>
                  <a:pt x="70" y="45"/>
                </a:lnTo>
                <a:lnTo>
                  <a:pt x="77" y="42"/>
                </a:lnTo>
                <a:moveTo>
                  <a:pt x="81" y="49"/>
                </a:moveTo>
                <a:lnTo>
                  <a:pt x="84" y="56"/>
                </a:lnTo>
                <a:lnTo>
                  <a:pt x="77" y="60"/>
                </a:lnTo>
                <a:lnTo>
                  <a:pt x="74" y="53"/>
                </a:lnTo>
                <a:lnTo>
                  <a:pt x="81" y="49"/>
                </a:lnTo>
                <a:moveTo>
                  <a:pt x="84" y="56"/>
                </a:moveTo>
                <a:lnTo>
                  <a:pt x="88" y="63"/>
                </a:lnTo>
                <a:lnTo>
                  <a:pt x="81" y="67"/>
                </a:lnTo>
                <a:lnTo>
                  <a:pt x="77" y="60"/>
                </a:lnTo>
                <a:lnTo>
                  <a:pt x="84" y="56"/>
                </a:lnTo>
                <a:moveTo>
                  <a:pt x="88" y="63"/>
                </a:moveTo>
                <a:lnTo>
                  <a:pt x="91" y="70"/>
                </a:lnTo>
                <a:lnTo>
                  <a:pt x="84" y="74"/>
                </a:lnTo>
                <a:lnTo>
                  <a:pt x="81" y="67"/>
                </a:lnTo>
                <a:lnTo>
                  <a:pt x="88" y="63"/>
                </a:lnTo>
                <a:moveTo>
                  <a:pt x="91" y="70"/>
                </a:moveTo>
                <a:lnTo>
                  <a:pt x="95" y="77"/>
                </a:lnTo>
                <a:lnTo>
                  <a:pt x="87" y="81"/>
                </a:lnTo>
                <a:lnTo>
                  <a:pt x="84" y="74"/>
                </a:lnTo>
                <a:lnTo>
                  <a:pt x="91" y="70"/>
                </a:lnTo>
                <a:moveTo>
                  <a:pt x="95" y="77"/>
                </a:moveTo>
                <a:lnTo>
                  <a:pt x="98" y="85"/>
                </a:lnTo>
                <a:lnTo>
                  <a:pt x="91" y="88"/>
                </a:lnTo>
                <a:lnTo>
                  <a:pt x="87" y="81"/>
                </a:lnTo>
                <a:lnTo>
                  <a:pt x="95" y="77"/>
                </a:lnTo>
                <a:moveTo>
                  <a:pt x="98" y="85"/>
                </a:moveTo>
                <a:lnTo>
                  <a:pt x="102" y="93"/>
                </a:lnTo>
                <a:lnTo>
                  <a:pt x="88" y="90"/>
                </a:lnTo>
                <a:lnTo>
                  <a:pt x="89" y="82"/>
                </a:lnTo>
                <a:lnTo>
                  <a:pt x="96" y="84"/>
                </a:lnTo>
                <a:lnTo>
                  <a:pt x="95" y="88"/>
                </a:lnTo>
                <a:lnTo>
                  <a:pt x="92" y="89"/>
                </a:lnTo>
                <a:lnTo>
                  <a:pt x="91" y="88"/>
                </a:lnTo>
                <a:lnTo>
                  <a:pt x="98" y="85"/>
                </a:lnTo>
                <a:moveTo>
                  <a:pt x="88" y="90"/>
                </a:moveTo>
                <a:lnTo>
                  <a:pt x="80" y="89"/>
                </a:lnTo>
                <a:lnTo>
                  <a:pt x="82" y="81"/>
                </a:lnTo>
                <a:lnTo>
                  <a:pt x="89" y="82"/>
                </a:lnTo>
                <a:lnTo>
                  <a:pt x="88" y="90"/>
                </a:lnTo>
                <a:moveTo>
                  <a:pt x="80" y="89"/>
                </a:moveTo>
                <a:lnTo>
                  <a:pt x="72" y="87"/>
                </a:lnTo>
                <a:lnTo>
                  <a:pt x="74" y="79"/>
                </a:lnTo>
                <a:lnTo>
                  <a:pt x="82" y="81"/>
                </a:lnTo>
                <a:lnTo>
                  <a:pt x="80" y="89"/>
                </a:lnTo>
                <a:moveTo>
                  <a:pt x="72" y="87"/>
                </a:moveTo>
                <a:lnTo>
                  <a:pt x="65" y="86"/>
                </a:lnTo>
                <a:lnTo>
                  <a:pt x="66" y="78"/>
                </a:lnTo>
                <a:lnTo>
                  <a:pt x="74" y="79"/>
                </a:lnTo>
                <a:lnTo>
                  <a:pt x="72" y="87"/>
                </a:lnTo>
                <a:moveTo>
                  <a:pt x="65" y="86"/>
                </a:moveTo>
                <a:lnTo>
                  <a:pt x="57" y="84"/>
                </a:lnTo>
                <a:lnTo>
                  <a:pt x="58" y="76"/>
                </a:lnTo>
                <a:lnTo>
                  <a:pt x="66" y="78"/>
                </a:lnTo>
                <a:lnTo>
                  <a:pt x="65" y="86"/>
                </a:lnTo>
                <a:moveTo>
                  <a:pt x="57" y="84"/>
                </a:moveTo>
                <a:lnTo>
                  <a:pt x="48" y="83"/>
                </a:lnTo>
                <a:lnTo>
                  <a:pt x="50" y="75"/>
                </a:lnTo>
                <a:lnTo>
                  <a:pt x="58" y="76"/>
                </a:lnTo>
                <a:lnTo>
                  <a:pt x="57" y="84"/>
                </a:lnTo>
                <a:moveTo>
                  <a:pt x="48" y="83"/>
                </a:moveTo>
                <a:lnTo>
                  <a:pt x="40" y="81"/>
                </a:lnTo>
                <a:lnTo>
                  <a:pt x="42" y="73"/>
                </a:lnTo>
                <a:lnTo>
                  <a:pt x="50" y="75"/>
                </a:lnTo>
                <a:lnTo>
                  <a:pt x="48" y="83"/>
                </a:lnTo>
                <a:moveTo>
                  <a:pt x="40" y="81"/>
                </a:moveTo>
                <a:lnTo>
                  <a:pt x="33" y="80"/>
                </a:lnTo>
                <a:lnTo>
                  <a:pt x="34" y="72"/>
                </a:lnTo>
                <a:lnTo>
                  <a:pt x="42" y="73"/>
                </a:lnTo>
                <a:lnTo>
                  <a:pt x="40" y="81"/>
                </a:lnTo>
                <a:moveTo>
                  <a:pt x="33" y="80"/>
                </a:moveTo>
                <a:lnTo>
                  <a:pt x="25" y="78"/>
                </a:lnTo>
                <a:lnTo>
                  <a:pt x="27" y="71"/>
                </a:lnTo>
                <a:lnTo>
                  <a:pt x="34" y="72"/>
                </a:lnTo>
                <a:lnTo>
                  <a:pt x="33" y="80"/>
                </a:lnTo>
                <a:moveTo>
                  <a:pt x="25" y="78"/>
                </a:moveTo>
                <a:lnTo>
                  <a:pt x="17" y="77"/>
                </a:lnTo>
                <a:lnTo>
                  <a:pt x="19" y="69"/>
                </a:lnTo>
                <a:lnTo>
                  <a:pt x="27" y="71"/>
                </a:lnTo>
                <a:lnTo>
                  <a:pt x="25" y="78"/>
                </a:lnTo>
                <a:moveTo>
                  <a:pt x="17" y="77"/>
                </a:moveTo>
                <a:lnTo>
                  <a:pt x="10" y="75"/>
                </a:lnTo>
                <a:lnTo>
                  <a:pt x="11" y="68"/>
                </a:lnTo>
                <a:lnTo>
                  <a:pt x="19" y="69"/>
                </a:lnTo>
                <a:lnTo>
                  <a:pt x="17" y="77"/>
                </a:lnTo>
                <a:moveTo>
                  <a:pt x="10" y="75"/>
                </a:moveTo>
                <a:lnTo>
                  <a:pt x="0" y="74"/>
                </a:lnTo>
                <a:lnTo>
                  <a:pt x="7" y="64"/>
                </a:lnTo>
                <a:lnTo>
                  <a:pt x="14" y="69"/>
                </a:lnTo>
                <a:lnTo>
                  <a:pt x="11" y="73"/>
                </a:lnTo>
                <a:lnTo>
                  <a:pt x="7" y="71"/>
                </a:lnTo>
                <a:lnTo>
                  <a:pt x="8" y="67"/>
                </a:lnTo>
                <a:lnTo>
                  <a:pt x="11" y="68"/>
                </a:lnTo>
                <a:lnTo>
                  <a:pt x="10" y="75"/>
                </a:lnTo>
                <a:moveTo>
                  <a:pt x="7" y="64"/>
                </a:moveTo>
                <a:lnTo>
                  <a:pt x="12" y="58"/>
                </a:lnTo>
                <a:lnTo>
                  <a:pt x="18" y="63"/>
                </a:lnTo>
                <a:lnTo>
                  <a:pt x="14" y="69"/>
                </a:lnTo>
                <a:lnTo>
                  <a:pt x="7" y="64"/>
                </a:lnTo>
                <a:moveTo>
                  <a:pt x="12" y="58"/>
                </a:moveTo>
                <a:lnTo>
                  <a:pt x="17" y="52"/>
                </a:lnTo>
                <a:lnTo>
                  <a:pt x="23" y="57"/>
                </a:lnTo>
                <a:lnTo>
                  <a:pt x="18" y="63"/>
                </a:lnTo>
                <a:lnTo>
                  <a:pt x="12" y="58"/>
                </a:lnTo>
                <a:moveTo>
                  <a:pt x="17" y="52"/>
                </a:moveTo>
                <a:lnTo>
                  <a:pt x="22" y="46"/>
                </a:lnTo>
                <a:lnTo>
                  <a:pt x="28" y="50"/>
                </a:lnTo>
                <a:lnTo>
                  <a:pt x="23" y="57"/>
                </a:lnTo>
                <a:lnTo>
                  <a:pt x="17" y="52"/>
                </a:lnTo>
                <a:moveTo>
                  <a:pt x="22" y="46"/>
                </a:moveTo>
                <a:lnTo>
                  <a:pt x="27" y="39"/>
                </a:lnTo>
                <a:lnTo>
                  <a:pt x="33" y="44"/>
                </a:lnTo>
                <a:lnTo>
                  <a:pt x="28" y="50"/>
                </a:lnTo>
                <a:lnTo>
                  <a:pt x="22" y="46"/>
                </a:lnTo>
                <a:moveTo>
                  <a:pt x="27" y="39"/>
                </a:moveTo>
                <a:lnTo>
                  <a:pt x="31" y="33"/>
                </a:lnTo>
                <a:lnTo>
                  <a:pt x="38" y="38"/>
                </a:lnTo>
                <a:lnTo>
                  <a:pt x="33" y="44"/>
                </a:lnTo>
                <a:lnTo>
                  <a:pt x="27" y="39"/>
                </a:lnTo>
                <a:moveTo>
                  <a:pt x="31" y="33"/>
                </a:moveTo>
                <a:lnTo>
                  <a:pt x="36" y="27"/>
                </a:lnTo>
                <a:lnTo>
                  <a:pt x="42" y="32"/>
                </a:lnTo>
                <a:lnTo>
                  <a:pt x="38" y="38"/>
                </a:lnTo>
                <a:lnTo>
                  <a:pt x="31" y="33"/>
                </a:lnTo>
                <a:moveTo>
                  <a:pt x="36" y="27"/>
                </a:moveTo>
                <a:lnTo>
                  <a:pt x="41" y="20"/>
                </a:lnTo>
                <a:lnTo>
                  <a:pt x="47" y="24"/>
                </a:lnTo>
                <a:lnTo>
                  <a:pt x="42" y="32"/>
                </a:lnTo>
                <a:lnTo>
                  <a:pt x="36" y="27"/>
                </a:lnTo>
                <a:moveTo>
                  <a:pt x="41" y="20"/>
                </a:moveTo>
                <a:lnTo>
                  <a:pt x="46" y="13"/>
                </a:lnTo>
                <a:lnTo>
                  <a:pt x="52" y="18"/>
                </a:lnTo>
                <a:lnTo>
                  <a:pt x="47" y="24"/>
                </a:lnTo>
                <a:lnTo>
                  <a:pt x="41" y="20"/>
                </a:lnTo>
                <a:moveTo>
                  <a:pt x="46" y="13"/>
                </a:moveTo>
                <a:lnTo>
                  <a:pt x="51" y="7"/>
                </a:lnTo>
                <a:lnTo>
                  <a:pt x="58" y="12"/>
                </a:lnTo>
                <a:lnTo>
                  <a:pt x="52" y="18"/>
                </a:lnTo>
                <a:lnTo>
                  <a:pt x="46" y="13"/>
                </a:lnTo>
                <a:moveTo>
                  <a:pt x="51" y="7"/>
                </a:moveTo>
                <a:lnTo>
                  <a:pt x="57" y="0"/>
                </a:lnTo>
                <a:lnTo>
                  <a:pt x="63" y="13"/>
                </a:lnTo>
                <a:lnTo>
                  <a:pt x="56" y="16"/>
                </a:lnTo>
                <a:lnTo>
                  <a:pt x="52" y="9"/>
                </a:lnTo>
                <a:lnTo>
                  <a:pt x="56" y="7"/>
                </a:lnTo>
                <a:lnTo>
                  <a:pt x="60" y="10"/>
                </a:lnTo>
                <a:lnTo>
                  <a:pt x="58" y="12"/>
                </a:lnTo>
                <a:lnTo>
                  <a:pt x="51" y="7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2" name=""/>
          <p:cNvSpPr/>
          <p:nvPr/>
        </p:nvSpPr>
        <p:spPr>
          <a:xfrm>
            <a:off x="4267440" y="1470960"/>
            <a:ext cx="3832560" cy="516600"/>
          </a:xfrm>
          <a:custGeom>
            <a:avLst/>
            <a:gdLst/>
            <a:ahLst/>
            <a:rect l="0" t="0" r="r" b="b"/>
            <a:pathLst>
              <a:path fill="none" w="10646" h="1435">
                <a:moveTo>
                  <a:pt x="0" y="1435"/>
                </a:moveTo>
                <a:lnTo>
                  <a:pt x="174" y="1196"/>
                </a:lnTo>
                <a:cubicBezTo>
                  <a:pt x="348" y="957"/>
                  <a:pt x="696" y="478"/>
                  <a:pt x="1117" y="239"/>
                </a:cubicBezTo>
                <a:cubicBezTo>
                  <a:pt x="1539" y="0"/>
                  <a:pt x="2035" y="0"/>
                  <a:pt x="2530" y="0"/>
                </a:cubicBezTo>
                <a:cubicBezTo>
                  <a:pt x="3026" y="0"/>
                  <a:pt x="3521" y="0"/>
                  <a:pt x="4024" y="0"/>
                </a:cubicBezTo>
                <a:cubicBezTo>
                  <a:pt x="4527" y="0"/>
                  <a:pt x="5036" y="0"/>
                  <a:pt x="5546" y="0"/>
                </a:cubicBezTo>
                <a:cubicBezTo>
                  <a:pt x="6055" y="0"/>
                  <a:pt x="6564" y="0"/>
                  <a:pt x="7074" y="0"/>
                </a:cubicBezTo>
                <a:cubicBezTo>
                  <a:pt x="7583" y="0"/>
                  <a:pt x="8092" y="0"/>
                  <a:pt x="8602" y="0"/>
                </a:cubicBezTo>
                <a:cubicBezTo>
                  <a:pt x="9111" y="0"/>
                  <a:pt x="9620" y="0"/>
                  <a:pt x="9961" y="54"/>
                </a:cubicBezTo>
                <a:cubicBezTo>
                  <a:pt x="10302" y="108"/>
                  <a:pt x="10474" y="216"/>
                  <a:pt x="10560" y="270"/>
                </a:cubicBezTo>
                <a:lnTo>
                  <a:pt x="10646" y="324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8080200" y="1567800"/>
            <a:ext cx="31680" cy="27720"/>
          </a:xfrm>
          <a:custGeom>
            <a:avLst/>
            <a:gdLst/>
            <a:ahLst/>
            <a:rect l="0" t="0" r="r" b="b"/>
            <a:pathLst>
              <a:path w="88" h="77">
                <a:moveTo>
                  <a:pt x="41" y="0"/>
                </a:moveTo>
                <a:lnTo>
                  <a:pt x="88" y="77"/>
                </a:lnTo>
                <a:lnTo>
                  <a:pt x="0" y="68"/>
                </a:lnTo>
                <a:lnTo>
                  <a:pt x="41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8077680" y="1565280"/>
            <a:ext cx="37080" cy="31680"/>
          </a:xfrm>
          <a:custGeom>
            <a:avLst/>
            <a:gdLst/>
            <a:ahLst/>
            <a:rect l="0" t="0" r="r" b="b"/>
            <a:pathLst>
              <a:path w="103" h="88">
                <a:moveTo>
                  <a:pt x="57" y="12"/>
                </a:moveTo>
                <a:lnTo>
                  <a:pt x="61" y="19"/>
                </a:lnTo>
                <a:lnTo>
                  <a:pt x="54" y="23"/>
                </a:lnTo>
                <a:lnTo>
                  <a:pt x="50" y="16"/>
                </a:lnTo>
                <a:lnTo>
                  <a:pt x="57" y="12"/>
                </a:lnTo>
                <a:moveTo>
                  <a:pt x="61" y="19"/>
                </a:moveTo>
                <a:lnTo>
                  <a:pt x="65" y="25"/>
                </a:lnTo>
                <a:lnTo>
                  <a:pt x="58" y="29"/>
                </a:lnTo>
                <a:lnTo>
                  <a:pt x="54" y="23"/>
                </a:lnTo>
                <a:lnTo>
                  <a:pt x="61" y="19"/>
                </a:lnTo>
                <a:moveTo>
                  <a:pt x="65" y="25"/>
                </a:moveTo>
                <a:lnTo>
                  <a:pt x="69" y="32"/>
                </a:lnTo>
                <a:lnTo>
                  <a:pt x="62" y="36"/>
                </a:lnTo>
                <a:lnTo>
                  <a:pt x="58" y="29"/>
                </a:lnTo>
                <a:lnTo>
                  <a:pt x="65" y="25"/>
                </a:lnTo>
                <a:moveTo>
                  <a:pt x="69" y="32"/>
                </a:moveTo>
                <a:lnTo>
                  <a:pt x="73" y="39"/>
                </a:lnTo>
                <a:lnTo>
                  <a:pt x="67" y="43"/>
                </a:lnTo>
                <a:lnTo>
                  <a:pt x="62" y="36"/>
                </a:lnTo>
                <a:lnTo>
                  <a:pt x="69" y="32"/>
                </a:lnTo>
                <a:moveTo>
                  <a:pt x="73" y="39"/>
                </a:moveTo>
                <a:lnTo>
                  <a:pt x="77" y="47"/>
                </a:lnTo>
                <a:lnTo>
                  <a:pt x="71" y="51"/>
                </a:lnTo>
                <a:lnTo>
                  <a:pt x="67" y="43"/>
                </a:lnTo>
                <a:lnTo>
                  <a:pt x="73" y="39"/>
                </a:lnTo>
                <a:moveTo>
                  <a:pt x="77" y="47"/>
                </a:moveTo>
                <a:lnTo>
                  <a:pt x="81" y="53"/>
                </a:lnTo>
                <a:lnTo>
                  <a:pt x="75" y="57"/>
                </a:lnTo>
                <a:lnTo>
                  <a:pt x="71" y="51"/>
                </a:lnTo>
                <a:lnTo>
                  <a:pt x="77" y="47"/>
                </a:lnTo>
                <a:moveTo>
                  <a:pt x="81" y="53"/>
                </a:moveTo>
                <a:lnTo>
                  <a:pt x="86" y="60"/>
                </a:lnTo>
                <a:lnTo>
                  <a:pt x="79" y="64"/>
                </a:lnTo>
                <a:lnTo>
                  <a:pt x="75" y="57"/>
                </a:lnTo>
                <a:lnTo>
                  <a:pt x="81" y="53"/>
                </a:lnTo>
                <a:moveTo>
                  <a:pt x="86" y="60"/>
                </a:moveTo>
                <a:lnTo>
                  <a:pt x="90" y="67"/>
                </a:lnTo>
                <a:lnTo>
                  <a:pt x="83" y="71"/>
                </a:lnTo>
                <a:lnTo>
                  <a:pt x="79" y="64"/>
                </a:lnTo>
                <a:lnTo>
                  <a:pt x="86" y="60"/>
                </a:lnTo>
                <a:moveTo>
                  <a:pt x="90" y="67"/>
                </a:moveTo>
                <a:lnTo>
                  <a:pt x="94" y="74"/>
                </a:lnTo>
                <a:lnTo>
                  <a:pt x="87" y="78"/>
                </a:lnTo>
                <a:lnTo>
                  <a:pt x="83" y="71"/>
                </a:lnTo>
                <a:lnTo>
                  <a:pt x="90" y="67"/>
                </a:lnTo>
                <a:moveTo>
                  <a:pt x="94" y="74"/>
                </a:moveTo>
                <a:lnTo>
                  <a:pt x="98" y="80"/>
                </a:lnTo>
                <a:lnTo>
                  <a:pt x="91" y="84"/>
                </a:lnTo>
                <a:lnTo>
                  <a:pt x="87" y="78"/>
                </a:lnTo>
                <a:lnTo>
                  <a:pt x="94" y="74"/>
                </a:lnTo>
                <a:moveTo>
                  <a:pt x="98" y="80"/>
                </a:moveTo>
                <a:lnTo>
                  <a:pt x="103" y="88"/>
                </a:lnTo>
                <a:lnTo>
                  <a:pt x="88" y="87"/>
                </a:lnTo>
                <a:lnTo>
                  <a:pt x="89" y="79"/>
                </a:lnTo>
                <a:lnTo>
                  <a:pt x="96" y="80"/>
                </a:lnTo>
                <a:lnTo>
                  <a:pt x="95" y="84"/>
                </a:lnTo>
                <a:lnTo>
                  <a:pt x="92" y="86"/>
                </a:lnTo>
                <a:lnTo>
                  <a:pt x="91" y="84"/>
                </a:lnTo>
                <a:lnTo>
                  <a:pt x="98" y="80"/>
                </a:lnTo>
                <a:moveTo>
                  <a:pt x="88" y="87"/>
                </a:moveTo>
                <a:lnTo>
                  <a:pt x="81" y="86"/>
                </a:lnTo>
                <a:lnTo>
                  <a:pt x="81" y="78"/>
                </a:lnTo>
                <a:lnTo>
                  <a:pt x="89" y="79"/>
                </a:lnTo>
                <a:lnTo>
                  <a:pt x="88" y="87"/>
                </a:lnTo>
                <a:moveTo>
                  <a:pt x="81" y="86"/>
                </a:moveTo>
                <a:lnTo>
                  <a:pt x="73" y="85"/>
                </a:lnTo>
                <a:lnTo>
                  <a:pt x="74" y="77"/>
                </a:lnTo>
                <a:lnTo>
                  <a:pt x="81" y="78"/>
                </a:lnTo>
                <a:lnTo>
                  <a:pt x="81" y="86"/>
                </a:lnTo>
                <a:moveTo>
                  <a:pt x="73" y="85"/>
                </a:moveTo>
                <a:lnTo>
                  <a:pt x="65" y="85"/>
                </a:lnTo>
                <a:lnTo>
                  <a:pt x="66" y="77"/>
                </a:lnTo>
                <a:lnTo>
                  <a:pt x="74" y="77"/>
                </a:lnTo>
                <a:lnTo>
                  <a:pt x="73" y="85"/>
                </a:lnTo>
                <a:moveTo>
                  <a:pt x="65" y="85"/>
                </a:moveTo>
                <a:lnTo>
                  <a:pt x="57" y="84"/>
                </a:lnTo>
                <a:lnTo>
                  <a:pt x="58" y="76"/>
                </a:lnTo>
                <a:lnTo>
                  <a:pt x="66" y="77"/>
                </a:lnTo>
                <a:lnTo>
                  <a:pt x="65" y="85"/>
                </a:lnTo>
                <a:moveTo>
                  <a:pt x="57" y="84"/>
                </a:moveTo>
                <a:lnTo>
                  <a:pt x="49" y="83"/>
                </a:lnTo>
                <a:lnTo>
                  <a:pt x="50" y="75"/>
                </a:lnTo>
                <a:lnTo>
                  <a:pt x="58" y="76"/>
                </a:lnTo>
                <a:lnTo>
                  <a:pt x="57" y="84"/>
                </a:lnTo>
                <a:moveTo>
                  <a:pt x="49" y="83"/>
                </a:moveTo>
                <a:lnTo>
                  <a:pt x="41" y="82"/>
                </a:lnTo>
                <a:lnTo>
                  <a:pt x="42" y="74"/>
                </a:lnTo>
                <a:lnTo>
                  <a:pt x="50" y="75"/>
                </a:lnTo>
                <a:lnTo>
                  <a:pt x="49" y="83"/>
                </a:lnTo>
                <a:moveTo>
                  <a:pt x="41" y="82"/>
                </a:moveTo>
                <a:lnTo>
                  <a:pt x="33" y="81"/>
                </a:lnTo>
                <a:lnTo>
                  <a:pt x="33" y="74"/>
                </a:lnTo>
                <a:lnTo>
                  <a:pt x="42" y="74"/>
                </a:lnTo>
                <a:lnTo>
                  <a:pt x="41" y="82"/>
                </a:lnTo>
                <a:moveTo>
                  <a:pt x="33" y="81"/>
                </a:moveTo>
                <a:lnTo>
                  <a:pt x="25" y="81"/>
                </a:lnTo>
                <a:lnTo>
                  <a:pt x="25" y="73"/>
                </a:lnTo>
                <a:lnTo>
                  <a:pt x="33" y="74"/>
                </a:lnTo>
                <a:lnTo>
                  <a:pt x="33" y="81"/>
                </a:lnTo>
                <a:moveTo>
                  <a:pt x="25" y="81"/>
                </a:moveTo>
                <a:lnTo>
                  <a:pt x="17" y="80"/>
                </a:lnTo>
                <a:lnTo>
                  <a:pt x="18" y="72"/>
                </a:lnTo>
                <a:lnTo>
                  <a:pt x="25" y="73"/>
                </a:lnTo>
                <a:lnTo>
                  <a:pt x="25" y="81"/>
                </a:lnTo>
                <a:moveTo>
                  <a:pt x="17" y="80"/>
                </a:moveTo>
                <a:lnTo>
                  <a:pt x="9" y="79"/>
                </a:lnTo>
                <a:lnTo>
                  <a:pt x="10" y="71"/>
                </a:lnTo>
                <a:lnTo>
                  <a:pt x="18" y="72"/>
                </a:lnTo>
                <a:lnTo>
                  <a:pt x="17" y="80"/>
                </a:lnTo>
                <a:moveTo>
                  <a:pt x="9" y="79"/>
                </a:moveTo>
                <a:lnTo>
                  <a:pt x="0" y="78"/>
                </a:lnTo>
                <a:lnTo>
                  <a:pt x="6" y="69"/>
                </a:lnTo>
                <a:lnTo>
                  <a:pt x="13" y="73"/>
                </a:lnTo>
                <a:lnTo>
                  <a:pt x="10" y="77"/>
                </a:lnTo>
                <a:lnTo>
                  <a:pt x="7" y="75"/>
                </a:lnTo>
                <a:lnTo>
                  <a:pt x="7" y="71"/>
                </a:lnTo>
                <a:lnTo>
                  <a:pt x="10" y="71"/>
                </a:lnTo>
                <a:lnTo>
                  <a:pt x="9" y="79"/>
                </a:lnTo>
                <a:moveTo>
                  <a:pt x="6" y="69"/>
                </a:moveTo>
                <a:lnTo>
                  <a:pt x="10" y="62"/>
                </a:lnTo>
                <a:lnTo>
                  <a:pt x="17" y="66"/>
                </a:lnTo>
                <a:lnTo>
                  <a:pt x="13" y="73"/>
                </a:lnTo>
                <a:lnTo>
                  <a:pt x="6" y="69"/>
                </a:lnTo>
                <a:moveTo>
                  <a:pt x="10" y="62"/>
                </a:moveTo>
                <a:lnTo>
                  <a:pt x="14" y="55"/>
                </a:lnTo>
                <a:lnTo>
                  <a:pt x="21" y="59"/>
                </a:lnTo>
                <a:lnTo>
                  <a:pt x="17" y="66"/>
                </a:lnTo>
                <a:lnTo>
                  <a:pt x="10" y="62"/>
                </a:lnTo>
                <a:moveTo>
                  <a:pt x="14" y="55"/>
                </a:moveTo>
                <a:lnTo>
                  <a:pt x="18" y="49"/>
                </a:lnTo>
                <a:lnTo>
                  <a:pt x="25" y="53"/>
                </a:lnTo>
                <a:lnTo>
                  <a:pt x="21" y="59"/>
                </a:lnTo>
                <a:lnTo>
                  <a:pt x="14" y="55"/>
                </a:lnTo>
                <a:moveTo>
                  <a:pt x="18" y="49"/>
                </a:moveTo>
                <a:lnTo>
                  <a:pt x="23" y="41"/>
                </a:lnTo>
                <a:lnTo>
                  <a:pt x="29" y="45"/>
                </a:lnTo>
                <a:lnTo>
                  <a:pt x="25" y="53"/>
                </a:lnTo>
                <a:lnTo>
                  <a:pt x="18" y="49"/>
                </a:lnTo>
                <a:moveTo>
                  <a:pt x="23" y="41"/>
                </a:moveTo>
                <a:lnTo>
                  <a:pt x="27" y="34"/>
                </a:lnTo>
                <a:lnTo>
                  <a:pt x="33" y="38"/>
                </a:lnTo>
                <a:lnTo>
                  <a:pt x="29" y="45"/>
                </a:lnTo>
                <a:lnTo>
                  <a:pt x="23" y="41"/>
                </a:lnTo>
                <a:moveTo>
                  <a:pt x="27" y="34"/>
                </a:moveTo>
                <a:lnTo>
                  <a:pt x="31" y="28"/>
                </a:lnTo>
                <a:lnTo>
                  <a:pt x="39" y="32"/>
                </a:lnTo>
                <a:lnTo>
                  <a:pt x="33" y="38"/>
                </a:lnTo>
                <a:lnTo>
                  <a:pt x="27" y="34"/>
                </a:lnTo>
                <a:moveTo>
                  <a:pt x="31" y="28"/>
                </a:moveTo>
                <a:lnTo>
                  <a:pt x="36" y="21"/>
                </a:lnTo>
                <a:lnTo>
                  <a:pt x="43" y="25"/>
                </a:lnTo>
                <a:lnTo>
                  <a:pt x="39" y="32"/>
                </a:lnTo>
                <a:lnTo>
                  <a:pt x="31" y="28"/>
                </a:lnTo>
                <a:moveTo>
                  <a:pt x="36" y="21"/>
                </a:moveTo>
                <a:lnTo>
                  <a:pt x="40" y="14"/>
                </a:lnTo>
                <a:lnTo>
                  <a:pt x="47" y="18"/>
                </a:lnTo>
                <a:lnTo>
                  <a:pt x="43" y="25"/>
                </a:lnTo>
                <a:lnTo>
                  <a:pt x="36" y="21"/>
                </a:lnTo>
                <a:moveTo>
                  <a:pt x="40" y="14"/>
                </a:moveTo>
                <a:lnTo>
                  <a:pt x="45" y="8"/>
                </a:lnTo>
                <a:lnTo>
                  <a:pt x="51" y="12"/>
                </a:lnTo>
                <a:lnTo>
                  <a:pt x="47" y="18"/>
                </a:lnTo>
                <a:lnTo>
                  <a:pt x="40" y="14"/>
                </a:lnTo>
                <a:moveTo>
                  <a:pt x="45" y="8"/>
                </a:moveTo>
                <a:lnTo>
                  <a:pt x="49" y="0"/>
                </a:lnTo>
                <a:lnTo>
                  <a:pt x="57" y="12"/>
                </a:lnTo>
                <a:lnTo>
                  <a:pt x="50" y="16"/>
                </a:lnTo>
                <a:lnTo>
                  <a:pt x="46" y="9"/>
                </a:lnTo>
                <a:lnTo>
                  <a:pt x="49" y="7"/>
                </a:lnTo>
                <a:lnTo>
                  <a:pt x="53" y="9"/>
                </a:lnTo>
                <a:lnTo>
                  <a:pt x="51" y="12"/>
                </a:lnTo>
                <a:lnTo>
                  <a:pt x="45" y="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5" name=""/>
          <p:cNvSpPr/>
          <p:nvPr/>
        </p:nvSpPr>
        <p:spPr>
          <a:xfrm>
            <a:off x="3217320" y="1541880"/>
            <a:ext cx="4793040" cy="341640"/>
          </a:xfrm>
          <a:custGeom>
            <a:avLst/>
            <a:gdLst/>
            <a:ahLst/>
            <a:rect l="0" t="0" r="r" b="b"/>
            <a:pathLst>
              <a:path fill="none" w="13314" h="949">
                <a:moveTo>
                  <a:pt x="0" y="949"/>
                </a:moveTo>
                <a:lnTo>
                  <a:pt x="151" y="790"/>
                </a:lnTo>
                <a:cubicBezTo>
                  <a:pt x="301" y="632"/>
                  <a:pt x="603" y="316"/>
                  <a:pt x="1009" y="158"/>
                </a:cubicBezTo>
                <a:cubicBezTo>
                  <a:pt x="1414" y="0"/>
                  <a:pt x="1923" y="0"/>
                  <a:pt x="2433" y="0"/>
                </a:cubicBezTo>
                <a:cubicBezTo>
                  <a:pt x="2942" y="0"/>
                  <a:pt x="3451" y="0"/>
                  <a:pt x="3954" y="0"/>
                </a:cubicBezTo>
                <a:cubicBezTo>
                  <a:pt x="4456" y="0"/>
                  <a:pt x="4952" y="0"/>
                  <a:pt x="5447" y="0"/>
                </a:cubicBezTo>
                <a:cubicBezTo>
                  <a:pt x="5943" y="0"/>
                  <a:pt x="6438" y="0"/>
                  <a:pt x="6941" y="0"/>
                </a:cubicBezTo>
                <a:cubicBezTo>
                  <a:pt x="7443" y="0"/>
                  <a:pt x="7952" y="0"/>
                  <a:pt x="8462" y="0"/>
                </a:cubicBezTo>
                <a:cubicBezTo>
                  <a:pt x="8971" y="0"/>
                  <a:pt x="9480" y="0"/>
                  <a:pt x="9990" y="0"/>
                </a:cubicBezTo>
                <a:cubicBezTo>
                  <a:pt x="10499" y="0"/>
                  <a:pt x="11008" y="0"/>
                  <a:pt x="11519" y="0"/>
                </a:cubicBezTo>
                <a:cubicBezTo>
                  <a:pt x="12028" y="0"/>
                  <a:pt x="12537" y="0"/>
                  <a:pt x="12836" y="21"/>
                </a:cubicBezTo>
                <a:cubicBezTo>
                  <a:pt x="13135" y="43"/>
                  <a:pt x="13224" y="87"/>
                  <a:pt x="13269" y="108"/>
                </a:cubicBezTo>
                <a:lnTo>
                  <a:pt x="13314" y="13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6" name=""/>
          <p:cNvSpPr/>
          <p:nvPr/>
        </p:nvSpPr>
        <p:spPr>
          <a:xfrm>
            <a:off x="7990920" y="1569600"/>
            <a:ext cx="32040" cy="25920"/>
          </a:xfrm>
          <a:custGeom>
            <a:avLst/>
            <a:gdLst/>
            <a:ahLst/>
            <a:rect l="0" t="0" r="r" b="b"/>
            <a:pathLst>
              <a:path w="89" h="72">
                <a:moveTo>
                  <a:pt x="35" y="0"/>
                </a:moveTo>
                <a:lnTo>
                  <a:pt x="89" y="72"/>
                </a:lnTo>
                <a:lnTo>
                  <a:pt x="0" y="72"/>
                </a:lnTo>
                <a:lnTo>
                  <a:pt x="35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7988400" y="1567080"/>
            <a:ext cx="37440" cy="29880"/>
          </a:xfrm>
          <a:custGeom>
            <a:avLst/>
            <a:gdLst/>
            <a:ahLst/>
            <a:rect l="0" t="0" r="r" b="b"/>
            <a:pathLst>
              <a:path w="104" h="83">
                <a:moveTo>
                  <a:pt x="49" y="11"/>
                </a:moveTo>
                <a:lnTo>
                  <a:pt x="54" y="18"/>
                </a:lnTo>
                <a:lnTo>
                  <a:pt x="48" y="22"/>
                </a:lnTo>
                <a:lnTo>
                  <a:pt x="43" y="16"/>
                </a:lnTo>
                <a:lnTo>
                  <a:pt x="49" y="11"/>
                </a:lnTo>
                <a:moveTo>
                  <a:pt x="54" y="18"/>
                </a:moveTo>
                <a:lnTo>
                  <a:pt x="59" y="24"/>
                </a:lnTo>
                <a:lnTo>
                  <a:pt x="53" y="29"/>
                </a:lnTo>
                <a:lnTo>
                  <a:pt x="48" y="22"/>
                </a:lnTo>
                <a:lnTo>
                  <a:pt x="54" y="18"/>
                </a:lnTo>
                <a:moveTo>
                  <a:pt x="59" y="24"/>
                </a:moveTo>
                <a:lnTo>
                  <a:pt x="64" y="30"/>
                </a:lnTo>
                <a:lnTo>
                  <a:pt x="57" y="36"/>
                </a:lnTo>
                <a:lnTo>
                  <a:pt x="53" y="29"/>
                </a:lnTo>
                <a:lnTo>
                  <a:pt x="59" y="24"/>
                </a:lnTo>
                <a:moveTo>
                  <a:pt x="64" y="30"/>
                </a:moveTo>
                <a:lnTo>
                  <a:pt x="68" y="37"/>
                </a:lnTo>
                <a:lnTo>
                  <a:pt x="62" y="42"/>
                </a:lnTo>
                <a:lnTo>
                  <a:pt x="57" y="36"/>
                </a:lnTo>
                <a:lnTo>
                  <a:pt x="64" y="30"/>
                </a:lnTo>
                <a:moveTo>
                  <a:pt x="68" y="37"/>
                </a:moveTo>
                <a:lnTo>
                  <a:pt x="73" y="44"/>
                </a:lnTo>
                <a:lnTo>
                  <a:pt x="67" y="48"/>
                </a:lnTo>
                <a:lnTo>
                  <a:pt x="62" y="42"/>
                </a:lnTo>
                <a:lnTo>
                  <a:pt x="68" y="37"/>
                </a:lnTo>
                <a:moveTo>
                  <a:pt x="73" y="44"/>
                </a:moveTo>
                <a:lnTo>
                  <a:pt x="78" y="50"/>
                </a:lnTo>
                <a:lnTo>
                  <a:pt x="72" y="55"/>
                </a:lnTo>
                <a:lnTo>
                  <a:pt x="67" y="48"/>
                </a:lnTo>
                <a:lnTo>
                  <a:pt x="73" y="44"/>
                </a:lnTo>
                <a:moveTo>
                  <a:pt x="78" y="50"/>
                </a:moveTo>
                <a:lnTo>
                  <a:pt x="83" y="56"/>
                </a:lnTo>
                <a:lnTo>
                  <a:pt x="77" y="61"/>
                </a:lnTo>
                <a:lnTo>
                  <a:pt x="72" y="55"/>
                </a:lnTo>
                <a:lnTo>
                  <a:pt x="78" y="50"/>
                </a:lnTo>
                <a:moveTo>
                  <a:pt x="83" y="56"/>
                </a:moveTo>
                <a:lnTo>
                  <a:pt x="88" y="62"/>
                </a:lnTo>
                <a:lnTo>
                  <a:pt x="81" y="67"/>
                </a:lnTo>
                <a:lnTo>
                  <a:pt x="77" y="61"/>
                </a:lnTo>
                <a:lnTo>
                  <a:pt x="83" y="56"/>
                </a:lnTo>
                <a:moveTo>
                  <a:pt x="88" y="62"/>
                </a:moveTo>
                <a:lnTo>
                  <a:pt x="92" y="69"/>
                </a:lnTo>
                <a:lnTo>
                  <a:pt x="86" y="74"/>
                </a:lnTo>
                <a:lnTo>
                  <a:pt x="81" y="67"/>
                </a:lnTo>
                <a:lnTo>
                  <a:pt x="88" y="62"/>
                </a:lnTo>
                <a:moveTo>
                  <a:pt x="92" y="69"/>
                </a:moveTo>
                <a:lnTo>
                  <a:pt x="98" y="75"/>
                </a:lnTo>
                <a:lnTo>
                  <a:pt x="91" y="80"/>
                </a:lnTo>
                <a:lnTo>
                  <a:pt x="86" y="74"/>
                </a:lnTo>
                <a:lnTo>
                  <a:pt x="92" y="69"/>
                </a:lnTo>
                <a:moveTo>
                  <a:pt x="98" y="75"/>
                </a:moveTo>
                <a:lnTo>
                  <a:pt x="104" y="82"/>
                </a:lnTo>
                <a:lnTo>
                  <a:pt x="89" y="83"/>
                </a:lnTo>
                <a:lnTo>
                  <a:pt x="88" y="75"/>
                </a:lnTo>
                <a:lnTo>
                  <a:pt x="95" y="75"/>
                </a:lnTo>
                <a:lnTo>
                  <a:pt x="95" y="79"/>
                </a:lnTo>
                <a:lnTo>
                  <a:pt x="92" y="81"/>
                </a:lnTo>
                <a:lnTo>
                  <a:pt x="91" y="80"/>
                </a:lnTo>
                <a:lnTo>
                  <a:pt x="98" y="75"/>
                </a:lnTo>
                <a:moveTo>
                  <a:pt x="89" y="83"/>
                </a:moveTo>
                <a:lnTo>
                  <a:pt x="81" y="83"/>
                </a:lnTo>
                <a:lnTo>
                  <a:pt x="81" y="75"/>
                </a:lnTo>
                <a:lnTo>
                  <a:pt x="88" y="75"/>
                </a:lnTo>
                <a:lnTo>
                  <a:pt x="89" y="83"/>
                </a:lnTo>
                <a:moveTo>
                  <a:pt x="81" y="83"/>
                </a:moveTo>
                <a:lnTo>
                  <a:pt x="73" y="83"/>
                </a:lnTo>
                <a:lnTo>
                  <a:pt x="73" y="75"/>
                </a:lnTo>
                <a:lnTo>
                  <a:pt x="81" y="75"/>
                </a:lnTo>
                <a:lnTo>
                  <a:pt x="81" y="83"/>
                </a:lnTo>
                <a:moveTo>
                  <a:pt x="73" y="83"/>
                </a:moveTo>
                <a:lnTo>
                  <a:pt x="65" y="83"/>
                </a:lnTo>
                <a:lnTo>
                  <a:pt x="65" y="75"/>
                </a:lnTo>
                <a:lnTo>
                  <a:pt x="73" y="75"/>
                </a:lnTo>
                <a:lnTo>
                  <a:pt x="73" y="83"/>
                </a:lnTo>
                <a:moveTo>
                  <a:pt x="65" y="83"/>
                </a:moveTo>
                <a:lnTo>
                  <a:pt x="57" y="83"/>
                </a:lnTo>
                <a:lnTo>
                  <a:pt x="57" y="75"/>
                </a:lnTo>
                <a:lnTo>
                  <a:pt x="65" y="75"/>
                </a:lnTo>
                <a:lnTo>
                  <a:pt x="65" y="83"/>
                </a:lnTo>
                <a:moveTo>
                  <a:pt x="57" y="83"/>
                </a:moveTo>
                <a:lnTo>
                  <a:pt x="49" y="83"/>
                </a:lnTo>
                <a:lnTo>
                  <a:pt x="49" y="75"/>
                </a:lnTo>
                <a:lnTo>
                  <a:pt x="57" y="75"/>
                </a:lnTo>
                <a:lnTo>
                  <a:pt x="57" y="83"/>
                </a:lnTo>
                <a:moveTo>
                  <a:pt x="49" y="83"/>
                </a:moveTo>
                <a:lnTo>
                  <a:pt x="41" y="83"/>
                </a:lnTo>
                <a:lnTo>
                  <a:pt x="41" y="75"/>
                </a:lnTo>
                <a:lnTo>
                  <a:pt x="49" y="75"/>
                </a:lnTo>
                <a:lnTo>
                  <a:pt x="49" y="83"/>
                </a:lnTo>
                <a:moveTo>
                  <a:pt x="41" y="83"/>
                </a:moveTo>
                <a:lnTo>
                  <a:pt x="33" y="83"/>
                </a:lnTo>
                <a:lnTo>
                  <a:pt x="33" y="75"/>
                </a:lnTo>
                <a:lnTo>
                  <a:pt x="41" y="75"/>
                </a:lnTo>
                <a:lnTo>
                  <a:pt x="41" y="83"/>
                </a:lnTo>
                <a:moveTo>
                  <a:pt x="33" y="83"/>
                </a:moveTo>
                <a:lnTo>
                  <a:pt x="25" y="83"/>
                </a:lnTo>
                <a:lnTo>
                  <a:pt x="25" y="75"/>
                </a:lnTo>
                <a:lnTo>
                  <a:pt x="33" y="75"/>
                </a:lnTo>
                <a:lnTo>
                  <a:pt x="33" y="83"/>
                </a:lnTo>
                <a:moveTo>
                  <a:pt x="25" y="83"/>
                </a:moveTo>
                <a:lnTo>
                  <a:pt x="18" y="83"/>
                </a:lnTo>
                <a:lnTo>
                  <a:pt x="17" y="75"/>
                </a:lnTo>
                <a:lnTo>
                  <a:pt x="25" y="75"/>
                </a:lnTo>
                <a:lnTo>
                  <a:pt x="25" y="83"/>
                </a:lnTo>
                <a:moveTo>
                  <a:pt x="18" y="83"/>
                </a:moveTo>
                <a:lnTo>
                  <a:pt x="10" y="83"/>
                </a:lnTo>
                <a:lnTo>
                  <a:pt x="10" y="75"/>
                </a:lnTo>
                <a:lnTo>
                  <a:pt x="17" y="75"/>
                </a:lnTo>
                <a:lnTo>
                  <a:pt x="18" y="83"/>
                </a:lnTo>
                <a:moveTo>
                  <a:pt x="10" y="83"/>
                </a:moveTo>
                <a:lnTo>
                  <a:pt x="0" y="83"/>
                </a:lnTo>
                <a:lnTo>
                  <a:pt x="5" y="73"/>
                </a:lnTo>
                <a:lnTo>
                  <a:pt x="13" y="77"/>
                </a:lnTo>
                <a:lnTo>
                  <a:pt x="10" y="81"/>
                </a:lnTo>
                <a:lnTo>
                  <a:pt x="7" y="79"/>
                </a:lnTo>
                <a:lnTo>
                  <a:pt x="7" y="75"/>
                </a:lnTo>
                <a:lnTo>
                  <a:pt x="10" y="75"/>
                </a:lnTo>
                <a:lnTo>
                  <a:pt x="10" y="83"/>
                </a:lnTo>
                <a:moveTo>
                  <a:pt x="5" y="73"/>
                </a:moveTo>
                <a:lnTo>
                  <a:pt x="9" y="66"/>
                </a:lnTo>
                <a:lnTo>
                  <a:pt x="16" y="69"/>
                </a:lnTo>
                <a:lnTo>
                  <a:pt x="13" y="77"/>
                </a:lnTo>
                <a:lnTo>
                  <a:pt x="5" y="73"/>
                </a:lnTo>
                <a:moveTo>
                  <a:pt x="9" y="66"/>
                </a:moveTo>
                <a:lnTo>
                  <a:pt x="12" y="59"/>
                </a:lnTo>
                <a:lnTo>
                  <a:pt x="19" y="62"/>
                </a:lnTo>
                <a:lnTo>
                  <a:pt x="16" y="69"/>
                </a:lnTo>
                <a:lnTo>
                  <a:pt x="9" y="66"/>
                </a:lnTo>
                <a:moveTo>
                  <a:pt x="12" y="59"/>
                </a:moveTo>
                <a:lnTo>
                  <a:pt x="16" y="52"/>
                </a:lnTo>
                <a:lnTo>
                  <a:pt x="23" y="55"/>
                </a:lnTo>
                <a:lnTo>
                  <a:pt x="19" y="62"/>
                </a:lnTo>
                <a:lnTo>
                  <a:pt x="12" y="59"/>
                </a:lnTo>
                <a:moveTo>
                  <a:pt x="16" y="52"/>
                </a:moveTo>
                <a:lnTo>
                  <a:pt x="19" y="45"/>
                </a:lnTo>
                <a:lnTo>
                  <a:pt x="26" y="48"/>
                </a:lnTo>
                <a:lnTo>
                  <a:pt x="23" y="55"/>
                </a:lnTo>
                <a:lnTo>
                  <a:pt x="16" y="52"/>
                </a:lnTo>
                <a:moveTo>
                  <a:pt x="19" y="45"/>
                </a:moveTo>
                <a:lnTo>
                  <a:pt x="23" y="38"/>
                </a:lnTo>
                <a:lnTo>
                  <a:pt x="30" y="41"/>
                </a:lnTo>
                <a:lnTo>
                  <a:pt x="26" y="48"/>
                </a:lnTo>
                <a:lnTo>
                  <a:pt x="19" y="45"/>
                </a:lnTo>
                <a:moveTo>
                  <a:pt x="23" y="38"/>
                </a:moveTo>
                <a:lnTo>
                  <a:pt x="26" y="30"/>
                </a:lnTo>
                <a:lnTo>
                  <a:pt x="33" y="33"/>
                </a:lnTo>
                <a:lnTo>
                  <a:pt x="30" y="41"/>
                </a:lnTo>
                <a:lnTo>
                  <a:pt x="23" y="38"/>
                </a:lnTo>
                <a:moveTo>
                  <a:pt x="26" y="30"/>
                </a:moveTo>
                <a:lnTo>
                  <a:pt x="30" y="22"/>
                </a:lnTo>
                <a:lnTo>
                  <a:pt x="37" y="26"/>
                </a:lnTo>
                <a:lnTo>
                  <a:pt x="33" y="33"/>
                </a:lnTo>
                <a:lnTo>
                  <a:pt x="26" y="30"/>
                </a:lnTo>
                <a:moveTo>
                  <a:pt x="30" y="22"/>
                </a:moveTo>
                <a:lnTo>
                  <a:pt x="33" y="15"/>
                </a:lnTo>
                <a:lnTo>
                  <a:pt x="40" y="19"/>
                </a:lnTo>
                <a:lnTo>
                  <a:pt x="37" y="26"/>
                </a:lnTo>
                <a:lnTo>
                  <a:pt x="30" y="22"/>
                </a:lnTo>
                <a:moveTo>
                  <a:pt x="33" y="15"/>
                </a:moveTo>
                <a:lnTo>
                  <a:pt x="37" y="8"/>
                </a:lnTo>
                <a:lnTo>
                  <a:pt x="44" y="12"/>
                </a:lnTo>
                <a:lnTo>
                  <a:pt x="40" y="19"/>
                </a:lnTo>
                <a:lnTo>
                  <a:pt x="33" y="15"/>
                </a:lnTo>
                <a:moveTo>
                  <a:pt x="37" y="8"/>
                </a:moveTo>
                <a:lnTo>
                  <a:pt x="41" y="0"/>
                </a:lnTo>
                <a:lnTo>
                  <a:pt x="49" y="11"/>
                </a:lnTo>
                <a:lnTo>
                  <a:pt x="43" y="16"/>
                </a:lnTo>
                <a:lnTo>
                  <a:pt x="38" y="10"/>
                </a:lnTo>
                <a:lnTo>
                  <a:pt x="41" y="7"/>
                </a:lnTo>
                <a:lnTo>
                  <a:pt x="45" y="9"/>
                </a:lnTo>
                <a:lnTo>
                  <a:pt x="44" y="12"/>
                </a:lnTo>
                <a:lnTo>
                  <a:pt x="37" y="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8" name=""/>
          <p:cNvSpPr/>
          <p:nvPr/>
        </p:nvSpPr>
        <p:spPr>
          <a:xfrm>
            <a:off x="5315400" y="1997640"/>
            <a:ext cx="2851200" cy="896400"/>
          </a:xfrm>
          <a:custGeom>
            <a:avLst/>
            <a:gdLst/>
            <a:ahLst/>
            <a:rect l="0" t="0" r="r" b="b"/>
            <a:pathLst>
              <a:path fill="none" w="7920" h="2490">
                <a:moveTo>
                  <a:pt x="0" y="2490"/>
                </a:moveTo>
                <a:lnTo>
                  <a:pt x="184" y="2168"/>
                </a:lnTo>
                <a:cubicBezTo>
                  <a:pt x="369" y="1846"/>
                  <a:pt x="737" y="1202"/>
                  <a:pt x="1176" y="880"/>
                </a:cubicBezTo>
                <a:cubicBezTo>
                  <a:pt x="1615" y="557"/>
                  <a:pt x="2124" y="557"/>
                  <a:pt x="2634" y="557"/>
                </a:cubicBezTo>
                <a:cubicBezTo>
                  <a:pt x="3143" y="557"/>
                  <a:pt x="3652" y="557"/>
                  <a:pt x="4162" y="557"/>
                </a:cubicBezTo>
                <a:cubicBezTo>
                  <a:pt x="4671" y="557"/>
                  <a:pt x="5181" y="557"/>
                  <a:pt x="5691" y="557"/>
                </a:cubicBezTo>
                <a:cubicBezTo>
                  <a:pt x="6200" y="557"/>
                  <a:pt x="6709" y="557"/>
                  <a:pt x="7081" y="464"/>
                </a:cubicBezTo>
                <a:cubicBezTo>
                  <a:pt x="7452" y="372"/>
                  <a:pt x="7686" y="186"/>
                  <a:pt x="7803" y="93"/>
                </a:cubicBezTo>
                <a:lnTo>
                  <a:pt x="7920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9" name=""/>
          <p:cNvSpPr/>
          <p:nvPr/>
        </p:nvSpPr>
        <p:spPr>
          <a:xfrm>
            <a:off x="8146440" y="1989000"/>
            <a:ext cx="31320" cy="29160"/>
          </a:xfrm>
          <a:custGeom>
            <a:avLst/>
            <a:gdLst/>
            <a:ahLst/>
            <a:rect l="0" t="0" r="r" b="b"/>
            <a:pathLst>
              <a:path w="87" h="81">
                <a:moveTo>
                  <a:pt x="0" y="18"/>
                </a:moveTo>
                <a:lnTo>
                  <a:pt x="87" y="0"/>
                </a:lnTo>
                <a:lnTo>
                  <a:pt x="50" y="81"/>
                </a:lnTo>
                <a:lnTo>
                  <a:pt x="0" y="1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0" name=""/>
          <p:cNvSpPr/>
          <p:nvPr/>
        </p:nvSpPr>
        <p:spPr>
          <a:xfrm>
            <a:off x="8143920" y="1986840"/>
            <a:ext cx="36360" cy="33840"/>
          </a:xfrm>
          <a:custGeom>
            <a:avLst/>
            <a:gdLst/>
            <a:ahLst/>
            <a:rect l="0" t="0" r="r" b="b"/>
            <a:pathLst>
              <a:path w="101" h="94">
                <a:moveTo>
                  <a:pt x="14" y="18"/>
                </a:moveTo>
                <a:lnTo>
                  <a:pt x="21" y="17"/>
                </a:lnTo>
                <a:lnTo>
                  <a:pt x="23" y="24"/>
                </a:lnTo>
                <a:lnTo>
                  <a:pt x="15" y="26"/>
                </a:lnTo>
                <a:lnTo>
                  <a:pt x="14" y="18"/>
                </a:lnTo>
                <a:moveTo>
                  <a:pt x="21" y="17"/>
                </a:moveTo>
                <a:lnTo>
                  <a:pt x="30" y="15"/>
                </a:lnTo>
                <a:lnTo>
                  <a:pt x="32" y="23"/>
                </a:lnTo>
                <a:lnTo>
                  <a:pt x="23" y="24"/>
                </a:lnTo>
                <a:lnTo>
                  <a:pt x="21" y="17"/>
                </a:lnTo>
                <a:moveTo>
                  <a:pt x="30" y="15"/>
                </a:moveTo>
                <a:lnTo>
                  <a:pt x="38" y="14"/>
                </a:lnTo>
                <a:lnTo>
                  <a:pt x="39" y="21"/>
                </a:lnTo>
                <a:lnTo>
                  <a:pt x="32" y="23"/>
                </a:lnTo>
                <a:lnTo>
                  <a:pt x="30" y="15"/>
                </a:lnTo>
                <a:moveTo>
                  <a:pt x="38" y="14"/>
                </a:moveTo>
                <a:lnTo>
                  <a:pt x="45" y="12"/>
                </a:lnTo>
                <a:lnTo>
                  <a:pt x="47" y="20"/>
                </a:lnTo>
                <a:lnTo>
                  <a:pt x="39" y="21"/>
                </a:lnTo>
                <a:lnTo>
                  <a:pt x="38" y="14"/>
                </a:lnTo>
                <a:moveTo>
                  <a:pt x="45" y="12"/>
                </a:moveTo>
                <a:lnTo>
                  <a:pt x="53" y="10"/>
                </a:lnTo>
                <a:lnTo>
                  <a:pt x="55" y="18"/>
                </a:lnTo>
                <a:lnTo>
                  <a:pt x="47" y="20"/>
                </a:lnTo>
                <a:lnTo>
                  <a:pt x="45" y="12"/>
                </a:lnTo>
                <a:moveTo>
                  <a:pt x="53" y="10"/>
                </a:moveTo>
                <a:lnTo>
                  <a:pt x="61" y="9"/>
                </a:lnTo>
                <a:lnTo>
                  <a:pt x="63" y="16"/>
                </a:lnTo>
                <a:lnTo>
                  <a:pt x="55" y="18"/>
                </a:lnTo>
                <a:lnTo>
                  <a:pt x="53" y="10"/>
                </a:lnTo>
                <a:moveTo>
                  <a:pt x="61" y="9"/>
                </a:moveTo>
                <a:lnTo>
                  <a:pt x="69" y="7"/>
                </a:lnTo>
                <a:lnTo>
                  <a:pt x="70" y="15"/>
                </a:lnTo>
                <a:lnTo>
                  <a:pt x="63" y="16"/>
                </a:lnTo>
                <a:lnTo>
                  <a:pt x="61" y="9"/>
                </a:lnTo>
                <a:moveTo>
                  <a:pt x="69" y="7"/>
                </a:moveTo>
                <a:lnTo>
                  <a:pt x="76" y="5"/>
                </a:lnTo>
                <a:lnTo>
                  <a:pt x="78" y="13"/>
                </a:lnTo>
                <a:lnTo>
                  <a:pt x="70" y="15"/>
                </a:lnTo>
                <a:lnTo>
                  <a:pt x="69" y="7"/>
                </a:lnTo>
                <a:moveTo>
                  <a:pt x="76" y="5"/>
                </a:moveTo>
                <a:lnTo>
                  <a:pt x="84" y="4"/>
                </a:lnTo>
                <a:lnTo>
                  <a:pt x="86" y="11"/>
                </a:lnTo>
                <a:lnTo>
                  <a:pt x="78" y="13"/>
                </a:lnTo>
                <a:lnTo>
                  <a:pt x="76" y="5"/>
                </a:lnTo>
                <a:moveTo>
                  <a:pt x="84" y="4"/>
                </a:moveTo>
                <a:lnTo>
                  <a:pt x="92" y="2"/>
                </a:lnTo>
                <a:lnTo>
                  <a:pt x="93" y="10"/>
                </a:lnTo>
                <a:lnTo>
                  <a:pt x="86" y="11"/>
                </a:lnTo>
                <a:lnTo>
                  <a:pt x="84" y="4"/>
                </a:lnTo>
                <a:moveTo>
                  <a:pt x="92" y="2"/>
                </a:moveTo>
                <a:lnTo>
                  <a:pt x="101" y="0"/>
                </a:lnTo>
                <a:lnTo>
                  <a:pt x="95" y="13"/>
                </a:lnTo>
                <a:lnTo>
                  <a:pt x="88" y="10"/>
                </a:lnTo>
                <a:lnTo>
                  <a:pt x="90" y="4"/>
                </a:lnTo>
                <a:lnTo>
                  <a:pt x="94" y="6"/>
                </a:lnTo>
                <a:lnTo>
                  <a:pt x="95" y="10"/>
                </a:lnTo>
                <a:lnTo>
                  <a:pt x="93" y="10"/>
                </a:lnTo>
                <a:lnTo>
                  <a:pt x="92" y="2"/>
                </a:lnTo>
                <a:moveTo>
                  <a:pt x="95" y="13"/>
                </a:moveTo>
                <a:lnTo>
                  <a:pt x="92" y="20"/>
                </a:lnTo>
                <a:lnTo>
                  <a:pt x="84" y="17"/>
                </a:lnTo>
                <a:lnTo>
                  <a:pt x="88" y="10"/>
                </a:lnTo>
                <a:lnTo>
                  <a:pt x="95" y="13"/>
                </a:lnTo>
                <a:moveTo>
                  <a:pt x="92" y="20"/>
                </a:moveTo>
                <a:lnTo>
                  <a:pt x="88" y="28"/>
                </a:lnTo>
                <a:lnTo>
                  <a:pt x="81" y="24"/>
                </a:lnTo>
                <a:lnTo>
                  <a:pt x="84" y="17"/>
                </a:lnTo>
                <a:lnTo>
                  <a:pt x="92" y="20"/>
                </a:lnTo>
                <a:moveTo>
                  <a:pt x="88" y="28"/>
                </a:moveTo>
                <a:lnTo>
                  <a:pt x="85" y="35"/>
                </a:lnTo>
                <a:lnTo>
                  <a:pt x="78" y="31"/>
                </a:lnTo>
                <a:lnTo>
                  <a:pt x="81" y="24"/>
                </a:lnTo>
                <a:lnTo>
                  <a:pt x="88" y="28"/>
                </a:lnTo>
                <a:moveTo>
                  <a:pt x="85" y="35"/>
                </a:moveTo>
                <a:lnTo>
                  <a:pt x="82" y="42"/>
                </a:lnTo>
                <a:lnTo>
                  <a:pt x="74" y="38"/>
                </a:lnTo>
                <a:lnTo>
                  <a:pt x="78" y="31"/>
                </a:lnTo>
                <a:lnTo>
                  <a:pt x="85" y="35"/>
                </a:lnTo>
                <a:moveTo>
                  <a:pt x="82" y="42"/>
                </a:moveTo>
                <a:lnTo>
                  <a:pt x="78" y="50"/>
                </a:lnTo>
                <a:lnTo>
                  <a:pt x="71" y="46"/>
                </a:lnTo>
                <a:lnTo>
                  <a:pt x="74" y="38"/>
                </a:lnTo>
                <a:lnTo>
                  <a:pt x="82" y="42"/>
                </a:lnTo>
                <a:moveTo>
                  <a:pt x="78" y="50"/>
                </a:moveTo>
                <a:lnTo>
                  <a:pt x="75" y="57"/>
                </a:lnTo>
                <a:lnTo>
                  <a:pt x="68" y="54"/>
                </a:lnTo>
                <a:lnTo>
                  <a:pt x="71" y="46"/>
                </a:lnTo>
                <a:lnTo>
                  <a:pt x="78" y="50"/>
                </a:lnTo>
                <a:moveTo>
                  <a:pt x="75" y="57"/>
                </a:moveTo>
                <a:lnTo>
                  <a:pt x="72" y="64"/>
                </a:lnTo>
                <a:lnTo>
                  <a:pt x="64" y="61"/>
                </a:lnTo>
                <a:lnTo>
                  <a:pt x="68" y="54"/>
                </a:lnTo>
                <a:lnTo>
                  <a:pt x="75" y="57"/>
                </a:lnTo>
                <a:moveTo>
                  <a:pt x="72" y="64"/>
                </a:moveTo>
                <a:lnTo>
                  <a:pt x="68" y="71"/>
                </a:lnTo>
                <a:lnTo>
                  <a:pt x="61" y="68"/>
                </a:lnTo>
                <a:lnTo>
                  <a:pt x="64" y="61"/>
                </a:lnTo>
                <a:lnTo>
                  <a:pt x="72" y="64"/>
                </a:lnTo>
                <a:moveTo>
                  <a:pt x="68" y="71"/>
                </a:moveTo>
                <a:lnTo>
                  <a:pt x="65" y="79"/>
                </a:lnTo>
                <a:lnTo>
                  <a:pt x="58" y="75"/>
                </a:lnTo>
                <a:lnTo>
                  <a:pt x="61" y="68"/>
                </a:lnTo>
                <a:lnTo>
                  <a:pt x="68" y="71"/>
                </a:lnTo>
                <a:moveTo>
                  <a:pt x="65" y="79"/>
                </a:moveTo>
                <a:lnTo>
                  <a:pt x="62" y="86"/>
                </a:lnTo>
                <a:lnTo>
                  <a:pt x="54" y="82"/>
                </a:lnTo>
                <a:lnTo>
                  <a:pt x="58" y="75"/>
                </a:lnTo>
                <a:lnTo>
                  <a:pt x="65" y="79"/>
                </a:lnTo>
                <a:moveTo>
                  <a:pt x="62" y="86"/>
                </a:moveTo>
                <a:lnTo>
                  <a:pt x="58" y="94"/>
                </a:lnTo>
                <a:lnTo>
                  <a:pt x="51" y="85"/>
                </a:lnTo>
                <a:lnTo>
                  <a:pt x="57" y="80"/>
                </a:lnTo>
                <a:lnTo>
                  <a:pt x="60" y="84"/>
                </a:lnTo>
                <a:lnTo>
                  <a:pt x="57" y="87"/>
                </a:lnTo>
                <a:lnTo>
                  <a:pt x="53" y="85"/>
                </a:lnTo>
                <a:lnTo>
                  <a:pt x="54" y="82"/>
                </a:lnTo>
                <a:lnTo>
                  <a:pt x="62" y="86"/>
                </a:lnTo>
                <a:moveTo>
                  <a:pt x="51" y="85"/>
                </a:moveTo>
                <a:lnTo>
                  <a:pt x="46" y="79"/>
                </a:lnTo>
                <a:lnTo>
                  <a:pt x="52" y="74"/>
                </a:lnTo>
                <a:lnTo>
                  <a:pt x="57" y="80"/>
                </a:lnTo>
                <a:lnTo>
                  <a:pt x="51" y="85"/>
                </a:lnTo>
                <a:moveTo>
                  <a:pt x="46" y="79"/>
                </a:moveTo>
                <a:lnTo>
                  <a:pt x="41" y="73"/>
                </a:lnTo>
                <a:lnTo>
                  <a:pt x="47" y="68"/>
                </a:lnTo>
                <a:lnTo>
                  <a:pt x="52" y="74"/>
                </a:lnTo>
                <a:lnTo>
                  <a:pt x="46" y="79"/>
                </a:lnTo>
                <a:moveTo>
                  <a:pt x="41" y="73"/>
                </a:moveTo>
                <a:lnTo>
                  <a:pt x="36" y="67"/>
                </a:lnTo>
                <a:lnTo>
                  <a:pt x="42" y="62"/>
                </a:lnTo>
                <a:lnTo>
                  <a:pt x="47" y="68"/>
                </a:lnTo>
                <a:lnTo>
                  <a:pt x="41" y="73"/>
                </a:lnTo>
                <a:moveTo>
                  <a:pt x="36" y="67"/>
                </a:moveTo>
                <a:lnTo>
                  <a:pt x="31" y="60"/>
                </a:lnTo>
                <a:lnTo>
                  <a:pt x="37" y="56"/>
                </a:lnTo>
                <a:lnTo>
                  <a:pt x="42" y="62"/>
                </a:lnTo>
                <a:lnTo>
                  <a:pt x="36" y="67"/>
                </a:lnTo>
                <a:moveTo>
                  <a:pt x="31" y="60"/>
                </a:moveTo>
                <a:lnTo>
                  <a:pt x="25" y="54"/>
                </a:lnTo>
                <a:lnTo>
                  <a:pt x="32" y="49"/>
                </a:lnTo>
                <a:lnTo>
                  <a:pt x="37" y="56"/>
                </a:lnTo>
                <a:lnTo>
                  <a:pt x="31" y="60"/>
                </a:lnTo>
                <a:moveTo>
                  <a:pt x="25" y="54"/>
                </a:moveTo>
                <a:lnTo>
                  <a:pt x="20" y="48"/>
                </a:lnTo>
                <a:lnTo>
                  <a:pt x="26" y="42"/>
                </a:lnTo>
                <a:lnTo>
                  <a:pt x="32" y="49"/>
                </a:lnTo>
                <a:lnTo>
                  <a:pt x="25" y="54"/>
                </a:lnTo>
                <a:moveTo>
                  <a:pt x="20" y="48"/>
                </a:moveTo>
                <a:lnTo>
                  <a:pt x="15" y="41"/>
                </a:lnTo>
                <a:lnTo>
                  <a:pt x="21" y="36"/>
                </a:lnTo>
                <a:lnTo>
                  <a:pt x="26" y="42"/>
                </a:lnTo>
                <a:lnTo>
                  <a:pt x="20" y="48"/>
                </a:lnTo>
                <a:moveTo>
                  <a:pt x="15" y="41"/>
                </a:moveTo>
                <a:lnTo>
                  <a:pt x="10" y="35"/>
                </a:lnTo>
                <a:lnTo>
                  <a:pt x="16" y="30"/>
                </a:lnTo>
                <a:lnTo>
                  <a:pt x="21" y="36"/>
                </a:lnTo>
                <a:lnTo>
                  <a:pt x="15" y="41"/>
                </a:lnTo>
                <a:moveTo>
                  <a:pt x="10" y="35"/>
                </a:moveTo>
                <a:lnTo>
                  <a:pt x="5" y="29"/>
                </a:lnTo>
                <a:lnTo>
                  <a:pt x="12" y="24"/>
                </a:lnTo>
                <a:lnTo>
                  <a:pt x="16" y="30"/>
                </a:lnTo>
                <a:lnTo>
                  <a:pt x="10" y="35"/>
                </a:lnTo>
                <a:moveTo>
                  <a:pt x="5" y="29"/>
                </a:moveTo>
                <a:lnTo>
                  <a:pt x="0" y="21"/>
                </a:lnTo>
                <a:lnTo>
                  <a:pt x="14" y="18"/>
                </a:lnTo>
                <a:lnTo>
                  <a:pt x="15" y="26"/>
                </a:lnTo>
                <a:lnTo>
                  <a:pt x="8" y="28"/>
                </a:lnTo>
                <a:lnTo>
                  <a:pt x="7" y="24"/>
                </a:lnTo>
                <a:lnTo>
                  <a:pt x="10" y="21"/>
                </a:lnTo>
                <a:lnTo>
                  <a:pt x="12" y="24"/>
                </a:lnTo>
                <a:lnTo>
                  <a:pt x="5" y="2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1" name=""/>
          <p:cNvSpPr/>
          <p:nvPr/>
        </p:nvSpPr>
        <p:spPr>
          <a:xfrm>
            <a:off x="7824960" y="2002680"/>
            <a:ext cx="538560" cy="1523160"/>
          </a:xfrm>
          <a:custGeom>
            <a:avLst/>
            <a:gdLst/>
            <a:ahLst/>
            <a:rect l="0" t="0" r="r" b="b"/>
            <a:pathLst>
              <a:path fill="none" w="1496" h="4231">
                <a:moveTo>
                  <a:pt x="0" y="4231"/>
                </a:moveTo>
                <a:lnTo>
                  <a:pt x="41" y="4231"/>
                </a:lnTo>
                <a:cubicBezTo>
                  <a:pt x="82" y="4231"/>
                  <a:pt x="164" y="4231"/>
                  <a:pt x="414" y="3526"/>
                </a:cubicBezTo>
                <a:cubicBezTo>
                  <a:pt x="663" y="2821"/>
                  <a:pt x="1079" y="1411"/>
                  <a:pt x="1287" y="705"/>
                </a:cubicBezTo>
                <a:lnTo>
                  <a:pt x="1496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/>
          <p:nvPr/>
        </p:nvSpPr>
        <p:spPr>
          <a:xfrm>
            <a:off x="8345520" y="1989000"/>
            <a:ext cx="27720" cy="31320"/>
          </a:xfrm>
          <a:custGeom>
            <a:avLst/>
            <a:gdLst/>
            <a:ahLst/>
            <a:rect l="0" t="0" r="r" b="b"/>
            <a:pathLst>
              <a:path w="77" h="87">
                <a:moveTo>
                  <a:pt x="0" y="65"/>
                </a:moveTo>
                <a:lnTo>
                  <a:pt x="62" y="0"/>
                </a:lnTo>
                <a:lnTo>
                  <a:pt x="77" y="87"/>
                </a:lnTo>
                <a:lnTo>
                  <a:pt x="0" y="65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8343000" y="1985760"/>
            <a:ext cx="32040" cy="36720"/>
          </a:xfrm>
          <a:custGeom>
            <a:avLst/>
            <a:gdLst/>
            <a:ahLst/>
            <a:rect l="0" t="0" r="r" b="b"/>
            <a:pathLst>
              <a:path w="89" h="102">
                <a:moveTo>
                  <a:pt x="10" y="66"/>
                </a:moveTo>
                <a:lnTo>
                  <a:pt x="16" y="60"/>
                </a:lnTo>
                <a:lnTo>
                  <a:pt x="22" y="65"/>
                </a:lnTo>
                <a:lnTo>
                  <a:pt x="17" y="71"/>
                </a:lnTo>
                <a:lnTo>
                  <a:pt x="10" y="66"/>
                </a:lnTo>
                <a:moveTo>
                  <a:pt x="16" y="60"/>
                </a:moveTo>
                <a:lnTo>
                  <a:pt x="22" y="54"/>
                </a:lnTo>
                <a:lnTo>
                  <a:pt x="27" y="60"/>
                </a:lnTo>
                <a:lnTo>
                  <a:pt x="22" y="65"/>
                </a:lnTo>
                <a:lnTo>
                  <a:pt x="16" y="60"/>
                </a:lnTo>
                <a:moveTo>
                  <a:pt x="22" y="54"/>
                </a:moveTo>
                <a:lnTo>
                  <a:pt x="27" y="48"/>
                </a:lnTo>
                <a:lnTo>
                  <a:pt x="33" y="54"/>
                </a:lnTo>
                <a:lnTo>
                  <a:pt x="27" y="60"/>
                </a:lnTo>
                <a:lnTo>
                  <a:pt x="22" y="54"/>
                </a:lnTo>
                <a:moveTo>
                  <a:pt x="27" y="48"/>
                </a:moveTo>
                <a:lnTo>
                  <a:pt x="32" y="43"/>
                </a:lnTo>
                <a:lnTo>
                  <a:pt x="38" y="48"/>
                </a:lnTo>
                <a:lnTo>
                  <a:pt x="33" y="54"/>
                </a:lnTo>
                <a:lnTo>
                  <a:pt x="27" y="48"/>
                </a:lnTo>
                <a:moveTo>
                  <a:pt x="32" y="43"/>
                </a:moveTo>
                <a:lnTo>
                  <a:pt x="38" y="37"/>
                </a:lnTo>
                <a:lnTo>
                  <a:pt x="44" y="42"/>
                </a:lnTo>
                <a:lnTo>
                  <a:pt x="38" y="48"/>
                </a:lnTo>
                <a:lnTo>
                  <a:pt x="32" y="43"/>
                </a:lnTo>
                <a:moveTo>
                  <a:pt x="38" y="37"/>
                </a:moveTo>
                <a:lnTo>
                  <a:pt x="43" y="30"/>
                </a:lnTo>
                <a:lnTo>
                  <a:pt x="49" y="36"/>
                </a:lnTo>
                <a:lnTo>
                  <a:pt x="44" y="42"/>
                </a:lnTo>
                <a:lnTo>
                  <a:pt x="38" y="37"/>
                </a:lnTo>
                <a:moveTo>
                  <a:pt x="43" y="30"/>
                </a:moveTo>
                <a:lnTo>
                  <a:pt x="49" y="24"/>
                </a:lnTo>
                <a:lnTo>
                  <a:pt x="54" y="30"/>
                </a:lnTo>
                <a:lnTo>
                  <a:pt x="49" y="36"/>
                </a:lnTo>
                <a:lnTo>
                  <a:pt x="43" y="30"/>
                </a:lnTo>
                <a:moveTo>
                  <a:pt x="49" y="24"/>
                </a:moveTo>
                <a:lnTo>
                  <a:pt x="54" y="19"/>
                </a:lnTo>
                <a:lnTo>
                  <a:pt x="60" y="24"/>
                </a:lnTo>
                <a:lnTo>
                  <a:pt x="54" y="30"/>
                </a:lnTo>
                <a:lnTo>
                  <a:pt x="49" y="24"/>
                </a:lnTo>
                <a:moveTo>
                  <a:pt x="54" y="19"/>
                </a:moveTo>
                <a:lnTo>
                  <a:pt x="59" y="13"/>
                </a:lnTo>
                <a:lnTo>
                  <a:pt x="65" y="18"/>
                </a:lnTo>
                <a:lnTo>
                  <a:pt x="60" y="24"/>
                </a:lnTo>
                <a:lnTo>
                  <a:pt x="54" y="19"/>
                </a:lnTo>
                <a:moveTo>
                  <a:pt x="59" y="13"/>
                </a:moveTo>
                <a:lnTo>
                  <a:pt x="65" y="7"/>
                </a:lnTo>
                <a:lnTo>
                  <a:pt x="70" y="12"/>
                </a:lnTo>
                <a:lnTo>
                  <a:pt x="65" y="18"/>
                </a:lnTo>
                <a:lnTo>
                  <a:pt x="59" y="13"/>
                </a:lnTo>
                <a:moveTo>
                  <a:pt x="65" y="7"/>
                </a:moveTo>
                <a:lnTo>
                  <a:pt x="71" y="0"/>
                </a:lnTo>
                <a:lnTo>
                  <a:pt x="74" y="14"/>
                </a:lnTo>
                <a:lnTo>
                  <a:pt x="66" y="16"/>
                </a:lnTo>
                <a:lnTo>
                  <a:pt x="65" y="9"/>
                </a:lnTo>
                <a:lnTo>
                  <a:pt x="69" y="9"/>
                </a:lnTo>
                <a:lnTo>
                  <a:pt x="71" y="11"/>
                </a:lnTo>
                <a:lnTo>
                  <a:pt x="70" y="12"/>
                </a:lnTo>
                <a:lnTo>
                  <a:pt x="65" y="7"/>
                </a:lnTo>
                <a:moveTo>
                  <a:pt x="74" y="14"/>
                </a:moveTo>
                <a:lnTo>
                  <a:pt x="75" y="22"/>
                </a:lnTo>
                <a:lnTo>
                  <a:pt x="67" y="24"/>
                </a:lnTo>
                <a:lnTo>
                  <a:pt x="66" y="16"/>
                </a:lnTo>
                <a:lnTo>
                  <a:pt x="74" y="14"/>
                </a:lnTo>
                <a:moveTo>
                  <a:pt x="75" y="22"/>
                </a:moveTo>
                <a:lnTo>
                  <a:pt x="76" y="30"/>
                </a:lnTo>
                <a:lnTo>
                  <a:pt x="69" y="31"/>
                </a:lnTo>
                <a:lnTo>
                  <a:pt x="67" y="24"/>
                </a:lnTo>
                <a:lnTo>
                  <a:pt x="75" y="22"/>
                </a:lnTo>
                <a:moveTo>
                  <a:pt x="76" y="30"/>
                </a:moveTo>
                <a:lnTo>
                  <a:pt x="78" y="39"/>
                </a:lnTo>
                <a:lnTo>
                  <a:pt x="70" y="40"/>
                </a:lnTo>
                <a:lnTo>
                  <a:pt x="69" y="31"/>
                </a:lnTo>
                <a:lnTo>
                  <a:pt x="76" y="30"/>
                </a:lnTo>
                <a:moveTo>
                  <a:pt x="78" y="39"/>
                </a:moveTo>
                <a:lnTo>
                  <a:pt x="79" y="46"/>
                </a:lnTo>
                <a:lnTo>
                  <a:pt x="71" y="48"/>
                </a:lnTo>
                <a:lnTo>
                  <a:pt x="70" y="40"/>
                </a:lnTo>
                <a:lnTo>
                  <a:pt x="78" y="39"/>
                </a:lnTo>
                <a:moveTo>
                  <a:pt x="79" y="46"/>
                </a:moveTo>
                <a:lnTo>
                  <a:pt x="81" y="54"/>
                </a:lnTo>
                <a:lnTo>
                  <a:pt x="73" y="56"/>
                </a:lnTo>
                <a:lnTo>
                  <a:pt x="71" y="48"/>
                </a:lnTo>
                <a:lnTo>
                  <a:pt x="79" y="46"/>
                </a:lnTo>
                <a:moveTo>
                  <a:pt x="81" y="54"/>
                </a:moveTo>
                <a:lnTo>
                  <a:pt x="82" y="62"/>
                </a:lnTo>
                <a:lnTo>
                  <a:pt x="74" y="63"/>
                </a:lnTo>
                <a:lnTo>
                  <a:pt x="73" y="56"/>
                </a:lnTo>
                <a:lnTo>
                  <a:pt x="81" y="54"/>
                </a:lnTo>
                <a:moveTo>
                  <a:pt x="82" y="62"/>
                </a:moveTo>
                <a:lnTo>
                  <a:pt x="83" y="70"/>
                </a:lnTo>
                <a:lnTo>
                  <a:pt x="76" y="71"/>
                </a:lnTo>
                <a:lnTo>
                  <a:pt x="74" y="63"/>
                </a:lnTo>
                <a:lnTo>
                  <a:pt x="82" y="62"/>
                </a:lnTo>
                <a:moveTo>
                  <a:pt x="83" y="70"/>
                </a:moveTo>
                <a:lnTo>
                  <a:pt x="85" y="77"/>
                </a:lnTo>
                <a:lnTo>
                  <a:pt x="77" y="79"/>
                </a:lnTo>
                <a:lnTo>
                  <a:pt x="76" y="71"/>
                </a:lnTo>
                <a:lnTo>
                  <a:pt x="83" y="70"/>
                </a:lnTo>
                <a:moveTo>
                  <a:pt x="85" y="77"/>
                </a:moveTo>
                <a:lnTo>
                  <a:pt x="86" y="85"/>
                </a:lnTo>
                <a:lnTo>
                  <a:pt x="78" y="87"/>
                </a:lnTo>
                <a:lnTo>
                  <a:pt x="77" y="79"/>
                </a:lnTo>
                <a:lnTo>
                  <a:pt x="85" y="77"/>
                </a:lnTo>
                <a:moveTo>
                  <a:pt x="86" y="85"/>
                </a:moveTo>
                <a:lnTo>
                  <a:pt x="87" y="93"/>
                </a:lnTo>
                <a:lnTo>
                  <a:pt x="80" y="94"/>
                </a:lnTo>
                <a:lnTo>
                  <a:pt x="78" y="87"/>
                </a:lnTo>
                <a:lnTo>
                  <a:pt x="86" y="85"/>
                </a:lnTo>
                <a:moveTo>
                  <a:pt x="87" y="93"/>
                </a:moveTo>
                <a:lnTo>
                  <a:pt x="89" y="102"/>
                </a:lnTo>
                <a:lnTo>
                  <a:pt x="78" y="99"/>
                </a:lnTo>
                <a:lnTo>
                  <a:pt x="80" y="91"/>
                </a:lnTo>
                <a:lnTo>
                  <a:pt x="85" y="93"/>
                </a:lnTo>
                <a:lnTo>
                  <a:pt x="84" y="96"/>
                </a:lnTo>
                <a:lnTo>
                  <a:pt x="80" y="97"/>
                </a:lnTo>
                <a:lnTo>
                  <a:pt x="80" y="94"/>
                </a:lnTo>
                <a:lnTo>
                  <a:pt x="87" y="93"/>
                </a:lnTo>
                <a:moveTo>
                  <a:pt x="78" y="99"/>
                </a:moveTo>
                <a:lnTo>
                  <a:pt x="71" y="97"/>
                </a:lnTo>
                <a:lnTo>
                  <a:pt x="73" y="89"/>
                </a:lnTo>
                <a:lnTo>
                  <a:pt x="80" y="91"/>
                </a:lnTo>
                <a:lnTo>
                  <a:pt x="78" y="99"/>
                </a:lnTo>
                <a:moveTo>
                  <a:pt x="71" y="97"/>
                </a:moveTo>
                <a:lnTo>
                  <a:pt x="63" y="94"/>
                </a:lnTo>
                <a:lnTo>
                  <a:pt x="65" y="87"/>
                </a:lnTo>
                <a:lnTo>
                  <a:pt x="73" y="89"/>
                </a:lnTo>
                <a:lnTo>
                  <a:pt x="71" y="97"/>
                </a:lnTo>
                <a:moveTo>
                  <a:pt x="63" y="94"/>
                </a:moveTo>
                <a:lnTo>
                  <a:pt x="55" y="92"/>
                </a:lnTo>
                <a:lnTo>
                  <a:pt x="58" y="85"/>
                </a:lnTo>
                <a:lnTo>
                  <a:pt x="65" y="87"/>
                </a:lnTo>
                <a:lnTo>
                  <a:pt x="63" y="94"/>
                </a:lnTo>
                <a:moveTo>
                  <a:pt x="55" y="92"/>
                </a:moveTo>
                <a:lnTo>
                  <a:pt x="48" y="90"/>
                </a:lnTo>
                <a:lnTo>
                  <a:pt x="50" y="82"/>
                </a:lnTo>
                <a:lnTo>
                  <a:pt x="58" y="85"/>
                </a:lnTo>
                <a:lnTo>
                  <a:pt x="55" y="92"/>
                </a:lnTo>
                <a:moveTo>
                  <a:pt x="48" y="90"/>
                </a:moveTo>
                <a:lnTo>
                  <a:pt x="40" y="88"/>
                </a:lnTo>
                <a:lnTo>
                  <a:pt x="43" y="80"/>
                </a:lnTo>
                <a:lnTo>
                  <a:pt x="50" y="82"/>
                </a:lnTo>
                <a:lnTo>
                  <a:pt x="48" y="90"/>
                </a:lnTo>
                <a:moveTo>
                  <a:pt x="40" y="88"/>
                </a:moveTo>
                <a:lnTo>
                  <a:pt x="33" y="85"/>
                </a:lnTo>
                <a:lnTo>
                  <a:pt x="35" y="78"/>
                </a:lnTo>
                <a:lnTo>
                  <a:pt x="43" y="80"/>
                </a:lnTo>
                <a:lnTo>
                  <a:pt x="40" y="88"/>
                </a:lnTo>
                <a:moveTo>
                  <a:pt x="33" y="85"/>
                </a:moveTo>
                <a:lnTo>
                  <a:pt x="25" y="83"/>
                </a:lnTo>
                <a:lnTo>
                  <a:pt x="27" y="76"/>
                </a:lnTo>
                <a:lnTo>
                  <a:pt x="35" y="78"/>
                </a:lnTo>
                <a:lnTo>
                  <a:pt x="33" y="85"/>
                </a:lnTo>
                <a:moveTo>
                  <a:pt x="25" y="83"/>
                </a:moveTo>
                <a:lnTo>
                  <a:pt x="18" y="81"/>
                </a:lnTo>
                <a:lnTo>
                  <a:pt x="20" y="73"/>
                </a:lnTo>
                <a:lnTo>
                  <a:pt x="27" y="76"/>
                </a:lnTo>
                <a:lnTo>
                  <a:pt x="25" y="83"/>
                </a:lnTo>
                <a:moveTo>
                  <a:pt x="18" y="81"/>
                </a:moveTo>
                <a:lnTo>
                  <a:pt x="9" y="79"/>
                </a:lnTo>
                <a:lnTo>
                  <a:pt x="12" y="71"/>
                </a:lnTo>
                <a:lnTo>
                  <a:pt x="20" y="73"/>
                </a:lnTo>
                <a:lnTo>
                  <a:pt x="18" y="81"/>
                </a:lnTo>
                <a:moveTo>
                  <a:pt x="9" y="79"/>
                </a:moveTo>
                <a:lnTo>
                  <a:pt x="0" y="76"/>
                </a:lnTo>
                <a:lnTo>
                  <a:pt x="10" y="66"/>
                </a:lnTo>
                <a:lnTo>
                  <a:pt x="17" y="71"/>
                </a:lnTo>
                <a:lnTo>
                  <a:pt x="10" y="77"/>
                </a:lnTo>
                <a:lnTo>
                  <a:pt x="7" y="74"/>
                </a:lnTo>
                <a:lnTo>
                  <a:pt x="9" y="70"/>
                </a:lnTo>
                <a:lnTo>
                  <a:pt x="12" y="71"/>
                </a:lnTo>
                <a:lnTo>
                  <a:pt x="9" y="7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4554360" y="2002680"/>
            <a:ext cx="3821040" cy="1929600"/>
          </a:xfrm>
          <a:custGeom>
            <a:avLst/>
            <a:gdLst/>
            <a:ahLst/>
            <a:rect l="0" t="0" r="r" b="b"/>
            <a:pathLst>
              <a:path fill="none" w="10614" h="5360">
                <a:moveTo>
                  <a:pt x="0" y="5328"/>
                </a:moveTo>
                <a:lnTo>
                  <a:pt x="41" y="5333"/>
                </a:lnTo>
                <a:cubicBezTo>
                  <a:pt x="82" y="5338"/>
                  <a:pt x="164" y="5349"/>
                  <a:pt x="453" y="5354"/>
                </a:cubicBezTo>
                <a:cubicBezTo>
                  <a:pt x="742" y="5360"/>
                  <a:pt x="1238" y="5360"/>
                  <a:pt x="1733" y="5360"/>
                </a:cubicBezTo>
                <a:cubicBezTo>
                  <a:pt x="2229" y="5360"/>
                  <a:pt x="2724" y="5360"/>
                  <a:pt x="3227" y="5360"/>
                </a:cubicBezTo>
                <a:cubicBezTo>
                  <a:pt x="3730" y="5360"/>
                  <a:pt x="4239" y="5360"/>
                  <a:pt x="4749" y="5360"/>
                </a:cubicBezTo>
                <a:cubicBezTo>
                  <a:pt x="5258" y="5360"/>
                  <a:pt x="5767" y="5360"/>
                  <a:pt x="6277" y="5360"/>
                </a:cubicBezTo>
                <a:cubicBezTo>
                  <a:pt x="6786" y="5360"/>
                  <a:pt x="7295" y="5360"/>
                  <a:pt x="7805" y="5360"/>
                </a:cubicBezTo>
                <a:cubicBezTo>
                  <a:pt x="8314" y="5360"/>
                  <a:pt x="8823" y="5360"/>
                  <a:pt x="9291" y="4467"/>
                </a:cubicBezTo>
                <a:cubicBezTo>
                  <a:pt x="9760" y="3573"/>
                  <a:pt x="10187" y="1786"/>
                  <a:pt x="10400" y="893"/>
                </a:cubicBezTo>
                <a:lnTo>
                  <a:pt x="10614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5" name=""/>
          <p:cNvSpPr/>
          <p:nvPr/>
        </p:nvSpPr>
        <p:spPr>
          <a:xfrm>
            <a:off x="8358120" y="1989000"/>
            <a:ext cx="27720" cy="31320"/>
          </a:xfrm>
          <a:custGeom>
            <a:avLst/>
            <a:gdLst/>
            <a:ahLst/>
            <a:rect l="0" t="0" r="r" b="b"/>
            <a:pathLst>
              <a:path w="77" h="87">
                <a:moveTo>
                  <a:pt x="0" y="68"/>
                </a:moveTo>
                <a:lnTo>
                  <a:pt x="57" y="0"/>
                </a:lnTo>
                <a:lnTo>
                  <a:pt x="77" y="87"/>
                </a:lnTo>
                <a:lnTo>
                  <a:pt x="0" y="6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6" name=""/>
          <p:cNvSpPr/>
          <p:nvPr/>
        </p:nvSpPr>
        <p:spPr>
          <a:xfrm>
            <a:off x="8355240" y="1985760"/>
            <a:ext cx="32760" cy="36360"/>
          </a:xfrm>
          <a:custGeom>
            <a:avLst/>
            <a:gdLst/>
            <a:ahLst/>
            <a:rect l="0" t="0" r="r" b="b"/>
            <a:pathLst>
              <a:path w="91" h="101">
                <a:moveTo>
                  <a:pt x="10" y="68"/>
                </a:moveTo>
                <a:lnTo>
                  <a:pt x="15" y="62"/>
                </a:lnTo>
                <a:lnTo>
                  <a:pt x="21" y="67"/>
                </a:lnTo>
                <a:lnTo>
                  <a:pt x="16" y="73"/>
                </a:lnTo>
                <a:lnTo>
                  <a:pt x="10" y="68"/>
                </a:lnTo>
                <a:moveTo>
                  <a:pt x="15" y="62"/>
                </a:moveTo>
                <a:lnTo>
                  <a:pt x="20" y="56"/>
                </a:lnTo>
                <a:lnTo>
                  <a:pt x="26" y="61"/>
                </a:lnTo>
                <a:lnTo>
                  <a:pt x="21" y="67"/>
                </a:lnTo>
                <a:lnTo>
                  <a:pt x="15" y="62"/>
                </a:lnTo>
                <a:moveTo>
                  <a:pt x="20" y="56"/>
                </a:moveTo>
                <a:lnTo>
                  <a:pt x="25" y="50"/>
                </a:lnTo>
                <a:lnTo>
                  <a:pt x="31" y="55"/>
                </a:lnTo>
                <a:lnTo>
                  <a:pt x="26" y="61"/>
                </a:lnTo>
                <a:lnTo>
                  <a:pt x="20" y="56"/>
                </a:lnTo>
                <a:moveTo>
                  <a:pt x="25" y="50"/>
                </a:moveTo>
                <a:lnTo>
                  <a:pt x="30" y="43"/>
                </a:lnTo>
                <a:lnTo>
                  <a:pt x="36" y="49"/>
                </a:lnTo>
                <a:lnTo>
                  <a:pt x="31" y="55"/>
                </a:lnTo>
                <a:lnTo>
                  <a:pt x="25" y="50"/>
                </a:lnTo>
                <a:moveTo>
                  <a:pt x="30" y="43"/>
                </a:moveTo>
                <a:lnTo>
                  <a:pt x="35" y="37"/>
                </a:lnTo>
                <a:lnTo>
                  <a:pt x="41" y="43"/>
                </a:lnTo>
                <a:lnTo>
                  <a:pt x="36" y="49"/>
                </a:lnTo>
                <a:lnTo>
                  <a:pt x="30" y="43"/>
                </a:lnTo>
                <a:moveTo>
                  <a:pt x="35" y="37"/>
                </a:moveTo>
                <a:lnTo>
                  <a:pt x="40" y="31"/>
                </a:lnTo>
                <a:lnTo>
                  <a:pt x="46" y="36"/>
                </a:lnTo>
                <a:lnTo>
                  <a:pt x="41" y="43"/>
                </a:lnTo>
                <a:lnTo>
                  <a:pt x="35" y="37"/>
                </a:lnTo>
                <a:moveTo>
                  <a:pt x="40" y="31"/>
                </a:moveTo>
                <a:lnTo>
                  <a:pt x="45" y="25"/>
                </a:lnTo>
                <a:lnTo>
                  <a:pt x="51" y="30"/>
                </a:lnTo>
                <a:lnTo>
                  <a:pt x="46" y="36"/>
                </a:lnTo>
                <a:lnTo>
                  <a:pt x="40" y="31"/>
                </a:lnTo>
                <a:moveTo>
                  <a:pt x="45" y="25"/>
                </a:moveTo>
                <a:lnTo>
                  <a:pt x="50" y="19"/>
                </a:lnTo>
                <a:lnTo>
                  <a:pt x="56" y="24"/>
                </a:lnTo>
                <a:lnTo>
                  <a:pt x="51" y="30"/>
                </a:lnTo>
                <a:lnTo>
                  <a:pt x="45" y="25"/>
                </a:lnTo>
                <a:moveTo>
                  <a:pt x="50" y="19"/>
                </a:moveTo>
                <a:lnTo>
                  <a:pt x="55" y="13"/>
                </a:lnTo>
                <a:lnTo>
                  <a:pt x="61" y="18"/>
                </a:lnTo>
                <a:lnTo>
                  <a:pt x="56" y="24"/>
                </a:lnTo>
                <a:lnTo>
                  <a:pt x="50" y="19"/>
                </a:lnTo>
                <a:moveTo>
                  <a:pt x="55" y="13"/>
                </a:moveTo>
                <a:lnTo>
                  <a:pt x="60" y="7"/>
                </a:lnTo>
                <a:lnTo>
                  <a:pt x="67" y="12"/>
                </a:lnTo>
                <a:lnTo>
                  <a:pt x="61" y="18"/>
                </a:lnTo>
                <a:lnTo>
                  <a:pt x="55" y="13"/>
                </a:lnTo>
                <a:moveTo>
                  <a:pt x="60" y="7"/>
                </a:moveTo>
                <a:lnTo>
                  <a:pt x="67" y="0"/>
                </a:lnTo>
                <a:lnTo>
                  <a:pt x="71" y="14"/>
                </a:lnTo>
                <a:lnTo>
                  <a:pt x="62" y="16"/>
                </a:lnTo>
                <a:lnTo>
                  <a:pt x="60" y="10"/>
                </a:lnTo>
                <a:lnTo>
                  <a:pt x="64" y="9"/>
                </a:lnTo>
                <a:lnTo>
                  <a:pt x="68" y="11"/>
                </a:lnTo>
                <a:lnTo>
                  <a:pt x="67" y="12"/>
                </a:lnTo>
                <a:lnTo>
                  <a:pt x="60" y="7"/>
                </a:lnTo>
                <a:moveTo>
                  <a:pt x="71" y="14"/>
                </a:moveTo>
                <a:lnTo>
                  <a:pt x="72" y="22"/>
                </a:lnTo>
                <a:lnTo>
                  <a:pt x="64" y="24"/>
                </a:lnTo>
                <a:lnTo>
                  <a:pt x="62" y="16"/>
                </a:lnTo>
                <a:lnTo>
                  <a:pt x="71" y="14"/>
                </a:lnTo>
                <a:moveTo>
                  <a:pt x="72" y="22"/>
                </a:moveTo>
                <a:lnTo>
                  <a:pt x="74" y="29"/>
                </a:lnTo>
                <a:lnTo>
                  <a:pt x="66" y="31"/>
                </a:lnTo>
                <a:lnTo>
                  <a:pt x="64" y="24"/>
                </a:lnTo>
                <a:lnTo>
                  <a:pt x="72" y="22"/>
                </a:lnTo>
                <a:moveTo>
                  <a:pt x="74" y="29"/>
                </a:moveTo>
                <a:lnTo>
                  <a:pt x="76" y="37"/>
                </a:lnTo>
                <a:lnTo>
                  <a:pt x="68" y="39"/>
                </a:lnTo>
                <a:lnTo>
                  <a:pt x="66" y="31"/>
                </a:lnTo>
                <a:lnTo>
                  <a:pt x="74" y="29"/>
                </a:lnTo>
                <a:moveTo>
                  <a:pt x="76" y="37"/>
                </a:moveTo>
                <a:lnTo>
                  <a:pt x="78" y="45"/>
                </a:lnTo>
                <a:lnTo>
                  <a:pt x="70" y="47"/>
                </a:lnTo>
                <a:lnTo>
                  <a:pt x="68" y="39"/>
                </a:lnTo>
                <a:lnTo>
                  <a:pt x="76" y="37"/>
                </a:lnTo>
                <a:moveTo>
                  <a:pt x="78" y="45"/>
                </a:moveTo>
                <a:lnTo>
                  <a:pt x="79" y="53"/>
                </a:lnTo>
                <a:lnTo>
                  <a:pt x="72" y="54"/>
                </a:lnTo>
                <a:lnTo>
                  <a:pt x="70" y="47"/>
                </a:lnTo>
                <a:lnTo>
                  <a:pt x="78" y="45"/>
                </a:lnTo>
                <a:moveTo>
                  <a:pt x="79" y="53"/>
                </a:moveTo>
                <a:lnTo>
                  <a:pt x="81" y="60"/>
                </a:lnTo>
                <a:lnTo>
                  <a:pt x="74" y="62"/>
                </a:lnTo>
                <a:lnTo>
                  <a:pt x="72" y="54"/>
                </a:lnTo>
                <a:lnTo>
                  <a:pt x="79" y="53"/>
                </a:lnTo>
                <a:moveTo>
                  <a:pt x="81" y="60"/>
                </a:moveTo>
                <a:lnTo>
                  <a:pt x="83" y="68"/>
                </a:lnTo>
                <a:lnTo>
                  <a:pt x="75" y="70"/>
                </a:lnTo>
                <a:lnTo>
                  <a:pt x="74" y="62"/>
                </a:lnTo>
                <a:lnTo>
                  <a:pt x="81" y="60"/>
                </a:lnTo>
                <a:moveTo>
                  <a:pt x="83" y="68"/>
                </a:moveTo>
                <a:lnTo>
                  <a:pt x="85" y="76"/>
                </a:lnTo>
                <a:lnTo>
                  <a:pt x="77" y="77"/>
                </a:lnTo>
                <a:lnTo>
                  <a:pt x="75" y="70"/>
                </a:lnTo>
                <a:lnTo>
                  <a:pt x="83" y="68"/>
                </a:lnTo>
                <a:moveTo>
                  <a:pt x="85" y="76"/>
                </a:moveTo>
                <a:lnTo>
                  <a:pt x="87" y="84"/>
                </a:lnTo>
                <a:lnTo>
                  <a:pt x="79" y="86"/>
                </a:lnTo>
                <a:lnTo>
                  <a:pt x="77" y="77"/>
                </a:lnTo>
                <a:lnTo>
                  <a:pt x="85" y="76"/>
                </a:lnTo>
                <a:moveTo>
                  <a:pt x="87" y="84"/>
                </a:moveTo>
                <a:lnTo>
                  <a:pt x="88" y="92"/>
                </a:lnTo>
                <a:lnTo>
                  <a:pt x="81" y="94"/>
                </a:lnTo>
                <a:lnTo>
                  <a:pt x="79" y="86"/>
                </a:lnTo>
                <a:lnTo>
                  <a:pt x="87" y="84"/>
                </a:lnTo>
                <a:moveTo>
                  <a:pt x="88" y="92"/>
                </a:moveTo>
                <a:lnTo>
                  <a:pt x="91" y="101"/>
                </a:lnTo>
                <a:lnTo>
                  <a:pt x="79" y="98"/>
                </a:lnTo>
                <a:lnTo>
                  <a:pt x="81" y="91"/>
                </a:lnTo>
                <a:lnTo>
                  <a:pt x="86" y="92"/>
                </a:lnTo>
                <a:lnTo>
                  <a:pt x="85" y="96"/>
                </a:lnTo>
                <a:lnTo>
                  <a:pt x="81" y="96"/>
                </a:lnTo>
                <a:lnTo>
                  <a:pt x="81" y="94"/>
                </a:lnTo>
                <a:lnTo>
                  <a:pt x="88" y="92"/>
                </a:lnTo>
                <a:moveTo>
                  <a:pt x="79" y="98"/>
                </a:moveTo>
                <a:lnTo>
                  <a:pt x="72" y="96"/>
                </a:lnTo>
                <a:lnTo>
                  <a:pt x="74" y="89"/>
                </a:lnTo>
                <a:lnTo>
                  <a:pt x="81" y="91"/>
                </a:lnTo>
                <a:lnTo>
                  <a:pt x="79" y="98"/>
                </a:lnTo>
                <a:moveTo>
                  <a:pt x="72" y="96"/>
                </a:moveTo>
                <a:lnTo>
                  <a:pt x="63" y="95"/>
                </a:lnTo>
                <a:lnTo>
                  <a:pt x="66" y="87"/>
                </a:lnTo>
                <a:lnTo>
                  <a:pt x="74" y="89"/>
                </a:lnTo>
                <a:lnTo>
                  <a:pt x="72" y="96"/>
                </a:lnTo>
                <a:moveTo>
                  <a:pt x="63" y="95"/>
                </a:moveTo>
                <a:lnTo>
                  <a:pt x="55" y="93"/>
                </a:lnTo>
                <a:lnTo>
                  <a:pt x="57" y="85"/>
                </a:lnTo>
                <a:lnTo>
                  <a:pt x="66" y="87"/>
                </a:lnTo>
                <a:lnTo>
                  <a:pt x="63" y="95"/>
                </a:lnTo>
                <a:moveTo>
                  <a:pt x="55" y="93"/>
                </a:moveTo>
                <a:lnTo>
                  <a:pt x="48" y="91"/>
                </a:lnTo>
                <a:lnTo>
                  <a:pt x="50" y="83"/>
                </a:lnTo>
                <a:lnTo>
                  <a:pt x="57" y="85"/>
                </a:lnTo>
                <a:lnTo>
                  <a:pt x="55" y="93"/>
                </a:lnTo>
                <a:moveTo>
                  <a:pt x="48" y="91"/>
                </a:moveTo>
                <a:lnTo>
                  <a:pt x="40" y="89"/>
                </a:lnTo>
                <a:lnTo>
                  <a:pt x="42" y="81"/>
                </a:lnTo>
                <a:lnTo>
                  <a:pt x="50" y="83"/>
                </a:lnTo>
                <a:lnTo>
                  <a:pt x="48" y="91"/>
                </a:lnTo>
                <a:moveTo>
                  <a:pt x="40" y="89"/>
                </a:moveTo>
                <a:lnTo>
                  <a:pt x="32" y="87"/>
                </a:lnTo>
                <a:lnTo>
                  <a:pt x="34" y="80"/>
                </a:lnTo>
                <a:lnTo>
                  <a:pt x="42" y="81"/>
                </a:lnTo>
                <a:lnTo>
                  <a:pt x="40" y="89"/>
                </a:lnTo>
                <a:moveTo>
                  <a:pt x="32" y="87"/>
                </a:moveTo>
                <a:lnTo>
                  <a:pt x="25" y="85"/>
                </a:lnTo>
                <a:lnTo>
                  <a:pt x="27" y="77"/>
                </a:lnTo>
                <a:lnTo>
                  <a:pt x="34" y="80"/>
                </a:lnTo>
                <a:lnTo>
                  <a:pt x="32" y="87"/>
                </a:lnTo>
                <a:moveTo>
                  <a:pt x="25" y="85"/>
                </a:moveTo>
                <a:lnTo>
                  <a:pt x="17" y="84"/>
                </a:lnTo>
                <a:lnTo>
                  <a:pt x="19" y="75"/>
                </a:lnTo>
                <a:lnTo>
                  <a:pt x="27" y="77"/>
                </a:lnTo>
                <a:lnTo>
                  <a:pt x="25" y="85"/>
                </a:lnTo>
                <a:moveTo>
                  <a:pt x="17" y="84"/>
                </a:moveTo>
                <a:lnTo>
                  <a:pt x="9" y="82"/>
                </a:lnTo>
                <a:lnTo>
                  <a:pt x="11" y="73"/>
                </a:lnTo>
                <a:lnTo>
                  <a:pt x="19" y="75"/>
                </a:lnTo>
                <a:lnTo>
                  <a:pt x="17" y="84"/>
                </a:lnTo>
                <a:moveTo>
                  <a:pt x="9" y="82"/>
                </a:moveTo>
                <a:lnTo>
                  <a:pt x="0" y="80"/>
                </a:lnTo>
                <a:lnTo>
                  <a:pt x="10" y="68"/>
                </a:lnTo>
                <a:lnTo>
                  <a:pt x="16" y="73"/>
                </a:lnTo>
                <a:lnTo>
                  <a:pt x="11" y="80"/>
                </a:lnTo>
                <a:lnTo>
                  <a:pt x="8" y="76"/>
                </a:lnTo>
                <a:lnTo>
                  <a:pt x="8" y="72"/>
                </a:lnTo>
                <a:lnTo>
                  <a:pt x="11" y="73"/>
                </a:lnTo>
                <a:lnTo>
                  <a:pt x="9" y="82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7" name=""/>
          <p:cNvSpPr/>
          <p:nvPr/>
        </p:nvSpPr>
        <p:spPr>
          <a:xfrm>
            <a:off x="485640" y="1904760"/>
            <a:ext cx="923040" cy="394200"/>
          </a:xfrm>
          <a:custGeom>
            <a:avLst/>
            <a:gdLst/>
            <a:ahLst/>
            <a:rect l="0" t="0" r="r" b="b"/>
            <a:pathLst>
              <a:path w="2564" h="1095">
                <a:moveTo>
                  <a:pt x="0" y="0"/>
                </a:moveTo>
                <a:lnTo>
                  <a:pt x="2564" y="0"/>
                </a:lnTo>
                <a:lnTo>
                  <a:pt x="2564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8" name=""/>
          <p:cNvSpPr/>
          <p:nvPr/>
        </p:nvSpPr>
        <p:spPr>
          <a:xfrm>
            <a:off x="485640" y="1904760"/>
            <a:ext cx="923040" cy="394200"/>
          </a:xfrm>
          <a:custGeom>
            <a:avLst/>
            <a:gdLst/>
            <a:ahLst/>
            <a:rect l="0" t="0" r="r" b="b"/>
            <a:pathLst>
              <a:path w="2564" h="1095">
                <a:moveTo>
                  <a:pt x="0" y="0"/>
                </a:moveTo>
                <a:lnTo>
                  <a:pt x="2564" y="0"/>
                </a:lnTo>
                <a:lnTo>
                  <a:pt x="2564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a8481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9" name=""/>
          <p:cNvSpPr txBox="1"/>
          <p:nvPr/>
        </p:nvSpPr>
        <p:spPr>
          <a:xfrm>
            <a:off x="457200" y="1189080"/>
            <a:ext cx="76986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Blauw is direct gevraagd door stakeholders, groen is impliciet nodig om dat waar te maken; de pijlen zijn afhankelijkheden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0" name=""/>
          <p:cNvSpPr txBox="1"/>
          <p:nvPr/>
        </p:nvSpPr>
        <p:spPr>
          <a:xfrm>
            <a:off x="596880" y="1965600"/>
            <a:ext cx="6973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Sectorkader IST en SOLL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1" name=""/>
          <p:cNvSpPr txBox="1"/>
          <p:nvPr/>
        </p:nvSpPr>
        <p:spPr>
          <a:xfrm>
            <a:off x="693360" y="2082600"/>
            <a:ext cx="505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620280" y="205704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50" y="0"/>
                </a:moveTo>
                <a:lnTo>
                  <a:pt x="80" y="0"/>
                </a:lnTo>
                <a:lnTo>
                  <a:pt x="80" y="11"/>
                </a:lnTo>
                <a:lnTo>
                  <a:pt x="50" y="11"/>
                </a:lnTo>
                <a:lnTo>
                  <a:pt x="50" y="0"/>
                </a:lnTo>
                <a:moveTo>
                  <a:pt x="100" y="0"/>
                </a:moveTo>
                <a:lnTo>
                  <a:pt x="129" y="0"/>
                </a:lnTo>
                <a:lnTo>
                  <a:pt x="129" y="11"/>
                </a:lnTo>
                <a:lnTo>
                  <a:pt x="100" y="11"/>
                </a:lnTo>
                <a:lnTo>
                  <a:pt x="100" y="0"/>
                </a:lnTo>
                <a:moveTo>
                  <a:pt x="149" y="0"/>
                </a:moveTo>
                <a:lnTo>
                  <a:pt x="179" y="0"/>
                </a:lnTo>
                <a:lnTo>
                  <a:pt x="179" y="11"/>
                </a:lnTo>
                <a:lnTo>
                  <a:pt x="149" y="11"/>
                </a:lnTo>
                <a:lnTo>
                  <a:pt x="149" y="0"/>
                </a:lnTo>
                <a:moveTo>
                  <a:pt x="199" y="0"/>
                </a:moveTo>
                <a:lnTo>
                  <a:pt x="228" y="0"/>
                </a:lnTo>
                <a:lnTo>
                  <a:pt x="228" y="11"/>
                </a:lnTo>
                <a:lnTo>
                  <a:pt x="199" y="11"/>
                </a:lnTo>
                <a:lnTo>
                  <a:pt x="199" y="0"/>
                </a:lnTo>
                <a:moveTo>
                  <a:pt x="248" y="0"/>
                </a:moveTo>
                <a:lnTo>
                  <a:pt x="278" y="0"/>
                </a:lnTo>
                <a:lnTo>
                  <a:pt x="278" y="11"/>
                </a:lnTo>
                <a:lnTo>
                  <a:pt x="248" y="11"/>
                </a:lnTo>
                <a:lnTo>
                  <a:pt x="248" y="0"/>
                </a:lnTo>
                <a:moveTo>
                  <a:pt x="298" y="0"/>
                </a:moveTo>
                <a:lnTo>
                  <a:pt x="327" y="0"/>
                </a:lnTo>
                <a:lnTo>
                  <a:pt x="327" y="11"/>
                </a:lnTo>
                <a:lnTo>
                  <a:pt x="298" y="11"/>
                </a:lnTo>
                <a:lnTo>
                  <a:pt x="298" y="0"/>
                </a:lnTo>
                <a:moveTo>
                  <a:pt x="347" y="0"/>
                </a:moveTo>
                <a:lnTo>
                  <a:pt x="377" y="0"/>
                </a:lnTo>
                <a:lnTo>
                  <a:pt x="377" y="11"/>
                </a:lnTo>
                <a:lnTo>
                  <a:pt x="347" y="11"/>
                </a:lnTo>
                <a:lnTo>
                  <a:pt x="347" y="0"/>
                </a:lnTo>
                <a:moveTo>
                  <a:pt x="397" y="0"/>
                </a:moveTo>
                <a:lnTo>
                  <a:pt x="427" y="0"/>
                </a:lnTo>
                <a:lnTo>
                  <a:pt x="427" y="11"/>
                </a:lnTo>
                <a:lnTo>
                  <a:pt x="397" y="11"/>
                </a:lnTo>
                <a:lnTo>
                  <a:pt x="397" y="0"/>
                </a:lnTo>
                <a:moveTo>
                  <a:pt x="447" y="0"/>
                </a:moveTo>
                <a:lnTo>
                  <a:pt x="476" y="0"/>
                </a:lnTo>
                <a:lnTo>
                  <a:pt x="476" y="11"/>
                </a:lnTo>
                <a:lnTo>
                  <a:pt x="447" y="11"/>
                </a:lnTo>
                <a:lnTo>
                  <a:pt x="447" y="0"/>
                </a:lnTo>
                <a:moveTo>
                  <a:pt x="496" y="0"/>
                </a:moveTo>
                <a:lnTo>
                  <a:pt x="526" y="0"/>
                </a:lnTo>
                <a:lnTo>
                  <a:pt x="526" y="11"/>
                </a:lnTo>
                <a:lnTo>
                  <a:pt x="496" y="11"/>
                </a:lnTo>
                <a:lnTo>
                  <a:pt x="496" y="0"/>
                </a:lnTo>
                <a:moveTo>
                  <a:pt x="546" y="0"/>
                </a:moveTo>
                <a:lnTo>
                  <a:pt x="575" y="0"/>
                </a:lnTo>
                <a:lnTo>
                  <a:pt x="575" y="11"/>
                </a:lnTo>
                <a:lnTo>
                  <a:pt x="546" y="11"/>
                </a:lnTo>
                <a:lnTo>
                  <a:pt x="546" y="0"/>
                </a:lnTo>
                <a:moveTo>
                  <a:pt x="595" y="0"/>
                </a:moveTo>
                <a:lnTo>
                  <a:pt x="625" y="0"/>
                </a:lnTo>
                <a:lnTo>
                  <a:pt x="625" y="11"/>
                </a:lnTo>
                <a:lnTo>
                  <a:pt x="595" y="11"/>
                </a:lnTo>
                <a:lnTo>
                  <a:pt x="595" y="0"/>
                </a:lnTo>
                <a:moveTo>
                  <a:pt x="645" y="0"/>
                </a:moveTo>
                <a:lnTo>
                  <a:pt x="674" y="0"/>
                </a:lnTo>
                <a:lnTo>
                  <a:pt x="674" y="11"/>
                </a:lnTo>
                <a:lnTo>
                  <a:pt x="645" y="11"/>
                </a:lnTo>
                <a:lnTo>
                  <a:pt x="645" y="0"/>
                </a:lnTo>
                <a:moveTo>
                  <a:pt x="694" y="0"/>
                </a:moveTo>
                <a:lnTo>
                  <a:pt x="724" y="0"/>
                </a:lnTo>
                <a:lnTo>
                  <a:pt x="724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3" y="0"/>
                </a:lnTo>
                <a:lnTo>
                  <a:pt x="773" y="11"/>
                </a:lnTo>
                <a:lnTo>
                  <a:pt x="744" y="11"/>
                </a:lnTo>
                <a:lnTo>
                  <a:pt x="744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1"/>
                </a:lnTo>
                <a:lnTo>
                  <a:pt x="793" y="11"/>
                </a:lnTo>
                <a:lnTo>
                  <a:pt x="793" y="0"/>
                </a:lnTo>
                <a:moveTo>
                  <a:pt x="843" y="0"/>
                </a:moveTo>
                <a:lnTo>
                  <a:pt x="873" y="0"/>
                </a:lnTo>
                <a:lnTo>
                  <a:pt x="873" y="11"/>
                </a:lnTo>
                <a:lnTo>
                  <a:pt x="843" y="11"/>
                </a:lnTo>
                <a:lnTo>
                  <a:pt x="843" y="0"/>
                </a:lnTo>
                <a:moveTo>
                  <a:pt x="893" y="0"/>
                </a:moveTo>
                <a:lnTo>
                  <a:pt x="922" y="0"/>
                </a:lnTo>
                <a:lnTo>
                  <a:pt x="922" y="11"/>
                </a:lnTo>
                <a:lnTo>
                  <a:pt x="893" y="11"/>
                </a:lnTo>
                <a:lnTo>
                  <a:pt x="893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2" y="0"/>
                </a:lnTo>
                <a:lnTo>
                  <a:pt x="1022" y="11"/>
                </a:lnTo>
                <a:lnTo>
                  <a:pt x="992" y="11"/>
                </a:lnTo>
                <a:lnTo>
                  <a:pt x="992" y="0"/>
                </a:lnTo>
                <a:moveTo>
                  <a:pt x="1042" y="0"/>
                </a:moveTo>
                <a:lnTo>
                  <a:pt x="1072" y="0"/>
                </a:lnTo>
                <a:lnTo>
                  <a:pt x="1072" y="11"/>
                </a:lnTo>
                <a:lnTo>
                  <a:pt x="1042" y="11"/>
                </a:lnTo>
                <a:lnTo>
                  <a:pt x="1042" y="0"/>
                </a:lnTo>
                <a:moveTo>
                  <a:pt x="1092" y="0"/>
                </a:moveTo>
                <a:lnTo>
                  <a:pt x="1121" y="0"/>
                </a:lnTo>
                <a:lnTo>
                  <a:pt x="1121" y="11"/>
                </a:lnTo>
                <a:lnTo>
                  <a:pt x="1092" y="11"/>
                </a:lnTo>
                <a:lnTo>
                  <a:pt x="1092" y="0"/>
                </a:lnTo>
                <a:moveTo>
                  <a:pt x="1141" y="0"/>
                </a:moveTo>
                <a:lnTo>
                  <a:pt x="1171" y="0"/>
                </a:lnTo>
                <a:lnTo>
                  <a:pt x="1171" y="11"/>
                </a:lnTo>
                <a:lnTo>
                  <a:pt x="1141" y="11"/>
                </a:lnTo>
                <a:lnTo>
                  <a:pt x="1141" y="0"/>
                </a:lnTo>
                <a:moveTo>
                  <a:pt x="1191" y="0"/>
                </a:moveTo>
                <a:lnTo>
                  <a:pt x="1221" y="0"/>
                </a:lnTo>
                <a:lnTo>
                  <a:pt x="1221" y="11"/>
                </a:lnTo>
                <a:lnTo>
                  <a:pt x="1191" y="11"/>
                </a:lnTo>
                <a:lnTo>
                  <a:pt x="1191" y="0"/>
                </a:lnTo>
                <a:moveTo>
                  <a:pt x="1240" y="0"/>
                </a:moveTo>
                <a:lnTo>
                  <a:pt x="1270" y="0"/>
                </a:lnTo>
                <a:lnTo>
                  <a:pt x="1270" y="11"/>
                </a:lnTo>
                <a:lnTo>
                  <a:pt x="1240" y="11"/>
                </a:lnTo>
                <a:lnTo>
                  <a:pt x="1240" y="0"/>
                </a:lnTo>
                <a:moveTo>
                  <a:pt x="1290" y="0"/>
                </a:moveTo>
                <a:lnTo>
                  <a:pt x="1320" y="0"/>
                </a:lnTo>
                <a:lnTo>
                  <a:pt x="1320" y="11"/>
                </a:lnTo>
                <a:lnTo>
                  <a:pt x="1290" y="11"/>
                </a:lnTo>
                <a:lnTo>
                  <a:pt x="1290" y="0"/>
                </a:lnTo>
                <a:moveTo>
                  <a:pt x="1340" y="0"/>
                </a:moveTo>
                <a:lnTo>
                  <a:pt x="1369" y="0"/>
                </a:lnTo>
                <a:lnTo>
                  <a:pt x="1369" y="11"/>
                </a:lnTo>
                <a:lnTo>
                  <a:pt x="1340" y="11"/>
                </a:lnTo>
                <a:lnTo>
                  <a:pt x="1340" y="0"/>
                </a:lnTo>
                <a:moveTo>
                  <a:pt x="1389" y="0"/>
                </a:moveTo>
                <a:lnTo>
                  <a:pt x="1419" y="0"/>
                </a:lnTo>
                <a:lnTo>
                  <a:pt x="1419" y="11"/>
                </a:lnTo>
                <a:lnTo>
                  <a:pt x="1389" y="11"/>
                </a:lnTo>
                <a:lnTo>
                  <a:pt x="1389" y="0"/>
                </a:lnTo>
                <a:moveTo>
                  <a:pt x="1439" y="0"/>
                </a:moveTo>
                <a:lnTo>
                  <a:pt x="1468" y="0"/>
                </a:lnTo>
                <a:lnTo>
                  <a:pt x="1468" y="11"/>
                </a:lnTo>
                <a:lnTo>
                  <a:pt x="1439" y="11"/>
                </a:lnTo>
                <a:lnTo>
                  <a:pt x="1439" y="0"/>
                </a:lnTo>
                <a:moveTo>
                  <a:pt x="1488" y="0"/>
                </a:moveTo>
                <a:lnTo>
                  <a:pt x="1518" y="0"/>
                </a:lnTo>
                <a:lnTo>
                  <a:pt x="1518" y="11"/>
                </a:lnTo>
                <a:lnTo>
                  <a:pt x="1488" y="11"/>
                </a:lnTo>
                <a:lnTo>
                  <a:pt x="1488" y="0"/>
                </a:lnTo>
                <a:moveTo>
                  <a:pt x="1538" y="0"/>
                </a:moveTo>
                <a:lnTo>
                  <a:pt x="1567" y="0"/>
                </a:lnTo>
                <a:lnTo>
                  <a:pt x="1567" y="11"/>
                </a:lnTo>
                <a:lnTo>
                  <a:pt x="1538" y="11"/>
                </a:lnTo>
                <a:lnTo>
                  <a:pt x="1538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7" y="0"/>
                </a:lnTo>
                <a:lnTo>
                  <a:pt x="1667" y="11"/>
                </a:lnTo>
                <a:lnTo>
                  <a:pt x="1637" y="11"/>
                </a:lnTo>
                <a:lnTo>
                  <a:pt x="1637" y="0"/>
                </a:lnTo>
                <a:moveTo>
                  <a:pt x="1687" y="0"/>
                </a:moveTo>
                <a:lnTo>
                  <a:pt x="1716" y="0"/>
                </a:lnTo>
                <a:lnTo>
                  <a:pt x="1716" y="11"/>
                </a:lnTo>
                <a:lnTo>
                  <a:pt x="1687" y="11"/>
                </a:lnTo>
                <a:lnTo>
                  <a:pt x="1687" y="0"/>
                </a:lnTo>
                <a:moveTo>
                  <a:pt x="1736" y="0"/>
                </a:moveTo>
                <a:lnTo>
                  <a:pt x="1766" y="0"/>
                </a:lnTo>
                <a:lnTo>
                  <a:pt x="1766" y="11"/>
                </a:lnTo>
                <a:lnTo>
                  <a:pt x="1736" y="11"/>
                </a:lnTo>
                <a:lnTo>
                  <a:pt x="1736" y="0"/>
                </a:lnTo>
                <a:moveTo>
                  <a:pt x="1786" y="0"/>
                </a:moveTo>
                <a:lnTo>
                  <a:pt x="1815" y="0"/>
                </a:lnTo>
                <a:lnTo>
                  <a:pt x="1815" y="11"/>
                </a:lnTo>
                <a:lnTo>
                  <a:pt x="1786" y="11"/>
                </a:lnTo>
                <a:lnTo>
                  <a:pt x="1786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3" name=""/>
          <p:cNvSpPr/>
          <p:nvPr/>
        </p:nvSpPr>
        <p:spPr>
          <a:xfrm>
            <a:off x="485640" y="2476080"/>
            <a:ext cx="923040" cy="479160"/>
          </a:xfrm>
          <a:custGeom>
            <a:avLst/>
            <a:gdLst/>
            <a:ahLst/>
            <a:rect l="0" t="0" r="r" b="b"/>
            <a:pathLst>
              <a:path w="2564" h="1331">
                <a:moveTo>
                  <a:pt x="0" y="0"/>
                </a:moveTo>
                <a:lnTo>
                  <a:pt x="2564" y="0"/>
                </a:lnTo>
                <a:lnTo>
                  <a:pt x="2564" y="1331"/>
                </a:lnTo>
                <a:lnTo>
                  <a:pt x="0" y="1331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 txBox="1"/>
          <p:nvPr/>
        </p:nvSpPr>
        <p:spPr>
          <a:xfrm>
            <a:off x="631440" y="2167920"/>
            <a:ext cx="6300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ontbreekt grotendeels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 txBox="1"/>
          <p:nvPr/>
        </p:nvSpPr>
        <p:spPr>
          <a:xfrm>
            <a:off x="624600" y="2536920"/>
            <a:ext cx="636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Architectuurprincipes,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6" name=""/>
          <p:cNvSpPr txBox="1"/>
          <p:nvPr/>
        </p:nvSpPr>
        <p:spPr>
          <a:xfrm>
            <a:off x="863640" y="2622240"/>
            <a:ext cx="1652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ADR's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7" name=""/>
          <p:cNvSpPr txBox="1"/>
          <p:nvPr/>
        </p:nvSpPr>
        <p:spPr>
          <a:xfrm>
            <a:off x="678960" y="2707200"/>
            <a:ext cx="5295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uitgangspunten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620280" y="279900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50" y="0"/>
                </a:moveTo>
                <a:lnTo>
                  <a:pt x="80" y="0"/>
                </a:lnTo>
                <a:lnTo>
                  <a:pt x="80" y="11"/>
                </a:lnTo>
                <a:lnTo>
                  <a:pt x="50" y="11"/>
                </a:lnTo>
                <a:lnTo>
                  <a:pt x="50" y="0"/>
                </a:lnTo>
                <a:moveTo>
                  <a:pt x="100" y="0"/>
                </a:moveTo>
                <a:lnTo>
                  <a:pt x="129" y="0"/>
                </a:lnTo>
                <a:lnTo>
                  <a:pt x="129" y="11"/>
                </a:lnTo>
                <a:lnTo>
                  <a:pt x="100" y="11"/>
                </a:lnTo>
                <a:lnTo>
                  <a:pt x="100" y="0"/>
                </a:lnTo>
                <a:moveTo>
                  <a:pt x="149" y="0"/>
                </a:moveTo>
                <a:lnTo>
                  <a:pt x="179" y="0"/>
                </a:lnTo>
                <a:lnTo>
                  <a:pt x="179" y="11"/>
                </a:lnTo>
                <a:lnTo>
                  <a:pt x="149" y="11"/>
                </a:lnTo>
                <a:lnTo>
                  <a:pt x="149" y="0"/>
                </a:lnTo>
                <a:moveTo>
                  <a:pt x="199" y="0"/>
                </a:moveTo>
                <a:lnTo>
                  <a:pt x="228" y="0"/>
                </a:lnTo>
                <a:lnTo>
                  <a:pt x="228" y="11"/>
                </a:lnTo>
                <a:lnTo>
                  <a:pt x="199" y="11"/>
                </a:lnTo>
                <a:lnTo>
                  <a:pt x="199" y="0"/>
                </a:lnTo>
                <a:moveTo>
                  <a:pt x="248" y="0"/>
                </a:moveTo>
                <a:lnTo>
                  <a:pt x="278" y="0"/>
                </a:lnTo>
                <a:lnTo>
                  <a:pt x="278" y="11"/>
                </a:lnTo>
                <a:lnTo>
                  <a:pt x="248" y="11"/>
                </a:lnTo>
                <a:lnTo>
                  <a:pt x="248" y="0"/>
                </a:lnTo>
                <a:moveTo>
                  <a:pt x="298" y="0"/>
                </a:moveTo>
                <a:lnTo>
                  <a:pt x="327" y="0"/>
                </a:lnTo>
                <a:lnTo>
                  <a:pt x="327" y="11"/>
                </a:lnTo>
                <a:lnTo>
                  <a:pt x="298" y="11"/>
                </a:lnTo>
                <a:lnTo>
                  <a:pt x="298" y="0"/>
                </a:lnTo>
                <a:moveTo>
                  <a:pt x="347" y="0"/>
                </a:moveTo>
                <a:lnTo>
                  <a:pt x="377" y="0"/>
                </a:lnTo>
                <a:lnTo>
                  <a:pt x="377" y="11"/>
                </a:lnTo>
                <a:lnTo>
                  <a:pt x="347" y="11"/>
                </a:lnTo>
                <a:lnTo>
                  <a:pt x="347" y="0"/>
                </a:lnTo>
                <a:moveTo>
                  <a:pt x="397" y="0"/>
                </a:moveTo>
                <a:lnTo>
                  <a:pt x="427" y="0"/>
                </a:lnTo>
                <a:lnTo>
                  <a:pt x="427" y="11"/>
                </a:lnTo>
                <a:lnTo>
                  <a:pt x="397" y="11"/>
                </a:lnTo>
                <a:lnTo>
                  <a:pt x="397" y="0"/>
                </a:lnTo>
                <a:moveTo>
                  <a:pt x="447" y="0"/>
                </a:moveTo>
                <a:lnTo>
                  <a:pt x="476" y="0"/>
                </a:lnTo>
                <a:lnTo>
                  <a:pt x="476" y="11"/>
                </a:lnTo>
                <a:lnTo>
                  <a:pt x="447" y="11"/>
                </a:lnTo>
                <a:lnTo>
                  <a:pt x="447" y="0"/>
                </a:lnTo>
                <a:moveTo>
                  <a:pt x="496" y="0"/>
                </a:moveTo>
                <a:lnTo>
                  <a:pt x="526" y="0"/>
                </a:lnTo>
                <a:lnTo>
                  <a:pt x="526" y="11"/>
                </a:lnTo>
                <a:lnTo>
                  <a:pt x="496" y="11"/>
                </a:lnTo>
                <a:lnTo>
                  <a:pt x="496" y="0"/>
                </a:lnTo>
                <a:moveTo>
                  <a:pt x="546" y="0"/>
                </a:moveTo>
                <a:lnTo>
                  <a:pt x="575" y="0"/>
                </a:lnTo>
                <a:lnTo>
                  <a:pt x="575" y="11"/>
                </a:lnTo>
                <a:lnTo>
                  <a:pt x="546" y="11"/>
                </a:lnTo>
                <a:lnTo>
                  <a:pt x="546" y="0"/>
                </a:lnTo>
                <a:moveTo>
                  <a:pt x="595" y="0"/>
                </a:moveTo>
                <a:lnTo>
                  <a:pt x="625" y="0"/>
                </a:lnTo>
                <a:lnTo>
                  <a:pt x="625" y="11"/>
                </a:lnTo>
                <a:lnTo>
                  <a:pt x="595" y="11"/>
                </a:lnTo>
                <a:lnTo>
                  <a:pt x="595" y="0"/>
                </a:lnTo>
                <a:moveTo>
                  <a:pt x="645" y="0"/>
                </a:moveTo>
                <a:lnTo>
                  <a:pt x="674" y="0"/>
                </a:lnTo>
                <a:lnTo>
                  <a:pt x="674" y="11"/>
                </a:lnTo>
                <a:lnTo>
                  <a:pt x="645" y="11"/>
                </a:lnTo>
                <a:lnTo>
                  <a:pt x="645" y="0"/>
                </a:lnTo>
                <a:moveTo>
                  <a:pt x="694" y="0"/>
                </a:moveTo>
                <a:lnTo>
                  <a:pt x="724" y="0"/>
                </a:lnTo>
                <a:lnTo>
                  <a:pt x="724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3" y="0"/>
                </a:lnTo>
                <a:lnTo>
                  <a:pt x="773" y="11"/>
                </a:lnTo>
                <a:lnTo>
                  <a:pt x="744" y="11"/>
                </a:lnTo>
                <a:lnTo>
                  <a:pt x="744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1"/>
                </a:lnTo>
                <a:lnTo>
                  <a:pt x="793" y="11"/>
                </a:lnTo>
                <a:lnTo>
                  <a:pt x="793" y="0"/>
                </a:lnTo>
                <a:moveTo>
                  <a:pt x="843" y="0"/>
                </a:moveTo>
                <a:lnTo>
                  <a:pt x="873" y="0"/>
                </a:lnTo>
                <a:lnTo>
                  <a:pt x="873" y="11"/>
                </a:lnTo>
                <a:lnTo>
                  <a:pt x="843" y="11"/>
                </a:lnTo>
                <a:lnTo>
                  <a:pt x="843" y="0"/>
                </a:lnTo>
                <a:moveTo>
                  <a:pt x="893" y="0"/>
                </a:moveTo>
                <a:lnTo>
                  <a:pt x="922" y="0"/>
                </a:lnTo>
                <a:lnTo>
                  <a:pt x="922" y="11"/>
                </a:lnTo>
                <a:lnTo>
                  <a:pt x="893" y="11"/>
                </a:lnTo>
                <a:lnTo>
                  <a:pt x="893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2" y="0"/>
                </a:lnTo>
                <a:lnTo>
                  <a:pt x="1022" y="11"/>
                </a:lnTo>
                <a:lnTo>
                  <a:pt x="992" y="11"/>
                </a:lnTo>
                <a:lnTo>
                  <a:pt x="992" y="0"/>
                </a:lnTo>
                <a:moveTo>
                  <a:pt x="1042" y="0"/>
                </a:moveTo>
                <a:lnTo>
                  <a:pt x="1072" y="0"/>
                </a:lnTo>
                <a:lnTo>
                  <a:pt x="1072" y="11"/>
                </a:lnTo>
                <a:lnTo>
                  <a:pt x="1042" y="11"/>
                </a:lnTo>
                <a:lnTo>
                  <a:pt x="1042" y="0"/>
                </a:lnTo>
                <a:moveTo>
                  <a:pt x="1092" y="0"/>
                </a:moveTo>
                <a:lnTo>
                  <a:pt x="1121" y="0"/>
                </a:lnTo>
                <a:lnTo>
                  <a:pt x="1121" y="11"/>
                </a:lnTo>
                <a:lnTo>
                  <a:pt x="1092" y="11"/>
                </a:lnTo>
                <a:lnTo>
                  <a:pt x="1092" y="0"/>
                </a:lnTo>
                <a:moveTo>
                  <a:pt x="1141" y="0"/>
                </a:moveTo>
                <a:lnTo>
                  <a:pt x="1171" y="0"/>
                </a:lnTo>
                <a:lnTo>
                  <a:pt x="1171" y="11"/>
                </a:lnTo>
                <a:lnTo>
                  <a:pt x="1141" y="11"/>
                </a:lnTo>
                <a:lnTo>
                  <a:pt x="1141" y="0"/>
                </a:lnTo>
                <a:moveTo>
                  <a:pt x="1191" y="0"/>
                </a:moveTo>
                <a:lnTo>
                  <a:pt x="1221" y="0"/>
                </a:lnTo>
                <a:lnTo>
                  <a:pt x="1221" y="11"/>
                </a:lnTo>
                <a:lnTo>
                  <a:pt x="1191" y="11"/>
                </a:lnTo>
                <a:lnTo>
                  <a:pt x="1191" y="0"/>
                </a:lnTo>
                <a:moveTo>
                  <a:pt x="1240" y="0"/>
                </a:moveTo>
                <a:lnTo>
                  <a:pt x="1270" y="0"/>
                </a:lnTo>
                <a:lnTo>
                  <a:pt x="1270" y="11"/>
                </a:lnTo>
                <a:lnTo>
                  <a:pt x="1240" y="11"/>
                </a:lnTo>
                <a:lnTo>
                  <a:pt x="1240" y="0"/>
                </a:lnTo>
                <a:moveTo>
                  <a:pt x="1290" y="0"/>
                </a:moveTo>
                <a:lnTo>
                  <a:pt x="1320" y="0"/>
                </a:lnTo>
                <a:lnTo>
                  <a:pt x="1320" y="11"/>
                </a:lnTo>
                <a:lnTo>
                  <a:pt x="1290" y="11"/>
                </a:lnTo>
                <a:lnTo>
                  <a:pt x="1290" y="0"/>
                </a:lnTo>
                <a:moveTo>
                  <a:pt x="1340" y="0"/>
                </a:moveTo>
                <a:lnTo>
                  <a:pt x="1369" y="0"/>
                </a:lnTo>
                <a:lnTo>
                  <a:pt x="1369" y="11"/>
                </a:lnTo>
                <a:lnTo>
                  <a:pt x="1340" y="11"/>
                </a:lnTo>
                <a:lnTo>
                  <a:pt x="1340" y="0"/>
                </a:lnTo>
                <a:moveTo>
                  <a:pt x="1389" y="0"/>
                </a:moveTo>
                <a:lnTo>
                  <a:pt x="1419" y="0"/>
                </a:lnTo>
                <a:lnTo>
                  <a:pt x="1419" y="11"/>
                </a:lnTo>
                <a:lnTo>
                  <a:pt x="1389" y="11"/>
                </a:lnTo>
                <a:lnTo>
                  <a:pt x="1389" y="0"/>
                </a:lnTo>
                <a:moveTo>
                  <a:pt x="1439" y="0"/>
                </a:moveTo>
                <a:lnTo>
                  <a:pt x="1468" y="0"/>
                </a:lnTo>
                <a:lnTo>
                  <a:pt x="1468" y="11"/>
                </a:lnTo>
                <a:lnTo>
                  <a:pt x="1439" y="11"/>
                </a:lnTo>
                <a:lnTo>
                  <a:pt x="1439" y="0"/>
                </a:lnTo>
                <a:moveTo>
                  <a:pt x="1488" y="0"/>
                </a:moveTo>
                <a:lnTo>
                  <a:pt x="1518" y="0"/>
                </a:lnTo>
                <a:lnTo>
                  <a:pt x="1518" y="11"/>
                </a:lnTo>
                <a:lnTo>
                  <a:pt x="1488" y="11"/>
                </a:lnTo>
                <a:lnTo>
                  <a:pt x="1488" y="0"/>
                </a:lnTo>
                <a:moveTo>
                  <a:pt x="1538" y="0"/>
                </a:moveTo>
                <a:lnTo>
                  <a:pt x="1567" y="0"/>
                </a:lnTo>
                <a:lnTo>
                  <a:pt x="1567" y="11"/>
                </a:lnTo>
                <a:lnTo>
                  <a:pt x="1538" y="11"/>
                </a:lnTo>
                <a:lnTo>
                  <a:pt x="1538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7" y="0"/>
                </a:lnTo>
                <a:lnTo>
                  <a:pt x="1667" y="11"/>
                </a:lnTo>
                <a:lnTo>
                  <a:pt x="1637" y="11"/>
                </a:lnTo>
                <a:lnTo>
                  <a:pt x="1637" y="0"/>
                </a:lnTo>
                <a:moveTo>
                  <a:pt x="1687" y="0"/>
                </a:moveTo>
                <a:lnTo>
                  <a:pt x="1716" y="0"/>
                </a:lnTo>
                <a:lnTo>
                  <a:pt x="1716" y="11"/>
                </a:lnTo>
                <a:lnTo>
                  <a:pt x="1687" y="11"/>
                </a:lnTo>
                <a:lnTo>
                  <a:pt x="1687" y="0"/>
                </a:lnTo>
                <a:moveTo>
                  <a:pt x="1736" y="0"/>
                </a:moveTo>
                <a:lnTo>
                  <a:pt x="1766" y="0"/>
                </a:lnTo>
                <a:lnTo>
                  <a:pt x="1766" y="11"/>
                </a:lnTo>
                <a:lnTo>
                  <a:pt x="1736" y="11"/>
                </a:lnTo>
                <a:lnTo>
                  <a:pt x="1736" y="0"/>
                </a:lnTo>
                <a:moveTo>
                  <a:pt x="1786" y="0"/>
                </a:moveTo>
                <a:lnTo>
                  <a:pt x="1815" y="0"/>
                </a:lnTo>
                <a:lnTo>
                  <a:pt x="1815" y="11"/>
                </a:lnTo>
                <a:lnTo>
                  <a:pt x="1786" y="11"/>
                </a:lnTo>
                <a:lnTo>
                  <a:pt x="1786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1585800" y="1427400"/>
            <a:ext cx="923040" cy="479520"/>
          </a:xfrm>
          <a:custGeom>
            <a:avLst/>
            <a:gdLst/>
            <a:ahLst/>
            <a:rect l="0" t="0" r="r" b="b"/>
            <a:pathLst>
              <a:path w="2564" h="1332">
                <a:moveTo>
                  <a:pt x="0" y="0"/>
                </a:moveTo>
                <a:lnTo>
                  <a:pt x="2564" y="0"/>
                </a:lnTo>
                <a:lnTo>
                  <a:pt x="2564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 txBox="1"/>
          <p:nvPr/>
        </p:nvSpPr>
        <p:spPr>
          <a:xfrm>
            <a:off x="744480" y="2824560"/>
            <a:ext cx="406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1" name=""/>
          <p:cNvSpPr txBox="1"/>
          <p:nvPr/>
        </p:nvSpPr>
        <p:spPr>
          <a:xfrm>
            <a:off x="1873080" y="1488240"/>
            <a:ext cx="348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Hoofdplaat,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2" name=""/>
          <p:cNvSpPr txBox="1"/>
          <p:nvPr/>
        </p:nvSpPr>
        <p:spPr>
          <a:xfrm>
            <a:off x="1863000" y="1573560"/>
            <a:ext cx="366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procesplaten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 txBox="1"/>
          <p:nvPr/>
        </p:nvSpPr>
        <p:spPr>
          <a:xfrm>
            <a:off x="1768320" y="1658520"/>
            <a:ext cx="555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informatiemodel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1720440" y="175032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50" y="0"/>
                </a:moveTo>
                <a:lnTo>
                  <a:pt x="79" y="0"/>
                </a:lnTo>
                <a:lnTo>
                  <a:pt x="79" y="11"/>
                </a:lnTo>
                <a:lnTo>
                  <a:pt x="50" y="11"/>
                </a:lnTo>
                <a:lnTo>
                  <a:pt x="50" y="0"/>
                </a:lnTo>
                <a:moveTo>
                  <a:pt x="99" y="0"/>
                </a:moveTo>
                <a:lnTo>
                  <a:pt x="129" y="0"/>
                </a:lnTo>
                <a:lnTo>
                  <a:pt x="129" y="11"/>
                </a:lnTo>
                <a:lnTo>
                  <a:pt x="99" y="11"/>
                </a:lnTo>
                <a:lnTo>
                  <a:pt x="99" y="0"/>
                </a:lnTo>
                <a:moveTo>
                  <a:pt x="149" y="0"/>
                </a:moveTo>
                <a:lnTo>
                  <a:pt x="179" y="0"/>
                </a:lnTo>
                <a:lnTo>
                  <a:pt x="179" y="11"/>
                </a:lnTo>
                <a:lnTo>
                  <a:pt x="149" y="11"/>
                </a:lnTo>
                <a:lnTo>
                  <a:pt x="149" y="0"/>
                </a:lnTo>
                <a:moveTo>
                  <a:pt x="199" y="0"/>
                </a:moveTo>
                <a:lnTo>
                  <a:pt x="228" y="0"/>
                </a:lnTo>
                <a:lnTo>
                  <a:pt x="228" y="11"/>
                </a:lnTo>
                <a:lnTo>
                  <a:pt x="199" y="11"/>
                </a:lnTo>
                <a:lnTo>
                  <a:pt x="199" y="0"/>
                </a:lnTo>
                <a:moveTo>
                  <a:pt x="248" y="0"/>
                </a:moveTo>
                <a:lnTo>
                  <a:pt x="278" y="0"/>
                </a:lnTo>
                <a:lnTo>
                  <a:pt x="278" y="11"/>
                </a:lnTo>
                <a:lnTo>
                  <a:pt x="248" y="11"/>
                </a:lnTo>
                <a:lnTo>
                  <a:pt x="248" y="0"/>
                </a:lnTo>
                <a:moveTo>
                  <a:pt x="298" y="0"/>
                </a:moveTo>
                <a:lnTo>
                  <a:pt x="327" y="0"/>
                </a:lnTo>
                <a:lnTo>
                  <a:pt x="327" y="11"/>
                </a:lnTo>
                <a:lnTo>
                  <a:pt x="298" y="11"/>
                </a:lnTo>
                <a:lnTo>
                  <a:pt x="298" y="0"/>
                </a:lnTo>
                <a:moveTo>
                  <a:pt x="347" y="0"/>
                </a:moveTo>
                <a:lnTo>
                  <a:pt x="377" y="0"/>
                </a:lnTo>
                <a:lnTo>
                  <a:pt x="377" y="11"/>
                </a:lnTo>
                <a:lnTo>
                  <a:pt x="347" y="11"/>
                </a:lnTo>
                <a:lnTo>
                  <a:pt x="347" y="0"/>
                </a:lnTo>
                <a:moveTo>
                  <a:pt x="397" y="0"/>
                </a:moveTo>
                <a:lnTo>
                  <a:pt x="426" y="0"/>
                </a:lnTo>
                <a:lnTo>
                  <a:pt x="426" y="11"/>
                </a:lnTo>
                <a:lnTo>
                  <a:pt x="397" y="11"/>
                </a:lnTo>
                <a:lnTo>
                  <a:pt x="397" y="0"/>
                </a:lnTo>
                <a:moveTo>
                  <a:pt x="446" y="0"/>
                </a:moveTo>
                <a:lnTo>
                  <a:pt x="476" y="0"/>
                </a:lnTo>
                <a:lnTo>
                  <a:pt x="476" y="11"/>
                </a:lnTo>
                <a:lnTo>
                  <a:pt x="446" y="11"/>
                </a:lnTo>
                <a:lnTo>
                  <a:pt x="446" y="0"/>
                </a:lnTo>
                <a:moveTo>
                  <a:pt x="496" y="0"/>
                </a:moveTo>
                <a:lnTo>
                  <a:pt x="525" y="0"/>
                </a:lnTo>
                <a:lnTo>
                  <a:pt x="525" y="11"/>
                </a:lnTo>
                <a:lnTo>
                  <a:pt x="496" y="11"/>
                </a:lnTo>
                <a:lnTo>
                  <a:pt x="496" y="0"/>
                </a:lnTo>
                <a:moveTo>
                  <a:pt x="545" y="0"/>
                </a:moveTo>
                <a:lnTo>
                  <a:pt x="575" y="0"/>
                </a:lnTo>
                <a:lnTo>
                  <a:pt x="575" y="11"/>
                </a:lnTo>
                <a:lnTo>
                  <a:pt x="545" y="11"/>
                </a:lnTo>
                <a:lnTo>
                  <a:pt x="545" y="0"/>
                </a:lnTo>
                <a:moveTo>
                  <a:pt x="595" y="0"/>
                </a:moveTo>
                <a:lnTo>
                  <a:pt x="625" y="0"/>
                </a:lnTo>
                <a:lnTo>
                  <a:pt x="625" y="11"/>
                </a:lnTo>
                <a:lnTo>
                  <a:pt x="595" y="11"/>
                </a:lnTo>
                <a:lnTo>
                  <a:pt x="595" y="0"/>
                </a:lnTo>
                <a:moveTo>
                  <a:pt x="645" y="0"/>
                </a:moveTo>
                <a:lnTo>
                  <a:pt x="674" y="0"/>
                </a:lnTo>
                <a:lnTo>
                  <a:pt x="674" y="11"/>
                </a:lnTo>
                <a:lnTo>
                  <a:pt x="645" y="11"/>
                </a:lnTo>
                <a:lnTo>
                  <a:pt x="645" y="0"/>
                </a:lnTo>
                <a:moveTo>
                  <a:pt x="694" y="0"/>
                </a:moveTo>
                <a:lnTo>
                  <a:pt x="724" y="0"/>
                </a:lnTo>
                <a:lnTo>
                  <a:pt x="724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3" y="0"/>
                </a:lnTo>
                <a:lnTo>
                  <a:pt x="773" y="11"/>
                </a:lnTo>
                <a:lnTo>
                  <a:pt x="744" y="11"/>
                </a:lnTo>
                <a:lnTo>
                  <a:pt x="744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1"/>
                </a:lnTo>
                <a:lnTo>
                  <a:pt x="793" y="11"/>
                </a:lnTo>
                <a:lnTo>
                  <a:pt x="793" y="0"/>
                </a:lnTo>
                <a:moveTo>
                  <a:pt x="843" y="0"/>
                </a:moveTo>
                <a:lnTo>
                  <a:pt x="872" y="0"/>
                </a:lnTo>
                <a:lnTo>
                  <a:pt x="872" y="11"/>
                </a:lnTo>
                <a:lnTo>
                  <a:pt x="843" y="11"/>
                </a:lnTo>
                <a:lnTo>
                  <a:pt x="843" y="0"/>
                </a:lnTo>
                <a:moveTo>
                  <a:pt x="892" y="0"/>
                </a:moveTo>
                <a:lnTo>
                  <a:pt x="922" y="0"/>
                </a:lnTo>
                <a:lnTo>
                  <a:pt x="922" y="11"/>
                </a:lnTo>
                <a:lnTo>
                  <a:pt x="892" y="11"/>
                </a:lnTo>
                <a:lnTo>
                  <a:pt x="892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1" y="0"/>
                </a:lnTo>
                <a:lnTo>
                  <a:pt x="1021" y="11"/>
                </a:lnTo>
                <a:lnTo>
                  <a:pt x="992" y="11"/>
                </a:lnTo>
                <a:lnTo>
                  <a:pt x="992" y="0"/>
                </a:lnTo>
                <a:moveTo>
                  <a:pt x="1041" y="0"/>
                </a:moveTo>
                <a:lnTo>
                  <a:pt x="1071" y="0"/>
                </a:lnTo>
                <a:lnTo>
                  <a:pt x="1071" y="11"/>
                </a:lnTo>
                <a:lnTo>
                  <a:pt x="1041" y="11"/>
                </a:lnTo>
                <a:lnTo>
                  <a:pt x="1041" y="0"/>
                </a:lnTo>
                <a:moveTo>
                  <a:pt x="1091" y="0"/>
                </a:moveTo>
                <a:lnTo>
                  <a:pt x="1120" y="0"/>
                </a:lnTo>
                <a:lnTo>
                  <a:pt x="1120" y="11"/>
                </a:lnTo>
                <a:lnTo>
                  <a:pt x="1091" y="11"/>
                </a:lnTo>
                <a:lnTo>
                  <a:pt x="1091" y="0"/>
                </a:lnTo>
                <a:moveTo>
                  <a:pt x="1140" y="0"/>
                </a:moveTo>
                <a:lnTo>
                  <a:pt x="1170" y="0"/>
                </a:lnTo>
                <a:lnTo>
                  <a:pt x="1170" y="11"/>
                </a:lnTo>
                <a:lnTo>
                  <a:pt x="1140" y="11"/>
                </a:lnTo>
                <a:lnTo>
                  <a:pt x="1140" y="0"/>
                </a:lnTo>
                <a:moveTo>
                  <a:pt x="1190" y="0"/>
                </a:moveTo>
                <a:lnTo>
                  <a:pt x="1219" y="0"/>
                </a:lnTo>
                <a:lnTo>
                  <a:pt x="1219" y="11"/>
                </a:lnTo>
                <a:lnTo>
                  <a:pt x="1190" y="11"/>
                </a:lnTo>
                <a:lnTo>
                  <a:pt x="1190" y="0"/>
                </a:lnTo>
                <a:moveTo>
                  <a:pt x="1239" y="0"/>
                </a:moveTo>
                <a:lnTo>
                  <a:pt x="1269" y="0"/>
                </a:lnTo>
                <a:lnTo>
                  <a:pt x="1269" y="11"/>
                </a:lnTo>
                <a:lnTo>
                  <a:pt x="1239" y="11"/>
                </a:lnTo>
                <a:lnTo>
                  <a:pt x="1239" y="0"/>
                </a:lnTo>
                <a:moveTo>
                  <a:pt x="1289" y="0"/>
                </a:moveTo>
                <a:lnTo>
                  <a:pt x="1318" y="0"/>
                </a:lnTo>
                <a:lnTo>
                  <a:pt x="1318" y="11"/>
                </a:lnTo>
                <a:lnTo>
                  <a:pt x="1289" y="11"/>
                </a:lnTo>
                <a:lnTo>
                  <a:pt x="1289" y="0"/>
                </a:lnTo>
                <a:moveTo>
                  <a:pt x="1338" y="0"/>
                </a:moveTo>
                <a:lnTo>
                  <a:pt x="1368" y="0"/>
                </a:lnTo>
                <a:lnTo>
                  <a:pt x="1368" y="11"/>
                </a:lnTo>
                <a:lnTo>
                  <a:pt x="1338" y="11"/>
                </a:lnTo>
                <a:lnTo>
                  <a:pt x="1338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7" y="0"/>
                </a:lnTo>
                <a:lnTo>
                  <a:pt x="1467" y="11"/>
                </a:lnTo>
                <a:lnTo>
                  <a:pt x="1438" y="11"/>
                </a:lnTo>
                <a:lnTo>
                  <a:pt x="1438" y="0"/>
                </a:lnTo>
                <a:moveTo>
                  <a:pt x="1487" y="0"/>
                </a:moveTo>
                <a:lnTo>
                  <a:pt x="1517" y="0"/>
                </a:lnTo>
                <a:lnTo>
                  <a:pt x="1517" y="11"/>
                </a:lnTo>
                <a:lnTo>
                  <a:pt x="1487" y="11"/>
                </a:lnTo>
                <a:lnTo>
                  <a:pt x="1487" y="0"/>
                </a:lnTo>
                <a:moveTo>
                  <a:pt x="1537" y="0"/>
                </a:moveTo>
                <a:lnTo>
                  <a:pt x="1566" y="0"/>
                </a:lnTo>
                <a:lnTo>
                  <a:pt x="1566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6" y="0"/>
                </a:lnTo>
                <a:lnTo>
                  <a:pt x="1666" y="11"/>
                </a:lnTo>
                <a:lnTo>
                  <a:pt x="1637" y="11"/>
                </a:lnTo>
                <a:lnTo>
                  <a:pt x="1637" y="0"/>
                </a:lnTo>
                <a:moveTo>
                  <a:pt x="1686" y="0"/>
                </a:moveTo>
                <a:lnTo>
                  <a:pt x="1716" y="0"/>
                </a:lnTo>
                <a:lnTo>
                  <a:pt x="1716" y="11"/>
                </a:lnTo>
                <a:lnTo>
                  <a:pt x="1686" y="11"/>
                </a:lnTo>
                <a:lnTo>
                  <a:pt x="1686" y="0"/>
                </a:lnTo>
                <a:moveTo>
                  <a:pt x="1736" y="0"/>
                </a:moveTo>
                <a:lnTo>
                  <a:pt x="1765" y="0"/>
                </a:lnTo>
                <a:lnTo>
                  <a:pt x="1765" y="11"/>
                </a:lnTo>
                <a:lnTo>
                  <a:pt x="1736" y="11"/>
                </a:lnTo>
                <a:lnTo>
                  <a:pt x="1736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1585800" y="2169000"/>
            <a:ext cx="923040" cy="394200"/>
          </a:xfrm>
          <a:custGeom>
            <a:avLst/>
            <a:gdLst/>
            <a:ahLst/>
            <a:rect l="0" t="0" r="r" b="b"/>
            <a:pathLst>
              <a:path w="2564" h="1095">
                <a:moveTo>
                  <a:pt x="0" y="0"/>
                </a:moveTo>
                <a:lnTo>
                  <a:pt x="2564" y="0"/>
                </a:lnTo>
                <a:lnTo>
                  <a:pt x="2564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6" name=""/>
          <p:cNvSpPr txBox="1"/>
          <p:nvPr/>
        </p:nvSpPr>
        <p:spPr>
          <a:xfrm>
            <a:off x="1787760" y="1775880"/>
            <a:ext cx="5144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7" name=""/>
          <p:cNvSpPr txBox="1"/>
          <p:nvPr/>
        </p:nvSpPr>
        <p:spPr>
          <a:xfrm>
            <a:off x="1768320" y="2230200"/>
            <a:ext cx="5540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Kaderscenario's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 txBox="1"/>
          <p:nvPr/>
        </p:nvSpPr>
        <p:spPr>
          <a:xfrm>
            <a:off x="1909800" y="2315160"/>
            <a:ext cx="2721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persona's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9" name=""/>
          <p:cNvSpPr/>
          <p:nvPr/>
        </p:nvSpPr>
        <p:spPr>
          <a:xfrm>
            <a:off x="1720440" y="240660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50" y="0"/>
                </a:moveTo>
                <a:lnTo>
                  <a:pt x="79" y="0"/>
                </a:lnTo>
                <a:lnTo>
                  <a:pt x="79" y="11"/>
                </a:lnTo>
                <a:lnTo>
                  <a:pt x="50" y="11"/>
                </a:lnTo>
                <a:lnTo>
                  <a:pt x="50" y="0"/>
                </a:lnTo>
                <a:moveTo>
                  <a:pt x="99" y="0"/>
                </a:moveTo>
                <a:lnTo>
                  <a:pt x="129" y="0"/>
                </a:lnTo>
                <a:lnTo>
                  <a:pt x="129" y="11"/>
                </a:lnTo>
                <a:lnTo>
                  <a:pt x="99" y="11"/>
                </a:lnTo>
                <a:lnTo>
                  <a:pt x="99" y="0"/>
                </a:lnTo>
                <a:moveTo>
                  <a:pt x="149" y="0"/>
                </a:moveTo>
                <a:lnTo>
                  <a:pt x="179" y="0"/>
                </a:lnTo>
                <a:lnTo>
                  <a:pt x="179" y="11"/>
                </a:lnTo>
                <a:lnTo>
                  <a:pt x="149" y="11"/>
                </a:lnTo>
                <a:lnTo>
                  <a:pt x="149" y="0"/>
                </a:lnTo>
                <a:moveTo>
                  <a:pt x="199" y="0"/>
                </a:moveTo>
                <a:lnTo>
                  <a:pt x="228" y="0"/>
                </a:lnTo>
                <a:lnTo>
                  <a:pt x="228" y="11"/>
                </a:lnTo>
                <a:lnTo>
                  <a:pt x="199" y="11"/>
                </a:lnTo>
                <a:lnTo>
                  <a:pt x="199" y="0"/>
                </a:lnTo>
                <a:moveTo>
                  <a:pt x="248" y="0"/>
                </a:moveTo>
                <a:lnTo>
                  <a:pt x="278" y="0"/>
                </a:lnTo>
                <a:lnTo>
                  <a:pt x="278" y="11"/>
                </a:lnTo>
                <a:lnTo>
                  <a:pt x="248" y="11"/>
                </a:lnTo>
                <a:lnTo>
                  <a:pt x="248" y="0"/>
                </a:lnTo>
                <a:moveTo>
                  <a:pt x="298" y="0"/>
                </a:moveTo>
                <a:lnTo>
                  <a:pt x="327" y="0"/>
                </a:lnTo>
                <a:lnTo>
                  <a:pt x="327" y="11"/>
                </a:lnTo>
                <a:lnTo>
                  <a:pt x="298" y="11"/>
                </a:lnTo>
                <a:lnTo>
                  <a:pt x="298" y="0"/>
                </a:lnTo>
                <a:moveTo>
                  <a:pt x="347" y="0"/>
                </a:moveTo>
                <a:lnTo>
                  <a:pt x="377" y="0"/>
                </a:lnTo>
                <a:lnTo>
                  <a:pt x="377" y="11"/>
                </a:lnTo>
                <a:lnTo>
                  <a:pt x="347" y="11"/>
                </a:lnTo>
                <a:lnTo>
                  <a:pt x="347" y="0"/>
                </a:lnTo>
                <a:moveTo>
                  <a:pt x="397" y="0"/>
                </a:moveTo>
                <a:lnTo>
                  <a:pt x="426" y="0"/>
                </a:lnTo>
                <a:lnTo>
                  <a:pt x="426" y="11"/>
                </a:lnTo>
                <a:lnTo>
                  <a:pt x="397" y="11"/>
                </a:lnTo>
                <a:lnTo>
                  <a:pt x="397" y="0"/>
                </a:lnTo>
                <a:moveTo>
                  <a:pt x="446" y="0"/>
                </a:moveTo>
                <a:lnTo>
                  <a:pt x="476" y="0"/>
                </a:lnTo>
                <a:lnTo>
                  <a:pt x="476" y="11"/>
                </a:lnTo>
                <a:lnTo>
                  <a:pt x="446" y="11"/>
                </a:lnTo>
                <a:lnTo>
                  <a:pt x="446" y="0"/>
                </a:lnTo>
                <a:moveTo>
                  <a:pt x="496" y="0"/>
                </a:moveTo>
                <a:lnTo>
                  <a:pt x="525" y="0"/>
                </a:lnTo>
                <a:lnTo>
                  <a:pt x="525" y="11"/>
                </a:lnTo>
                <a:lnTo>
                  <a:pt x="496" y="11"/>
                </a:lnTo>
                <a:lnTo>
                  <a:pt x="496" y="0"/>
                </a:lnTo>
                <a:moveTo>
                  <a:pt x="545" y="0"/>
                </a:moveTo>
                <a:lnTo>
                  <a:pt x="575" y="0"/>
                </a:lnTo>
                <a:lnTo>
                  <a:pt x="575" y="11"/>
                </a:lnTo>
                <a:lnTo>
                  <a:pt x="545" y="11"/>
                </a:lnTo>
                <a:lnTo>
                  <a:pt x="545" y="0"/>
                </a:lnTo>
                <a:moveTo>
                  <a:pt x="595" y="0"/>
                </a:moveTo>
                <a:lnTo>
                  <a:pt x="625" y="0"/>
                </a:lnTo>
                <a:lnTo>
                  <a:pt x="625" y="11"/>
                </a:lnTo>
                <a:lnTo>
                  <a:pt x="595" y="11"/>
                </a:lnTo>
                <a:lnTo>
                  <a:pt x="595" y="0"/>
                </a:lnTo>
                <a:moveTo>
                  <a:pt x="645" y="0"/>
                </a:moveTo>
                <a:lnTo>
                  <a:pt x="674" y="0"/>
                </a:lnTo>
                <a:lnTo>
                  <a:pt x="674" y="11"/>
                </a:lnTo>
                <a:lnTo>
                  <a:pt x="645" y="11"/>
                </a:lnTo>
                <a:lnTo>
                  <a:pt x="645" y="0"/>
                </a:lnTo>
                <a:moveTo>
                  <a:pt x="694" y="0"/>
                </a:moveTo>
                <a:lnTo>
                  <a:pt x="724" y="0"/>
                </a:lnTo>
                <a:lnTo>
                  <a:pt x="724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3" y="0"/>
                </a:lnTo>
                <a:lnTo>
                  <a:pt x="773" y="11"/>
                </a:lnTo>
                <a:lnTo>
                  <a:pt x="744" y="11"/>
                </a:lnTo>
                <a:lnTo>
                  <a:pt x="744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1"/>
                </a:lnTo>
                <a:lnTo>
                  <a:pt x="793" y="11"/>
                </a:lnTo>
                <a:lnTo>
                  <a:pt x="793" y="0"/>
                </a:lnTo>
                <a:moveTo>
                  <a:pt x="843" y="0"/>
                </a:moveTo>
                <a:lnTo>
                  <a:pt x="872" y="0"/>
                </a:lnTo>
                <a:lnTo>
                  <a:pt x="872" y="11"/>
                </a:lnTo>
                <a:lnTo>
                  <a:pt x="843" y="11"/>
                </a:lnTo>
                <a:lnTo>
                  <a:pt x="843" y="0"/>
                </a:lnTo>
                <a:moveTo>
                  <a:pt x="892" y="0"/>
                </a:moveTo>
                <a:lnTo>
                  <a:pt x="922" y="0"/>
                </a:lnTo>
                <a:lnTo>
                  <a:pt x="922" y="11"/>
                </a:lnTo>
                <a:lnTo>
                  <a:pt x="892" y="11"/>
                </a:lnTo>
                <a:lnTo>
                  <a:pt x="892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1" y="0"/>
                </a:lnTo>
                <a:lnTo>
                  <a:pt x="1021" y="11"/>
                </a:lnTo>
                <a:lnTo>
                  <a:pt x="992" y="11"/>
                </a:lnTo>
                <a:lnTo>
                  <a:pt x="992" y="0"/>
                </a:lnTo>
                <a:moveTo>
                  <a:pt x="1041" y="0"/>
                </a:moveTo>
                <a:lnTo>
                  <a:pt x="1071" y="0"/>
                </a:lnTo>
                <a:lnTo>
                  <a:pt x="1071" y="11"/>
                </a:lnTo>
                <a:lnTo>
                  <a:pt x="1041" y="11"/>
                </a:lnTo>
                <a:lnTo>
                  <a:pt x="1041" y="0"/>
                </a:lnTo>
                <a:moveTo>
                  <a:pt x="1091" y="0"/>
                </a:moveTo>
                <a:lnTo>
                  <a:pt x="1120" y="0"/>
                </a:lnTo>
                <a:lnTo>
                  <a:pt x="1120" y="11"/>
                </a:lnTo>
                <a:lnTo>
                  <a:pt x="1091" y="11"/>
                </a:lnTo>
                <a:lnTo>
                  <a:pt x="1091" y="0"/>
                </a:lnTo>
                <a:moveTo>
                  <a:pt x="1140" y="0"/>
                </a:moveTo>
                <a:lnTo>
                  <a:pt x="1170" y="0"/>
                </a:lnTo>
                <a:lnTo>
                  <a:pt x="1170" y="11"/>
                </a:lnTo>
                <a:lnTo>
                  <a:pt x="1140" y="11"/>
                </a:lnTo>
                <a:lnTo>
                  <a:pt x="1140" y="0"/>
                </a:lnTo>
                <a:moveTo>
                  <a:pt x="1190" y="0"/>
                </a:moveTo>
                <a:lnTo>
                  <a:pt x="1219" y="0"/>
                </a:lnTo>
                <a:lnTo>
                  <a:pt x="1219" y="11"/>
                </a:lnTo>
                <a:lnTo>
                  <a:pt x="1190" y="11"/>
                </a:lnTo>
                <a:lnTo>
                  <a:pt x="1190" y="0"/>
                </a:lnTo>
                <a:moveTo>
                  <a:pt x="1239" y="0"/>
                </a:moveTo>
                <a:lnTo>
                  <a:pt x="1269" y="0"/>
                </a:lnTo>
                <a:lnTo>
                  <a:pt x="1269" y="11"/>
                </a:lnTo>
                <a:lnTo>
                  <a:pt x="1239" y="11"/>
                </a:lnTo>
                <a:lnTo>
                  <a:pt x="1239" y="0"/>
                </a:lnTo>
                <a:moveTo>
                  <a:pt x="1289" y="0"/>
                </a:moveTo>
                <a:lnTo>
                  <a:pt x="1318" y="0"/>
                </a:lnTo>
                <a:lnTo>
                  <a:pt x="1318" y="11"/>
                </a:lnTo>
                <a:lnTo>
                  <a:pt x="1289" y="11"/>
                </a:lnTo>
                <a:lnTo>
                  <a:pt x="1289" y="0"/>
                </a:lnTo>
                <a:moveTo>
                  <a:pt x="1338" y="0"/>
                </a:moveTo>
                <a:lnTo>
                  <a:pt x="1368" y="0"/>
                </a:lnTo>
                <a:lnTo>
                  <a:pt x="1368" y="11"/>
                </a:lnTo>
                <a:lnTo>
                  <a:pt x="1338" y="11"/>
                </a:lnTo>
                <a:lnTo>
                  <a:pt x="1338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7" y="0"/>
                </a:lnTo>
                <a:lnTo>
                  <a:pt x="1467" y="11"/>
                </a:lnTo>
                <a:lnTo>
                  <a:pt x="1438" y="11"/>
                </a:lnTo>
                <a:lnTo>
                  <a:pt x="1438" y="0"/>
                </a:lnTo>
                <a:moveTo>
                  <a:pt x="1487" y="0"/>
                </a:moveTo>
                <a:lnTo>
                  <a:pt x="1517" y="0"/>
                </a:lnTo>
                <a:lnTo>
                  <a:pt x="1517" y="11"/>
                </a:lnTo>
                <a:lnTo>
                  <a:pt x="1487" y="11"/>
                </a:lnTo>
                <a:lnTo>
                  <a:pt x="1487" y="0"/>
                </a:lnTo>
                <a:moveTo>
                  <a:pt x="1537" y="0"/>
                </a:moveTo>
                <a:lnTo>
                  <a:pt x="1566" y="0"/>
                </a:lnTo>
                <a:lnTo>
                  <a:pt x="1566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6" y="0"/>
                </a:lnTo>
                <a:lnTo>
                  <a:pt x="1666" y="11"/>
                </a:lnTo>
                <a:lnTo>
                  <a:pt x="1637" y="11"/>
                </a:lnTo>
                <a:lnTo>
                  <a:pt x="1637" y="0"/>
                </a:lnTo>
                <a:moveTo>
                  <a:pt x="1686" y="0"/>
                </a:moveTo>
                <a:lnTo>
                  <a:pt x="1716" y="0"/>
                </a:lnTo>
                <a:lnTo>
                  <a:pt x="1716" y="11"/>
                </a:lnTo>
                <a:lnTo>
                  <a:pt x="1686" y="11"/>
                </a:lnTo>
                <a:lnTo>
                  <a:pt x="1686" y="0"/>
                </a:lnTo>
                <a:moveTo>
                  <a:pt x="1736" y="0"/>
                </a:moveTo>
                <a:lnTo>
                  <a:pt x="1765" y="0"/>
                </a:lnTo>
                <a:lnTo>
                  <a:pt x="1765" y="11"/>
                </a:lnTo>
                <a:lnTo>
                  <a:pt x="1736" y="11"/>
                </a:lnTo>
                <a:lnTo>
                  <a:pt x="1736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0" name=""/>
          <p:cNvSpPr/>
          <p:nvPr/>
        </p:nvSpPr>
        <p:spPr>
          <a:xfrm>
            <a:off x="3631680" y="1987200"/>
            <a:ext cx="923040" cy="479520"/>
          </a:xfrm>
          <a:custGeom>
            <a:avLst/>
            <a:gdLst/>
            <a:ahLst/>
            <a:rect l="0" t="0" r="r" b="b"/>
            <a:pathLst>
              <a:path w="2564" h="1332">
                <a:moveTo>
                  <a:pt x="0" y="0"/>
                </a:moveTo>
                <a:lnTo>
                  <a:pt x="2564" y="0"/>
                </a:lnTo>
                <a:lnTo>
                  <a:pt x="2564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324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1" name=""/>
          <p:cNvSpPr txBox="1"/>
          <p:nvPr/>
        </p:nvSpPr>
        <p:spPr>
          <a:xfrm>
            <a:off x="1818360" y="2432160"/>
            <a:ext cx="4518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2" name=""/>
          <p:cNvSpPr txBox="1"/>
          <p:nvPr/>
        </p:nvSpPr>
        <p:spPr>
          <a:xfrm>
            <a:off x="3822120" y="2048040"/>
            <a:ext cx="5356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Begrippenkader 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3" name=""/>
          <p:cNvSpPr txBox="1"/>
          <p:nvPr/>
        </p:nvSpPr>
        <p:spPr>
          <a:xfrm>
            <a:off x="3872880" y="2133360"/>
            <a:ext cx="4334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OEAPI-mapping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 txBox="1"/>
          <p:nvPr/>
        </p:nvSpPr>
        <p:spPr>
          <a:xfrm>
            <a:off x="3901320" y="2250360"/>
            <a:ext cx="3834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5" name=""/>
          <p:cNvSpPr/>
          <p:nvPr/>
        </p:nvSpPr>
        <p:spPr>
          <a:xfrm>
            <a:off x="3766680" y="222480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9" y="0"/>
                </a:moveTo>
                <a:lnTo>
                  <a:pt x="128" y="0"/>
                </a:lnTo>
                <a:lnTo>
                  <a:pt x="128" y="11"/>
                </a:lnTo>
                <a:lnTo>
                  <a:pt x="99" y="11"/>
                </a:lnTo>
                <a:lnTo>
                  <a:pt x="99" y="0"/>
                </a:lnTo>
                <a:moveTo>
                  <a:pt x="148" y="0"/>
                </a:moveTo>
                <a:lnTo>
                  <a:pt x="178" y="0"/>
                </a:lnTo>
                <a:lnTo>
                  <a:pt x="178" y="11"/>
                </a:lnTo>
                <a:lnTo>
                  <a:pt x="148" y="11"/>
                </a:lnTo>
                <a:lnTo>
                  <a:pt x="148" y="0"/>
                </a:lnTo>
                <a:moveTo>
                  <a:pt x="198" y="0"/>
                </a:moveTo>
                <a:lnTo>
                  <a:pt x="228" y="0"/>
                </a:lnTo>
                <a:lnTo>
                  <a:pt x="228" y="11"/>
                </a:lnTo>
                <a:lnTo>
                  <a:pt x="198" y="11"/>
                </a:lnTo>
                <a:lnTo>
                  <a:pt x="198" y="0"/>
                </a:lnTo>
                <a:moveTo>
                  <a:pt x="248" y="0"/>
                </a:moveTo>
                <a:lnTo>
                  <a:pt x="277" y="0"/>
                </a:lnTo>
                <a:lnTo>
                  <a:pt x="277" y="11"/>
                </a:lnTo>
                <a:lnTo>
                  <a:pt x="248" y="11"/>
                </a:lnTo>
                <a:lnTo>
                  <a:pt x="248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5" y="0"/>
                </a:lnTo>
                <a:lnTo>
                  <a:pt x="475" y="11"/>
                </a:lnTo>
                <a:lnTo>
                  <a:pt x="446" y="11"/>
                </a:lnTo>
                <a:lnTo>
                  <a:pt x="446" y="0"/>
                </a:lnTo>
                <a:moveTo>
                  <a:pt x="495" y="0"/>
                </a:moveTo>
                <a:lnTo>
                  <a:pt x="525" y="0"/>
                </a:lnTo>
                <a:lnTo>
                  <a:pt x="525" y="11"/>
                </a:lnTo>
                <a:lnTo>
                  <a:pt x="495" y="11"/>
                </a:lnTo>
                <a:lnTo>
                  <a:pt x="495" y="0"/>
                </a:lnTo>
                <a:moveTo>
                  <a:pt x="545" y="0"/>
                </a:moveTo>
                <a:lnTo>
                  <a:pt x="574" y="0"/>
                </a:lnTo>
                <a:lnTo>
                  <a:pt x="574" y="11"/>
                </a:lnTo>
                <a:lnTo>
                  <a:pt x="545" y="11"/>
                </a:lnTo>
                <a:lnTo>
                  <a:pt x="545" y="0"/>
                </a:lnTo>
                <a:moveTo>
                  <a:pt x="594" y="0"/>
                </a:moveTo>
                <a:lnTo>
                  <a:pt x="624" y="0"/>
                </a:lnTo>
                <a:lnTo>
                  <a:pt x="624" y="11"/>
                </a:lnTo>
                <a:lnTo>
                  <a:pt x="594" y="11"/>
                </a:lnTo>
                <a:lnTo>
                  <a:pt x="594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3" y="0"/>
                </a:moveTo>
                <a:lnTo>
                  <a:pt x="773" y="0"/>
                </a:lnTo>
                <a:lnTo>
                  <a:pt x="773" y="11"/>
                </a:lnTo>
                <a:lnTo>
                  <a:pt x="743" y="11"/>
                </a:lnTo>
                <a:lnTo>
                  <a:pt x="743" y="0"/>
                </a:lnTo>
                <a:moveTo>
                  <a:pt x="793" y="0"/>
                </a:moveTo>
                <a:lnTo>
                  <a:pt x="822" y="0"/>
                </a:lnTo>
                <a:lnTo>
                  <a:pt x="822" y="11"/>
                </a:lnTo>
                <a:lnTo>
                  <a:pt x="793" y="11"/>
                </a:lnTo>
                <a:lnTo>
                  <a:pt x="793" y="0"/>
                </a:lnTo>
                <a:moveTo>
                  <a:pt x="842" y="0"/>
                </a:moveTo>
                <a:lnTo>
                  <a:pt x="872" y="0"/>
                </a:lnTo>
                <a:lnTo>
                  <a:pt x="872" y="11"/>
                </a:lnTo>
                <a:lnTo>
                  <a:pt x="842" y="11"/>
                </a:lnTo>
                <a:lnTo>
                  <a:pt x="842" y="0"/>
                </a:lnTo>
                <a:moveTo>
                  <a:pt x="892" y="0"/>
                </a:moveTo>
                <a:lnTo>
                  <a:pt x="921" y="0"/>
                </a:lnTo>
                <a:lnTo>
                  <a:pt x="921" y="11"/>
                </a:lnTo>
                <a:lnTo>
                  <a:pt x="892" y="11"/>
                </a:lnTo>
                <a:lnTo>
                  <a:pt x="892" y="0"/>
                </a:lnTo>
                <a:moveTo>
                  <a:pt x="941" y="0"/>
                </a:moveTo>
                <a:lnTo>
                  <a:pt x="971" y="0"/>
                </a:lnTo>
                <a:lnTo>
                  <a:pt x="971" y="11"/>
                </a:lnTo>
                <a:lnTo>
                  <a:pt x="941" y="11"/>
                </a:lnTo>
                <a:lnTo>
                  <a:pt x="941" y="0"/>
                </a:lnTo>
                <a:moveTo>
                  <a:pt x="991" y="0"/>
                </a:moveTo>
                <a:lnTo>
                  <a:pt x="1021" y="0"/>
                </a:lnTo>
                <a:lnTo>
                  <a:pt x="1021" y="11"/>
                </a:lnTo>
                <a:lnTo>
                  <a:pt x="991" y="11"/>
                </a:lnTo>
                <a:lnTo>
                  <a:pt x="991" y="0"/>
                </a:lnTo>
                <a:moveTo>
                  <a:pt x="1041" y="0"/>
                </a:moveTo>
                <a:lnTo>
                  <a:pt x="1070" y="0"/>
                </a:lnTo>
                <a:lnTo>
                  <a:pt x="1070" y="11"/>
                </a:lnTo>
                <a:lnTo>
                  <a:pt x="1041" y="11"/>
                </a:lnTo>
                <a:lnTo>
                  <a:pt x="1041" y="0"/>
                </a:lnTo>
                <a:moveTo>
                  <a:pt x="1090" y="0"/>
                </a:moveTo>
                <a:lnTo>
                  <a:pt x="1120" y="0"/>
                </a:lnTo>
                <a:lnTo>
                  <a:pt x="1120" y="11"/>
                </a:lnTo>
                <a:lnTo>
                  <a:pt x="1090" y="11"/>
                </a:lnTo>
                <a:lnTo>
                  <a:pt x="1090" y="0"/>
                </a:lnTo>
                <a:moveTo>
                  <a:pt x="1140" y="0"/>
                </a:moveTo>
                <a:lnTo>
                  <a:pt x="1169" y="0"/>
                </a:lnTo>
                <a:lnTo>
                  <a:pt x="1169" y="11"/>
                </a:lnTo>
                <a:lnTo>
                  <a:pt x="1140" y="11"/>
                </a:lnTo>
                <a:lnTo>
                  <a:pt x="1140" y="0"/>
                </a:lnTo>
                <a:moveTo>
                  <a:pt x="1189" y="0"/>
                </a:moveTo>
                <a:lnTo>
                  <a:pt x="1219" y="0"/>
                </a:lnTo>
                <a:lnTo>
                  <a:pt x="1219" y="11"/>
                </a:lnTo>
                <a:lnTo>
                  <a:pt x="1189" y="11"/>
                </a:lnTo>
                <a:lnTo>
                  <a:pt x="1189" y="0"/>
                </a:lnTo>
                <a:moveTo>
                  <a:pt x="1239" y="0"/>
                </a:moveTo>
                <a:lnTo>
                  <a:pt x="1268" y="0"/>
                </a:lnTo>
                <a:lnTo>
                  <a:pt x="1268" y="11"/>
                </a:lnTo>
                <a:lnTo>
                  <a:pt x="1239" y="11"/>
                </a:lnTo>
                <a:lnTo>
                  <a:pt x="1239" y="0"/>
                </a:lnTo>
                <a:moveTo>
                  <a:pt x="1288" y="0"/>
                </a:moveTo>
                <a:lnTo>
                  <a:pt x="1318" y="0"/>
                </a:lnTo>
                <a:lnTo>
                  <a:pt x="1318" y="11"/>
                </a:lnTo>
                <a:lnTo>
                  <a:pt x="1288" y="11"/>
                </a:lnTo>
                <a:lnTo>
                  <a:pt x="1288" y="0"/>
                </a:lnTo>
                <a:moveTo>
                  <a:pt x="1339" y="0"/>
                </a:moveTo>
                <a:lnTo>
                  <a:pt x="1368" y="0"/>
                </a:lnTo>
                <a:lnTo>
                  <a:pt x="1368" y="11"/>
                </a:lnTo>
                <a:lnTo>
                  <a:pt x="1339" y="11"/>
                </a:lnTo>
                <a:lnTo>
                  <a:pt x="1339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8" y="0"/>
                </a:moveTo>
                <a:lnTo>
                  <a:pt x="1517" y="0"/>
                </a:lnTo>
                <a:lnTo>
                  <a:pt x="1517" y="11"/>
                </a:lnTo>
                <a:lnTo>
                  <a:pt x="1488" y="11"/>
                </a:lnTo>
                <a:lnTo>
                  <a:pt x="1488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6" y="0"/>
                </a:lnTo>
                <a:lnTo>
                  <a:pt x="1616" y="11"/>
                </a:lnTo>
                <a:lnTo>
                  <a:pt x="1587" y="11"/>
                </a:lnTo>
                <a:lnTo>
                  <a:pt x="1587" y="0"/>
                </a:lnTo>
                <a:moveTo>
                  <a:pt x="1636" y="0"/>
                </a:moveTo>
                <a:lnTo>
                  <a:pt x="1666" y="0"/>
                </a:lnTo>
                <a:lnTo>
                  <a:pt x="1666" y="11"/>
                </a:lnTo>
                <a:lnTo>
                  <a:pt x="1636" y="11"/>
                </a:lnTo>
                <a:lnTo>
                  <a:pt x="1636" y="0"/>
                </a:lnTo>
                <a:moveTo>
                  <a:pt x="1686" y="0"/>
                </a:moveTo>
                <a:lnTo>
                  <a:pt x="1715" y="0"/>
                </a:lnTo>
                <a:lnTo>
                  <a:pt x="1715" y="11"/>
                </a:lnTo>
                <a:lnTo>
                  <a:pt x="1686" y="11"/>
                </a:lnTo>
                <a:lnTo>
                  <a:pt x="1686" y="0"/>
                </a:lnTo>
                <a:moveTo>
                  <a:pt x="1735" y="0"/>
                </a:moveTo>
                <a:lnTo>
                  <a:pt x="1765" y="0"/>
                </a:lnTo>
                <a:lnTo>
                  <a:pt x="1765" y="11"/>
                </a:lnTo>
                <a:lnTo>
                  <a:pt x="1735" y="11"/>
                </a:lnTo>
                <a:lnTo>
                  <a:pt x="1735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2685960" y="1883160"/>
            <a:ext cx="768600" cy="309240"/>
          </a:xfrm>
          <a:custGeom>
            <a:avLst/>
            <a:gdLst/>
            <a:ahLst/>
            <a:rect l="0" t="0" r="r" b="b"/>
            <a:pathLst>
              <a:path w="2135" h="859">
                <a:moveTo>
                  <a:pt x="0" y="0"/>
                </a:moveTo>
                <a:lnTo>
                  <a:pt x="2135" y="0"/>
                </a:lnTo>
                <a:lnTo>
                  <a:pt x="2135" y="859"/>
                </a:lnTo>
                <a:lnTo>
                  <a:pt x="0" y="859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7" name=""/>
          <p:cNvSpPr txBox="1"/>
          <p:nvPr/>
        </p:nvSpPr>
        <p:spPr>
          <a:xfrm>
            <a:off x="3873240" y="2335680"/>
            <a:ext cx="438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8" name=""/>
          <p:cNvSpPr txBox="1"/>
          <p:nvPr/>
        </p:nvSpPr>
        <p:spPr>
          <a:xfrm>
            <a:off x="2792520" y="1944360"/>
            <a:ext cx="555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Requirementsboom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/>
          <p:nvPr/>
        </p:nvSpPr>
        <p:spPr>
          <a:xfrm>
            <a:off x="2820600" y="2035800"/>
            <a:ext cx="500760" cy="3960"/>
          </a:xfrm>
          <a:custGeom>
            <a:avLst/>
            <a:gdLst/>
            <a:ahLst/>
            <a:rect l="0" t="0" r="r" b="b"/>
            <a:pathLst>
              <a:path w="1391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8" y="0"/>
                </a:lnTo>
                <a:lnTo>
                  <a:pt x="78" y="11"/>
                </a:lnTo>
                <a:lnTo>
                  <a:pt x="49" y="11"/>
                </a:lnTo>
                <a:lnTo>
                  <a:pt x="49" y="0"/>
                </a:lnTo>
                <a:moveTo>
                  <a:pt x="97" y="0"/>
                </a:moveTo>
                <a:lnTo>
                  <a:pt x="127" y="0"/>
                </a:lnTo>
                <a:lnTo>
                  <a:pt x="127" y="11"/>
                </a:lnTo>
                <a:lnTo>
                  <a:pt x="97" y="11"/>
                </a:lnTo>
                <a:lnTo>
                  <a:pt x="97" y="0"/>
                </a:lnTo>
                <a:moveTo>
                  <a:pt x="146" y="0"/>
                </a:moveTo>
                <a:lnTo>
                  <a:pt x="175" y="0"/>
                </a:lnTo>
                <a:lnTo>
                  <a:pt x="175" y="11"/>
                </a:lnTo>
                <a:lnTo>
                  <a:pt x="146" y="11"/>
                </a:lnTo>
                <a:lnTo>
                  <a:pt x="146" y="0"/>
                </a:lnTo>
                <a:moveTo>
                  <a:pt x="194" y="0"/>
                </a:moveTo>
                <a:lnTo>
                  <a:pt x="224" y="0"/>
                </a:lnTo>
                <a:lnTo>
                  <a:pt x="224" y="11"/>
                </a:lnTo>
                <a:lnTo>
                  <a:pt x="194" y="11"/>
                </a:lnTo>
                <a:lnTo>
                  <a:pt x="194" y="0"/>
                </a:lnTo>
                <a:moveTo>
                  <a:pt x="243" y="0"/>
                </a:moveTo>
                <a:lnTo>
                  <a:pt x="273" y="0"/>
                </a:lnTo>
                <a:lnTo>
                  <a:pt x="273" y="11"/>
                </a:lnTo>
                <a:lnTo>
                  <a:pt x="243" y="11"/>
                </a:lnTo>
                <a:lnTo>
                  <a:pt x="243" y="0"/>
                </a:lnTo>
                <a:moveTo>
                  <a:pt x="292" y="0"/>
                </a:moveTo>
                <a:lnTo>
                  <a:pt x="321" y="0"/>
                </a:lnTo>
                <a:lnTo>
                  <a:pt x="321" y="11"/>
                </a:lnTo>
                <a:lnTo>
                  <a:pt x="292" y="11"/>
                </a:lnTo>
                <a:lnTo>
                  <a:pt x="292" y="0"/>
                </a:lnTo>
                <a:moveTo>
                  <a:pt x="340" y="0"/>
                </a:moveTo>
                <a:lnTo>
                  <a:pt x="370" y="0"/>
                </a:lnTo>
                <a:lnTo>
                  <a:pt x="370" y="11"/>
                </a:lnTo>
                <a:lnTo>
                  <a:pt x="340" y="11"/>
                </a:lnTo>
                <a:lnTo>
                  <a:pt x="340" y="0"/>
                </a:lnTo>
                <a:moveTo>
                  <a:pt x="389" y="0"/>
                </a:moveTo>
                <a:lnTo>
                  <a:pt x="418" y="0"/>
                </a:lnTo>
                <a:lnTo>
                  <a:pt x="418" y="11"/>
                </a:lnTo>
                <a:lnTo>
                  <a:pt x="389" y="11"/>
                </a:lnTo>
                <a:lnTo>
                  <a:pt x="389" y="0"/>
                </a:lnTo>
                <a:moveTo>
                  <a:pt x="437" y="0"/>
                </a:moveTo>
                <a:lnTo>
                  <a:pt x="467" y="0"/>
                </a:lnTo>
                <a:lnTo>
                  <a:pt x="467" y="11"/>
                </a:lnTo>
                <a:lnTo>
                  <a:pt x="437" y="11"/>
                </a:lnTo>
                <a:lnTo>
                  <a:pt x="437" y="0"/>
                </a:lnTo>
                <a:moveTo>
                  <a:pt x="486" y="0"/>
                </a:moveTo>
                <a:lnTo>
                  <a:pt x="516" y="0"/>
                </a:lnTo>
                <a:lnTo>
                  <a:pt x="516" y="11"/>
                </a:lnTo>
                <a:lnTo>
                  <a:pt x="486" y="11"/>
                </a:lnTo>
                <a:lnTo>
                  <a:pt x="486" y="0"/>
                </a:lnTo>
                <a:moveTo>
                  <a:pt x="535" y="0"/>
                </a:moveTo>
                <a:lnTo>
                  <a:pt x="564" y="0"/>
                </a:lnTo>
                <a:lnTo>
                  <a:pt x="564" y="11"/>
                </a:lnTo>
                <a:lnTo>
                  <a:pt x="535" y="11"/>
                </a:lnTo>
                <a:lnTo>
                  <a:pt x="535" y="0"/>
                </a:lnTo>
                <a:moveTo>
                  <a:pt x="583" y="0"/>
                </a:moveTo>
                <a:lnTo>
                  <a:pt x="613" y="0"/>
                </a:lnTo>
                <a:lnTo>
                  <a:pt x="613" y="11"/>
                </a:lnTo>
                <a:lnTo>
                  <a:pt x="583" y="11"/>
                </a:lnTo>
                <a:lnTo>
                  <a:pt x="583" y="0"/>
                </a:lnTo>
                <a:moveTo>
                  <a:pt x="632" y="0"/>
                </a:moveTo>
                <a:lnTo>
                  <a:pt x="661" y="0"/>
                </a:lnTo>
                <a:lnTo>
                  <a:pt x="661" y="11"/>
                </a:lnTo>
                <a:lnTo>
                  <a:pt x="632" y="11"/>
                </a:lnTo>
                <a:lnTo>
                  <a:pt x="632" y="0"/>
                </a:lnTo>
                <a:moveTo>
                  <a:pt x="680" y="0"/>
                </a:moveTo>
                <a:lnTo>
                  <a:pt x="710" y="0"/>
                </a:lnTo>
                <a:lnTo>
                  <a:pt x="710" y="11"/>
                </a:lnTo>
                <a:lnTo>
                  <a:pt x="680" y="11"/>
                </a:lnTo>
                <a:lnTo>
                  <a:pt x="680" y="0"/>
                </a:lnTo>
                <a:moveTo>
                  <a:pt x="729" y="0"/>
                </a:moveTo>
                <a:lnTo>
                  <a:pt x="758" y="0"/>
                </a:lnTo>
                <a:lnTo>
                  <a:pt x="758" y="11"/>
                </a:lnTo>
                <a:lnTo>
                  <a:pt x="729" y="11"/>
                </a:lnTo>
                <a:lnTo>
                  <a:pt x="729" y="0"/>
                </a:lnTo>
                <a:moveTo>
                  <a:pt x="777" y="0"/>
                </a:moveTo>
                <a:lnTo>
                  <a:pt x="807" y="0"/>
                </a:lnTo>
                <a:lnTo>
                  <a:pt x="807" y="11"/>
                </a:lnTo>
                <a:lnTo>
                  <a:pt x="777" y="11"/>
                </a:lnTo>
                <a:lnTo>
                  <a:pt x="777" y="0"/>
                </a:lnTo>
                <a:moveTo>
                  <a:pt x="826" y="0"/>
                </a:moveTo>
                <a:lnTo>
                  <a:pt x="856" y="0"/>
                </a:lnTo>
                <a:lnTo>
                  <a:pt x="856" y="11"/>
                </a:lnTo>
                <a:lnTo>
                  <a:pt x="826" y="11"/>
                </a:lnTo>
                <a:lnTo>
                  <a:pt x="826" y="0"/>
                </a:lnTo>
                <a:moveTo>
                  <a:pt x="875" y="0"/>
                </a:moveTo>
                <a:lnTo>
                  <a:pt x="904" y="0"/>
                </a:lnTo>
                <a:lnTo>
                  <a:pt x="904" y="11"/>
                </a:lnTo>
                <a:lnTo>
                  <a:pt x="875" y="11"/>
                </a:lnTo>
                <a:lnTo>
                  <a:pt x="875" y="0"/>
                </a:lnTo>
                <a:moveTo>
                  <a:pt x="923" y="0"/>
                </a:moveTo>
                <a:lnTo>
                  <a:pt x="953" y="0"/>
                </a:lnTo>
                <a:lnTo>
                  <a:pt x="953" y="11"/>
                </a:lnTo>
                <a:lnTo>
                  <a:pt x="923" y="11"/>
                </a:lnTo>
                <a:lnTo>
                  <a:pt x="923" y="0"/>
                </a:lnTo>
                <a:moveTo>
                  <a:pt x="972" y="0"/>
                </a:moveTo>
                <a:lnTo>
                  <a:pt x="1001" y="0"/>
                </a:lnTo>
                <a:lnTo>
                  <a:pt x="1001" y="11"/>
                </a:lnTo>
                <a:lnTo>
                  <a:pt x="972" y="11"/>
                </a:lnTo>
                <a:lnTo>
                  <a:pt x="972" y="0"/>
                </a:lnTo>
                <a:moveTo>
                  <a:pt x="1020" y="0"/>
                </a:moveTo>
                <a:lnTo>
                  <a:pt x="1050" y="0"/>
                </a:lnTo>
                <a:lnTo>
                  <a:pt x="1050" y="11"/>
                </a:lnTo>
                <a:lnTo>
                  <a:pt x="1020" y="11"/>
                </a:lnTo>
                <a:lnTo>
                  <a:pt x="1020" y="0"/>
                </a:lnTo>
                <a:moveTo>
                  <a:pt x="1069" y="0"/>
                </a:moveTo>
                <a:lnTo>
                  <a:pt x="1099" y="0"/>
                </a:lnTo>
                <a:lnTo>
                  <a:pt x="1099" y="11"/>
                </a:lnTo>
                <a:lnTo>
                  <a:pt x="1069" y="11"/>
                </a:lnTo>
                <a:lnTo>
                  <a:pt x="1069" y="0"/>
                </a:lnTo>
                <a:moveTo>
                  <a:pt x="1118" y="0"/>
                </a:moveTo>
                <a:lnTo>
                  <a:pt x="1147" y="0"/>
                </a:lnTo>
                <a:lnTo>
                  <a:pt x="1147" y="11"/>
                </a:lnTo>
                <a:lnTo>
                  <a:pt x="1118" y="11"/>
                </a:lnTo>
                <a:lnTo>
                  <a:pt x="1118" y="0"/>
                </a:lnTo>
                <a:moveTo>
                  <a:pt x="1166" y="0"/>
                </a:moveTo>
                <a:lnTo>
                  <a:pt x="1197" y="0"/>
                </a:lnTo>
                <a:lnTo>
                  <a:pt x="1197" y="11"/>
                </a:lnTo>
                <a:lnTo>
                  <a:pt x="1166" y="11"/>
                </a:lnTo>
                <a:lnTo>
                  <a:pt x="1166" y="0"/>
                </a:lnTo>
                <a:moveTo>
                  <a:pt x="1216" y="0"/>
                </a:moveTo>
                <a:lnTo>
                  <a:pt x="1245" y="0"/>
                </a:lnTo>
                <a:lnTo>
                  <a:pt x="1245" y="11"/>
                </a:lnTo>
                <a:lnTo>
                  <a:pt x="1216" y="11"/>
                </a:lnTo>
                <a:lnTo>
                  <a:pt x="1216" y="0"/>
                </a:lnTo>
                <a:moveTo>
                  <a:pt x="1264" y="0"/>
                </a:moveTo>
                <a:lnTo>
                  <a:pt x="1294" y="0"/>
                </a:lnTo>
                <a:lnTo>
                  <a:pt x="1294" y="11"/>
                </a:lnTo>
                <a:lnTo>
                  <a:pt x="1264" y="11"/>
                </a:lnTo>
                <a:lnTo>
                  <a:pt x="1264" y="0"/>
                </a:lnTo>
                <a:moveTo>
                  <a:pt x="1313" y="0"/>
                </a:moveTo>
                <a:lnTo>
                  <a:pt x="1342" y="0"/>
                </a:lnTo>
                <a:lnTo>
                  <a:pt x="1342" y="11"/>
                </a:lnTo>
                <a:lnTo>
                  <a:pt x="1313" y="11"/>
                </a:lnTo>
                <a:lnTo>
                  <a:pt x="1313" y="0"/>
                </a:lnTo>
                <a:moveTo>
                  <a:pt x="1361" y="0"/>
                </a:moveTo>
                <a:lnTo>
                  <a:pt x="1391" y="0"/>
                </a:lnTo>
                <a:lnTo>
                  <a:pt x="1391" y="11"/>
                </a:lnTo>
                <a:lnTo>
                  <a:pt x="1361" y="11"/>
                </a:lnTo>
                <a:lnTo>
                  <a:pt x="1361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/>
          <p:nvPr/>
        </p:nvSpPr>
        <p:spPr>
          <a:xfrm>
            <a:off x="3661920" y="2971800"/>
            <a:ext cx="862920" cy="394200"/>
          </a:xfrm>
          <a:custGeom>
            <a:avLst/>
            <a:gdLst/>
            <a:ahLst/>
            <a:rect l="0" t="0" r="r" b="b"/>
            <a:pathLst>
              <a:path w="2397" h="1095">
                <a:moveTo>
                  <a:pt x="0" y="0"/>
                </a:moveTo>
                <a:lnTo>
                  <a:pt x="2397" y="0"/>
                </a:lnTo>
                <a:lnTo>
                  <a:pt x="2397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1" name=""/>
          <p:cNvSpPr txBox="1"/>
          <p:nvPr/>
        </p:nvSpPr>
        <p:spPr>
          <a:xfrm>
            <a:off x="2810880" y="2061360"/>
            <a:ext cx="5144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2" name=""/>
          <p:cNvSpPr txBox="1"/>
          <p:nvPr/>
        </p:nvSpPr>
        <p:spPr>
          <a:xfrm>
            <a:off x="3768480" y="3033000"/>
            <a:ext cx="6422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Productbacklog: issues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3" name=""/>
          <p:cNvSpPr txBox="1"/>
          <p:nvPr/>
        </p:nvSpPr>
        <p:spPr>
          <a:xfrm>
            <a:off x="3894480" y="3117960"/>
            <a:ext cx="3952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milestones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/>
          <p:nvPr/>
        </p:nvSpPr>
        <p:spPr>
          <a:xfrm>
            <a:off x="3796560" y="3209760"/>
            <a:ext cx="592920" cy="3960"/>
          </a:xfrm>
          <a:custGeom>
            <a:avLst/>
            <a:gdLst/>
            <a:ahLst/>
            <a:rect l="0" t="0" r="r" b="b"/>
            <a:pathLst>
              <a:path w="1647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8" y="0"/>
                </a:moveTo>
                <a:lnTo>
                  <a:pt x="128" y="0"/>
                </a:lnTo>
                <a:lnTo>
                  <a:pt x="128" y="11"/>
                </a:lnTo>
                <a:lnTo>
                  <a:pt x="98" y="11"/>
                </a:lnTo>
                <a:lnTo>
                  <a:pt x="98" y="0"/>
                </a:lnTo>
                <a:moveTo>
                  <a:pt x="147" y="0"/>
                </a:moveTo>
                <a:lnTo>
                  <a:pt x="178" y="0"/>
                </a:lnTo>
                <a:lnTo>
                  <a:pt x="178" y="11"/>
                </a:lnTo>
                <a:lnTo>
                  <a:pt x="147" y="11"/>
                </a:lnTo>
                <a:lnTo>
                  <a:pt x="147" y="0"/>
                </a:lnTo>
                <a:moveTo>
                  <a:pt x="197" y="0"/>
                </a:moveTo>
                <a:lnTo>
                  <a:pt x="227" y="0"/>
                </a:lnTo>
                <a:lnTo>
                  <a:pt x="227" y="11"/>
                </a:lnTo>
                <a:lnTo>
                  <a:pt x="197" y="11"/>
                </a:lnTo>
                <a:lnTo>
                  <a:pt x="197" y="0"/>
                </a:lnTo>
                <a:moveTo>
                  <a:pt x="246" y="0"/>
                </a:moveTo>
                <a:lnTo>
                  <a:pt x="276" y="0"/>
                </a:lnTo>
                <a:lnTo>
                  <a:pt x="276" y="11"/>
                </a:lnTo>
                <a:lnTo>
                  <a:pt x="246" y="11"/>
                </a:lnTo>
                <a:lnTo>
                  <a:pt x="246" y="0"/>
                </a:lnTo>
                <a:moveTo>
                  <a:pt x="295" y="0"/>
                </a:moveTo>
                <a:lnTo>
                  <a:pt x="325" y="0"/>
                </a:lnTo>
                <a:lnTo>
                  <a:pt x="325" y="11"/>
                </a:lnTo>
                <a:lnTo>
                  <a:pt x="295" y="11"/>
                </a:lnTo>
                <a:lnTo>
                  <a:pt x="295" y="0"/>
                </a:lnTo>
                <a:moveTo>
                  <a:pt x="344" y="0"/>
                </a:moveTo>
                <a:lnTo>
                  <a:pt x="374" y="0"/>
                </a:lnTo>
                <a:lnTo>
                  <a:pt x="374" y="11"/>
                </a:lnTo>
                <a:lnTo>
                  <a:pt x="344" y="11"/>
                </a:lnTo>
                <a:lnTo>
                  <a:pt x="344" y="0"/>
                </a:lnTo>
                <a:moveTo>
                  <a:pt x="393" y="0"/>
                </a:moveTo>
                <a:lnTo>
                  <a:pt x="423" y="0"/>
                </a:lnTo>
                <a:lnTo>
                  <a:pt x="423" y="11"/>
                </a:lnTo>
                <a:lnTo>
                  <a:pt x="393" y="11"/>
                </a:lnTo>
                <a:lnTo>
                  <a:pt x="393" y="0"/>
                </a:lnTo>
                <a:moveTo>
                  <a:pt x="442" y="0"/>
                </a:moveTo>
                <a:lnTo>
                  <a:pt x="472" y="0"/>
                </a:lnTo>
                <a:lnTo>
                  <a:pt x="472" y="11"/>
                </a:lnTo>
                <a:lnTo>
                  <a:pt x="442" y="11"/>
                </a:lnTo>
                <a:lnTo>
                  <a:pt x="442" y="0"/>
                </a:lnTo>
                <a:moveTo>
                  <a:pt x="491" y="0"/>
                </a:moveTo>
                <a:lnTo>
                  <a:pt x="521" y="0"/>
                </a:lnTo>
                <a:lnTo>
                  <a:pt x="521" y="11"/>
                </a:lnTo>
                <a:lnTo>
                  <a:pt x="491" y="11"/>
                </a:lnTo>
                <a:lnTo>
                  <a:pt x="491" y="0"/>
                </a:lnTo>
                <a:moveTo>
                  <a:pt x="540" y="0"/>
                </a:moveTo>
                <a:lnTo>
                  <a:pt x="570" y="0"/>
                </a:lnTo>
                <a:lnTo>
                  <a:pt x="570" y="11"/>
                </a:lnTo>
                <a:lnTo>
                  <a:pt x="540" y="11"/>
                </a:lnTo>
                <a:lnTo>
                  <a:pt x="540" y="0"/>
                </a:lnTo>
                <a:moveTo>
                  <a:pt x="589" y="0"/>
                </a:moveTo>
                <a:lnTo>
                  <a:pt x="619" y="0"/>
                </a:lnTo>
                <a:lnTo>
                  <a:pt x="619" y="11"/>
                </a:lnTo>
                <a:lnTo>
                  <a:pt x="589" y="11"/>
                </a:lnTo>
                <a:lnTo>
                  <a:pt x="589" y="0"/>
                </a:lnTo>
                <a:moveTo>
                  <a:pt x="638" y="0"/>
                </a:moveTo>
                <a:lnTo>
                  <a:pt x="668" y="0"/>
                </a:lnTo>
                <a:lnTo>
                  <a:pt x="668" y="11"/>
                </a:lnTo>
                <a:lnTo>
                  <a:pt x="638" y="11"/>
                </a:lnTo>
                <a:lnTo>
                  <a:pt x="638" y="0"/>
                </a:lnTo>
                <a:moveTo>
                  <a:pt x="687" y="0"/>
                </a:moveTo>
                <a:lnTo>
                  <a:pt x="717" y="0"/>
                </a:lnTo>
                <a:lnTo>
                  <a:pt x="717" y="11"/>
                </a:lnTo>
                <a:lnTo>
                  <a:pt x="687" y="11"/>
                </a:lnTo>
                <a:lnTo>
                  <a:pt x="687" y="0"/>
                </a:lnTo>
                <a:moveTo>
                  <a:pt x="736" y="0"/>
                </a:moveTo>
                <a:lnTo>
                  <a:pt x="766" y="0"/>
                </a:lnTo>
                <a:lnTo>
                  <a:pt x="766" y="11"/>
                </a:lnTo>
                <a:lnTo>
                  <a:pt x="736" y="11"/>
                </a:lnTo>
                <a:lnTo>
                  <a:pt x="736" y="0"/>
                </a:lnTo>
                <a:moveTo>
                  <a:pt x="785" y="0"/>
                </a:moveTo>
                <a:lnTo>
                  <a:pt x="815" y="0"/>
                </a:lnTo>
                <a:lnTo>
                  <a:pt x="815" y="11"/>
                </a:lnTo>
                <a:lnTo>
                  <a:pt x="785" y="11"/>
                </a:lnTo>
                <a:lnTo>
                  <a:pt x="785" y="0"/>
                </a:lnTo>
                <a:moveTo>
                  <a:pt x="834" y="0"/>
                </a:moveTo>
                <a:lnTo>
                  <a:pt x="864" y="0"/>
                </a:lnTo>
                <a:lnTo>
                  <a:pt x="864" y="11"/>
                </a:lnTo>
                <a:lnTo>
                  <a:pt x="834" y="11"/>
                </a:lnTo>
                <a:lnTo>
                  <a:pt x="834" y="0"/>
                </a:lnTo>
                <a:moveTo>
                  <a:pt x="883" y="0"/>
                </a:moveTo>
                <a:lnTo>
                  <a:pt x="913" y="0"/>
                </a:lnTo>
                <a:lnTo>
                  <a:pt x="913" y="11"/>
                </a:lnTo>
                <a:lnTo>
                  <a:pt x="883" y="11"/>
                </a:lnTo>
                <a:lnTo>
                  <a:pt x="883" y="0"/>
                </a:lnTo>
                <a:moveTo>
                  <a:pt x="932" y="0"/>
                </a:moveTo>
                <a:lnTo>
                  <a:pt x="962" y="0"/>
                </a:lnTo>
                <a:lnTo>
                  <a:pt x="962" y="11"/>
                </a:lnTo>
                <a:lnTo>
                  <a:pt x="932" y="11"/>
                </a:lnTo>
                <a:lnTo>
                  <a:pt x="932" y="0"/>
                </a:lnTo>
                <a:moveTo>
                  <a:pt x="981" y="0"/>
                </a:moveTo>
                <a:lnTo>
                  <a:pt x="1010" y="0"/>
                </a:lnTo>
                <a:lnTo>
                  <a:pt x="1010" y="11"/>
                </a:lnTo>
                <a:lnTo>
                  <a:pt x="981" y="11"/>
                </a:lnTo>
                <a:lnTo>
                  <a:pt x="981" y="0"/>
                </a:lnTo>
                <a:moveTo>
                  <a:pt x="1030" y="0"/>
                </a:moveTo>
                <a:lnTo>
                  <a:pt x="1059" y="0"/>
                </a:lnTo>
                <a:lnTo>
                  <a:pt x="1059" y="11"/>
                </a:lnTo>
                <a:lnTo>
                  <a:pt x="1030" y="11"/>
                </a:lnTo>
                <a:lnTo>
                  <a:pt x="1030" y="0"/>
                </a:lnTo>
                <a:moveTo>
                  <a:pt x="1079" y="0"/>
                </a:moveTo>
                <a:lnTo>
                  <a:pt x="1108" y="0"/>
                </a:lnTo>
                <a:lnTo>
                  <a:pt x="1108" y="11"/>
                </a:lnTo>
                <a:lnTo>
                  <a:pt x="1079" y="11"/>
                </a:lnTo>
                <a:lnTo>
                  <a:pt x="1079" y="0"/>
                </a:lnTo>
                <a:moveTo>
                  <a:pt x="1128" y="0"/>
                </a:moveTo>
                <a:lnTo>
                  <a:pt x="1157" y="0"/>
                </a:lnTo>
                <a:lnTo>
                  <a:pt x="1157" y="11"/>
                </a:lnTo>
                <a:lnTo>
                  <a:pt x="1128" y="11"/>
                </a:lnTo>
                <a:lnTo>
                  <a:pt x="1128" y="0"/>
                </a:lnTo>
                <a:moveTo>
                  <a:pt x="1177" y="0"/>
                </a:moveTo>
                <a:lnTo>
                  <a:pt x="1206" y="0"/>
                </a:lnTo>
                <a:lnTo>
                  <a:pt x="1206" y="11"/>
                </a:lnTo>
                <a:lnTo>
                  <a:pt x="1177" y="11"/>
                </a:lnTo>
                <a:lnTo>
                  <a:pt x="1177" y="0"/>
                </a:lnTo>
                <a:moveTo>
                  <a:pt x="1226" y="0"/>
                </a:moveTo>
                <a:lnTo>
                  <a:pt x="1255" y="0"/>
                </a:lnTo>
                <a:lnTo>
                  <a:pt x="1255" y="11"/>
                </a:lnTo>
                <a:lnTo>
                  <a:pt x="1226" y="11"/>
                </a:lnTo>
                <a:lnTo>
                  <a:pt x="1226" y="0"/>
                </a:lnTo>
                <a:moveTo>
                  <a:pt x="1275" y="0"/>
                </a:moveTo>
                <a:lnTo>
                  <a:pt x="1304" y="0"/>
                </a:lnTo>
                <a:lnTo>
                  <a:pt x="1304" y="11"/>
                </a:lnTo>
                <a:lnTo>
                  <a:pt x="1275" y="11"/>
                </a:lnTo>
                <a:lnTo>
                  <a:pt x="1275" y="0"/>
                </a:lnTo>
                <a:moveTo>
                  <a:pt x="1324" y="0"/>
                </a:moveTo>
                <a:lnTo>
                  <a:pt x="1353" y="0"/>
                </a:lnTo>
                <a:lnTo>
                  <a:pt x="1353" y="11"/>
                </a:lnTo>
                <a:lnTo>
                  <a:pt x="1324" y="11"/>
                </a:lnTo>
                <a:lnTo>
                  <a:pt x="1324" y="0"/>
                </a:lnTo>
                <a:moveTo>
                  <a:pt x="1373" y="0"/>
                </a:moveTo>
                <a:lnTo>
                  <a:pt x="1402" y="0"/>
                </a:lnTo>
                <a:lnTo>
                  <a:pt x="1402" y="11"/>
                </a:lnTo>
                <a:lnTo>
                  <a:pt x="1373" y="11"/>
                </a:lnTo>
                <a:lnTo>
                  <a:pt x="1373" y="0"/>
                </a:lnTo>
                <a:moveTo>
                  <a:pt x="1422" y="0"/>
                </a:moveTo>
                <a:lnTo>
                  <a:pt x="1451" y="0"/>
                </a:lnTo>
                <a:lnTo>
                  <a:pt x="1451" y="11"/>
                </a:lnTo>
                <a:lnTo>
                  <a:pt x="1422" y="11"/>
                </a:lnTo>
                <a:lnTo>
                  <a:pt x="1422" y="0"/>
                </a:lnTo>
                <a:moveTo>
                  <a:pt x="1471" y="0"/>
                </a:moveTo>
                <a:lnTo>
                  <a:pt x="1500" y="0"/>
                </a:lnTo>
                <a:lnTo>
                  <a:pt x="1500" y="11"/>
                </a:lnTo>
                <a:lnTo>
                  <a:pt x="1471" y="11"/>
                </a:lnTo>
                <a:lnTo>
                  <a:pt x="1471" y="0"/>
                </a:lnTo>
                <a:moveTo>
                  <a:pt x="1520" y="0"/>
                </a:moveTo>
                <a:lnTo>
                  <a:pt x="1549" y="0"/>
                </a:lnTo>
                <a:lnTo>
                  <a:pt x="1549" y="11"/>
                </a:lnTo>
                <a:lnTo>
                  <a:pt x="1520" y="11"/>
                </a:lnTo>
                <a:lnTo>
                  <a:pt x="1520" y="0"/>
                </a:lnTo>
                <a:moveTo>
                  <a:pt x="1569" y="0"/>
                </a:moveTo>
                <a:lnTo>
                  <a:pt x="1598" y="0"/>
                </a:lnTo>
                <a:lnTo>
                  <a:pt x="1598" y="11"/>
                </a:lnTo>
                <a:lnTo>
                  <a:pt x="1569" y="11"/>
                </a:lnTo>
                <a:lnTo>
                  <a:pt x="1569" y="0"/>
                </a:lnTo>
                <a:moveTo>
                  <a:pt x="1618" y="0"/>
                </a:moveTo>
                <a:lnTo>
                  <a:pt x="1647" y="0"/>
                </a:lnTo>
                <a:lnTo>
                  <a:pt x="1647" y="11"/>
                </a:lnTo>
                <a:lnTo>
                  <a:pt x="1618" y="11"/>
                </a:lnTo>
                <a:lnTo>
                  <a:pt x="1618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/>
          <p:nvPr/>
        </p:nvSpPr>
        <p:spPr>
          <a:xfrm>
            <a:off x="4731840" y="2893680"/>
            <a:ext cx="893160" cy="479520"/>
          </a:xfrm>
          <a:custGeom>
            <a:avLst/>
            <a:gdLst/>
            <a:ahLst/>
            <a:rect l="0" t="0" r="r" b="b"/>
            <a:pathLst>
              <a:path w="2481" h="1332">
                <a:moveTo>
                  <a:pt x="0" y="0"/>
                </a:moveTo>
                <a:lnTo>
                  <a:pt x="2481" y="0"/>
                </a:lnTo>
                <a:lnTo>
                  <a:pt x="2481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324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6" name=""/>
          <p:cNvSpPr txBox="1"/>
          <p:nvPr/>
        </p:nvSpPr>
        <p:spPr>
          <a:xfrm>
            <a:off x="3888720" y="3235320"/>
            <a:ext cx="4075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7" name=""/>
          <p:cNvSpPr txBox="1"/>
          <p:nvPr/>
        </p:nvSpPr>
        <p:spPr>
          <a:xfrm>
            <a:off x="4838400" y="2954880"/>
            <a:ext cx="6742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Koppelvlakspeciﬁcaties: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8" name=""/>
          <p:cNvSpPr txBox="1"/>
          <p:nvPr/>
        </p:nvSpPr>
        <p:spPr>
          <a:xfrm>
            <a:off x="4870080" y="3040200"/>
            <a:ext cx="6148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interactiepatronen 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 txBox="1"/>
          <p:nvPr/>
        </p:nvSpPr>
        <p:spPr>
          <a:xfrm>
            <a:off x="4892760" y="3125160"/>
            <a:ext cx="5677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datamodelschema's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/>
          <p:nvPr/>
        </p:nvSpPr>
        <p:spPr>
          <a:xfrm>
            <a:off x="4866840" y="3216600"/>
            <a:ext cx="624600" cy="3960"/>
          </a:xfrm>
          <a:custGeom>
            <a:avLst/>
            <a:gdLst/>
            <a:ahLst/>
            <a:rect l="0" t="0" r="r" b="b"/>
            <a:pathLst>
              <a:path w="1735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8" y="0"/>
                </a:moveTo>
                <a:lnTo>
                  <a:pt x="78" y="0"/>
                </a:lnTo>
                <a:lnTo>
                  <a:pt x="78" y="11"/>
                </a:lnTo>
                <a:lnTo>
                  <a:pt x="48" y="11"/>
                </a:lnTo>
                <a:lnTo>
                  <a:pt x="48" y="0"/>
                </a:lnTo>
                <a:moveTo>
                  <a:pt x="97" y="0"/>
                </a:moveTo>
                <a:lnTo>
                  <a:pt x="127" y="0"/>
                </a:lnTo>
                <a:lnTo>
                  <a:pt x="127" y="11"/>
                </a:lnTo>
                <a:lnTo>
                  <a:pt x="97" y="11"/>
                </a:lnTo>
                <a:lnTo>
                  <a:pt x="97" y="0"/>
                </a:lnTo>
                <a:moveTo>
                  <a:pt x="146" y="0"/>
                </a:moveTo>
                <a:lnTo>
                  <a:pt x="175" y="0"/>
                </a:lnTo>
                <a:lnTo>
                  <a:pt x="175" y="11"/>
                </a:lnTo>
                <a:lnTo>
                  <a:pt x="146" y="11"/>
                </a:lnTo>
                <a:lnTo>
                  <a:pt x="146" y="0"/>
                </a:lnTo>
                <a:moveTo>
                  <a:pt x="194" y="0"/>
                </a:moveTo>
                <a:lnTo>
                  <a:pt x="224" y="0"/>
                </a:lnTo>
                <a:lnTo>
                  <a:pt x="224" y="11"/>
                </a:lnTo>
                <a:lnTo>
                  <a:pt x="194" y="11"/>
                </a:lnTo>
                <a:lnTo>
                  <a:pt x="194" y="0"/>
                </a:lnTo>
                <a:moveTo>
                  <a:pt x="243" y="0"/>
                </a:moveTo>
                <a:lnTo>
                  <a:pt x="273" y="0"/>
                </a:lnTo>
                <a:lnTo>
                  <a:pt x="273" y="11"/>
                </a:lnTo>
                <a:lnTo>
                  <a:pt x="243" y="11"/>
                </a:lnTo>
                <a:lnTo>
                  <a:pt x="243" y="0"/>
                </a:lnTo>
                <a:moveTo>
                  <a:pt x="292" y="0"/>
                </a:moveTo>
                <a:lnTo>
                  <a:pt x="321" y="0"/>
                </a:lnTo>
                <a:lnTo>
                  <a:pt x="321" y="11"/>
                </a:lnTo>
                <a:lnTo>
                  <a:pt x="292" y="11"/>
                </a:lnTo>
                <a:lnTo>
                  <a:pt x="292" y="0"/>
                </a:lnTo>
                <a:moveTo>
                  <a:pt x="341" y="0"/>
                </a:moveTo>
                <a:lnTo>
                  <a:pt x="370" y="0"/>
                </a:lnTo>
                <a:lnTo>
                  <a:pt x="370" y="11"/>
                </a:lnTo>
                <a:lnTo>
                  <a:pt x="341" y="11"/>
                </a:lnTo>
                <a:lnTo>
                  <a:pt x="341" y="0"/>
                </a:lnTo>
                <a:moveTo>
                  <a:pt x="389" y="0"/>
                </a:moveTo>
                <a:lnTo>
                  <a:pt x="419" y="0"/>
                </a:lnTo>
                <a:lnTo>
                  <a:pt x="419" y="11"/>
                </a:lnTo>
                <a:lnTo>
                  <a:pt x="389" y="11"/>
                </a:lnTo>
                <a:lnTo>
                  <a:pt x="389" y="0"/>
                </a:lnTo>
                <a:moveTo>
                  <a:pt x="438" y="0"/>
                </a:moveTo>
                <a:lnTo>
                  <a:pt x="468" y="0"/>
                </a:lnTo>
                <a:lnTo>
                  <a:pt x="468" y="11"/>
                </a:lnTo>
                <a:lnTo>
                  <a:pt x="438" y="11"/>
                </a:lnTo>
                <a:lnTo>
                  <a:pt x="438" y="0"/>
                </a:lnTo>
                <a:moveTo>
                  <a:pt x="487" y="0"/>
                </a:moveTo>
                <a:lnTo>
                  <a:pt x="516" y="0"/>
                </a:lnTo>
                <a:lnTo>
                  <a:pt x="516" y="11"/>
                </a:lnTo>
                <a:lnTo>
                  <a:pt x="487" y="11"/>
                </a:lnTo>
                <a:lnTo>
                  <a:pt x="487" y="0"/>
                </a:lnTo>
                <a:moveTo>
                  <a:pt x="536" y="0"/>
                </a:moveTo>
                <a:lnTo>
                  <a:pt x="565" y="0"/>
                </a:lnTo>
                <a:lnTo>
                  <a:pt x="565" y="11"/>
                </a:lnTo>
                <a:lnTo>
                  <a:pt x="536" y="11"/>
                </a:lnTo>
                <a:lnTo>
                  <a:pt x="536" y="0"/>
                </a:lnTo>
                <a:moveTo>
                  <a:pt x="584" y="0"/>
                </a:moveTo>
                <a:lnTo>
                  <a:pt x="614" y="0"/>
                </a:lnTo>
                <a:lnTo>
                  <a:pt x="614" y="11"/>
                </a:lnTo>
                <a:lnTo>
                  <a:pt x="584" y="11"/>
                </a:lnTo>
                <a:lnTo>
                  <a:pt x="584" y="0"/>
                </a:lnTo>
                <a:moveTo>
                  <a:pt x="633" y="0"/>
                </a:moveTo>
                <a:lnTo>
                  <a:pt x="663" y="0"/>
                </a:lnTo>
                <a:lnTo>
                  <a:pt x="663" y="11"/>
                </a:lnTo>
                <a:lnTo>
                  <a:pt x="633" y="11"/>
                </a:lnTo>
                <a:lnTo>
                  <a:pt x="633" y="0"/>
                </a:lnTo>
                <a:moveTo>
                  <a:pt x="682" y="0"/>
                </a:moveTo>
                <a:lnTo>
                  <a:pt x="711" y="0"/>
                </a:lnTo>
                <a:lnTo>
                  <a:pt x="711" y="11"/>
                </a:lnTo>
                <a:lnTo>
                  <a:pt x="682" y="11"/>
                </a:lnTo>
                <a:lnTo>
                  <a:pt x="682" y="0"/>
                </a:lnTo>
                <a:moveTo>
                  <a:pt x="730" y="0"/>
                </a:moveTo>
                <a:lnTo>
                  <a:pt x="760" y="0"/>
                </a:lnTo>
                <a:lnTo>
                  <a:pt x="760" y="11"/>
                </a:lnTo>
                <a:lnTo>
                  <a:pt x="730" y="11"/>
                </a:lnTo>
                <a:lnTo>
                  <a:pt x="730" y="0"/>
                </a:lnTo>
                <a:moveTo>
                  <a:pt x="779" y="0"/>
                </a:moveTo>
                <a:lnTo>
                  <a:pt x="809" y="0"/>
                </a:lnTo>
                <a:lnTo>
                  <a:pt x="809" y="11"/>
                </a:lnTo>
                <a:lnTo>
                  <a:pt x="779" y="11"/>
                </a:lnTo>
                <a:lnTo>
                  <a:pt x="779" y="0"/>
                </a:lnTo>
                <a:moveTo>
                  <a:pt x="828" y="0"/>
                </a:moveTo>
                <a:lnTo>
                  <a:pt x="857" y="0"/>
                </a:lnTo>
                <a:lnTo>
                  <a:pt x="857" y="11"/>
                </a:lnTo>
                <a:lnTo>
                  <a:pt x="828" y="11"/>
                </a:lnTo>
                <a:lnTo>
                  <a:pt x="828" y="0"/>
                </a:lnTo>
                <a:moveTo>
                  <a:pt x="877" y="0"/>
                </a:moveTo>
                <a:lnTo>
                  <a:pt x="906" y="0"/>
                </a:lnTo>
                <a:lnTo>
                  <a:pt x="906" y="11"/>
                </a:lnTo>
                <a:lnTo>
                  <a:pt x="877" y="11"/>
                </a:lnTo>
                <a:lnTo>
                  <a:pt x="877" y="0"/>
                </a:lnTo>
                <a:moveTo>
                  <a:pt x="925" y="0"/>
                </a:moveTo>
                <a:lnTo>
                  <a:pt x="955" y="0"/>
                </a:lnTo>
                <a:lnTo>
                  <a:pt x="955" y="11"/>
                </a:lnTo>
                <a:lnTo>
                  <a:pt x="925" y="11"/>
                </a:lnTo>
                <a:lnTo>
                  <a:pt x="925" y="0"/>
                </a:lnTo>
                <a:moveTo>
                  <a:pt x="974" y="0"/>
                </a:moveTo>
                <a:lnTo>
                  <a:pt x="1004" y="0"/>
                </a:lnTo>
                <a:lnTo>
                  <a:pt x="1004" y="11"/>
                </a:lnTo>
                <a:lnTo>
                  <a:pt x="974" y="11"/>
                </a:lnTo>
                <a:lnTo>
                  <a:pt x="974" y="0"/>
                </a:lnTo>
                <a:moveTo>
                  <a:pt x="1023" y="0"/>
                </a:moveTo>
                <a:lnTo>
                  <a:pt x="1052" y="0"/>
                </a:lnTo>
                <a:lnTo>
                  <a:pt x="1052" y="11"/>
                </a:lnTo>
                <a:lnTo>
                  <a:pt x="1023" y="11"/>
                </a:lnTo>
                <a:lnTo>
                  <a:pt x="1023" y="0"/>
                </a:lnTo>
                <a:moveTo>
                  <a:pt x="1071" y="0"/>
                </a:moveTo>
                <a:lnTo>
                  <a:pt x="1101" y="0"/>
                </a:lnTo>
                <a:lnTo>
                  <a:pt x="1101" y="11"/>
                </a:lnTo>
                <a:lnTo>
                  <a:pt x="1071" y="11"/>
                </a:lnTo>
                <a:lnTo>
                  <a:pt x="1071" y="0"/>
                </a:lnTo>
                <a:moveTo>
                  <a:pt x="1120" y="0"/>
                </a:moveTo>
                <a:lnTo>
                  <a:pt x="1150" y="0"/>
                </a:lnTo>
                <a:lnTo>
                  <a:pt x="1150" y="11"/>
                </a:lnTo>
                <a:lnTo>
                  <a:pt x="1120" y="11"/>
                </a:lnTo>
                <a:lnTo>
                  <a:pt x="1120" y="0"/>
                </a:lnTo>
                <a:moveTo>
                  <a:pt x="1169" y="0"/>
                </a:moveTo>
                <a:lnTo>
                  <a:pt x="1199" y="0"/>
                </a:lnTo>
                <a:lnTo>
                  <a:pt x="1199" y="11"/>
                </a:lnTo>
                <a:lnTo>
                  <a:pt x="1169" y="11"/>
                </a:lnTo>
                <a:lnTo>
                  <a:pt x="1169" y="0"/>
                </a:lnTo>
                <a:moveTo>
                  <a:pt x="1218" y="0"/>
                </a:moveTo>
                <a:lnTo>
                  <a:pt x="1248" y="0"/>
                </a:lnTo>
                <a:lnTo>
                  <a:pt x="1248" y="11"/>
                </a:lnTo>
                <a:lnTo>
                  <a:pt x="1218" y="11"/>
                </a:lnTo>
                <a:lnTo>
                  <a:pt x="1218" y="0"/>
                </a:lnTo>
                <a:moveTo>
                  <a:pt x="1267" y="0"/>
                </a:moveTo>
                <a:lnTo>
                  <a:pt x="1297" y="0"/>
                </a:lnTo>
                <a:lnTo>
                  <a:pt x="1297" y="11"/>
                </a:lnTo>
                <a:lnTo>
                  <a:pt x="1267" y="11"/>
                </a:lnTo>
                <a:lnTo>
                  <a:pt x="1267" y="0"/>
                </a:lnTo>
                <a:moveTo>
                  <a:pt x="1316" y="0"/>
                </a:moveTo>
                <a:lnTo>
                  <a:pt x="1346" y="0"/>
                </a:lnTo>
                <a:lnTo>
                  <a:pt x="1346" y="11"/>
                </a:lnTo>
                <a:lnTo>
                  <a:pt x="1316" y="11"/>
                </a:lnTo>
                <a:lnTo>
                  <a:pt x="1316" y="0"/>
                </a:lnTo>
                <a:moveTo>
                  <a:pt x="1365" y="0"/>
                </a:moveTo>
                <a:lnTo>
                  <a:pt x="1394" y="0"/>
                </a:lnTo>
                <a:lnTo>
                  <a:pt x="1394" y="11"/>
                </a:lnTo>
                <a:lnTo>
                  <a:pt x="1365" y="11"/>
                </a:lnTo>
                <a:lnTo>
                  <a:pt x="1365" y="0"/>
                </a:lnTo>
                <a:moveTo>
                  <a:pt x="1414" y="0"/>
                </a:moveTo>
                <a:lnTo>
                  <a:pt x="1443" y="0"/>
                </a:lnTo>
                <a:lnTo>
                  <a:pt x="1443" y="11"/>
                </a:lnTo>
                <a:lnTo>
                  <a:pt x="1414" y="11"/>
                </a:lnTo>
                <a:lnTo>
                  <a:pt x="1414" y="0"/>
                </a:lnTo>
                <a:moveTo>
                  <a:pt x="1462" y="0"/>
                </a:moveTo>
                <a:lnTo>
                  <a:pt x="1492" y="0"/>
                </a:lnTo>
                <a:lnTo>
                  <a:pt x="1492" y="11"/>
                </a:lnTo>
                <a:lnTo>
                  <a:pt x="1462" y="11"/>
                </a:lnTo>
                <a:lnTo>
                  <a:pt x="1462" y="0"/>
                </a:lnTo>
                <a:moveTo>
                  <a:pt x="1511" y="0"/>
                </a:moveTo>
                <a:lnTo>
                  <a:pt x="1541" y="0"/>
                </a:lnTo>
                <a:lnTo>
                  <a:pt x="1541" y="11"/>
                </a:lnTo>
                <a:lnTo>
                  <a:pt x="1511" y="11"/>
                </a:lnTo>
                <a:lnTo>
                  <a:pt x="1511" y="0"/>
                </a:lnTo>
                <a:moveTo>
                  <a:pt x="1560" y="0"/>
                </a:moveTo>
                <a:lnTo>
                  <a:pt x="1589" y="0"/>
                </a:lnTo>
                <a:lnTo>
                  <a:pt x="1589" y="11"/>
                </a:lnTo>
                <a:lnTo>
                  <a:pt x="1560" y="11"/>
                </a:lnTo>
                <a:lnTo>
                  <a:pt x="1560" y="0"/>
                </a:lnTo>
                <a:moveTo>
                  <a:pt x="1608" y="0"/>
                </a:moveTo>
                <a:lnTo>
                  <a:pt x="1638" y="0"/>
                </a:lnTo>
                <a:lnTo>
                  <a:pt x="1638" y="11"/>
                </a:lnTo>
                <a:lnTo>
                  <a:pt x="1608" y="11"/>
                </a:lnTo>
                <a:lnTo>
                  <a:pt x="1608" y="0"/>
                </a:lnTo>
                <a:moveTo>
                  <a:pt x="1657" y="0"/>
                </a:moveTo>
                <a:lnTo>
                  <a:pt x="1687" y="0"/>
                </a:lnTo>
                <a:lnTo>
                  <a:pt x="1687" y="11"/>
                </a:lnTo>
                <a:lnTo>
                  <a:pt x="1657" y="11"/>
                </a:lnTo>
                <a:lnTo>
                  <a:pt x="1657" y="0"/>
                </a:lnTo>
                <a:moveTo>
                  <a:pt x="1706" y="0"/>
                </a:moveTo>
                <a:lnTo>
                  <a:pt x="1735" y="0"/>
                </a:lnTo>
                <a:lnTo>
                  <a:pt x="1735" y="11"/>
                </a:lnTo>
                <a:lnTo>
                  <a:pt x="1706" y="11"/>
                </a:lnTo>
                <a:lnTo>
                  <a:pt x="1706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1" name=""/>
          <p:cNvSpPr/>
          <p:nvPr/>
        </p:nvSpPr>
        <p:spPr>
          <a:xfrm>
            <a:off x="5802120" y="3146760"/>
            <a:ext cx="923040" cy="394200"/>
          </a:xfrm>
          <a:custGeom>
            <a:avLst/>
            <a:gdLst/>
            <a:ahLst/>
            <a:rect l="0" t="0" r="r" b="b"/>
            <a:pathLst>
              <a:path w="2564" h="1095">
                <a:moveTo>
                  <a:pt x="0" y="0"/>
                </a:moveTo>
                <a:lnTo>
                  <a:pt x="2564" y="0"/>
                </a:lnTo>
                <a:lnTo>
                  <a:pt x="2564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2" name=""/>
          <p:cNvSpPr txBox="1"/>
          <p:nvPr/>
        </p:nvSpPr>
        <p:spPr>
          <a:xfrm>
            <a:off x="4928400" y="3242160"/>
            <a:ext cx="4975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3" name=""/>
          <p:cNvSpPr txBox="1"/>
          <p:nvPr/>
        </p:nvSpPr>
        <p:spPr>
          <a:xfrm>
            <a:off x="6093000" y="3207600"/>
            <a:ext cx="3495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Testplan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4" name=""/>
          <p:cNvSpPr txBox="1"/>
          <p:nvPr/>
        </p:nvSpPr>
        <p:spPr>
          <a:xfrm>
            <a:off x="6065280" y="3292920"/>
            <a:ext cx="397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testprocedure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/>
          <p:nvPr/>
        </p:nvSpPr>
        <p:spPr>
          <a:xfrm>
            <a:off x="5937120" y="338436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9" y="0"/>
                </a:moveTo>
                <a:lnTo>
                  <a:pt x="129" y="0"/>
                </a:lnTo>
                <a:lnTo>
                  <a:pt x="129" y="11"/>
                </a:lnTo>
                <a:lnTo>
                  <a:pt x="99" y="11"/>
                </a:lnTo>
                <a:lnTo>
                  <a:pt x="99" y="0"/>
                </a:lnTo>
                <a:moveTo>
                  <a:pt x="149" y="0"/>
                </a:moveTo>
                <a:lnTo>
                  <a:pt x="178" y="0"/>
                </a:lnTo>
                <a:lnTo>
                  <a:pt x="178" y="11"/>
                </a:lnTo>
                <a:lnTo>
                  <a:pt x="149" y="11"/>
                </a:lnTo>
                <a:lnTo>
                  <a:pt x="149" y="0"/>
                </a:lnTo>
                <a:moveTo>
                  <a:pt x="198" y="0"/>
                </a:moveTo>
                <a:lnTo>
                  <a:pt x="228" y="0"/>
                </a:lnTo>
                <a:lnTo>
                  <a:pt x="228" y="11"/>
                </a:lnTo>
                <a:lnTo>
                  <a:pt x="198" y="11"/>
                </a:lnTo>
                <a:lnTo>
                  <a:pt x="198" y="0"/>
                </a:lnTo>
                <a:moveTo>
                  <a:pt x="248" y="0"/>
                </a:moveTo>
                <a:lnTo>
                  <a:pt x="277" y="0"/>
                </a:lnTo>
                <a:lnTo>
                  <a:pt x="277" y="11"/>
                </a:lnTo>
                <a:lnTo>
                  <a:pt x="248" y="11"/>
                </a:lnTo>
                <a:lnTo>
                  <a:pt x="248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5" y="0"/>
                </a:lnTo>
                <a:lnTo>
                  <a:pt x="475" y="11"/>
                </a:lnTo>
                <a:lnTo>
                  <a:pt x="446" y="11"/>
                </a:lnTo>
                <a:lnTo>
                  <a:pt x="446" y="0"/>
                </a:lnTo>
                <a:moveTo>
                  <a:pt x="495" y="0"/>
                </a:moveTo>
                <a:lnTo>
                  <a:pt x="525" y="0"/>
                </a:lnTo>
                <a:lnTo>
                  <a:pt x="525" y="11"/>
                </a:lnTo>
                <a:lnTo>
                  <a:pt x="495" y="11"/>
                </a:lnTo>
                <a:lnTo>
                  <a:pt x="495" y="0"/>
                </a:lnTo>
                <a:moveTo>
                  <a:pt x="545" y="0"/>
                </a:moveTo>
                <a:lnTo>
                  <a:pt x="575" y="0"/>
                </a:lnTo>
                <a:lnTo>
                  <a:pt x="575" y="11"/>
                </a:lnTo>
                <a:lnTo>
                  <a:pt x="545" y="11"/>
                </a:lnTo>
                <a:lnTo>
                  <a:pt x="545" y="0"/>
                </a:lnTo>
                <a:moveTo>
                  <a:pt x="595" y="0"/>
                </a:moveTo>
                <a:lnTo>
                  <a:pt x="624" y="0"/>
                </a:lnTo>
                <a:lnTo>
                  <a:pt x="624" y="11"/>
                </a:lnTo>
                <a:lnTo>
                  <a:pt x="595" y="11"/>
                </a:lnTo>
                <a:lnTo>
                  <a:pt x="595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4" y="0"/>
                </a:lnTo>
                <a:lnTo>
                  <a:pt x="774" y="11"/>
                </a:lnTo>
                <a:lnTo>
                  <a:pt x="744" y="11"/>
                </a:lnTo>
                <a:lnTo>
                  <a:pt x="744" y="0"/>
                </a:lnTo>
                <a:moveTo>
                  <a:pt x="794" y="0"/>
                </a:moveTo>
                <a:lnTo>
                  <a:pt x="823" y="0"/>
                </a:lnTo>
                <a:lnTo>
                  <a:pt x="823" y="11"/>
                </a:lnTo>
                <a:lnTo>
                  <a:pt x="794" y="11"/>
                </a:lnTo>
                <a:lnTo>
                  <a:pt x="794" y="0"/>
                </a:lnTo>
                <a:moveTo>
                  <a:pt x="843" y="0"/>
                </a:moveTo>
                <a:lnTo>
                  <a:pt x="873" y="0"/>
                </a:lnTo>
                <a:lnTo>
                  <a:pt x="873" y="11"/>
                </a:lnTo>
                <a:lnTo>
                  <a:pt x="843" y="11"/>
                </a:lnTo>
                <a:lnTo>
                  <a:pt x="843" y="0"/>
                </a:lnTo>
                <a:moveTo>
                  <a:pt x="893" y="0"/>
                </a:moveTo>
                <a:lnTo>
                  <a:pt x="923" y="0"/>
                </a:lnTo>
                <a:lnTo>
                  <a:pt x="923" y="11"/>
                </a:lnTo>
                <a:lnTo>
                  <a:pt x="893" y="11"/>
                </a:lnTo>
                <a:lnTo>
                  <a:pt x="893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2" y="0"/>
                </a:lnTo>
                <a:lnTo>
                  <a:pt x="1022" y="11"/>
                </a:lnTo>
                <a:lnTo>
                  <a:pt x="992" y="11"/>
                </a:lnTo>
                <a:lnTo>
                  <a:pt x="992" y="0"/>
                </a:lnTo>
                <a:moveTo>
                  <a:pt x="1042" y="0"/>
                </a:moveTo>
                <a:lnTo>
                  <a:pt x="1071" y="0"/>
                </a:lnTo>
                <a:lnTo>
                  <a:pt x="1071" y="11"/>
                </a:lnTo>
                <a:lnTo>
                  <a:pt x="1042" y="11"/>
                </a:lnTo>
                <a:lnTo>
                  <a:pt x="1042" y="0"/>
                </a:lnTo>
                <a:moveTo>
                  <a:pt x="1091" y="0"/>
                </a:moveTo>
                <a:lnTo>
                  <a:pt x="1121" y="0"/>
                </a:lnTo>
                <a:lnTo>
                  <a:pt x="1121" y="11"/>
                </a:lnTo>
                <a:lnTo>
                  <a:pt x="1091" y="11"/>
                </a:lnTo>
                <a:lnTo>
                  <a:pt x="1091" y="0"/>
                </a:lnTo>
                <a:moveTo>
                  <a:pt x="1141" y="0"/>
                </a:moveTo>
                <a:lnTo>
                  <a:pt x="1170" y="0"/>
                </a:lnTo>
                <a:lnTo>
                  <a:pt x="1170" y="11"/>
                </a:lnTo>
                <a:lnTo>
                  <a:pt x="1141" y="11"/>
                </a:lnTo>
                <a:lnTo>
                  <a:pt x="1141" y="0"/>
                </a:lnTo>
                <a:moveTo>
                  <a:pt x="1190" y="0"/>
                </a:moveTo>
                <a:lnTo>
                  <a:pt x="1220" y="0"/>
                </a:lnTo>
                <a:lnTo>
                  <a:pt x="1220" y="11"/>
                </a:lnTo>
                <a:lnTo>
                  <a:pt x="1190" y="11"/>
                </a:lnTo>
                <a:lnTo>
                  <a:pt x="1190" y="0"/>
                </a:lnTo>
                <a:moveTo>
                  <a:pt x="1240" y="0"/>
                </a:moveTo>
                <a:lnTo>
                  <a:pt x="1269" y="0"/>
                </a:lnTo>
                <a:lnTo>
                  <a:pt x="1269" y="11"/>
                </a:lnTo>
                <a:lnTo>
                  <a:pt x="1240" y="11"/>
                </a:lnTo>
                <a:lnTo>
                  <a:pt x="1240" y="0"/>
                </a:lnTo>
                <a:moveTo>
                  <a:pt x="1289" y="0"/>
                </a:moveTo>
                <a:lnTo>
                  <a:pt x="1319" y="0"/>
                </a:lnTo>
                <a:lnTo>
                  <a:pt x="1319" y="11"/>
                </a:lnTo>
                <a:lnTo>
                  <a:pt x="1289" y="11"/>
                </a:lnTo>
                <a:lnTo>
                  <a:pt x="1289" y="0"/>
                </a:lnTo>
                <a:moveTo>
                  <a:pt x="1339" y="0"/>
                </a:moveTo>
                <a:lnTo>
                  <a:pt x="1369" y="0"/>
                </a:lnTo>
                <a:lnTo>
                  <a:pt x="1369" y="11"/>
                </a:lnTo>
                <a:lnTo>
                  <a:pt x="1339" y="11"/>
                </a:lnTo>
                <a:lnTo>
                  <a:pt x="1339" y="0"/>
                </a:lnTo>
                <a:moveTo>
                  <a:pt x="1389" y="0"/>
                </a:moveTo>
                <a:lnTo>
                  <a:pt x="1418" y="0"/>
                </a:lnTo>
                <a:lnTo>
                  <a:pt x="1418" y="11"/>
                </a:lnTo>
                <a:lnTo>
                  <a:pt x="1389" y="11"/>
                </a:lnTo>
                <a:lnTo>
                  <a:pt x="1389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8" y="0"/>
                </a:moveTo>
                <a:lnTo>
                  <a:pt x="1517" y="0"/>
                </a:lnTo>
                <a:lnTo>
                  <a:pt x="1517" y="11"/>
                </a:lnTo>
                <a:lnTo>
                  <a:pt x="1488" y="11"/>
                </a:lnTo>
                <a:lnTo>
                  <a:pt x="1488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6" y="0"/>
                </a:lnTo>
                <a:lnTo>
                  <a:pt x="1616" y="11"/>
                </a:lnTo>
                <a:lnTo>
                  <a:pt x="1587" y="11"/>
                </a:lnTo>
                <a:lnTo>
                  <a:pt x="1587" y="0"/>
                </a:lnTo>
                <a:moveTo>
                  <a:pt x="1636" y="0"/>
                </a:moveTo>
                <a:lnTo>
                  <a:pt x="1666" y="0"/>
                </a:lnTo>
                <a:lnTo>
                  <a:pt x="1666" y="11"/>
                </a:lnTo>
                <a:lnTo>
                  <a:pt x="1636" y="11"/>
                </a:lnTo>
                <a:lnTo>
                  <a:pt x="1636" y="0"/>
                </a:lnTo>
                <a:moveTo>
                  <a:pt x="1686" y="0"/>
                </a:moveTo>
                <a:lnTo>
                  <a:pt x="1715" y="0"/>
                </a:lnTo>
                <a:lnTo>
                  <a:pt x="1715" y="11"/>
                </a:lnTo>
                <a:lnTo>
                  <a:pt x="1686" y="11"/>
                </a:lnTo>
                <a:lnTo>
                  <a:pt x="1686" y="0"/>
                </a:lnTo>
                <a:moveTo>
                  <a:pt x="1735" y="0"/>
                </a:moveTo>
                <a:lnTo>
                  <a:pt x="1765" y="0"/>
                </a:lnTo>
                <a:lnTo>
                  <a:pt x="1765" y="11"/>
                </a:lnTo>
                <a:lnTo>
                  <a:pt x="1735" y="11"/>
                </a:lnTo>
                <a:lnTo>
                  <a:pt x="1735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6" name=""/>
          <p:cNvSpPr/>
          <p:nvPr/>
        </p:nvSpPr>
        <p:spPr>
          <a:xfrm>
            <a:off x="6902280" y="3243240"/>
            <a:ext cx="923040" cy="564840"/>
          </a:xfrm>
          <a:custGeom>
            <a:avLst/>
            <a:gdLst/>
            <a:ahLst/>
            <a:rect l="0" t="0" r="r" b="b"/>
            <a:pathLst>
              <a:path w="2564" h="1569">
                <a:moveTo>
                  <a:pt x="0" y="0"/>
                </a:moveTo>
                <a:lnTo>
                  <a:pt x="2564" y="0"/>
                </a:lnTo>
                <a:lnTo>
                  <a:pt x="2564" y="1569"/>
                </a:lnTo>
                <a:lnTo>
                  <a:pt x="0" y="1569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7" name=""/>
          <p:cNvSpPr/>
          <p:nvPr/>
        </p:nvSpPr>
        <p:spPr>
          <a:xfrm>
            <a:off x="6902280" y="3243240"/>
            <a:ext cx="923040" cy="564840"/>
          </a:xfrm>
          <a:custGeom>
            <a:avLst/>
            <a:gdLst/>
            <a:ahLst/>
            <a:rect l="0" t="0" r="r" b="b"/>
            <a:pathLst>
              <a:path w="2564" h="1569">
                <a:moveTo>
                  <a:pt x="0" y="0"/>
                </a:moveTo>
                <a:lnTo>
                  <a:pt x="2564" y="0"/>
                </a:lnTo>
                <a:lnTo>
                  <a:pt x="2564" y="1569"/>
                </a:lnTo>
                <a:lnTo>
                  <a:pt x="0" y="1569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 txBox="1"/>
          <p:nvPr/>
        </p:nvSpPr>
        <p:spPr>
          <a:xfrm>
            <a:off x="6082560" y="3409920"/>
            <a:ext cx="3726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9" name=""/>
          <p:cNvSpPr txBox="1"/>
          <p:nvPr/>
        </p:nvSpPr>
        <p:spPr>
          <a:xfrm>
            <a:off x="7034760" y="3304440"/>
            <a:ext cx="654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Integratietests, end-to-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0" name=""/>
          <p:cNvSpPr txBox="1"/>
          <p:nvPr/>
        </p:nvSpPr>
        <p:spPr>
          <a:xfrm>
            <a:off x="7223040" y="3389400"/>
            <a:ext cx="2811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end tests,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 txBox="1"/>
          <p:nvPr/>
        </p:nvSpPr>
        <p:spPr>
          <a:xfrm>
            <a:off x="7112880" y="3474720"/>
            <a:ext cx="4989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testscenario's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 txBox="1"/>
          <p:nvPr/>
        </p:nvSpPr>
        <p:spPr>
          <a:xfrm>
            <a:off x="7229160" y="3560040"/>
            <a:ext cx="2689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testcases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3" name=""/>
          <p:cNvSpPr/>
          <p:nvPr/>
        </p:nvSpPr>
        <p:spPr>
          <a:xfrm>
            <a:off x="7037280" y="3651480"/>
            <a:ext cx="653040" cy="3960"/>
          </a:xfrm>
          <a:custGeom>
            <a:avLst/>
            <a:gdLst/>
            <a:ahLst/>
            <a:rect l="0" t="0" r="r" b="b"/>
            <a:pathLst>
              <a:path w="1814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9" y="0"/>
                </a:moveTo>
                <a:lnTo>
                  <a:pt x="128" y="0"/>
                </a:lnTo>
                <a:lnTo>
                  <a:pt x="128" y="11"/>
                </a:lnTo>
                <a:lnTo>
                  <a:pt x="99" y="11"/>
                </a:lnTo>
                <a:lnTo>
                  <a:pt x="99" y="0"/>
                </a:lnTo>
                <a:moveTo>
                  <a:pt x="148" y="0"/>
                </a:moveTo>
                <a:lnTo>
                  <a:pt x="178" y="0"/>
                </a:lnTo>
                <a:lnTo>
                  <a:pt x="178" y="11"/>
                </a:lnTo>
                <a:lnTo>
                  <a:pt x="148" y="11"/>
                </a:lnTo>
                <a:lnTo>
                  <a:pt x="148" y="0"/>
                </a:lnTo>
                <a:moveTo>
                  <a:pt x="198" y="0"/>
                </a:moveTo>
                <a:lnTo>
                  <a:pt x="227" y="0"/>
                </a:lnTo>
                <a:lnTo>
                  <a:pt x="227" y="11"/>
                </a:lnTo>
                <a:lnTo>
                  <a:pt x="198" y="11"/>
                </a:lnTo>
                <a:lnTo>
                  <a:pt x="198" y="0"/>
                </a:lnTo>
                <a:moveTo>
                  <a:pt x="247" y="0"/>
                </a:moveTo>
                <a:lnTo>
                  <a:pt x="277" y="0"/>
                </a:lnTo>
                <a:lnTo>
                  <a:pt x="277" y="11"/>
                </a:lnTo>
                <a:lnTo>
                  <a:pt x="247" y="11"/>
                </a:lnTo>
                <a:lnTo>
                  <a:pt x="247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5" y="0"/>
                </a:lnTo>
                <a:lnTo>
                  <a:pt x="475" y="11"/>
                </a:lnTo>
                <a:lnTo>
                  <a:pt x="446" y="11"/>
                </a:lnTo>
                <a:lnTo>
                  <a:pt x="446" y="0"/>
                </a:lnTo>
                <a:moveTo>
                  <a:pt x="495" y="0"/>
                </a:moveTo>
                <a:lnTo>
                  <a:pt x="525" y="0"/>
                </a:lnTo>
                <a:lnTo>
                  <a:pt x="525" y="11"/>
                </a:lnTo>
                <a:lnTo>
                  <a:pt x="495" y="11"/>
                </a:lnTo>
                <a:lnTo>
                  <a:pt x="495" y="0"/>
                </a:lnTo>
                <a:moveTo>
                  <a:pt x="545" y="0"/>
                </a:moveTo>
                <a:lnTo>
                  <a:pt x="574" y="0"/>
                </a:lnTo>
                <a:lnTo>
                  <a:pt x="574" y="11"/>
                </a:lnTo>
                <a:lnTo>
                  <a:pt x="545" y="11"/>
                </a:lnTo>
                <a:lnTo>
                  <a:pt x="545" y="0"/>
                </a:lnTo>
                <a:moveTo>
                  <a:pt x="594" y="0"/>
                </a:moveTo>
                <a:lnTo>
                  <a:pt x="624" y="0"/>
                </a:lnTo>
                <a:lnTo>
                  <a:pt x="624" y="11"/>
                </a:lnTo>
                <a:lnTo>
                  <a:pt x="594" y="11"/>
                </a:lnTo>
                <a:lnTo>
                  <a:pt x="594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3" y="0"/>
                </a:moveTo>
                <a:lnTo>
                  <a:pt x="773" y="0"/>
                </a:lnTo>
                <a:lnTo>
                  <a:pt x="773" y="11"/>
                </a:lnTo>
                <a:lnTo>
                  <a:pt x="743" y="11"/>
                </a:lnTo>
                <a:lnTo>
                  <a:pt x="743" y="0"/>
                </a:lnTo>
                <a:moveTo>
                  <a:pt x="793" y="0"/>
                </a:moveTo>
                <a:lnTo>
                  <a:pt x="822" y="0"/>
                </a:lnTo>
                <a:lnTo>
                  <a:pt x="822" y="11"/>
                </a:lnTo>
                <a:lnTo>
                  <a:pt x="793" y="11"/>
                </a:lnTo>
                <a:lnTo>
                  <a:pt x="793" y="0"/>
                </a:lnTo>
                <a:moveTo>
                  <a:pt x="842" y="0"/>
                </a:moveTo>
                <a:lnTo>
                  <a:pt x="872" y="0"/>
                </a:lnTo>
                <a:lnTo>
                  <a:pt x="872" y="11"/>
                </a:lnTo>
                <a:lnTo>
                  <a:pt x="842" y="11"/>
                </a:lnTo>
                <a:lnTo>
                  <a:pt x="842" y="0"/>
                </a:lnTo>
                <a:moveTo>
                  <a:pt x="892" y="0"/>
                </a:moveTo>
                <a:lnTo>
                  <a:pt x="921" y="0"/>
                </a:lnTo>
                <a:lnTo>
                  <a:pt x="921" y="11"/>
                </a:lnTo>
                <a:lnTo>
                  <a:pt x="892" y="11"/>
                </a:lnTo>
                <a:lnTo>
                  <a:pt x="892" y="0"/>
                </a:lnTo>
                <a:moveTo>
                  <a:pt x="941" y="0"/>
                </a:moveTo>
                <a:lnTo>
                  <a:pt x="971" y="0"/>
                </a:lnTo>
                <a:lnTo>
                  <a:pt x="971" y="11"/>
                </a:lnTo>
                <a:lnTo>
                  <a:pt x="941" y="11"/>
                </a:lnTo>
                <a:lnTo>
                  <a:pt x="941" y="0"/>
                </a:lnTo>
                <a:moveTo>
                  <a:pt x="991" y="0"/>
                </a:moveTo>
                <a:lnTo>
                  <a:pt x="1020" y="0"/>
                </a:lnTo>
                <a:lnTo>
                  <a:pt x="1020" y="11"/>
                </a:lnTo>
                <a:lnTo>
                  <a:pt x="991" y="11"/>
                </a:lnTo>
                <a:lnTo>
                  <a:pt x="991" y="0"/>
                </a:lnTo>
                <a:moveTo>
                  <a:pt x="1040" y="0"/>
                </a:moveTo>
                <a:lnTo>
                  <a:pt x="1070" y="0"/>
                </a:lnTo>
                <a:lnTo>
                  <a:pt x="1070" y="11"/>
                </a:lnTo>
                <a:lnTo>
                  <a:pt x="1040" y="11"/>
                </a:lnTo>
                <a:lnTo>
                  <a:pt x="1040" y="0"/>
                </a:lnTo>
                <a:moveTo>
                  <a:pt x="1090" y="0"/>
                </a:moveTo>
                <a:lnTo>
                  <a:pt x="1120" y="0"/>
                </a:lnTo>
                <a:lnTo>
                  <a:pt x="1120" y="11"/>
                </a:lnTo>
                <a:lnTo>
                  <a:pt x="1090" y="11"/>
                </a:lnTo>
                <a:lnTo>
                  <a:pt x="1090" y="0"/>
                </a:lnTo>
                <a:moveTo>
                  <a:pt x="1140" y="0"/>
                </a:moveTo>
                <a:lnTo>
                  <a:pt x="1169" y="0"/>
                </a:lnTo>
                <a:lnTo>
                  <a:pt x="1169" y="11"/>
                </a:lnTo>
                <a:lnTo>
                  <a:pt x="1140" y="11"/>
                </a:lnTo>
                <a:lnTo>
                  <a:pt x="1140" y="0"/>
                </a:lnTo>
                <a:moveTo>
                  <a:pt x="1189" y="0"/>
                </a:moveTo>
                <a:lnTo>
                  <a:pt x="1219" y="0"/>
                </a:lnTo>
                <a:lnTo>
                  <a:pt x="1219" y="11"/>
                </a:lnTo>
                <a:lnTo>
                  <a:pt x="1189" y="11"/>
                </a:lnTo>
                <a:lnTo>
                  <a:pt x="1189" y="0"/>
                </a:lnTo>
                <a:moveTo>
                  <a:pt x="1239" y="0"/>
                </a:moveTo>
                <a:lnTo>
                  <a:pt x="1268" y="0"/>
                </a:lnTo>
                <a:lnTo>
                  <a:pt x="1268" y="11"/>
                </a:lnTo>
                <a:lnTo>
                  <a:pt x="1239" y="11"/>
                </a:lnTo>
                <a:lnTo>
                  <a:pt x="1239" y="0"/>
                </a:lnTo>
                <a:moveTo>
                  <a:pt x="1288" y="0"/>
                </a:moveTo>
                <a:lnTo>
                  <a:pt x="1319" y="0"/>
                </a:lnTo>
                <a:lnTo>
                  <a:pt x="1319" y="11"/>
                </a:lnTo>
                <a:lnTo>
                  <a:pt x="1288" y="11"/>
                </a:lnTo>
                <a:lnTo>
                  <a:pt x="1288" y="0"/>
                </a:lnTo>
                <a:moveTo>
                  <a:pt x="1339" y="0"/>
                </a:moveTo>
                <a:lnTo>
                  <a:pt x="1368" y="0"/>
                </a:lnTo>
                <a:lnTo>
                  <a:pt x="1368" y="11"/>
                </a:lnTo>
                <a:lnTo>
                  <a:pt x="1339" y="11"/>
                </a:lnTo>
                <a:lnTo>
                  <a:pt x="1339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7" y="0"/>
                </a:moveTo>
                <a:lnTo>
                  <a:pt x="1517" y="0"/>
                </a:lnTo>
                <a:lnTo>
                  <a:pt x="1517" y="11"/>
                </a:lnTo>
                <a:lnTo>
                  <a:pt x="1487" y="11"/>
                </a:lnTo>
                <a:lnTo>
                  <a:pt x="1487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6" y="0"/>
                </a:lnTo>
                <a:lnTo>
                  <a:pt x="1616" y="11"/>
                </a:lnTo>
                <a:lnTo>
                  <a:pt x="1587" y="11"/>
                </a:lnTo>
                <a:lnTo>
                  <a:pt x="1587" y="0"/>
                </a:lnTo>
                <a:moveTo>
                  <a:pt x="1636" y="0"/>
                </a:moveTo>
                <a:lnTo>
                  <a:pt x="1666" y="0"/>
                </a:lnTo>
                <a:lnTo>
                  <a:pt x="1666" y="11"/>
                </a:lnTo>
                <a:lnTo>
                  <a:pt x="1636" y="11"/>
                </a:lnTo>
                <a:lnTo>
                  <a:pt x="1636" y="0"/>
                </a:lnTo>
                <a:moveTo>
                  <a:pt x="1686" y="0"/>
                </a:moveTo>
                <a:lnTo>
                  <a:pt x="1715" y="0"/>
                </a:lnTo>
                <a:lnTo>
                  <a:pt x="1715" y="11"/>
                </a:lnTo>
                <a:lnTo>
                  <a:pt x="1686" y="11"/>
                </a:lnTo>
                <a:lnTo>
                  <a:pt x="1686" y="0"/>
                </a:lnTo>
                <a:moveTo>
                  <a:pt x="1735" y="0"/>
                </a:moveTo>
                <a:lnTo>
                  <a:pt x="1765" y="0"/>
                </a:lnTo>
                <a:lnTo>
                  <a:pt x="1765" y="11"/>
                </a:lnTo>
                <a:lnTo>
                  <a:pt x="1735" y="11"/>
                </a:lnTo>
                <a:lnTo>
                  <a:pt x="1735" y="0"/>
                </a:lnTo>
                <a:moveTo>
                  <a:pt x="1785" y="0"/>
                </a:moveTo>
                <a:lnTo>
                  <a:pt x="1814" y="0"/>
                </a:lnTo>
                <a:lnTo>
                  <a:pt x="1814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4" name=""/>
          <p:cNvSpPr/>
          <p:nvPr/>
        </p:nvSpPr>
        <p:spPr>
          <a:xfrm>
            <a:off x="3631680" y="3621240"/>
            <a:ext cx="923040" cy="479520"/>
          </a:xfrm>
          <a:custGeom>
            <a:avLst/>
            <a:gdLst/>
            <a:ahLst/>
            <a:rect l="0" t="0" r="r" b="b"/>
            <a:pathLst>
              <a:path w="2564" h="1332">
                <a:moveTo>
                  <a:pt x="0" y="0"/>
                </a:moveTo>
                <a:lnTo>
                  <a:pt x="2564" y="0"/>
                </a:lnTo>
                <a:lnTo>
                  <a:pt x="2564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5" name=""/>
          <p:cNvSpPr txBox="1"/>
          <p:nvPr/>
        </p:nvSpPr>
        <p:spPr>
          <a:xfrm>
            <a:off x="7175160" y="3677040"/>
            <a:ext cx="3848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 txBox="1"/>
          <p:nvPr/>
        </p:nvSpPr>
        <p:spPr>
          <a:xfrm>
            <a:off x="3823200" y="3682440"/>
            <a:ext cx="537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Agent-harness, CI,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 txBox="1"/>
          <p:nvPr/>
        </p:nvSpPr>
        <p:spPr>
          <a:xfrm>
            <a:off x="3939840" y="3767400"/>
            <a:ext cx="3038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buildstraat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8" name=""/>
          <p:cNvSpPr txBox="1"/>
          <p:nvPr/>
        </p:nvSpPr>
        <p:spPr>
          <a:xfrm>
            <a:off x="3803400" y="3852720"/>
            <a:ext cx="5799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presentatiestraat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9" name=""/>
          <p:cNvSpPr/>
          <p:nvPr/>
        </p:nvSpPr>
        <p:spPr>
          <a:xfrm>
            <a:off x="3766680" y="394416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9" y="0"/>
                </a:moveTo>
                <a:lnTo>
                  <a:pt x="128" y="0"/>
                </a:lnTo>
                <a:lnTo>
                  <a:pt x="128" y="11"/>
                </a:lnTo>
                <a:lnTo>
                  <a:pt x="99" y="11"/>
                </a:lnTo>
                <a:lnTo>
                  <a:pt x="99" y="0"/>
                </a:lnTo>
                <a:moveTo>
                  <a:pt x="148" y="0"/>
                </a:moveTo>
                <a:lnTo>
                  <a:pt x="178" y="0"/>
                </a:lnTo>
                <a:lnTo>
                  <a:pt x="178" y="11"/>
                </a:lnTo>
                <a:lnTo>
                  <a:pt x="148" y="11"/>
                </a:lnTo>
                <a:lnTo>
                  <a:pt x="148" y="0"/>
                </a:lnTo>
                <a:moveTo>
                  <a:pt x="198" y="0"/>
                </a:moveTo>
                <a:lnTo>
                  <a:pt x="228" y="0"/>
                </a:lnTo>
                <a:lnTo>
                  <a:pt x="228" y="11"/>
                </a:lnTo>
                <a:lnTo>
                  <a:pt x="198" y="11"/>
                </a:lnTo>
                <a:lnTo>
                  <a:pt x="198" y="0"/>
                </a:lnTo>
                <a:moveTo>
                  <a:pt x="248" y="0"/>
                </a:moveTo>
                <a:lnTo>
                  <a:pt x="277" y="0"/>
                </a:lnTo>
                <a:lnTo>
                  <a:pt x="277" y="11"/>
                </a:lnTo>
                <a:lnTo>
                  <a:pt x="248" y="11"/>
                </a:lnTo>
                <a:lnTo>
                  <a:pt x="248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5" y="0"/>
                </a:lnTo>
                <a:lnTo>
                  <a:pt x="475" y="11"/>
                </a:lnTo>
                <a:lnTo>
                  <a:pt x="446" y="11"/>
                </a:lnTo>
                <a:lnTo>
                  <a:pt x="446" y="0"/>
                </a:lnTo>
                <a:moveTo>
                  <a:pt x="495" y="0"/>
                </a:moveTo>
                <a:lnTo>
                  <a:pt x="525" y="0"/>
                </a:lnTo>
                <a:lnTo>
                  <a:pt x="525" y="11"/>
                </a:lnTo>
                <a:lnTo>
                  <a:pt x="495" y="11"/>
                </a:lnTo>
                <a:lnTo>
                  <a:pt x="495" y="0"/>
                </a:lnTo>
                <a:moveTo>
                  <a:pt x="545" y="0"/>
                </a:moveTo>
                <a:lnTo>
                  <a:pt x="574" y="0"/>
                </a:lnTo>
                <a:lnTo>
                  <a:pt x="574" y="11"/>
                </a:lnTo>
                <a:lnTo>
                  <a:pt x="545" y="11"/>
                </a:lnTo>
                <a:lnTo>
                  <a:pt x="545" y="0"/>
                </a:lnTo>
                <a:moveTo>
                  <a:pt x="594" y="0"/>
                </a:moveTo>
                <a:lnTo>
                  <a:pt x="624" y="0"/>
                </a:lnTo>
                <a:lnTo>
                  <a:pt x="624" y="11"/>
                </a:lnTo>
                <a:lnTo>
                  <a:pt x="594" y="11"/>
                </a:lnTo>
                <a:lnTo>
                  <a:pt x="594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3" y="0"/>
                </a:moveTo>
                <a:lnTo>
                  <a:pt x="773" y="0"/>
                </a:lnTo>
                <a:lnTo>
                  <a:pt x="773" y="11"/>
                </a:lnTo>
                <a:lnTo>
                  <a:pt x="743" y="11"/>
                </a:lnTo>
                <a:lnTo>
                  <a:pt x="743" y="0"/>
                </a:lnTo>
                <a:moveTo>
                  <a:pt x="793" y="0"/>
                </a:moveTo>
                <a:lnTo>
                  <a:pt x="822" y="0"/>
                </a:lnTo>
                <a:lnTo>
                  <a:pt x="822" y="11"/>
                </a:lnTo>
                <a:lnTo>
                  <a:pt x="793" y="11"/>
                </a:lnTo>
                <a:lnTo>
                  <a:pt x="793" y="0"/>
                </a:lnTo>
                <a:moveTo>
                  <a:pt x="842" y="0"/>
                </a:moveTo>
                <a:lnTo>
                  <a:pt x="872" y="0"/>
                </a:lnTo>
                <a:lnTo>
                  <a:pt x="872" y="11"/>
                </a:lnTo>
                <a:lnTo>
                  <a:pt x="842" y="11"/>
                </a:lnTo>
                <a:lnTo>
                  <a:pt x="842" y="0"/>
                </a:lnTo>
                <a:moveTo>
                  <a:pt x="892" y="0"/>
                </a:moveTo>
                <a:lnTo>
                  <a:pt x="921" y="0"/>
                </a:lnTo>
                <a:lnTo>
                  <a:pt x="921" y="11"/>
                </a:lnTo>
                <a:lnTo>
                  <a:pt x="892" y="11"/>
                </a:lnTo>
                <a:lnTo>
                  <a:pt x="892" y="0"/>
                </a:lnTo>
                <a:moveTo>
                  <a:pt x="941" y="0"/>
                </a:moveTo>
                <a:lnTo>
                  <a:pt x="971" y="0"/>
                </a:lnTo>
                <a:lnTo>
                  <a:pt x="971" y="11"/>
                </a:lnTo>
                <a:lnTo>
                  <a:pt x="941" y="11"/>
                </a:lnTo>
                <a:lnTo>
                  <a:pt x="941" y="0"/>
                </a:lnTo>
                <a:moveTo>
                  <a:pt x="991" y="0"/>
                </a:moveTo>
                <a:lnTo>
                  <a:pt x="1021" y="0"/>
                </a:lnTo>
                <a:lnTo>
                  <a:pt x="1021" y="11"/>
                </a:lnTo>
                <a:lnTo>
                  <a:pt x="991" y="11"/>
                </a:lnTo>
                <a:lnTo>
                  <a:pt x="991" y="0"/>
                </a:lnTo>
                <a:moveTo>
                  <a:pt x="1041" y="0"/>
                </a:moveTo>
                <a:lnTo>
                  <a:pt x="1070" y="0"/>
                </a:lnTo>
                <a:lnTo>
                  <a:pt x="1070" y="11"/>
                </a:lnTo>
                <a:lnTo>
                  <a:pt x="1041" y="11"/>
                </a:lnTo>
                <a:lnTo>
                  <a:pt x="1041" y="0"/>
                </a:lnTo>
                <a:moveTo>
                  <a:pt x="1090" y="0"/>
                </a:moveTo>
                <a:lnTo>
                  <a:pt x="1120" y="0"/>
                </a:lnTo>
                <a:lnTo>
                  <a:pt x="1120" y="11"/>
                </a:lnTo>
                <a:lnTo>
                  <a:pt x="1090" y="11"/>
                </a:lnTo>
                <a:lnTo>
                  <a:pt x="1090" y="0"/>
                </a:lnTo>
                <a:moveTo>
                  <a:pt x="1140" y="0"/>
                </a:moveTo>
                <a:lnTo>
                  <a:pt x="1169" y="0"/>
                </a:lnTo>
                <a:lnTo>
                  <a:pt x="1169" y="11"/>
                </a:lnTo>
                <a:lnTo>
                  <a:pt x="1140" y="11"/>
                </a:lnTo>
                <a:lnTo>
                  <a:pt x="1140" y="0"/>
                </a:lnTo>
                <a:moveTo>
                  <a:pt x="1189" y="0"/>
                </a:moveTo>
                <a:lnTo>
                  <a:pt x="1219" y="0"/>
                </a:lnTo>
                <a:lnTo>
                  <a:pt x="1219" y="11"/>
                </a:lnTo>
                <a:lnTo>
                  <a:pt x="1189" y="11"/>
                </a:lnTo>
                <a:lnTo>
                  <a:pt x="1189" y="0"/>
                </a:lnTo>
                <a:moveTo>
                  <a:pt x="1239" y="0"/>
                </a:moveTo>
                <a:lnTo>
                  <a:pt x="1268" y="0"/>
                </a:lnTo>
                <a:lnTo>
                  <a:pt x="1268" y="11"/>
                </a:lnTo>
                <a:lnTo>
                  <a:pt x="1239" y="11"/>
                </a:lnTo>
                <a:lnTo>
                  <a:pt x="1239" y="0"/>
                </a:lnTo>
                <a:moveTo>
                  <a:pt x="1288" y="0"/>
                </a:moveTo>
                <a:lnTo>
                  <a:pt x="1318" y="0"/>
                </a:lnTo>
                <a:lnTo>
                  <a:pt x="1318" y="11"/>
                </a:lnTo>
                <a:lnTo>
                  <a:pt x="1288" y="11"/>
                </a:lnTo>
                <a:lnTo>
                  <a:pt x="1288" y="0"/>
                </a:lnTo>
                <a:moveTo>
                  <a:pt x="1339" y="0"/>
                </a:moveTo>
                <a:lnTo>
                  <a:pt x="1368" y="0"/>
                </a:lnTo>
                <a:lnTo>
                  <a:pt x="1368" y="11"/>
                </a:lnTo>
                <a:lnTo>
                  <a:pt x="1339" y="11"/>
                </a:lnTo>
                <a:lnTo>
                  <a:pt x="1339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8" y="0"/>
                </a:moveTo>
                <a:lnTo>
                  <a:pt x="1517" y="0"/>
                </a:lnTo>
                <a:lnTo>
                  <a:pt x="1517" y="11"/>
                </a:lnTo>
                <a:lnTo>
                  <a:pt x="1488" y="11"/>
                </a:lnTo>
                <a:lnTo>
                  <a:pt x="1488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6" y="0"/>
                </a:lnTo>
                <a:lnTo>
                  <a:pt x="1616" y="11"/>
                </a:lnTo>
                <a:lnTo>
                  <a:pt x="1587" y="11"/>
                </a:lnTo>
                <a:lnTo>
                  <a:pt x="1587" y="0"/>
                </a:lnTo>
                <a:moveTo>
                  <a:pt x="1636" y="0"/>
                </a:moveTo>
                <a:lnTo>
                  <a:pt x="1666" y="0"/>
                </a:lnTo>
                <a:lnTo>
                  <a:pt x="1666" y="11"/>
                </a:lnTo>
                <a:lnTo>
                  <a:pt x="1636" y="11"/>
                </a:lnTo>
                <a:lnTo>
                  <a:pt x="1636" y="0"/>
                </a:lnTo>
                <a:moveTo>
                  <a:pt x="1686" y="0"/>
                </a:moveTo>
                <a:lnTo>
                  <a:pt x="1715" y="0"/>
                </a:lnTo>
                <a:lnTo>
                  <a:pt x="1715" y="11"/>
                </a:lnTo>
                <a:lnTo>
                  <a:pt x="1686" y="11"/>
                </a:lnTo>
                <a:lnTo>
                  <a:pt x="1686" y="0"/>
                </a:lnTo>
                <a:moveTo>
                  <a:pt x="1735" y="0"/>
                </a:moveTo>
                <a:lnTo>
                  <a:pt x="1765" y="0"/>
                </a:lnTo>
                <a:lnTo>
                  <a:pt x="1765" y="11"/>
                </a:lnTo>
                <a:lnTo>
                  <a:pt x="1735" y="11"/>
                </a:lnTo>
                <a:lnTo>
                  <a:pt x="1735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8002440" y="1595160"/>
            <a:ext cx="846360" cy="394200"/>
          </a:xfrm>
          <a:custGeom>
            <a:avLst/>
            <a:gdLst/>
            <a:ahLst/>
            <a:rect l="0" t="0" r="r" b="b"/>
            <a:pathLst>
              <a:path w="2351" h="1095">
                <a:moveTo>
                  <a:pt x="0" y="0"/>
                </a:moveTo>
                <a:lnTo>
                  <a:pt x="2351" y="0"/>
                </a:lnTo>
                <a:lnTo>
                  <a:pt x="2351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324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 txBox="1"/>
          <p:nvPr/>
        </p:nvSpPr>
        <p:spPr>
          <a:xfrm>
            <a:off x="3764160" y="3969720"/>
            <a:ext cx="6638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en developer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 txBox="1"/>
          <p:nvPr/>
        </p:nvSpPr>
        <p:spPr>
          <a:xfrm>
            <a:off x="8109000" y="1656000"/>
            <a:ext cx="6300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Release: branchmodel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3" name=""/>
          <p:cNvSpPr txBox="1"/>
          <p:nvPr/>
        </p:nvSpPr>
        <p:spPr>
          <a:xfrm>
            <a:off x="8195040" y="1741320"/>
            <a:ext cx="4579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versiebeheer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4" name=""/>
          <p:cNvSpPr/>
          <p:nvPr/>
        </p:nvSpPr>
        <p:spPr>
          <a:xfrm>
            <a:off x="8137080" y="1832760"/>
            <a:ext cx="575280" cy="3960"/>
          </a:xfrm>
          <a:custGeom>
            <a:avLst/>
            <a:gdLst/>
            <a:ahLst/>
            <a:rect l="0" t="0" r="r" b="b"/>
            <a:pathLst>
              <a:path w="1598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8" y="0"/>
                </a:moveTo>
                <a:lnTo>
                  <a:pt x="128" y="0"/>
                </a:lnTo>
                <a:lnTo>
                  <a:pt x="128" y="11"/>
                </a:lnTo>
                <a:lnTo>
                  <a:pt x="98" y="11"/>
                </a:lnTo>
                <a:lnTo>
                  <a:pt x="98" y="0"/>
                </a:lnTo>
                <a:moveTo>
                  <a:pt x="147" y="0"/>
                </a:moveTo>
                <a:lnTo>
                  <a:pt x="177" y="0"/>
                </a:lnTo>
                <a:lnTo>
                  <a:pt x="177" y="11"/>
                </a:lnTo>
                <a:lnTo>
                  <a:pt x="147" y="11"/>
                </a:lnTo>
                <a:lnTo>
                  <a:pt x="147" y="0"/>
                </a:lnTo>
                <a:moveTo>
                  <a:pt x="196" y="0"/>
                </a:moveTo>
                <a:lnTo>
                  <a:pt x="226" y="0"/>
                </a:lnTo>
                <a:lnTo>
                  <a:pt x="226" y="11"/>
                </a:lnTo>
                <a:lnTo>
                  <a:pt x="196" y="11"/>
                </a:lnTo>
                <a:lnTo>
                  <a:pt x="196" y="0"/>
                </a:lnTo>
                <a:moveTo>
                  <a:pt x="245" y="0"/>
                </a:moveTo>
                <a:lnTo>
                  <a:pt x="275" y="0"/>
                </a:lnTo>
                <a:lnTo>
                  <a:pt x="275" y="11"/>
                </a:lnTo>
                <a:lnTo>
                  <a:pt x="245" y="11"/>
                </a:lnTo>
                <a:lnTo>
                  <a:pt x="245" y="0"/>
                </a:lnTo>
                <a:moveTo>
                  <a:pt x="294" y="0"/>
                </a:moveTo>
                <a:lnTo>
                  <a:pt x="324" y="0"/>
                </a:lnTo>
                <a:lnTo>
                  <a:pt x="324" y="11"/>
                </a:lnTo>
                <a:lnTo>
                  <a:pt x="294" y="11"/>
                </a:lnTo>
                <a:lnTo>
                  <a:pt x="294" y="0"/>
                </a:lnTo>
                <a:moveTo>
                  <a:pt x="343" y="0"/>
                </a:moveTo>
                <a:lnTo>
                  <a:pt x="373" y="0"/>
                </a:lnTo>
                <a:lnTo>
                  <a:pt x="373" y="11"/>
                </a:lnTo>
                <a:lnTo>
                  <a:pt x="343" y="11"/>
                </a:lnTo>
                <a:lnTo>
                  <a:pt x="343" y="0"/>
                </a:lnTo>
                <a:moveTo>
                  <a:pt x="392" y="0"/>
                </a:moveTo>
                <a:lnTo>
                  <a:pt x="422" y="0"/>
                </a:lnTo>
                <a:lnTo>
                  <a:pt x="422" y="11"/>
                </a:lnTo>
                <a:lnTo>
                  <a:pt x="392" y="11"/>
                </a:lnTo>
                <a:lnTo>
                  <a:pt x="392" y="0"/>
                </a:lnTo>
                <a:moveTo>
                  <a:pt x="441" y="0"/>
                </a:moveTo>
                <a:lnTo>
                  <a:pt x="471" y="0"/>
                </a:lnTo>
                <a:lnTo>
                  <a:pt x="471" y="11"/>
                </a:lnTo>
                <a:lnTo>
                  <a:pt x="441" y="11"/>
                </a:lnTo>
                <a:lnTo>
                  <a:pt x="441" y="0"/>
                </a:lnTo>
                <a:moveTo>
                  <a:pt x="490" y="0"/>
                </a:moveTo>
                <a:lnTo>
                  <a:pt x="520" y="0"/>
                </a:lnTo>
                <a:lnTo>
                  <a:pt x="520" y="11"/>
                </a:lnTo>
                <a:lnTo>
                  <a:pt x="490" y="11"/>
                </a:lnTo>
                <a:lnTo>
                  <a:pt x="490" y="0"/>
                </a:lnTo>
                <a:moveTo>
                  <a:pt x="540" y="0"/>
                </a:moveTo>
                <a:lnTo>
                  <a:pt x="570" y="0"/>
                </a:lnTo>
                <a:lnTo>
                  <a:pt x="570" y="11"/>
                </a:lnTo>
                <a:lnTo>
                  <a:pt x="540" y="11"/>
                </a:lnTo>
                <a:lnTo>
                  <a:pt x="540" y="0"/>
                </a:lnTo>
                <a:moveTo>
                  <a:pt x="589" y="0"/>
                </a:moveTo>
                <a:lnTo>
                  <a:pt x="619" y="0"/>
                </a:lnTo>
                <a:lnTo>
                  <a:pt x="619" y="11"/>
                </a:lnTo>
                <a:lnTo>
                  <a:pt x="589" y="11"/>
                </a:lnTo>
                <a:lnTo>
                  <a:pt x="589" y="0"/>
                </a:lnTo>
                <a:moveTo>
                  <a:pt x="638" y="0"/>
                </a:moveTo>
                <a:lnTo>
                  <a:pt x="668" y="0"/>
                </a:lnTo>
                <a:lnTo>
                  <a:pt x="668" y="11"/>
                </a:lnTo>
                <a:lnTo>
                  <a:pt x="638" y="11"/>
                </a:lnTo>
                <a:lnTo>
                  <a:pt x="638" y="0"/>
                </a:lnTo>
                <a:moveTo>
                  <a:pt x="687" y="0"/>
                </a:moveTo>
                <a:lnTo>
                  <a:pt x="717" y="0"/>
                </a:lnTo>
                <a:lnTo>
                  <a:pt x="717" y="11"/>
                </a:lnTo>
                <a:lnTo>
                  <a:pt x="687" y="11"/>
                </a:lnTo>
                <a:lnTo>
                  <a:pt x="687" y="0"/>
                </a:lnTo>
                <a:moveTo>
                  <a:pt x="736" y="0"/>
                </a:moveTo>
                <a:lnTo>
                  <a:pt x="766" y="0"/>
                </a:lnTo>
                <a:lnTo>
                  <a:pt x="766" y="11"/>
                </a:lnTo>
                <a:lnTo>
                  <a:pt x="736" y="11"/>
                </a:lnTo>
                <a:lnTo>
                  <a:pt x="736" y="0"/>
                </a:lnTo>
                <a:moveTo>
                  <a:pt x="785" y="0"/>
                </a:moveTo>
                <a:lnTo>
                  <a:pt x="815" y="0"/>
                </a:lnTo>
                <a:lnTo>
                  <a:pt x="815" y="11"/>
                </a:lnTo>
                <a:lnTo>
                  <a:pt x="785" y="11"/>
                </a:lnTo>
                <a:lnTo>
                  <a:pt x="785" y="0"/>
                </a:lnTo>
                <a:moveTo>
                  <a:pt x="834" y="0"/>
                </a:moveTo>
                <a:lnTo>
                  <a:pt x="864" y="0"/>
                </a:lnTo>
                <a:lnTo>
                  <a:pt x="864" y="11"/>
                </a:lnTo>
                <a:lnTo>
                  <a:pt x="834" y="11"/>
                </a:lnTo>
                <a:lnTo>
                  <a:pt x="834" y="0"/>
                </a:lnTo>
                <a:moveTo>
                  <a:pt x="883" y="0"/>
                </a:moveTo>
                <a:lnTo>
                  <a:pt x="913" y="0"/>
                </a:lnTo>
                <a:lnTo>
                  <a:pt x="913" y="11"/>
                </a:lnTo>
                <a:lnTo>
                  <a:pt x="883" y="11"/>
                </a:lnTo>
                <a:lnTo>
                  <a:pt x="883" y="0"/>
                </a:lnTo>
                <a:moveTo>
                  <a:pt x="932" y="0"/>
                </a:moveTo>
                <a:lnTo>
                  <a:pt x="962" y="0"/>
                </a:lnTo>
                <a:lnTo>
                  <a:pt x="962" y="11"/>
                </a:lnTo>
                <a:lnTo>
                  <a:pt x="932" y="11"/>
                </a:lnTo>
                <a:lnTo>
                  <a:pt x="932" y="0"/>
                </a:lnTo>
                <a:moveTo>
                  <a:pt x="981" y="0"/>
                </a:moveTo>
                <a:lnTo>
                  <a:pt x="1011" y="0"/>
                </a:lnTo>
                <a:lnTo>
                  <a:pt x="1011" y="11"/>
                </a:lnTo>
                <a:lnTo>
                  <a:pt x="981" y="11"/>
                </a:lnTo>
                <a:lnTo>
                  <a:pt x="981" y="0"/>
                </a:lnTo>
                <a:moveTo>
                  <a:pt x="1030" y="0"/>
                </a:moveTo>
                <a:lnTo>
                  <a:pt x="1060" y="0"/>
                </a:lnTo>
                <a:lnTo>
                  <a:pt x="1060" y="11"/>
                </a:lnTo>
                <a:lnTo>
                  <a:pt x="1030" y="11"/>
                </a:lnTo>
                <a:lnTo>
                  <a:pt x="1030" y="0"/>
                </a:lnTo>
                <a:moveTo>
                  <a:pt x="1079" y="0"/>
                </a:moveTo>
                <a:lnTo>
                  <a:pt x="1109" y="0"/>
                </a:lnTo>
                <a:lnTo>
                  <a:pt x="1109" y="11"/>
                </a:lnTo>
                <a:lnTo>
                  <a:pt x="1079" y="11"/>
                </a:lnTo>
                <a:lnTo>
                  <a:pt x="1079" y="0"/>
                </a:lnTo>
                <a:moveTo>
                  <a:pt x="1128" y="0"/>
                </a:moveTo>
                <a:lnTo>
                  <a:pt x="1158" y="0"/>
                </a:lnTo>
                <a:lnTo>
                  <a:pt x="1158" y="11"/>
                </a:lnTo>
                <a:lnTo>
                  <a:pt x="1128" y="11"/>
                </a:lnTo>
                <a:lnTo>
                  <a:pt x="1128" y="0"/>
                </a:lnTo>
                <a:moveTo>
                  <a:pt x="1177" y="0"/>
                </a:moveTo>
                <a:lnTo>
                  <a:pt x="1207" y="0"/>
                </a:lnTo>
                <a:lnTo>
                  <a:pt x="1207" y="11"/>
                </a:lnTo>
                <a:lnTo>
                  <a:pt x="1177" y="11"/>
                </a:lnTo>
                <a:lnTo>
                  <a:pt x="1177" y="0"/>
                </a:lnTo>
                <a:moveTo>
                  <a:pt x="1226" y="0"/>
                </a:moveTo>
                <a:lnTo>
                  <a:pt x="1256" y="0"/>
                </a:lnTo>
                <a:lnTo>
                  <a:pt x="1256" y="11"/>
                </a:lnTo>
                <a:lnTo>
                  <a:pt x="1226" y="11"/>
                </a:lnTo>
                <a:lnTo>
                  <a:pt x="1226" y="0"/>
                </a:lnTo>
                <a:moveTo>
                  <a:pt x="1275" y="0"/>
                </a:moveTo>
                <a:lnTo>
                  <a:pt x="1305" y="0"/>
                </a:lnTo>
                <a:lnTo>
                  <a:pt x="1305" y="11"/>
                </a:lnTo>
                <a:lnTo>
                  <a:pt x="1275" y="11"/>
                </a:lnTo>
                <a:lnTo>
                  <a:pt x="1275" y="0"/>
                </a:lnTo>
                <a:moveTo>
                  <a:pt x="1324" y="0"/>
                </a:moveTo>
                <a:lnTo>
                  <a:pt x="1353" y="0"/>
                </a:lnTo>
                <a:lnTo>
                  <a:pt x="1353" y="11"/>
                </a:lnTo>
                <a:lnTo>
                  <a:pt x="1324" y="11"/>
                </a:lnTo>
                <a:lnTo>
                  <a:pt x="1324" y="0"/>
                </a:lnTo>
                <a:moveTo>
                  <a:pt x="1373" y="0"/>
                </a:moveTo>
                <a:lnTo>
                  <a:pt x="1402" y="0"/>
                </a:lnTo>
                <a:lnTo>
                  <a:pt x="1402" y="11"/>
                </a:lnTo>
                <a:lnTo>
                  <a:pt x="1373" y="11"/>
                </a:lnTo>
                <a:lnTo>
                  <a:pt x="1373" y="0"/>
                </a:lnTo>
                <a:moveTo>
                  <a:pt x="1422" y="0"/>
                </a:moveTo>
                <a:lnTo>
                  <a:pt x="1451" y="0"/>
                </a:lnTo>
                <a:lnTo>
                  <a:pt x="1451" y="11"/>
                </a:lnTo>
                <a:lnTo>
                  <a:pt x="1422" y="11"/>
                </a:lnTo>
                <a:lnTo>
                  <a:pt x="1422" y="0"/>
                </a:lnTo>
                <a:moveTo>
                  <a:pt x="1471" y="0"/>
                </a:moveTo>
                <a:lnTo>
                  <a:pt x="1500" y="0"/>
                </a:lnTo>
                <a:lnTo>
                  <a:pt x="1500" y="11"/>
                </a:lnTo>
                <a:lnTo>
                  <a:pt x="1471" y="11"/>
                </a:lnTo>
                <a:lnTo>
                  <a:pt x="1471" y="0"/>
                </a:lnTo>
                <a:moveTo>
                  <a:pt x="1520" y="0"/>
                </a:moveTo>
                <a:lnTo>
                  <a:pt x="1549" y="0"/>
                </a:lnTo>
                <a:lnTo>
                  <a:pt x="1549" y="11"/>
                </a:lnTo>
                <a:lnTo>
                  <a:pt x="1520" y="11"/>
                </a:lnTo>
                <a:lnTo>
                  <a:pt x="1520" y="0"/>
                </a:lnTo>
                <a:moveTo>
                  <a:pt x="1569" y="0"/>
                </a:moveTo>
                <a:lnTo>
                  <a:pt x="1598" y="0"/>
                </a:lnTo>
                <a:lnTo>
                  <a:pt x="1598" y="11"/>
                </a:lnTo>
                <a:lnTo>
                  <a:pt x="1569" y="11"/>
                </a:lnTo>
                <a:lnTo>
                  <a:pt x="1569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5" name=""/>
          <p:cNvSpPr txBox="1"/>
          <p:nvPr/>
        </p:nvSpPr>
        <p:spPr>
          <a:xfrm>
            <a:off x="8178120" y="1858320"/>
            <a:ext cx="496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6" name=""/>
          <p:cNvSpPr txBox="1"/>
          <p:nvPr/>
        </p:nvSpPr>
        <p:spPr>
          <a:xfrm>
            <a:off x="457200" y="4265640"/>
            <a:ext cx="8035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Het sectorkader ontbreekt grotendeels. Alles rechts daarvan staat op aannames die we samen invullen. De release raakt vrijwel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7" name=""/>
          <p:cNvSpPr txBox="1"/>
          <p:nvPr/>
        </p:nvSpPr>
        <p:spPr>
          <a:xfrm>
            <a:off x="457200" y="4446360"/>
            <a:ext cx="34405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alles: model, boom, begrippen, speciﬁcatie en toetsen.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2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25" name=""/>
          <p:cNvSpPr txBox="1"/>
          <p:nvPr/>
        </p:nvSpPr>
        <p:spPr>
          <a:xfrm>
            <a:off x="439920" y="377280"/>
            <a:ext cx="28155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raakt OKx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/>
          <p:nvPr/>
        </p:nvSpPr>
        <p:spPr>
          <a:xfrm>
            <a:off x="3803400" y="210096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2"/>
                </a:cubicBezTo>
                <a:cubicBezTo>
                  <a:pt x="194" y="402"/>
                  <a:pt x="387" y="499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3996000" y="229896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3993840" y="229680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9"/>
                </a:moveTo>
                <a:lnTo>
                  <a:pt x="46" y="15"/>
                </a:lnTo>
                <a:lnTo>
                  <a:pt x="40" y="19"/>
                </a:lnTo>
                <a:lnTo>
                  <a:pt x="36" y="13"/>
                </a:lnTo>
                <a:lnTo>
                  <a:pt x="42" y="9"/>
                </a:lnTo>
                <a:moveTo>
                  <a:pt x="46" y="15"/>
                </a:moveTo>
                <a:lnTo>
                  <a:pt x="50" y="20"/>
                </a:lnTo>
                <a:lnTo>
                  <a:pt x="44" y="24"/>
                </a:lnTo>
                <a:lnTo>
                  <a:pt x="40" y="19"/>
                </a:lnTo>
                <a:lnTo>
                  <a:pt x="46" y="15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0"/>
                </a:lnTo>
                <a:lnTo>
                  <a:pt x="52" y="34"/>
                </a:lnTo>
                <a:lnTo>
                  <a:pt x="48" y="29"/>
                </a:lnTo>
                <a:lnTo>
                  <a:pt x="54" y="25"/>
                </a:lnTo>
                <a:moveTo>
                  <a:pt x="57" y="30"/>
                </a:moveTo>
                <a:lnTo>
                  <a:pt x="61" y="36"/>
                </a:lnTo>
                <a:lnTo>
                  <a:pt x="56" y="40"/>
                </a:lnTo>
                <a:lnTo>
                  <a:pt x="52" y="34"/>
                </a:lnTo>
                <a:lnTo>
                  <a:pt x="57" y="30"/>
                </a:lnTo>
                <a:moveTo>
                  <a:pt x="61" y="36"/>
                </a:moveTo>
                <a:lnTo>
                  <a:pt x="65" y="41"/>
                </a:lnTo>
                <a:lnTo>
                  <a:pt x="60" y="45"/>
                </a:lnTo>
                <a:lnTo>
                  <a:pt x="56" y="40"/>
                </a:lnTo>
                <a:lnTo>
                  <a:pt x="61" y="36"/>
                </a:lnTo>
                <a:moveTo>
                  <a:pt x="65" y="41"/>
                </a:moveTo>
                <a:lnTo>
                  <a:pt x="69" y="47"/>
                </a:lnTo>
                <a:lnTo>
                  <a:pt x="64" y="51"/>
                </a:lnTo>
                <a:lnTo>
                  <a:pt x="60" y="45"/>
                </a:lnTo>
                <a:lnTo>
                  <a:pt x="65" y="41"/>
                </a:lnTo>
                <a:moveTo>
                  <a:pt x="69" y="47"/>
                </a:moveTo>
                <a:lnTo>
                  <a:pt x="73" y="52"/>
                </a:lnTo>
                <a:lnTo>
                  <a:pt x="68" y="56"/>
                </a:lnTo>
                <a:lnTo>
                  <a:pt x="64" y="51"/>
                </a:lnTo>
                <a:lnTo>
                  <a:pt x="69" y="47"/>
                </a:lnTo>
                <a:moveTo>
                  <a:pt x="73" y="52"/>
                </a:moveTo>
                <a:lnTo>
                  <a:pt x="77" y="58"/>
                </a:lnTo>
                <a:lnTo>
                  <a:pt x="72" y="62"/>
                </a:lnTo>
                <a:lnTo>
                  <a:pt x="68" y="56"/>
                </a:lnTo>
                <a:lnTo>
                  <a:pt x="73" y="52"/>
                </a:lnTo>
                <a:moveTo>
                  <a:pt x="77" y="58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79" y="63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3"/>
                </a:lnTo>
                <a:lnTo>
                  <a:pt x="54" y="63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3"/>
                </a:lnTo>
                <a:lnTo>
                  <a:pt x="47" y="63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4"/>
                </a:lnTo>
                <a:lnTo>
                  <a:pt x="9" y="67"/>
                </a:lnTo>
                <a:lnTo>
                  <a:pt x="6" y="66"/>
                </a:lnTo>
                <a:lnTo>
                  <a:pt x="6" y="63"/>
                </a:lnTo>
                <a:lnTo>
                  <a:pt x="8" y="63"/>
                </a:lnTo>
                <a:lnTo>
                  <a:pt x="8" y="69"/>
                </a:lnTo>
                <a:moveTo>
                  <a:pt x="5" y="61"/>
                </a:moveTo>
                <a:lnTo>
                  <a:pt x="8" y="55"/>
                </a:lnTo>
                <a:lnTo>
                  <a:pt x="13" y="58"/>
                </a:lnTo>
                <a:lnTo>
                  <a:pt x="10" y="64"/>
                </a:lnTo>
                <a:lnTo>
                  <a:pt x="5" y="61"/>
                </a:lnTo>
                <a:moveTo>
                  <a:pt x="8" y="55"/>
                </a:moveTo>
                <a:lnTo>
                  <a:pt x="10" y="49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9"/>
                </a:moveTo>
                <a:lnTo>
                  <a:pt x="13" y="42"/>
                </a:lnTo>
                <a:lnTo>
                  <a:pt x="19" y="45"/>
                </a:lnTo>
                <a:lnTo>
                  <a:pt x="16" y="52"/>
                </a:lnTo>
                <a:lnTo>
                  <a:pt x="10" y="49"/>
                </a:lnTo>
                <a:moveTo>
                  <a:pt x="13" y="42"/>
                </a:moveTo>
                <a:lnTo>
                  <a:pt x="16" y="36"/>
                </a:lnTo>
                <a:lnTo>
                  <a:pt x="22" y="39"/>
                </a:lnTo>
                <a:lnTo>
                  <a:pt x="19" y="45"/>
                </a:lnTo>
                <a:lnTo>
                  <a:pt x="13" y="42"/>
                </a:lnTo>
                <a:moveTo>
                  <a:pt x="16" y="36"/>
                </a:moveTo>
                <a:lnTo>
                  <a:pt x="19" y="30"/>
                </a:lnTo>
                <a:lnTo>
                  <a:pt x="25" y="33"/>
                </a:lnTo>
                <a:lnTo>
                  <a:pt x="22" y="39"/>
                </a:lnTo>
                <a:lnTo>
                  <a:pt x="16" y="36"/>
                </a:lnTo>
                <a:moveTo>
                  <a:pt x="19" y="30"/>
                </a:moveTo>
                <a:lnTo>
                  <a:pt x="22" y="24"/>
                </a:lnTo>
                <a:lnTo>
                  <a:pt x="28" y="27"/>
                </a:lnTo>
                <a:lnTo>
                  <a:pt x="25" y="33"/>
                </a:lnTo>
                <a:lnTo>
                  <a:pt x="19" y="30"/>
                </a:lnTo>
                <a:moveTo>
                  <a:pt x="22" y="24"/>
                </a:moveTo>
                <a:lnTo>
                  <a:pt x="25" y="18"/>
                </a:lnTo>
                <a:lnTo>
                  <a:pt x="31" y="21"/>
                </a:lnTo>
                <a:lnTo>
                  <a:pt x="28" y="27"/>
                </a:lnTo>
                <a:lnTo>
                  <a:pt x="22" y="24"/>
                </a:lnTo>
                <a:moveTo>
                  <a:pt x="25" y="18"/>
                </a:moveTo>
                <a:lnTo>
                  <a:pt x="28" y="13"/>
                </a:lnTo>
                <a:lnTo>
                  <a:pt x="34" y="16"/>
                </a:lnTo>
                <a:lnTo>
                  <a:pt x="31" y="21"/>
                </a:lnTo>
                <a:lnTo>
                  <a:pt x="25" y="18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9"/>
                </a:lnTo>
                <a:lnTo>
                  <a:pt x="36" y="13"/>
                </a:lnTo>
                <a:lnTo>
                  <a:pt x="32" y="8"/>
                </a:lnTo>
                <a:lnTo>
                  <a:pt x="35" y="6"/>
                </a:lnTo>
                <a:lnTo>
                  <a:pt x="38" y="8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4667040" y="2965680"/>
            <a:ext cx="0" cy="136440"/>
          </a:xfrm>
          <a:custGeom>
            <a:avLst/>
            <a:gdLst/>
            <a:ahLst/>
            <a:rect l="0" t="0" r="r" b="b"/>
            <a:pathLst>
              <a:path fill="none" w="0" h="379">
                <a:moveTo>
                  <a:pt x="0" y="0"/>
                </a:moveTo>
                <a:lnTo>
                  <a:pt x="0" y="34"/>
                </a:lnTo>
                <a:cubicBezTo>
                  <a:pt x="0" y="69"/>
                  <a:pt x="0" y="137"/>
                  <a:pt x="0" y="200"/>
                </a:cubicBezTo>
                <a:cubicBezTo>
                  <a:pt x="0" y="263"/>
                  <a:pt x="0" y="321"/>
                  <a:pt x="0" y="350"/>
                </a:cubicBezTo>
                <a:lnTo>
                  <a:pt x="0" y="379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/>
          <p:nvPr/>
        </p:nvSpPr>
        <p:spPr>
          <a:xfrm>
            <a:off x="4655160" y="3090240"/>
            <a:ext cx="24120" cy="23760"/>
          </a:xfrm>
          <a:custGeom>
            <a:avLst/>
            <a:gdLst/>
            <a:ahLst/>
            <a:rect l="0" t="0" r="r" b="b"/>
            <a:pathLst>
              <a:path w="67" h="66">
                <a:moveTo>
                  <a:pt x="67" y="0"/>
                </a:moveTo>
                <a:lnTo>
                  <a:pt x="33" y="66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4653360" y="3088800"/>
            <a:ext cx="27720" cy="28080"/>
          </a:xfrm>
          <a:custGeom>
            <a:avLst/>
            <a:gdLst/>
            <a:ahLst/>
            <a:rect l="0" t="0" r="r" b="b"/>
            <a:pathLst>
              <a:path w="77" h="78">
                <a:moveTo>
                  <a:pt x="72" y="11"/>
                </a:moveTo>
                <a:lnTo>
                  <a:pt x="69" y="17"/>
                </a:lnTo>
                <a:lnTo>
                  <a:pt x="63" y="14"/>
                </a:lnTo>
                <a:lnTo>
                  <a:pt x="66" y="8"/>
                </a:lnTo>
                <a:lnTo>
                  <a:pt x="72" y="11"/>
                </a:lnTo>
                <a:moveTo>
                  <a:pt x="69" y="17"/>
                </a:moveTo>
                <a:lnTo>
                  <a:pt x="66" y="23"/>
                </a:lnTo>
                <a:lnTo>
                  <a:pt x="60" y="20"/>
                </a:lnTo>
                <a:lnTo>
                  <a:pt x="63" y="14"/>
                </a:lnTo>
                <a:lnTo>
                  <a:pt x="69" y="17"/>
                </a:lnTo>
                <a:moveTo>
                  <a:pt x="66" y="23"/>
                </a:moveTo>
                <a:lnTo>
                  <a:pt x="63" y="29"/>
                </a:lnTo>
                <a:lnTo>
                  <a:pt x="57" y="26"/>
                </a:lnTo>
                <a:lnTo>
                  <a:pt x="60" y="20"/>
                </a:lnTo>
                <a:lnTo>
                  <a:pt x="66" y="23"/>
                </a:lnTo>
                <a:moveTo>
                  <a:pt x="63" y="29"/>
                </a:moveTo>
                <a:lnTo>
                  <a:pt x="60" y="35"/>
                </a:lnTo>
                <a:lnTo>
                  <a:pt x="54" y="32"/>
                </a:lnTo>
                <a:lnTo>
                  <a:pt x="57" y="26"/>
                </a:lnTo>
                <a:lnTo>
                  <a:pt x="63" y="29"/>
                </a:lnTo>
                <a:moveTo>
                  <a:pt x="60" y="35"/>
                </a:moveTo>
                <a:lnTo>
                  <a:pt x="57" y="40"/>
                </a:lnTo>
                <a:lnTo>
                  <a:pt x="51" y="38"/>
                </a:lnTo>
                <a:lnTo>
                  <a:pt x="54" y="32"/>
                </a:lnTo>
                <a:lnTo>
                  <a:pt x="60" y="35"/>
                </a:lnTo>
                <a:moveTo>
                  <a:pt x="57" y="40"/>
                </a:moveTo>
                <a:lnTo>
                  <a:pt x="54" y="47"/>
                </a:lnTo>
                <a:lnTo>
                  <a:pt x="48" y="43"/>
                </a:lnTo>
                <a:lnTo>
                  <a:pt x="51" y="38"/>
                </a:lnTo>
                <a:lnTo>
                  <a:pt x="57" y="40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3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3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40" y="62"/>
                </a:lnTo>
                <a:lnTo>
                  <a:pt x="43" y="56"/>
                </a:lnTo>
                <a:lnTo>
                  <a:pt x="48" y="59"/>
                </a:lnTo>
                <a:moveTo>
                  <a:pt x="45" y="65"/>
                </a:moveTo>
                <a:lnTo>
                  <a:pt x="43" y="71"/>
                </a:lnTo>
                <a:lnTo>
                  <a:pt x="37" y="68"/>
                </a:lnTo>
                <a:lnTo>
                  <a:pt x="40" y="62"/>
                </a:lnTo>
                <a:lnTo>
                  <a:pt x="45" y="65"/>
                </a:lnTo>
                <a:moveTo>
                  <a:pt x="43" y="71"/>
                </a:moveTo>
                <a:lnTo>
                  <a:pt x="39" y="78"/>
                </a:lnTo>
                <a:lnTo>
                  <a:pt x="34" y="67"/>
                </a:lnTo>
                <a:lnTo>
                  <a:pt x="40" y="64"/>
                </a:lnTo>
                <a:lnTo>
                  <a:pt x="42" y="69"/>
                </a:lnTo>
                <a:lnTo>
                  <a:pt x="39" y="70"/>
                </a:lnTo>
                <a:lnTo>
                  <a:pt x="36" y="69"/>
                </a:lnTo>
                <a:lnTo>
                  <a:pt x="37" y="68"/>
                </a:lnTo>
                <a:lnTo>
                  <a:pt x="43" y="71"/>
                </a:lnTo>
                <a:moveTo>
                  <a:pt x="34" y="67"/>
                </a:moveTo>
                <a:lnTo>
                  <a:pt x="30" y="61"/>
                </a:lnTo>
                <a:lnTo>
                  <a:pt x="37" y="58"/>
                </a:lnTo>
                <a:lnTo>
                  <a:pt x="40" y="64"/>
                </a:lnTo>
                <a:lnTo>
                  <a:pt x="34" y="67"/>
                </a:lnTo>
                <a:moveTo>
                  <a:pt x="30" y="61"/>
                </a:moveTo>
                <a:lnTo>
                  <a:pt x="27" y="55"/>
                </a:lnTo>
                <a:lnTo>
                  <a:pt x="34" y="52"/>
                </a:lnTo>
                <a:lnTo>
                  <a:pt x="37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7"/>
                </a:lnTo>
                <a:lnTo>
                  <a:pt x="34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7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4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1"/>
                </a:lnTo>
                <a:lnTo>
                  <a:pt x="21" y="28"/>
                </a:lnTo>
                <a:lnTo>
                  <a:pt x="24" y="34"/>
                </a:lnTo>
                <a:lnTo>
                  <a:pt x="18" y="37"/>
                </a:lnTo>
                <a:moveTo>
                  <a:pt x="15" y="31"/>
                </a:moveTo>
                <a:lnTo>
                  <a:pt x="12" y="25"/>
                </a:lnTo>
                <a:lnTo>
                  <a:pt x="18" y="22"/>
                </a:lnTo>
                <a:lnTo>
                  <a:pt x="21" y="28"/>
                </a:lnTo>
                <a:lnTo>
                  <a:pt x="15" y="31"/>
                </a:lnTo>
                <a:moveTo>
                  <a:pt x="12" y="25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5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3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3" y="7"/>
                </a:moveTo>
                <a:lnTo>
                  <a:pt x="0" y="0"/>
                </a:lnTo>
                <a:lnTo>
                  <a:pt x="9" y="0"/>
                </a:lnTo>
                <a:lnTo>
                  <a:pt x="9" y="7"/>
                </a:lnTo>
                <a:lnTo>
                  <a:pt x="5" y="7"/>
                </a:lnTo>
                <a:lnTo>
                  <a:pt x="5" y="4"/>
                </a:lnTo>
                <a:lnTo>
                  <a:pt x="8" y="2"/>
                </a:lnTo>
                <a:lnTo>
                  <a:pt x="9" y="4"/>
                </a:lnTo>
                <a:lnTo>
                  <a:pt x="3" y="7"/>
                </a:lnTo>
                <a:moveTo>
                  <a:pt x="9" y="0"/>
                </a:moveTo>
                <a:lnTo>
                  <a:pt x="16" y="0"/>
                </a:lnTo>
                <a:lnTo>
                  <a:pt x="16" y="7"/>
                </a:lnTo>
                <a:lnTo>
                  <a:pt x="9" y="7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7"/>
                </a:lnTo>
                <a:lnTo>
                  <a:pt x="29" y="7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7"/>
                </a:lnTo>
                <a:lnTo>
                  <a:pt x="37" y="7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7"/>
                </a:lnTo>
                <a:lnTo>
                  <a:pt x="43" y="7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7"/>
                </a:lnTo>
                <a:lnTo>
                  <a:pt x="50" y="7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7"/>
                </a:lnTo>
                <a:lnTo>
                  <a:pt x="56" y="7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7"/>
                </a:lnTo>
                <a:lnTo>
                  <a:pt x="63" y="7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1"/>
                </a:lnTo>
                <a:lnTo>
                  <a:pt x="66" y="8"/>
                </a:lnTo>
                <a:lnTo>
                  <a:pt x="69" y="2"/>
                </a:lnTo>
                <a:lnTo>
                  <a:pt x="72" y="4"/>
                </a:lnTo>
                <a:lnTo>
                  <a:pt x="72" y="7"/>
                </a:lnTo>
                <a:lnTo>
                  <a:pt x="70" y="7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5322240" y="210096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2"/>
                </a:cubicBezTo>
                <a:cubicBezTo>
                  <a:pt x="386" y="402"/>
                  <a:pt x="193" y="499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3" name=""/>
          <p:cNvSpPr/>
          <p:nvPr/>
        </p:nvSpPr>
        <p:spPr>
          <a:xfrm>
            <a:off x="5311800" y="229896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4" name=""/>
          <p:cNvSpPr/>
          <p:nvPr/>
        </p:nvSpPr>
        <p:spPr>
          <a:xfrm>
            <a:off x="5309280" y="229680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3"/>
                </a:lnTo>
                <a:lnTo>
                  <a:pt x="54" y="63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3"/>
                </a:lnTo>
                <a:lnTo>
                  <a:pt x="48" y="63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60"/>
                </a:lnTo>
                <a:lnTo>
                  <a:pt x="13" y="64"/>
                </a:lnTo>
                <a:lnTo>
                  <a:pt x="10" y="68"/>
                </a:lnTo>
                <a:lnTo>
                  <a:pt x="7" y="66"/>
                </a:lnTo>
                <a:lnTo>
                  <a:pt x="7" y="63"/>
                </a:lnTo>
                <a:lnTo>
                  <a:pt x="8" y="63"/>
                </a:lnTo>
                <a:lnTo>
                  <a:pt x="8" y="69"/>
                </a:lnTo>
                <a:moveTo>
                  <a:pt x="8" y="60"/>
                </a:moveTo>
                <a:lnTo>
                  <a:pt x="12" y="54"/>
                </a:lnTo>
                <a:lnTo>
                  <a:pt x="17" y="58"/>
                </a:lnTo>
                <a:lnTo>
                  <a:pt x="13" y="64"/>
                </a:lnTo>
                <a:lnTo>
                  <a:pt x="8" y="60"/>
                </a:lnTo>
                <a:moveTo>
                  <a:pt x="12" y="54"/>
                </a:moveTo>
                <a:lnTo>
                  <a:pt x="15" y="49"/>
                </a:lnTo>
                <a:lnTo>
                  <a:pt x="21" y="53"/>
                </a:lnTo>
                <a:lnTo>
                  <a:pt x="17" y="58"/>
                </a:lnTo>
                <a:lnTo>
                  <a:pt x="12" y="54"/>
                </a:lnTo>
                <a:moveTo>
                  <a:pt x="15" y="49"/>
                </a:moveTo>
                <a:lnTo>
                  <a:pt x="19" y="43"/>
                </a:lnTo>
                <a:lnTo>
                  <a:pt x="25" y="48"/>
                </a:lnTo>
                <a:lnTo>
                  <a:pt x="21" y="53"/>
                </a:lnTo>
                <a:lnTo>
                  <a:pt x="15" y="49"/>
                </a:lnTo>
                <a:moveTo>
                  <a:pt x="19" y="43"/>
                </a:moveTo>
                <a:lnTo>
                  <a:pt x="23" y="38"/>
                </a:lnTo>
                <a:lnTo>
                  <a:pt x="29" y="42"/>
                </a:lnTo>
                <a:lnTo>
                  <a:pt x="25" y="48"/>
                </a:lnTo>
                <a:lnTo>
                  <a:pt x="19" y="43"/>
                </a:lnTo>
                <a:moveTo>
                  <a:pt x="23" y="38"/>
                </a:moveTo>
                <a:lnTo>
                  <a:pt x="27" y="32"/>
                </a:lnTo>
                <a:lnTo>
                  <a:pt x="33" y="36"/>
                </a:lnTo>
                <a:lnTo>
                  <a:pt x="29" y="42"/>
                </a:lnTo>
                <a:lnTo>
                  <a:pt x="23" y="38"/>
                </a:lnTo>
                <a:moveTo>
                  <a:pt x="27" y="32"/>
                </a:moveTo>
                <a:lnTo>
                  <a:pt x="31" y="27"/>
                </a:lnTo>
                <a:lnTo>
                  <a:pt x="37" y="31"/>
                </a:lnTo>
                <a:lnTo>
                  <a:pt x="33" y="36"/>
                </a:lnTo>
                <a:lnTo>
                  <a:pt x="27" y="32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6"/>
                </a:lnTo>
                <a:lnTo>
                  <a:pt x="44" y="20"/>
                </a:lnTo>
                <a:lnTo>
                  <a:pt x="40" y="26"/>
                </a:lnTo>
                <a:lnTo>
                  <a:pt x="35" y="22"/>
                </a:lnTo>
                <a:moveTo>
                  <a:pt x="39" y="16"/>
                </a:moveTo>
                <a:lnTo>
                  <a:pt x="43" y="11"/>
                </a:lnTo>
                <a:lnTo>
                  <a:pt x="48" y="15"/>
                </a:lnTo>
                <a:lnTo>
                  <a:pt x="44" y="20"/>
                </a:lnTo>
                <a:lnTo>
                  <a:pt x="39" y="16"/>
                </a:lnTo>
                <a:moveTo>
                  <a:pt x="43" y="11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1"/>
                </a:lnTo>
                <a:moveTo>
                  <a:pt x="47" y="6"/>
                </a:moveTo>
                <a:lnTo>
                  <a:pt x="52" y="0"/>
                </a:lnTo>
                <a:lnTo>
                  <a:pt x="56" y="8"/>
                </a:lnTo>
                <a:lnTo>
                  <a:pt x="50" y="11"/>
                </a:lnTo>
                <a:lnTo>
                  <a:pt x="48" y="8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8"/>
                </a:moveTo>
                <a:lnTo>
                  <a:pt x="59" y="14"/>
                </a:lnTo>
                <a:lnTo>
                  <a:pt x="53" y="17"/>
                </a:lnTo>
                <a:lnTo>
                  <a:pt x="50" y="11"/>
                </a:lnTo>
                <a:lnTo>
                  <a:pt x="56" y="8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5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8"/>
                </a:lnTo>
                <a:lnTo>
                  <a:pt x="65" y="41"/>
                </a:lnTo>
                <a:lnTo>
                  <a:pt x="62" y="35"/>
                </a:lnTo>
                <a:lnTo>
                  <a:pt x="68" y="32"/>
                </a:lnTo>
                <a:moveTo>
                  <a:pt x="71" y="38"/>
                </a:moveTo>
                <a:lnTo>
                  <a:pt x="74" y="44"/>
                </a:lnTo>
                <a:lnTo>
                  <a:pt x="68" y="48"/>
                </a:lnTo>
                <a:lnTo>
                  <a:pt x="65" y="41"/>
                </a:lnTo>
                <a:lnTo>
                  <a:pt x="71" y="38"/>
                </a:lnTo>
                <a:moveTo>
                  <a:pt x="74" y="44"/>
                </a:moveTo>
                <a:lnTo>
                  <a:pt x="77" y="51"/>
                </a:lnTo>
                <a:lnTo>
                  <a:pt x="71" y="53"/>
                </a:lnTo>
                <a:lnTo>
                  <a:pt x="68" y="48"/>
                </a:lnTo>
                <a:lnTo>
                  <a:pt x="74" y="44"/>
                </a:lnTo>
                <a:moveTo>
                  <a:pt x="77" y="51"/>
                </a:moveTo>
                <a:lnTo>
                  <a:pt x="79" y="56"/>
                </a:lnTo>
                <a:lnTo>
                  <a:pt x="74" y="59"/>
                </a:lnTo>
                <a:lnTo>
                  <a:pt x="71" y="53"/>
                </a:lnTo>
                <a:lnTo>
                  <a:pt x="77" y="51"/>
                </a:lnTo>
                <a:moveTo>
                  <a:pt x="79" y="56"/>
                </a:moveTo>
                <a:lnTo>
                  <a:pt x="82" y="62"/>
                </a:lnTo>
                <a:lnTo>
                  <a:pt x="77" y="65"/>
                </a:lnTo>
                <a:lnTo>
                  <a:pt x="74" y="59"/>
                </a:lnTo>
                <a:lnTo>
                  <a:pt x="79" y="56"/>
                </a:lnTo>
                <a:moveTo>
                  <a:pt x="82" y="62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81" y="63"/>
                </a:lnTo>
                <a:lnTo>
                  <a:pt x="81" y="66"/>
                </a:lnTo>
                <a:lnTo>
                  <a:pt x="78" y="67"/>
                </a:lnTo>
                <a:lnTo>
                  <a:pt x="77" y="65"/>
                </a:lnTo>
                <a:lnTo>
                  <a:pt x="82" y="6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3803400" y="151452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0" y="299"/>
                </a:cubicBezTo>
                <a:cubicBezTo>
                  <a:pt x="0" y="395"/>
                  <a:pt x="0" y="486"/>
                  <a:pt x="0" y="531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3791520" y="171000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3789720" y="1708920"/>
            <a:ext cx="28080" cy="28080"/>
          </a:xfrm>
          <a:custGeom>
            <a:avLst/>
            <a:gdLst/>
            <a:ahLst/>
            <a:rect l="0" t="0" r="r" b="b"/>
            <a:pathLst>
              <a:path w="78" h="78">
                <a:moveTo>
                  <a:pt x="71" y="12"/>
                </a:moveTo>
                <a:lnTo>
                  <a:pt x="68" y="18"/>
                </a:lnTo>
                <a:lnTo>
                  <a:pt x="62" y="15"/>
                </a:lnTo>
                <a:lnTo>
                  <a:pt x="65" y="9"/>
                </a:lnTo>
                <a:lnTo>
                  <a:pt x="71" y="12"/>
                </a:lnTo>
                <a:moveTo>
                  <a:pt x="68" y="18"/>
                </a:moveTo>
                <a:lnTo>
                  <a:pt x="65" y="23"/>
                </a:lnTo>
                <a:lnTo>
                  <a:pt x="59" y="21"/>
                </a:lnTo>
                <a:lnTo>
                  <a:pt x="62" y="15"/>
                </a:lnTo>
                <a:lnTo>
                  <a:pt x="68" y="18"/>
                </a:lnTo>
                <a:moveTo>
                  <a:pt x="65" y="23"/>
                </a:moveTo>
                <a:lnTo>
                  <a:pt x="62" y="29"/>
                </a:lnTo>
                <a:lnTo>
                  <a:pt x="56" y="26"/>
                </a:lnTo>
                <a:lnTo>
                  <a:pt x="59" y="21"/>
                </a:lnTo>
                <a:lnTo>
                  <a:pt x="65" y="23"/>
                </a:lnTo>
                <a:moveTo>
                  <a:pt x="62" y="29"/>
                </a:moveTo>
                <a:lnTo>
                  <a:pt x="59" y="35"/>
                </a:lnTo>
                <a:lnTo>
                  <a:pt x="54" y="32"/>
                </a:lnTo>
                <a:lnTo>
                  <a:pt x="56" y="26"/>
                </a:lnTo>
                <a:lnTo>
                  <a:pt x="62" y="29"/>
                </a:lnTo>
                <a:moveTo>
                  <a:pt x="59" y="35"/>
                </a:moveTo>
                <a:lnTo>
                  <a:pt x="56" y="41"/>
                </a:lnTo>
                <a:lnTo>
                  <a:pt x="51" y="38"/>
                </a:lnTo>
                <a:lnTo>
                  <a:pt x="54" y="32"/>
                </a:lnTo>
                <a:lnTo>
                  <a:pt x="59" y="35"/>
                </a:lnTo>
                <a:moveTo>
                  <a:pt x="56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6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1"/>
                </a:lnTo>
                <a:lnTo>
                  <a:pt x="36" y="68"/>
                </a:lnTo>
                <a:lnTo>
                  <a:pt x="39" y="62"/>
                </a:lnTo>
                <a:lnTo>
                  <a:pt x="45" y="65"/>
                </a:lnTo>
                <a:moveTo>
                  <a:pt x="42" y="71"/>
                </a:moveTo>
                <a:lnTo>
                  <a:pt x="38" y="78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8"/>
                </a:lnTo>
                <a:lnTo>
                  <a:pt x="42" y="71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4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1"/>
                </a:lnTo>
                <a:lnTo>
                  <a:pt x="21" y="29"/>
                </a:lnTo>
                <a:lnTo>
                  <a:pt x="24" y="34"/>
                </a:lnTo>
                <a:lnTo>
                  <a:pt x="18" y="37"/>
                </a:lnTo>
                <a:moveTo>
                  <a:pt x="15" y="31"/>
                </a:moveTo>
                <a:lnTo>
                  <a:pt x="12" y="26"/>
                </a:lnTo>
                <a:lnTo>
                  <a:pt x="18" y="23"/>
                </a:lnTo>
                <a:lnTo>
                  <a:pt x="21" y="29"/>
                </a:lnTo>
                <a:lnTo>
                  <a:pt x="15" y="31"/>
                </a:lnTo>
                <a:moveTo>
                  <a:pt x="12" y="26"/>
                </a:moveTo>
                <a:lnTo>
                  <a:pt x="9" y="20"/>
                </a:lnTo>
                <a:lnTo>
                  <a:pt x="15" y="17"/>
                </a:lnTo>
                <a:lnTo>
                  <a:pt x="18" y="23"/>
                </a:lnTo>
                <a:lnTo>
                  <a:pt x="12" y="26"/>
                </a:lnTo>
                <a:moveTo>
                  <a:pt x="9" y="20"/>
                </a:moveTo>
                <a:lnTo>
                  <a:pt x="6" y="14"/>
                </a:lnTo>
                <a:lnTo>
                  <a:pt x="12" y="11"/>
                </a:lnTo>
                <a:lnTo>
                  <a:pt x="15" y="17"/>
                </a:lnTo>
                <a:lnTo>
                  <a:pt x="9" y="20"/>
                </a:lnTo>
                <a:moveTo>
                  <a:pt x="6" y="14"/>
                </a:moveTo>
                <a:lnTo>
                  <a:pt x="4" y="8"/>
                </a:lnTo>
                <a:lnTo>
                  <a:pt x="9" y="5"/>
                </a:lnTo>
                <a:lnTo>
                  <a:pt x="12" y="11"/>
                </a:lnTo>
                <a:lnTo>
                  <a:pt x="6" y="14"/>
                </a:lnTo>
                <a:moveTo>
                  <a:pt x="4" y="8"/>
                </a:moveTo>
                <a:lnTo>
                  <a:pt x="0" y="0"/>
                </a:lnTo>
                <a:lnTo>
                  <a:pt x="10" y="0"/>
                </a:lnTo>
                <a:lnTo>
                  <a:pt x="10" y="8"/>
                </a:lnTo>
                <a:lnTo>
                  <a:pt x="5" y="8"/>
                </a:lnTo>
                <a:lnTo>
                  <a:pt x="5" y="4"/>
                </a:lnTo>
                <a:lnTo>
                  <a:pt x="8" y="2"/>
                </a:lnTo>
                <a:lnTo>
                  <a:pt x="9" y="5"/>
                </a:lnTo>
                <a:lnTo>
                  <a:pt x="4" y="8"/>
                </a:lnTo>
                <a:moveTo>
                  <a:pt x="10" y="0"/>
                </a:moveTo>
                <a:lnTo>
                  <a:pt x="16" y="0"/>
                </a:lnTo>
                <a:lnTo>
                  <a:pt x="16" y="8"/>
                </a:lnTo>
                <a:lnTo>
                  <a:pt x="10" y="8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8"/>
                </a:lnTo>
                <a:lnTo>
                  <a:pt x="16" y="8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8"/>
                </a:lnTo>
                <a:lnTo>
                  <a:pt x="23" y="8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8"/>
                </a:lnTo>
                <a:lnTo>
                  <a:pt x="29" y="8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8"/>
                </a:lnTo>
                <a:lnTo>
                  <a:pt x="36" y="8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8"/>
                </a:lnTo>
                <a:lnTo>
                  <a:pt x="42" y="8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8"/>
                </a:lnTo>
                <a:lnTo>
                  <a:pt x="49" y="8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8"/>
                </a:lnTo>
                <a:lnTo>
                  <a:pt x="56" y="8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8"/>
                </a:lnTo>
                <a:lnTo>
                  <a:pt x="62" y="8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2"/>
                </a:lnTo>
                <a:lnTo>
                  <a:pt x="65" y="9"/>
                </a:lnTo>
                <a:lnTo>
                  <a:pt x="68" y="2"/>
                </a:lnTo>
                <a:lnTo>
                  <a:pt x="71" y="4"/>
                </a:lnTo>
                <a:lnTo>
                  <a:pt x="71" y="8"/>
                </a:lnTo>
                <a:lnTo>
                  <a:pt x="69" y="8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5453640" y="217512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5453640" y="217512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0" name=""/>
          <p:cNvSpPr txBox="1"/>
          <p:nvPr/>
        </p:nvSpPr>
        <p:spPr>
          <a:xfrm>
            <a:off x="457200" y="931680"/>
            <a:ext cx="34740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De directe vraag van stakeholders gaat over producten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1" name=""/>
          <p:cNvSpPr/>
          <p:nvPr/>
        </p:nvSpPr>
        <p:spPr>
          <a:xfrm>
            <a:off x="3575160" y="158868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2" name=""/>
          <p:cNvSpPr/>
          <p:nvPr/>
        </p:nvSpPr>
        <p:spPr>
          <a:xfrm>
            <a:off x="3575160" y="158868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3" name=""/>
          <p:cNvSpPr txBox="1"/>
          <p:nvPr/>
        </p:nvSpPr>
        <p:spPr>
          <a:xfrm>
            <a:off x="5453640" y="218160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>
            <a:off x="2040120" y="3113640"/>
            <a:ext cx="5254200" cy="367920"/>
          </a:xfrm>
          <a:custGeom>
            <a:avLst/>
            <a:gdLst/>
            <a:ahLst/>
            <a:rect l="0" t="0" r="r" b="b"/>
            <a:pathLst>
              <a:path w="14595" h="1022">
                <a:moveTo>
                  <a:pt x="0" y="0"/>
                </a:moveTo>
                <a:lnTo>
                  <a:pt x="14595" y="0"/>
                </a:lnTo>
                <a:lnTo>
                  <a:pt x="14595" y="1022"/>
                </a:lnTo>
                <a:lnTo>
                  <a:pt x="0" y="1022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2040120" y="3113640"/>
            <a:ext cx="5254200" cy="367920"/>
          </a:xfrm>
          <a:custGeom>
            <a:avLst/>
            <a:gdLst/>
            <a:ahLst/>
            <a:rect l="0" t="0" r="r" b="b"/>
            <a:pathLst>
              <a:path w="14595" h="1022">
                <a:moveTo>
                  <a:pt x="0" y="0"/>
                </a:moveTo>
                <a:lnTo>
                  <a:pt x="14595" y="0"/>
                </a:lnTo>
                <a:lnTo>
                  <a:pt x="14595" y="1022"/>
                </a:lnTo>
                <a:lnTo>
                  <a:pt x="0" y="102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6" name=""/>
          <p:cNvSpPr txBox="1"/>
          <p:nvPr/>
        </p:nvSpPr>
        <p:spPr>
          <a:xfrm>
            <a:off x="3575520" y="159516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7" name=""/>
          <p:cNvSpPr/>
          <p:nvPr/>
        </p:nvSpPr>
        <p:spPr>
          <a:xfrm>
            <a:off x="2151360" y="321732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8" name=""/>
          <p:cNvSpPr txBox="1"/>
          <p:nvPr/>
        </p:nvSpPr>
        <p:spPr>
          <a:xfrm>
            <a:off x="4513680" y="312048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2812680" y="321732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0" name=""/>
          <p:cNvSpPr txBox="1"/>
          <p:nvPr/>
        </p:nvSpPr>
        <p:spPr>
          <a:xfrm>
            <a:off x="2240280" y="326844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1" name=""/>
          <p:cNvSpPr/>
          <p:nvPr/>
        </p:nvSpPr>
        <p:spPr>
          <a:xfrm>
            <a:off x="3592440" y="3217320"/>
            <a:ext cx="421920" cy="160560"/>
          </a:xfrm>
          <a:custGeom>
            <a:avLst/>
            <a:gdLst/>
            <a:ahLst/>
            <a:rect l="0" t="0" r="r" b="b"/>
            <a:pathLst>
              <a:path w="1172" h="446">
                <a:moveTo>
                  <a:pt x="0" y="0"/>
                </a:moveTo>
                <a:lnTo>
                  <a:pt x="1172" y="0"/>
                </a:lnTo>
                <a:lnTo>
                  <a:pt x="1172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2" name=""/>
          <p:cNvSpPr txBox="1"/>
          <p:nvPr/>
        </p:nvSpPr>
        <p:spPr>
          <a:xfrm>
            <a:off x="2901600" y="326844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4235760" y="3217320"/>
            <a:ext cx="559800" cy="160560"/>
          </a:xfrm>
          <a:custGeom>
            <a:avLst/>
            <a:gdLst/>
            <a:ahLst/>
            <a:rect l="0" t="0" r="r" b="b"/>
            <a:pathLst>
              <a:path w="1555" h="446">
                <a:moveTo>
                  <a:pt x="0" y="0"/>
                </a:moveTo>
                <a:lnTo>
                  <a:pt x="1555" y="0"/>
                </a:lnTo>
                <a:lnTo>
                  <a:pt x="155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4" name=""/>
          <p:cNvSpPr txBox="1"/>
          <p:nvPr/>
        </p:nvSpPr>
        <p:spPr>
          <a:xfrm>
            <a:off x="3681360" y="326844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5" name=""/>
          <p:cNvSpPr/>
          <p:nvPr/>
        </p:nvSpPr>
        <p:spPr>
          <a:xfrm>
            <a:off x="5017320" y="3217320"/>
            <a:ext cx="493200" cy="160560"/>
          </a:xfrm>
          <a:custGeom>
            <a:avLst/>
            <a:gdLst/>
            <a:ahLst/>
            <a:rect l="0" t="0" r="r" b="b"/>
            <a:pathLst>
              <a:path w="1370" h="446">
                <a:moveTo>
                  <a:pt x="0" y="0"/>
                </a:moveTo>
                <a:lnTo>
                  <a:pt x="1370" y="0"/>
                </a:lnTo>
                <a:lnTo>
                  <a:pt x="137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6" name=""/>
          <p:cNvSpPr txBox="1"/>
          <p:nvPr/>
        </p:nvSpPr>
        <p:spPr>
          <a:xfrm>
            <a:off x="4325040" y="326844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5732280" y="3217320"/>
            <a:ext cx="591120" cy="160560"/>
          </a:xfrm>
          <a:custGeom>
            <a:avLst/>
            <a:gdLst/>
            <a:ahLst/>
            <a:rect l="0" t="0" r="r" b="b"/>
            <a:pathLst>
              <a:path w="1642" h="446">
                <a:moveTo>
                  <a:pt x="0" y="0"/>
                </a:moveTo>
                <a:lnTo>
                  <a:pt x="1642" y="0"/>
                </a:lnTo>
                <a:lnTo>
                  <a:pt x="1642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 txBox="1"/>
          <p:nvPr/>
        </p:nvSpPr>
        <p:spPr>
          <a:xfrm>
            <a:off x="5106600" y="326844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9" name=""/>
          <p:cNvSpPr/>
          <p:nvPr/>
        </p:nvSpPr>
        <p:spPr>
          <a:xfrm>
            <a:off x="6545160" y="3217320"/>
            <a:ext cx="637920" cy="160560"/>
          </a:xfrm>
          <a:custGeom>
            <a:avLst/>
            <a:gdLst/>
            <a:ahLst/>
            <a:rect l="0" t="0" r="r" b="b"/>
            <a:pathLst>
              <a:path w="1772" h="446">
                <a:moveTo>
                  <a:pt x="0" y="0"/>
                </a:moveTo>
                <a:lnTo>
                  <a:pt x="1772" y="0"/>
                </a:lnTo>
                <a:lnTo>
                  <a:pt x="1772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0" name=""/>
          <p:cNvSpPr txBox="1"/>
          <p:nvPr/>
        </p:nvSpPr>
        <p:spPr>
          <a:xfrm>
            <a:off x="5821200" y="326844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1" name=""/>
          <p:cNvSpPr/>
          <p:nvPr/>
        </p:nvSpPr>
        <p:spPr>
          <a:xfrm>
            <a:off x="480960" y="232020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2" name=""/>
          <p:cNvSpPr/>
          <p:nvPr/>
        </p:nvSpPr>
        <p:spPr>
          <a:xfrm>
            <a:off x="480960" y="232020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3" name=""/>
          <p:cNvSpPr txBox="1"/>
          <p:nvPr/>
        </p:nvSpPr>
        <p:spPr>
          <a:xfrm>
            <a:off x="6634080" y="326844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6339960" y="245952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6339960" y="245952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6" name=""/>
          <p:cNvSpPr txBox="1"/>
          <p:nvPr/>
        </p:nvSpPr>
        <p:spPr>
          <a:xfrm>
            <a:off x="4573080" y="232668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6487920" y="2562840"/>
            <a:ext cx="595080" cy="160560"/>
          </a:xfrm>
          <a:custGeom>
            <a:avLst/>
            <a:gdLst/>
            <a:ahLst/>
            <a:rect l="0" t="0" r="r" b="b"/>
            <a:pathLst>
              <a:path w="1653" h="446">
                <a:moveTo>
                  <a:pt x="0" y="0"/>
                </a:moveTo>
                <a:lnTo>
                  <a:pt x="1653" y="0"/>
                </a:lnTo>
                <a:lnTo>
                  <a:pt x="165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8" name=""/>
          <p:cNvSpPr txBox="1"/>
          <p:nvPr/>
        </p:nvSpPr>
        <p:spPr>
          <a:xfrm>
            <a:off x="7369200" y="246600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7378920" y="2562840"/>
            <a:ext cx="480600" cy="160560"/>
          </a:xfrm>
          <a:custGeom>
            <a:avLst/>
            <a:gdLst/>
            <a:ahLst/>
            <a:rect l="0" t="0" r="r" b="b"/>
            <a:pathLst>
              <a:path w="1335" h="446">
                <a:moveTo>
                  <a:pt x="0" y="0"/>
                </a:moveTo>
                <a:lnTo>
                  <a:pt x="1335" y="0"/>
                </a:lnTo>
                <a:lnTo>
                  <a:pt x="133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0" name=""/>
          <p:cNvSpPr txBox="1"/>
          <p:nvPr/>
        </p:nvSpPr>
        <p:spPr>
          <a:xfrm>
            <a:off x="6576840" y="261396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1" name=""/>
          <p:cNvSpPr/>
          <p:nvPr/>
        </p:nvSpPr>
        <p:spPr>
          <a:xfrm>
            <a:off x="8155080" y="256284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 txBox="1"/>
          <p:nvPr/>
        </p:nvSpPr>
        <p:spPr>
          <a:xfrm>
            <a:off x="7467840" y="261396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/>
          <p:nvPr/>
        </p:nvSpPr>
        <p:spPr>
          <a:xfrm>
            <a:off x="591840" y="256284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 txBox="1"/>
          <p:nvPr/>
        </p:nvSpPr>
        <p:spPr>
          <a:xfrm>
            <a:off x="8244360" y="261396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/>
          <p:nvPr/>
        </p:nvSpPr>
        <p:spPr>
          <a:xfrm>
            <a:off x="1368360" y="245952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6" name=""/>
          <p:cNvSpPr/>
          <p:nvPr/>
        </p:nvSpPr>
        <p:spPr>
          <a:xfrm>
            <a:off x="1368360" y="245952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7" name=""/>
          <p:cNvSpPr txBox="1"/>
          <p:nvPr/>
        </p:nvSpPr>
        <p:spPr>
          <a:xfrm>
            <a:off x="680760" y="261396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1516320" y="256284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1516320" y="256284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a650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0" name=""/>
          <p:cNvSpPr txBox="1"/>
          <p:nvPr/>
        </p:nvSpPr>
        <p:spPr>
          <a:xfrm>
            <a:off x="2007360" y="246600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2286720" y="256284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2" name=""/>
          <p:cNvSpPr txBox="1"/>
          <p:nvPr/>
        </p:nvSpPr>
        <p:spPr>
          <a:xfrm>
            <a:off x="1605600" y="261396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231a02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/>
          <p:nvPr/>
        </p:nvSpPr>
        <p:spPr>
          <a:xfrm>
            <a:off x="3214440" y="242388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3214440" y="242388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5" name=""/>
          <p:cNvSpPr txBox="1"/>
          <p:nvPr/>
        </p:nvSpPr>
        <p:spPr>
          <a:xfrm>
            <a:off x="2375640" y="261396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3362760" y="2562840"/>
            <a:ext cx="610920" cy="160560"/>
          </a:xfrm>
          <a:custGeom>
            <a:avLst/>
            <a:gdLst/>
            <a:ahLst/>
            <a:rect l="0" t="0" r="r" b="b"/>
            <a:pathLst>
              <a:path w="1697" h="446">
                <a:moveTo>
                  <a:pt x="0" y="0"/>
                </a:moveTo>
                <a:lnTo>
                  <a:pt x="1697" y="0"/>
                </a:lnTo>
                <a:lnTo>
                  <a:pt x="1697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7" name=""/>
          <p:cNvSpPr txBox="1"/>
          <p:nvPr/>
        </p:nvSpPr>
        <p:spPr>
          <a:xfrm>
            <a:off x="4515120" y="243036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8" name=""/>
          <p:cNvSpPr/>
          <p:nvPr/>
        </p:nvSpPr>
        <p:spPr>
          <a:xfrm>
            <a:off x="4269600" y="252756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4269600" y="252756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0" name=""/>
          <p:cNvSpPr txBox="1"/>
          <p:nvPr/>
        </p:nvSpPr>
        <p:spPr>
          <a:xfrm>
            <a:off x="3451680" y="261396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 txBox="1"/>
          <p:nvPr/>
        </p:nvSpPr>
        <p:spPr>
          <a:xfrm>
            <a:off x="4491720" y="257832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5331960" y="256284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5331960" y="256284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4" name=""/>
          <p:cNvSpPr txBox="1"/>
          <p:nvPr/>
        </p:nvSpPr>
        <p:spPr>
          <a:xfrm>
            <a:off x="4358520" y="264960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/>
          <p:nvPr/>
        </p:nvSpPr>
        <p:spPr>
          <a:xfrm>
            <a:off x="2593080" y="173376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/>
          <p:nvPr/>
        </p:nvSpPr>
        <p:spPr>
          <a:xfrm>
            <a:off x="2593080" y="173376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7" name=""/>
          <p:cNvSpPr txBox="1"/>
          <p:nvPr/>
        </p:nvSpPr>
        <p:spPr>
          <a:xfrm>
            <a:off x="5421240" y="261396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2704320" y="183744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2704320" y="183744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a650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 txBox="1"/>
          <p:nvPr/>
        </p:nvSpPr>
        <p:spPr>
          <a:xfrm>
            <a:off x="3669120" y="174024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/>
          <p:nvPr/>
        </p:nvSpPr>
        <p:spPr>
          <a:xfrm>
            <a:off x="3460680" y="183744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3460680" y="183744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a650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3" name=""/>
          <p:cNvSpPr txBox="1"/>
          <p:nvPr/>
        </p:nvSpPr>
        <p:spPr>
          <a:xfrm>
            <a:off x="2793240" y="188856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231a02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4" name=""/>
          <p:cNvSpPr/>
          <p:nvPr/>
        </p:nvSpPr>
        <p:spPr>
          <a:xfrm>
            <a:off x="4348440" y="183744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 txBox="1"/>
          <p:nvPr/>
        </p:nvSpPr>
        <p:spPr>
          <a:xfrm>
            <a:off x="3549600" y="188856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231a02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/>
          <p:nvPr/>
        </p:nvSpPr>
        <p:spPr>
          <a:xfrm>
            <a:off x="3407040" y="114732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3407040" y="114732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8" name=""/>
          <p:cNvSpPr txBox="1"/>
          <p:nvPr/>
        </p:nvSpPr>
        <p:spPr>
          <a:xfrm>
            <a:off x="4437360" y="188856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9" name=""/>
          <p:cNvSpPr/>
          <p:nvPr/>
        </p:nvSpPr>
        <p:spPr>
          <a:xfrm>
            <a:off x="3518280" y="1251000"/>
            <a:ext cx="570960" cy="160560"/>
          </a:xfrm>
          <a:custGeom>
            <a:avLst/>
            <a:gdLst/>
            <a:ahLst/>
            <a:rect l="0" t="0" r="r" b="b"/>
            <a:pathLst>
              <a:path w="1586" h="446">
                <a:moveTo>
                  <a:pt x="0" y="0"/>
                </a:moveTo>
                <a:lnTo>
                  <a:pt x="1586" y="0"/>
                </a:lnTo>
                <a:lnTo>
                  <a:pt x="1586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0" name=""/>
          <p:cNvSpPr txBox="1"/>
          <p:nvPr/>
        </p:nvSpPr>
        <p:spPr>
          <a:xfrm>
            <a:off x="3727440" y="115416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1" name=""/>
          <p:cNvSpPr/>
          <p:nvPr/>
        </p:nvSpPr>
        <p:spPr>
          <a:xfrm>
            <a:off x="5162040" y="173376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2" name=""/>
          <p:cNvSpPr/>
          <p:nvPr/>
        </p:nvSpPr>
        <p:spPr>
          <a:xfrm>
            <a:off x="5162040" y="173376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3" name=""/>
          <p:cNvSpPr txBox="1"/>
          <p:nvPr/>
        </p:nvSpPr>
        <p:spPr>
          <a:xfrm>
            <a:off x="3607200" y="130212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5272920" y="183744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5" name=""/>
          <p:cNvSpPr txBox="1"/>
          <p:nvPr/>
        </p:nvSpPr>
        <p:spPr>
          <a:xfrm>
            <a:off x="5369040" y="174024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6" name=""/>
          <p:cNvSpPr/>
          <p:nvPr/>
        </p:nvSpPr>
        <p:spPr>
          <a:xfrm>
            <a:off x="456840" y="3609720"/>
            <a:ext cx="38520" cy="1038600"/>
          </a:xfrm>
          <a:custGeom>
            <a:avLst/>
            <a:gdLst/>
            <a:ahLst/>
            <a:rect l="0" t="0" r="r" b="b"/>
            <a:pathLst>
              <a:path w="107" h="2885">
                <a:moveTo>
                  <a:pt x="0" y="0"/>
                </a:moveTo>
                <a:lnTo>
                  <a:pt x="107" y="0"/>
                </a:lnTo>
                <a:lnTo>
                  <a:pt x="107" y="2885"/>
                </a:lnTo>
                <a:lnTo>
                  <a:pt x="0" y="2885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7" name=""/>
          <p:cNvSpPr txBox="1"/>
          <p:nvPr/>
        </p:nvSpPr>
        <p:spPr>
          <a:xfrm>
            <a:off x="5361840" y="188856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8" name=""/>
          <p:cNvSpPr txBox="1"/>
          <p:nvPr/>
        </p:nvSpPr>
        <p:spPr>
          <a:xfrm>
            <a:off x="617040" y="3629160"/>
            <a:ext cx="33472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d4ed8"/>
                </a:solidFill>
                <a:latin typeface="Arial"/>
                <a:ea typeface="Arial"/>
              </a:rPr>
              <a:t>Gevraagd door leveranciers en de architectuurboard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 txBox="1"/>
          <p:nvPr/>
        </p:nvSpPr>
        <p:spPr>
          <a:xfrm>
            <a:off x="617040" y="3848040"/>
            <a:ext cx="28443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Het begrippenkader met de OEAPI-mapping en 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 txBox="1"/>
          <p:nvPr/>
        </p:nvSpPr>
        <p:spPr>
          <a:xfrm>
            <a:off x="617040" y="4010040"/>
            <a:ext cx="39326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koppelvlakspeciﬁcaties zelf · publiek en vindbaar · versioneerbaar op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1" name=""/>
          <p:cNvSpPr txBox="1"/>
          <p:nvPr/>
        </p:nvSpPr>
        <p:spPr>
          <a:xfrm>
            <a:off x="617040" y="4172040"/>
            <a:ext cx="3476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meerdere dimensies · herleidbaar, ook waarom een keuze zo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2" name=""/>
          <p:cNvSpPr txBox="1"/>
          <p:nvPr/>
        </p:nvSpPr>
        <p:spPr>
          <a:xfrm>
            <a:off x="617040" y="4343400"/>
            <a:ext cx="4034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gemaakt is · beheerbaar na het einde van Npuls · en dat voor bijna het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4352760" y="3609720"/>
            <a:ext cx="38520" cy="1038600"/>
          </a:xfrm>
          <a:custGeom>
            <a:avLst/>
            <a:gdLst/>
            <a:ahLst/>
            <a:rect l="0" t="0" r="r" b="b"/>
            <a:pathLst>
              <a:path w="107" h="2885">
                <a:moveTo>
                  <a:pt x="0" y="0"/>
                </a:moveTo>
                <a:lnTo>
                  <a:pt x="107" y="0"/>
                </a:lnTo>
                <a:lnTo>
                  <a:pt x="107" y="2885"/>
                </a:lnTo>
                <a:lnTo>
                  <a:pt x="0" y="288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 txBox="1"/>
          <p:nvPr/>
        </p:nvSpPr>
        <p:spPr>
          <a:xfrm>
            <a:off x="617040" y="4505400"/>
            <a:ext cx="2216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hele primaire proces van een instelling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 txBox="1"/>
          <p:nvPr/>
        </p:nvSpPr>
        <p:spPr>
          <a:xfrm>
            <a:off x="4512600" y="3629160"/>
            <a:ext cx="4200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0e7c66"/>
                </a:solidFill>
                <a:latin typeface="Arial"/>
                <a:ea typeface="Arial"/>
              </a:rPr>
              <a:t>Impliciet nodig vanuit de oplossing om het blauwe waar te maken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6" name=""/>
          <p:cNvSpPr txBox="1"/>
          <p:nvPr/>
        </p:nvSpPr>
        <p:spPr>
          <a:xfrm>
            <a:off x="4512600" y="3848040"/>
            <a:ext cx="39632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De kaders, platen, boom en backlog die daaronder liggen · machinaal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7" name=""/>
          <p:cNvSpPr txBox="1"/>
          <p:nvPr/>
        </p:nvSpPr>
        <p:spPr>
          <a:xfrm>
            <a:off x="4512600" y="4010040"/>
            <a:ext cx="3577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controleerbaar: bij deze omvang, dit team en deze expertise is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8" name=""/>
          <p:cNvSpPr txBox="1"/>
          <p:nvPr/>
        </p:nvSpPr>
        <p:spPr>
          <a:xfrm>
            <a:off x="4512600" y="4172040"/>
            <a:ext cx="3586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digitaliseren, automatiseren en integreren de enige manier om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 txBox="1"/>
          <p:nvPr/>
        </p:nvSpPr>
        <p:spPr>
          <a:xfrm>
            <a:off x="4512600" y="4343400"/>
            <a:ext cx="3661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strategie, tactiek en operationele producten naar elkaar te laten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0" name=""/>
          <p:cNvSpPr txBox="1"/>
          <p:nvPr/>
        </p:nvSpPr>
        <p:spPr>
          <a:xfrm>
            <a:off x="4512600" y="4505400"/>
            <a:ext cx="37879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verwijzen · onafhankelijk toetsbaar, straks het werk van de testers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2" name=""/>
          <p:cNvSpPr txBox="1"/>
          <p:nvPr/>
        </p:nvSpPr>
        <p:spPr>
          <a:xfrm>
            <a:off x="457200" y="4727520"/>
            <a:ext cx="6823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Goud volgt niet uit deze eisen, maar draagt wel het hele programma: opdrachtgever, programmamanager en projectleider.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3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639" name=""/>
          <p:cNvSpPr txBox="1"/>
          <p:nvPr/>
        </p:nvSpPr>
        <p:spPr>
          <a:xfrm>
            <a:off x="439920" y="777240"/>
            <a:ext cx="61880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elke rol over gaat: richten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0" name=""/>
          <p:cNvSpPr/>
          <p:nvPr/>
        </p:nvSpPr>
        <p:spPr>
          <a:xfrm>
            <a:off x="456840" y="1590480"/>
            <a:ext cx="933840" cy="295560"/>
          </a:xfrm>
          <a:custGeom>
            <a:avLst/>
            <a:gdLst/>
            <a:ahLst/>
            <a:rect l="0" t="0" r="r" b="b"/>
            <a:pathLst>
              <a:path w="2594" h="821">
                <a:moveTo>
                  <a:pt x="0" y="0"/>
                </a:moveTo>
                <a:lnTo>
                  <a:pt x="2594" y="0"/>
                </a:lnTo>
                <a:lnTo>
                  <a:pt x="2594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/>
          <p:nvPr/>
        </p:nvSpPr>
        <p:spPr>
          <a:xfrm>
            <a:off x="1390320" y="1590480"/>
            <a:ext cx="2048400" cy="295560"/>
          </a:xfrm>
          <a:custGeom>
            <a:avLst/>
            <a:gdLst/>
            <a:ahLst/>
            <a:rect l="0" t="0" r="r" b="b"/>
            <a:pathLst>
              <a:path w="5690" h="821">
                <a:moveTo>
                  <a:pt x="0" y="0"/>
                </a:moveTo>
                <a:lnTo>
                  <a:pt x="5690" y="0"/>
                </a:lnTo>
                <a:lnTo>
                  <a:pt x="5690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/>
          <p:nvPr/>
        </p:nvSpPr>
        <p:spPr>
          <a:xfrm>
            <a:off x="3438360" y="1590480"/>
            <a:ext cx="2534040" cy="295560"/>
          </a:xfrm>
          <a:custGeom>
            <a:avLst/>
            <a:gdLst/>
            <a:ahLst/>
            <a:rect l="0" t="0" r="r" b="b"/>
            <a:pathLst>
              <a:path w="7039" h="821">
                <a:moveTo>
                  <a:pt x="0" y="0"/>
                </a:moveTo>
                <a:lnTo>
                  <a:pt x="7039" y="0"/>
                </a:lnTo>
                <a:lnTo>
                  <a:pt x="7039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5972040" y="1590480"/>
            <a:ext cx="2400480" cy="295560"/>
          </a:xfrm>
          <a:custGeom>
            <a:avLst/>
            <a:gdLst/>
            <a:ahLst/>
            <a:rect l="0" t="0" r="r" b="b"/>
            <a:pathLst>
              <a:path w="6668" h="821">
                <a:moveTo>
                  <a:pt x="0" y="0"/>
                </a:moveTo>
                <a:lnTo>
                  <a:pt x="6668" y="0"/>
                </a:lnTo>
                <a:lnTo>
                  <a:pt x="6668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456840" y="1876320"/>
            <a:ext cx="933840" cy="19440"/>
          </a:xfrm>
          <a:custGeom>
            <a:avLst/>
            <a:gdLst/>
            <a:ahLst/>
            <a:rect l="0" t="0" r="r" b="b"/>
            <a:pathLst>
              <a:path w="2594" h="54">
                <a:moveTo>
                  <a:pt x="0" y="0"/>
                </a:moveTo>
                <a:lnTo>
                  <a:pt x="2594" y="0"/>
                </a:lnTo>
                <a:lnTo>
                  <a:pt x="259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5" name=""/>
          <p:cNvSpPr/>
          <p:nvPr/>
        </p:nvSpPr>
        <p:spPr>
          <a:xfrm>
            <a:off x="1390320" y="1876320"/>
            <a:ext cx="2048400" cy="19440"/>
          </a:xfrm>
          <a:custGeom>
            <a:avLst/>
            <a:gdLst/>
            <a:ahLst/>
            <a:rect l="0" t="0" r="r" b="b"/>
            <a:pathLst>
              <a:path w="5690" h="54">
                <a:moveTo>
                  <a:pt x="0" y="0"/>
                </a:moveTo>
                <a:lnTo>
                  <a:pt x="5690" y="0"/>
                </a:lnTo>
                <a:lnTo>
                  <a:pt x="569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6" name=""/>
          <p:cNvSpPr/>
          <p:nvPr/>
        </p:nvSpPr>
        <p:spPr>
          <a:xfrm>
            <a:off x="3438360" y="1876320"/>
            <a:ext cx="2534040" cy="19440"/>
          </a:xfrm>
          <a:custGeom>
            <a:avLst/>
            <a:gdLst/>
            <a:ahLst/>
            <a:rect l="0" t="0" r="r" b="b"/>
            <a:pathLst>
              <a:path w="7039" h="54">
                <a:moveTo>
                  <a:pt x="0" y="0"/>
                </a:moveTo>
                <a:lnTo>
                  <a:pt x="7039" y="0"/>
                </a:lnTo>
                <a:lnTo>
                  <a:pt x="7039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/>
          <p:nvPr/>
        </p:nvSpPr>
        <p:spPr>
          <a:xfrm>
            <a:off x="5972040" y="1876320"/>
            <a:ext cx="2400480" cy="19440"/>
          </a:xfrm>
          <a:custGeom>
            <a:avLst/>
            <a:gdLst/>
            <a:ahLst/>
            <a:rect l="0" t="0" r="r" b="b"/>
            <a:pathLst>
              <a:path w="6668" h="54">
                <a:moveTo>
                  <a:pt x="0" y="0"/>
                </a:moveTo>
                <a:lnTo>
                  <a:pt x="6668" y="0"/>
                </a:lnTo>
                <a:lnTo>
                  <a:pt x="6668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8" name=""/>
          <p:cNvSpPr/>
          <p:nvPr/>
        </p:nvSpPr>
        <p:spPr>
          <a:xfrm>
            <a:off x="456840" y="218088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9" name=""/>
          <p:cNvSpPr/>
          <p:nvPr/>
        </p:nvSpPr>
        <p:spPr>
          <a:xfrm>
            <a:off x="1390320" y="218088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3438360" y="218088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5972040" y="218088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2" name=""/>
          <p:cNvSpPr/>
          <p:nvPr/>
        </p:nvSpPr>
        <p:spPr>
          <a:xfrm>
            <a:off x="456840" y="246672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3" name=""/>
          <p:cNvSpPr/>
          <p:nvPr/>
        </p:nvSpPr>
        <p:spPr>
          <a:xfrm>
            <a:off x="1390320" y="246672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4" name=""/>
          <p:cNvSpPr/>
          <p:nvPr/>
        </p:nvSpPr>
        <p:spPr>
          <a:xfrm>
            <a:off x="3438360" y="246672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5972040" y="246672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6" name=""/>
          <p:cNvSpPr/>
          <p:nvPr/>
        </p:nvSpPr>
        <p:spPr>
          <a:xfrm>
            <a:off x="456840" y="275256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7" name=""/>
          <p:cNvSpPr/>
          <p:nvPr/>
        </p:nvSpPr>
        <p:spPr>
          <a:xfrm>
            <a:off x="1390320" y="275256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8" name=""/>
          <p:cNvSpPr/>
          <p:nvPr/>
        </p:nvSpPr>
        <p:spPr>
          <a:xfrm>
            <a:off x="3438360" y="275256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9" name=""/>
          <p:cNvSpPr/>
          <p:nvPr/>
        </p:nvSpPr>
        <p:spPr>
          <a:xfrm>
            <a:off x="5972040" y="275256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0" name=""/>
          <p:cNvSpPr/>
          <p:nvPr/>
        </p:nvSpPr>
        <p:spPr>
          <a:xfrm>
            <a:off x="456840" y="303840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1" name=""/>
          <p:cNvSpPr/>
          <p:nvPr/>
        </p:nvSpPr>
        <p:spPr>
          <a:xfrm>
            <a:off x="1390320" y="303840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2" name=""/>
          <p:cNvSpPr/>
          <p:nvPr/>
        </p:nvSpPr>
        <p:spPr>
          <a:xfrm>
            <a:off x="3438360" y="303840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5972040" y="303840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456840" y="332388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5" name=""/>
          <p:cNvSpPr/>
          <p:nvPr/>
        </p:nvSpPr>
        <p:spPr>
          <a:xfrm>
            <a:off x="1390320" y="332388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6" name=""/>
          <p:cNvSpPr/>
          <p:nvPr/>
        </p:nvSpPr>
        <p:spPr>
          <a:xfrm>
            <a:off x="3438360" y="332388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7" name=""/>
          <p:cNvSpPr/>
          <p:nvPr/>
        </p:nvSpPr>
        <p:spPr>
          <a:xfrm>
            <a:off x="5972040" y="332388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8" name=""/>
          <p:cNvSpPr/>
          <p:nvPr/>
        </p:nvSpPr>
        <p:spPr>
          <a:xfrm>
            <a:off x="456840" y="360972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9" name=""/>
          <p:cNvSpPr/>
          <p:nvPr/>
        </p:nvSpPr>
        <p:spPr>
          <a:xfrm>
            <a:off x="1390320" y="360972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0" name=""/>
          <p:cNvSpPr/>
          <p:nvPr/>
        </p:nvSpPr>
        <p:spPr>
          <a:xfrm>
            <a:off x="3438360" y="360972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1" name=""/>
          <p:cNvSpPr/>
          <p:nvPr/>
        </p:nvSpPr>
        <p:spPr>
          <a:xfrm>
            <a:off x="5972040" y="360972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2" name=""/>
          <p:cNvSpPr/>
          <p:nvPr/>
        </p:nvSpPr>
        <p:spPr>
          <a:xfrm>
            <a:off x="456840" y="389556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1390320" y="389556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4" name=""/>
          <p:cNvSpPr/>
          <p:nvPr/>
        </p:nvSpPr>
        <p:spPr>
          <a:xfrm>
            <a:off x="3438360" y="389556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5" name=""/>
          <p:cNvSpPr/>
          <p:nvPr/>
        </p:nvSpPr>
        <p:spPr>
          <a:xfrm>
            <a:off x="5972040" y="389556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456840" y="418140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1390320" y="418140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8" name=""/>
          <p:cNvSpPr/>
          <p:nvPr/>
        </p:nvSpPr>
        <p:spPr>
          <a:xfrm>
            <a:off x="3438360" y="418140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9" name=""/>
          <p:cNvSpPr/>
          <p:nvPr/>
        </p:nvSpPr>
        <p:spPr>
          <a:xfrm>
            <a:off x="5972040" y="418140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0" name=""/>
          <p:cNvSpPr/>
          <p:nvPr/>
        </p:nvSpPr>
        <p:spPr>
          <a:xfrm>
            <a:off x="456840" y="446688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1" name=""/>
          <p:cNvSpPr/>
          <p:nvPr/>
        </p:nvSpPr>
        <p:spPr>
          <a:xfrm>
            <a:off x="1390320" y="446688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2" name=""/>
          <p:cNvSpPr/>
          <p:nvPr/>
        </p:nvSpPr>
        <p:spPr>
          <a:xfrm>
            <a:off x="3438360" y="446688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5972040" y="446688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4" name=""/>
          <p:cNvSpPr txBox="1"/>
          <p:nvPr/>
        </p:nvSpPr>
        <p:spPr>
          <a:xfrm>
            <a:off x="457200" y="1332000"/>
            <a:ext cx="26798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De vraag naar rollen volgt daar indirect uit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5" name=""/>
          <p:cNvSpPr txBox="1"/>
          <p:nvPr/>
        </p:nvSpPr>
        <p:spPr>
          <a:xfrm>
            <a:off x="563760" y="1669680"/>
            <a:ext cx="331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LAAG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6" name=""/>
          <p:cNvSpPr txBox="1"/>
          <p:nvPr/>
        </p:nvSpPr>
        <p:spPr>
          <a:xfrm>
            <a:off x="1494000" y="166968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7" name=""/>
          <p:cNvSpPr txBox="1"/>
          <p:nvPr/>
        </p:nvSpPr>
        <p:spPr>
          <a:xfrm>
            <a:off x="3541680" y="1669680"/>
            <a:ext cx="16833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VERANTWOORDELIJK VOOR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8" name=""/>
          <p:cNvSpPr txBox="1"/>
          <p:nvPr/>
        </p:nvSpPr>
        <p:spPr>
          <a:xfrm>
            <a:off x="6076800" y="1669680"/>
            <a:ext cx="1338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PRODUCT IN DE REPO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9" name=""/>
          <p:cNvSpPr txBox="1"/>
          <p:nvPr/>
        </p:nvSpPr>
        <p:spPr>
          <a:xfrm>
            <a:off x="563760" y="1967760"/>
            <a:ext cx="601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Strategisch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 txBox="1"/>
          <p:nvPr/>
        </p:nvSpPr>
        <p:spPr>
          <a:xfrm>
            <a:off x="1494000" y="1967760"/>
            <a:ext cx="799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Opdrachtgever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 txBox="1"/>
          <p:nvPr/>
        </p:nvSpPr>
        <p:spPr>
          <a:xfrm>
            <a:off x="3541680" y="1967760"/>
            <a:ext cx="104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Doel, geld en scope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2" name=""/>
          <p:cNvSpPr txBox="1"/>
          <p:nvPr/>
        </p:nvSpPr>
        <p:spPr>
          <a:xfrm>
            <a:off x="6076800" y="1967760"/>
            <a:ext cx="1585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Scopebesluiten en milestones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3" name=""/>
          <p:cNvSpPr txBox="1"/>
          <p:nvPr/>
        </p:nvSpPr>
        <p:spPr>
          <a:xfrm>
            <a:off x="563760" y="2253600"/>
            <a:ext cx="601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Strategisch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4" name=""/>
          <p:cNvSpPr txBox="1"/>
          <p:nvPr/>
        </p:nvSpPr>
        <p:spPr>
          <a:xfrm>
            <a:off x="1494000" y="2253600"/>
            <a:ext cx="1102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Programmamanager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 txBox="1"/>
          <p:nvPr/>
        </p:nvSpPr>
        <p:spPr>
          <a:xfrm>
            <a:off x="3541680" y="2253600"/>
            <a:ext cx="1381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Samenhang en voortgang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 txBox="1"/>
          <p:nvPr/>
        </p:nvSpPr>
        <p:spPr>
          <a:xfrm>
            <a:off x="6076800" y="2253600"/>
            <a:ext cx="18068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Voortgang richting opdrachtgever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7" name=""/>
          <p:cNvSpPr txBox="1"/>
          <p:nvPr/>
        </p:nvSpPr>
        <p:spPr>
          <a:xfrm>
            <a:off x="563760" y="2539440"/>
            <a:ext cx="601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Strategisch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8" name=""/>
          <p:cNvSpPr txBox="1"/>
          <p:nvPr/>
        </p:nvSpPr>
        <p:spPr>
          <a:xfrm>
            <a:off x="1494000" y="2539440"/>
            <a:ext cx="7610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Lead 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9" name=""/>
          <p:cNvSpPr txBox="1"/>
          <p:nvPr/>
        </p:nvSpPr>
        <p:spPr>
          <a:xfrm>
            <a:off x="3541680" y="2539440"/>
            <a:ext cx="2721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Architectuurprincipes en de lijn over de lagen heen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 txBox="1"/>
          <p:nvPr/>
        </p:nvSpPr>
        <p:spPr>
          <a:xfrm>
            <a:off x="6076800" y="2539440"/>
            <a:ext cx="2423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Architectuurprincipes, ADR’s, uitgangspunten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 txBox="1"/>
          <p:nvPr/>
        </p:nvSpPr>
        <p:spPr>
          <a:xfrm>
            <a:off x="563760" y="2825280"/>
            <a:ext cx="3420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Sector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2" name=""/>
          <p:cNvSpPr txBox="1"/>
          <p:nvPr/>
        </p:nvSpPr>
        <p:spPr>
          <a:xfrm>
            <a:off x="1494000" y="2825280"/>
            <a:ext cx="8830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Domeinarchitect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3" name=""/>
          <p:cNvSpPr txBox="1"/>
          <p:nvPr/>
        </p:nvSpPr>
        <p:spPr>
          <a:xfrm>
            <a:off x="3541680" y="2825280"/>
            <a:ext cx="2163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Kaderstelling IST en SOLL voor de sector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4" name=""/>
          <p:cNvSpPr txBox="1"/>
          <p:nvPr/>
        </p:nvSpPr>
        <p:spPr>
          <a:xfrm>
            <a:off x="6076800" y="2825280"/>
            <a:ext cx="14043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Sectorkader; ontbreekt nu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5" name=""/>
          <p:cNvSpPr txBox="1"/>
          <p:nvPr/>
        </p:nvSpPr>
        <p:spPr>
          <a:xfrm>
            <a:off x="563760" y="3120480"/>
            <a:ext cx="726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Extern advies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6" name=""/>
          <p:cNvSpPr txBox="1"/>
          <p:nvPr/>
        </p:nvSpPr>
        <p:spPr>
          <a:xfrm>
            <a:off x="1494000" y="3120480"/>
            <a:ext cx="7596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Domeinexpert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7" name=""/>
          <p:cNvSpPr txBox="1"/>
          <p:nvPr/>
        </p:nvSpPr>
        <p:spPr>
          <a:xfrm>
            <a:off x="3541680" y="3120480"/>
            <a:ext cx="1972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Vakinhoudelijk oordeel, buiten de lijn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8" name=""/>
          <p:cNvSpPr txBox="1"/>
          <p:nvPr/>
        </p:nvSpPr>
        <p:spPr>
          <a:xfrm>
            <a:off x="6076800" y="3120480"/>
            <a:ext cx="16437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Reviewcommentaar en sessies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9" name=""/>
          <p:cNvSpPr txBox="1"/>
          <p:nvPr/>
        </p:nvSpPr>
        <p:spPr>
          <a:xfrm>
            <a:off x="563760" y="3406320"/>
            <a:ext cx="794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business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0" name=""/>
          <p:cNvSpPr txBox="1"/>
          <p:nvPr/>
        </p:nvSpPr>
        <p:spPr>
          <a:xfrm>
            <a:off x="1494000" y="3406320"/>
            <a:ext cx="6681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Projectleider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1" name=""/>
          <p:cNvSpPr txBox="1"/>
          <p:nvPr/>
        </p:nvSpPr>
        <p:spPr>
          <a:xfrm>
            <a:off x="3541680" y="3406320"/>
            <a:ext cx="1788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Planning, capaciteit en voortgang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2" name=""/>
          <p:cNvSpPr txBox="1"/>
          <p:nvPr/>
        </p:nvSpPr>
        <p:spPr>
          <a:xfrm>
            <a:off x="6076800" y="3406320"/>
            <a:ext cx="14943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Milestones en issueplanning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3" name=""/>
          <p:cNvSpPr txBox="1"/>
          <p:nvPr/>
        </p:nvSpPr>
        <p:spPr>
          <a:xfrm>
            <a:off x="563760" y="3691800"/>
            <a:ext cx="794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business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4" name=""/>
          <p:cNvSpPr txBox="1"/>
          <p:nvPr/>
        </p:nvSpPr>
        <p:spPr>
          <a:xfrm>
            <a:off x="1494000" y="3691800"/>
            <a:ext cx="770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Product owner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5" name=""/>
          <p:cNvSpPr txBox="1"/>
          <p:nvPr/>
        </p:nvSpPr>
        <p:spPr>
          <a:xfrm>
            <a:off x="3541680" y="3691800"/>
            <a:ext cx="2337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Wat er gemaakt wordt en in welke volgorde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6" name=""/>
          <p:cNvSpPr txBox="1"/>
          <p:nvPr/>
        </p:nvSpPr>
        <p:spPr>
          <a:xfrm>
            <a:off x="6076800" y="3691800"/>
            <a:ext cx="19940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Productbacklog: issues en milestones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7" name=""/>
          <p:cNvSpPr txBox="1"/>
          <p:nvPr/>
        </p:nvSpPr>
        <p:spPr>
          <a:xfrm>
            <a:off x="563760" y="397764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inhoud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8" name=""/>
          <p:cNvSpPr txBox="1"/>
          <p:nvPr/>
        </p:nvSpPr>
        <p:spPr>
          <a:xfrm>
            <a:off x="1494000" y="3977640"/>
            <a:ext cx="9698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Business 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9" name=""/>
          <p:cNvSpPr txBox="1"/>
          <p:nvPr/>
        </p:nvSpPr>
        <p:spPr>
          <a:xfrm>
            <a:off x="3541680" y="3977640"/>
            <a:ext cx="15919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Hoe het werkveld in elkaar zit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0" name=""/>
          <p:cNvSpPr txBox="1"/>
          <p:nvPr/>
        </p:nvSpPr>
        <p:spPr>
          <a:xfrm>
            <a:off x="6076800" y="3977640"/>
            <a:ext cx="2443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Requirementsboom, hoofdplaat, procesplaten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1" name=""/>
          <p:cNvSpPr txBox="1"/>
          <p:nvPr/>
        </p:nvSpPr>
        <p:spPr>
          <a:xfrm>
            <a:off x="563760" y="426348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inhoud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2" name=""/>
          <p:cNvSpPr txBox="1"/>
          <p:nvPr/>
        </p:nvSpPr>
        <p:spPr>
          <a:xfrm>
            <a:off x="1494000" y="4263480"/>
            <a:ext cx="2073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Integratie- en standaardisatiespecialist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3" name=""/>
          <p:cNvSpPr txBox="1"/>
          <p:nvPr/>
        </p:nvSpPr>
        <p:spPr>
          <a:xfrm>
            <a:off x="3541680" y="4263480"/>
            <a:ext cx="25855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Aansluiting op standaarden en afsprakenstelsels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5" name=""/>
          <p:cNvSpPr txBox="1"/>
          <p:nvPr/>
        </p:nvSpPr>
        <p:spPr>
          <a:xfrm>
            <a:off x="6076800" y="4263480"/>
            <a:ext cx="1875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Begrippenkader en OEAPI-mapping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73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33" name=""/>
          <p:cNvSpPr/>
          <p:nvPr/>
        </p:nvSpPr>
        <p:spPr>
          <a:xfrm>
            <a:off x="456840" y="1104840"/>
            <a:ext cx="857880" cy="304920"/>
          </a:xfrm>
          <a:custGeom>
            <a:avLst/>
            <a:gdLst/>
            <a:ahLst/>
            <a:rect l="0" t="0" r="r" b="b"/>
            <a:pathLst>
              <a:path w="2383" h="847">
                <a:moveTo>
                  <a:pt x="0" y="0"/>
                </a:moveTo>
                <a:lnTo>
                  <a:pt x="2383" y="0"/>
                </a:lnTo>
                <a:lnTo>
                  <a:pt x="2383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4" name=""/>
          <p:cNvSpPr/>
          <p:nvPr/>
        </p:nvSpPr>
        <p:spPr>
          <a:xfrm>
            <a:off x="1314360" y="1104840"/>
            <a:ext cx="1047960" cy="304920"/>
          </a:xfrm>
          <a:custGeom>
            <a:avLst/>
            <a:gdLst/>
            <a:ahLst/>
            <a:rect l="0" t="0" r="r" b="b"/>
            <a:pathLst>
              <a:path w="2911" h="847">
                <a:moveTo>
                  <a:pt x="0" y="0"/>
                </a:moveTo>
                <a:lnTo>
                  <a:pt x="2911" y="0"/>
                </a:lnTo>
                <a:lnTo>
                  <a:pt x="2911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5" name=""/>
          <p:cNvSpPr/>
          <p:nvPr/>
        </p:nvSpPr>
        <p:spPr>
          <a:xfrm>
            <a:off x="2361960" y="1104840"/>
            <a:ext cx="3819960" cy="304920"/>
          </a:xfrm>
          <a:custGeom>
            <a:avLst/>
            <a:gdLst/>
            <a:ahLst/>
            <a:rect l="0" t="0" r="r" b="b"/>
            <a:pathLst>
              <a:path w="10611" h="847">
                <a:moveTo>
                  <a:pt x="0" y="0"/>
                </a:moveTo>
                <a:lnTo>
                  <a:pt x="10611" y="0"/>
                </a:lnTo>
                <a:lnTo>
                  <a:pt x="10611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6" name=""/>
          <p:cNvSpPr/>
          <p:nvPr/>
        </p:nvSpPr>
        <p:spPr>
          <a:xfrm>
            <a:off x="6181560" y="1104840"/>
            <a:ext cx="1857600" cy="304920"/>
          </a:xfrm>
          <a:custGeom>
            <a:avLst/>
            <a:gdLst/>
            <a:ahLst/>
            <a:rect l="0" t="0" r="r" b="b"/>
            <a:pathLst>
              <a:path w="5160" h="847">
                <a:moveTo>
                  <a:pt x="0" y="0"/>
                </a:moveTo>
                <a:lnTo>
                  <a:pt x="5160" y="0"/>
                </a:lnTo>
                <a:lnTo>
                  <a:pt x="5160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7" name=""/>
          <p:cNvSpPr/>
          <p:nvPr/>
        </p:nvSpPr>
        <p:spPr>
          <a:xfrm>
            <a:off x="456840" y="1400040"/>
            <a:ext cx="857880" cy="19440"/>
          </a:xfrm>
          <a:custGeom>
            <a:avLst/>
            <a:gdLst/>
            <a:ahLst/>
            <a:rect l="0" t="0" r="r" b="b"/>
            <a:pathLst>
              <a:path w="2383" h="54">
                <a:moveTo>
                  <a:pt x="0" y="0"/>
                </a:moveTo>
                <a:lnTo>
                  <a:pt x="2383" y="0"/>
                </a:lnTo>
                <a:lnTo>
                  <a:pt x="238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8" name=""/>
          <p:cNvSpPr/>
          <p:nvPr/>
        </p:nvSpPr>
        <p:spPr>
          <a:xfrm>
            <a:off x="1314360" y="1400040"/>
            <a:ext cx="1047960" cy="19440"/>
          </a:xfrm>
          <a:custGeom>
            <a:avLst/>
            <a:gdLst/>
            <a:ahLst/>
            <a:rect l="0" t="0" r="r" b="b"/>
            <a:pathLst>
              <a:path w="2911" h="54">
                <a:moveTo>
                  <a:pt x="0" y="0"/>
                </a:moveTo>
                <a:lnTo>
                  <a:pt x="2911" y="0"/>
                </a:lnTo>
                <a:lnTo>
                  <a:pt x="2911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9" name=""/>
          <p:cNvSpPr/>
          <p:nvPr/>
        </p:nvSpPr>
        <p:spPr>
          <a:xfrm>
            <a:off x="2361960" y="1400040"/>
            <a:ext cx="3819960" cy="19440"/>
          </a:xfrm>
          <a:custGeom>
            <a:avLst/>
            <a:gdLst/>
            <a:ahLst/>
            <a:rect l="0" t="0" r="r" b="b"/>
            <a:pathLst>
              <a:path w="10611" h="54">
                <a:moveTo>
                  <a:pt x="0" y="0"/>
                </a:moveTo>
                <a:lnTo>
                  <a:pt x="10611" y="0"/>
                </a:lnTo>
                <a:lnTo>
                  <a:pt x="10611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0" name=""/>
          <p:cNvSpPr/>
          <p:nvPr/>
        </p:nvSpPr>
        <p:spPr>
          <a:xfrm>
            <a:off x="6181560" y="1400040"/>
            <a:ext cx="1857600" cy="19440"/>
          </a:xfrm>
          <a:custGeom>
            <a:avLst/>
            <a:gdLst/>
            <a:ahLst/>
            <a:rect l="0" t="0" r="r" b="b"/>
            <a:pathLst>
              <a:path w="5160" h="54">
                <a:moveTo>
                  <a:pt x="0" y="0"/>
                </a:moveTo>
                <a:lnTo>
                  <a:pt x="5160" y="0"/>
                </a:lnTo>
                <a:lnTo>
                  <a:pt x="516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1" name=""/>
          <p:cNvSpPr/>
          <p:nvPr/>
        </p:nvSpPr>
        <p:spPr>
          <a:xfrm>
            <a:off x="456840" y="184752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2" name=""/>
          <p:cNvSpPr/>
          <p:nvPr/>
        </p:nvSpPr>
        <p:spPr>
          <a:xfrm>
            <a:off x="1314360" y="184752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3" name=""/>
          <p:cNvSpPr/>
          <p:nvPr/>
        </p:nvSpPr>
        <p:spPr>
          <a:xfrm>
            <a:off x="2361960" y="184752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6181560" y="184752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5" name=""/>
          <p:cNvSpPr/>
          <p:nvPr/>
        </p:nvSpPr>
        <p:spPr>
          <a:xfrm>
            <a:off x="456840" y="228564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6" name=""/>
          <p:cNvSpPr/>
          <p:nvPr/>
        </p:nvSpPr>
        <p:spPr>
          <a:xfrm>
            <a:off x="1314360" y="228564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7" name=""/>
          <p:cNvSpPr/>
          <p:nvPr/>
        </p:nvSpPr>
        <p:spPr>
          <a:xfrm>
            <a:off x="2361960" y="228564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8" name=""/>
          <p:cNvSpPr/>
          <p:nvPr/>
        </p:nvSpPr>
        <p:spPr>
          <a:xfrm>
            <a:off x="6181560" y="228564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9" name=""/>
          <p:cNvSpPr/>
          <p:nvPr/>
        </p:nvSpPr>
        <p:spPr>
          <a:xfrm>
            <a:off x="456840" y="271440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0" name=""/>
          <p:cNvSpPr/>
          <p:nvPr/>
        </p:nvSpPr>
        <p:spPr>
          <a:xfrm>
            <a:off x="1314360" y="271440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1" name=""/>
          <p:cNvSpPr/>
          <p:nvPr/>
        </p:nvSpPr>
        <p:spPr>
          <a:xfrm>
            <a:off x="2361960" y="271440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2" name=""/>
          <p:cNvSpPr/>
          <p:nvPr/>
        </p:nvSpPr>
        <p:spPr>
          <a:xfrm>
            <a:off x="6181560" y="271440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3" name=""/>
          <p:cNvSpPr/>
          <p:nvPr/>
        </p:nvSpPr>
        <p:spPr>
          <a:xfrm>
            <a:off x="456840" y="315252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4" name=""/>
          <p:cNvSpPr/>
          <p:nvPr/>
        </p:nvSpPr>
        <p:spPr>
          <a:xfrm>
            <a:off x="1314360" y="315252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5" name=""/>
          <p:cNvSpPr/>
          <p:nvPr/>
        </p:nvSpPr>
        <p:spPr>
          <a:xfrm>
            <a:off x="2361960" y="315252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6" name=""/>
          <p:cNvSpPr/>
          <p:nvPr/>
        </p:nvSpPr>
        <p:spPr>
          <a:xfrm>
            <a:off x="6181560" y="315252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7" name=""/>
          <p:cNvSpPr/>
          <p:nvPr/>
        </p:nvSpPr>
        <p:spPr>
          <a:xfrm>
            <a:off x="456840" y="359064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8" name=""/>
          <p:cNvSpPr/>
          <p:nvPr/>
        </p:nvSpPr>
        <p:spPr>
          <a:xfrm>
            <a:off x="1314360" y="359064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9" name=""/>
          <p:cNvSpPr/>
          <p:nvPr/>
        </p:nvSpPr>
        <p:spPr>
          <a:xfrm>
            <a:off x="2361960" y="359064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0" name=""/>
          <p:cNvSpPr/>
          <p:nvPr/>
        </p:nvSpPr>
        <p:spPr>
          <a:xfrm>
            <a:off x="6181560" y="359064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456840" y="402876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1314360" y="402876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3" name=""/>
          <p:cNvSpPr/>
          <p:nvPr/>
        </p:nvSpPr>
        <p:spPr>
          <a:xfrm>
            <a:off x="2361960" y="402876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4" name=""/>
          <p:cNvSpPr/>
          <p:nvPr/>
        </p:nvSpPr>
        <p:spPr>
          <a:xfrm>
            <a:off x="6181560" y="402876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456840" y="4457520"/>
            <a:ext cx="857880" cy="9720"/>
          </a:xfrm>
          <a:custGeom>
            <a:avLst/>
            <a:gdLst/>
            <a:ahLst/>
            <a:rect l="0" t="0" r="r" b="b"/>
            <a:pathLst>
              <a:path w="2383" h="27">
                <a:moveTo>
                  <a:pt x="0" y="0"/>
                </a:moveTo>
                <a:lnTo>
                  <a:pt x="2383" y="0"/>
                </a:lnTo>
                <a:lnTo>
                  <a:pt x="23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6" name=""/>
          <p:cNvSpPr/>
          <p:nvPr/>
        </p:nvSpPr>
        <p:spPr>
          <a:xfrm>
            <a:off x="1314360" y="4457520"/>
            <a:ext cx="1047960" cy="9720"/>
          </a:xfrm>
          <a:custGeom>
            <a:avLst/>
            <a:gdLst/>
            <a:ahLst/>
            <a:rect l="0" t="0" r="r" b="b"/>
            <a:pathLst>
              <a:path w="2911" h="27">
                <a:moveTo>
                  <a:pt x="0" y="0"/>
                </a:moveTo>
                <a:lnTo>
                  <a:pt x="2911" y="0"/>
                </a:lnTo>
                <a:lnTo>
                  <a:pt x="29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7" name=""/>
          <p:cNvSpPr/>
          <p:nvPr/>
        </p:nvSpPr>
        <p:spPr>
          <a:xfrm>
            <a:off x="2361960" y="4457520"/>
            <a:ext cx="3819960" cy="9720"/>
          </a:xfrm>
          <a:custGeom>
            <a:avLst/>
            <a:gdLst/>
            <a:ahLst/>
            <a:rect l="0" t="0" r="r" b="b"/>
            <a:pathLst>
              <a:path w="10611" h="27">
                <a:moveTo>
                  <a:pt x="0" y="0"/>
                </a:moveTo>
                <a:lnTo>
                  <a:pt x="10611" y="0"/>
                </a:lnTo>
                <a:lnTo>
                  <a:pt x="106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8" name=""/>
          <p:cNvSpPr/>
          <p:nvPr/>
        </p:nvSpPr>
        <p:spPr>
          <a:xfrm>
            <a:off x="6181560" y="4457520"/>
            <a:ext cx="1857600" cy="9720"/>
          </a:xfrm>
          <a:custGeom>
            <a:avLst/>
            <a:gdLst/>
            <a:ahLst/>
            <a:rect l="0" t="0" r="r" b="b"/>
            <a:pathLst>
              <a:path w="5160" h="27">
                <a:moveTo>
                  <a:pt x="0" y="0"/>
                </a:moveTo>
                <a:lnTo>
                  <a:pt x="5160" y="0"/>
                </a:lnTo>
                <a:lnTo>
                  <a:pt x="516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9" name=""/>
          <p:cNvSpPr/>
          <p:nvPr/>
        </p:nvSpPr>
        <p:spPr>
          <a:xfrm>
            <a:off x="456840" y="475272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0" name=""/>
          <p:cNvSpPr/>
          <p:nvPr/>
        </p:nvSpPr>
        <p:spPr>
          <a:xfrm>
            <a:off x="1314360" y="475272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1" name=""/>
          <p:cNvSpPr/>
          <p:nvPr/>
        </p:nvSpPr>
        <p:spPr>
          <a:xfrm>
            <a:off x="2361960" y="475272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/>
          <p:nvPr/>
        </p:nvSpPr>
        <p:spPr>
          <a:xfrm>
            <a:off x="6181560" y="475272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 txBox="1"/>
          <p:nvPr/>
        </p:nvSpPr>
        <p:spPr>
          <a:xfrm>
            <a:off x="439920" y="491400"/>
            <a:ext cx="63331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elke rol over gaat: bouwen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4" name=""/>
          <p:cNvSpPr txBox="1"/>
          <p:nvPr/>
        </p:nvSpPr>
        <p:spPr>
          <a:xfrm>
            <a:off x="563760" y="1193400"/>
            <a:ext cx="331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LAAG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5" name=""/>
          <p:cNvSpPr txBox="1"/>
          <p:nvPr/>
        </p:nvSpPr>
        <p:spPr>
          <a:xfrm>
            <a:off x="1422360" y="119340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6" name=""/>
          <p:cNvSpPr txBox="1"/>
          <p:nvPr/>
        </p:nvSpPr>
        <p:spPr>
          <a:xfrm>
            <a:off x="2464200" y="1193400"/>
            <a:ext cx="16833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VERANTWOORDELIJK VOOR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7" name=""/>
          <p:cNvSpPr txBox="1"/>
          <p:nvPr/>
        </p:nvSpPr>
        <p:spPr>
          <a:xfrm>
            <a:off x="6290280" y="1193400"/>
            <a:ext cx="1338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PRODUCT IN DE REPO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8" name=""/>
          <p:cNvSpPr txBox="1"/>
          <p:nvPr/>
        </p:nvSpPr>
        <p:spPr>
          <a:xfrm>
            <a:off x="563760" y="1491840"/>
            <a:ext cx="300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 txBox="1"/>
          <p:nvPr/>
        </p:nvSpPr>
        <p:spPr>
          <a:xfrm>
            <a:off x="563760" y="1634400"/>
            <a:ext cx="45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techniek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0" name=""/>
          <p:cNvSpPr txBox="1"/>
          <p:nvPr/>
        </p:nvSpPr>
        <p:spPr>
          <a:xfrm>
            <a:off x="1422360" y="1491840"/>
            <a:ext cx="9349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Solution 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1" name=""/>
          <p:cNvSpPr txBox="1"/>
          <p:nvPr/>
        </p:nvSpPr>
        <p:spPr>
          <a:xfrm>
            <a:off x="2464200" y="1491840"/>
            <a:ext cx="2425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 vertaling naar afspraken tussen systemen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2" name=""/>
          <p:cNvSpPr txBox="1"/>
          <p:nvPr/>
        </p:nvSpPr>
        <p:spPr>
          <a:xfrm>
            <a:off x="6290280" y="1491840"/>
            <a:ext cx="1405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Koppelvlakspeciﬁcaties 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3" name=""/>
          <p:cNvSpPr txBox="1"/>
          <p:nvPr/>
        </p:nvSpPr>
        <p:spPr>
          <a:xfrm>
            <a:off x="6290280" y="1634400"/>
            <a:ext cx="10735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datamodelschema’s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 txBox="1"/>
          <p:nvPr/>
        </p:nvSpPr>
        <p:spPr>
          <a:xfrm>
            <a:off x="563760" y="1920240"/>
            <a:ext cx="300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 txBox="1"/>
          <p:nvPr/>
        </p:nvSpPr>
        <p:spPr>
          <a:xfrm>
            <a:off x="563760" y="2072880"/>
            <a:ext cx="45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techniek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6" name=""/>
          <p:cNvSpPr txBox="1"/>
          <p:nvPr/>
        </p:nvSpPr>
        <p:spPr>
          <a:xfrm>
            <a:off x="1422360" y="192024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7" name=""/>
          <p:cNvSpPr txBox="1"/>
          <p:nvPr/>
        </p:nvSpPr>
        <p:spPr>
          <a:xfrm>
            <a:off x="2464200" y="1920240"/>
            <a:ext cx="2128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Hoe je vaststelt dat het gebouwde klopt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8" name=""/>
          <p:cNvSpPr txBox="1"/>
          <p:nvPr/>
        </p:nvSpPr>
        <p:spPr>
          <a:xfrm>
            <a:off x="6290280" y="1920240"/>
            <a:ext cx="1436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Testplan, testprocedure 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 txBox="1"/>
          <p:nvPr/>
        </p:nvSpPr>
        <p:spPr>
          <a:xfrm>
            <a:off x="6290280" y="2072880"/>
            <a:ext cx="933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acceptatiecriteria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 txBox="1"/>
          <p:nvPr/>
        </p:nvSpPr>
        <p:spPr>
          <a:xfrm>
            <a:off x="563760" y="2358360"/>
            <a:ext cx="300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1" name=""/>
          <p:cNvSpPr txBox="1"/>
          <p:nvPr/>
        </p:nvSpPr>
        <p:spPr>
          <a:xfrm>
            <a:off x="563760" y="2511000"/>
            <a:ext cx="45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techniek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2" name=""/>
          <p:cNvSpPr txBox="1"/>
          <p:nvPr/>
        </p:nvSpPr>
        <p:spPr>
          <a:xfrm>
            <a:off x="1422360" y="2358360"/>
            <a:ext cx="51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 lead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3" name=""/>
          <p:cNvSpPr txBox="1"/>
          <p:nvPr/>
        </p:nvSpPr>
        <p:spPr>
          <a:xfrm>
            <a:off x="2464200" y="2358360"/>
            <a:ext cx="3313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 technische lijn op operationeel niveau, plus leiding aan het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 txBox="1"/>
          <p:nvPr/>
        </p:nvSpPr>
        <p:spPr>
          <a:xfrm>
            <a:off x="2464200" y="2511000"/>
            <a:ext cx="39175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developmentteam: begeleiden, ontwikkelen, werkafspraken en toolkeuze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 txBox="1"/>
          <p:nvPr/>
        </p:nvSpPr>
        <p:spPr>
          <a:xfrm>
            <a:off x="6290280" y="2358360"/>
            <a:ext cx="16617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Agent-harness, werkafspraken,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6" name=""/>
          <p:cNvSpPr txBox="1"/>
          <p:nvPr/>
        </p:nvSpPr>
        <p:spPr>
          <a:xfrm>
            <a:off x="6290280" y="2511000"/>
            <a:ext cx="636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CI-controles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7" name=""/>
          <p:cNvSpPr txBox="1"/>
          <p:nvPr/>
        </p:nvSpPr>
        <p:spPr>
          <a:xfrm>
            <a:off x="563760" y="279648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8" name=""/>
          <p:cNvSpPr txBox="1"/>
          <p:nvPr/>
        </p:nvSpPr>
        <p:spPr>
          <a:xfrm>
            <a:off x="1422360" y="2796480"/>
            <a:ext cx="5479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Developer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9" name=""/>
          <p:cNvSpPr txBox="1"/>
          <p:nvPr/>
        </p:nvSpPr>
        <p:spPr>
          <a:xfrm>
            <a:off x="2464200" y="2796480"/>
            <a:ext cx="28537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 software waarmee het team zijn producten maakt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0" name=""/>
          <p:cNvSpPr txBox="1"/>
          <p:nvPr/>
        </p:nvSpPr>
        <p:spPr>
          <a:xfrm>
            <a:off x="6290280" y="2796480"/>
            <a:ext cx="11865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CI/CD, controlescripts,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1" name=""/>
          <p:cNvSpPr txBox="1"/>
          <p:nvPr/>
        </p:nvSpPr>
        <p:spPr>
          <a:xfrm>
            <a:off x="6290280" y="2949120"/>
            <a:ext cx="572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buildstraat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2" name=""/>
          <p:cNvSpPr txBox="1"/>
          <p:nvPr/>
        </p:nvSpPr>
        <p:spPr>
          <a:xfrm>
            <a:off x="563760" y="323460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3" name=""/>
          <p:cNvSpPr txBox="1"/>
          <p:nvPr/>
        </p:nvSpPr>
        <p:spPr>
          <a:xfrm>
            <a:off x="1422360" y="3234600"/>
            <a:ext cx="852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Business analist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4" name=""/>
          <p:cNvSpPr txBox="1"/>
          <p:nvPr/>
        </p:nvSpPr>
        <p:spPr>
          <a:xfrm>
            <a:off x="2464200" y="3234600"/>
            <a:ext cx="21524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Behoeften uitwerken tot toetsbare eisen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5" name=""/>
          <p:cNvSpPr txBox="1"/>
          <p:nvPr/>
        </p:nvSpPr>
        <p:spPr>
          <a:xfrm>
            <a:off x="6290280" y="3234600"/>
            <a:ext cx="1469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Kaderscenario’s, persona’s,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6" name=""/>
          <p:cNvSpPr txBox="1"/>
          <p:nvPr/>
        </p:nvSpPr>
        <p:spPr>
          <a:xfrm>
            <a:off x="6290280" y="3377520"/>
            <a:ext cx="355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stories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7" name=""/>
          <p:cNvSpPr txBox="1"/>
          <p:nvPr/>
        </p:nvSpPr>
        <p:spPr>
          <a:xfrm>
            <a:off x="563760" y="367308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8" name=""/>
          <p:cNvSpPr txBox="1"/>
          <p:nvPr/>
        </p:nvSpPr>
        <p:spPr>
          <a:xfrm>
            <a:off x="1422360" y="3673080"/>
            <a:ext cx="7214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Testspecialist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 txBox="1"/>
          <p:nvPr/>
        </p:nvSpPr>
        <p:spPr>
          <a:xfrm>
            <a:off x="2464200" y="3673080"/>
            <a:ext cx="25718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Testscenario’s en testcases maken en uitvoeren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0" name=""/>
          <p:cNvSpPr txBox="1"/>
          <p:nvPr/>
        </p:nvSpPr>
        <p:spPr>
          <a:xfrm>
            <a:off x="6290280" y="3673080"/>
            <a:ext cx="15580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Integratietests en end-to-end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1" name=""/>
          <p:cNvSpPr txBox="1"/>
          <p:nvPr/>
        </p:nvSpPr>
        <p:spPr>
          <a:xfrm>
            <a:off x="6290280" y="3815640"/>
            <a:ext cx="258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2" name=""/>
          <p:cNvSpPr txBox="1"/>
          <p:nvPr/>
        </p:nvSpPr>
        <p:spPr>
          <a:xfrm>
            <a:off x="563760" y="410148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 txBox="1"/>
          <p:nvPr/>
        </p:nvSpPr>
        <p:spPr>
          <a:xfrm>
            <a:off x="1422360" y="4101480"/>
            <a:ext cx="933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Release 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 txBox="1"/>
          <p:nvPr/>
        </p:nvSpPr>
        <p:spPr>
          <a:xfrm>
            <a:off x="2464200" y="4101480"/>
            <a:ext cx="1770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Wat er wanneer naar buiten gaat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5" name=""/>
          <p:cNvSpPr txBox="1"/>
          <p:nvPr/>
        </p:nvSpPr>
        <p:spPr>
          <a:xfrm>
            <a:off x="6290280" y="4101480"/>
            <a:ext cx="1276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Releases, branchmodel,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6" name=""/>
          <p:cNvSpPr txBox="1"/>
          <p:nvPr/>
        </p:nvSpPr>
        <p:spPr>
          <a:xfrm>
            <a:off x="6290280" y="425376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versiebeheer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7" name=""/>
          <p:cNvSpPr txBox="1"/>
          <p:nvPr/>
        </p:nvSpPr>
        <p:spPr>
          <a:xfrm>
            <a:off x="563760" y="453960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8" name=""/>
          <p:cNvSpPr txBox="1"/>
          <p:nvPr/>
        </p:nvSpPr>
        <p:spPr>
          <a:xfrm>
            <a:off x="1422360" y="4539600"/>
            <a:ext cx="9471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Borgingsmanager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 txBox="1"/>
          <p:nvPr/>
        </p:nvSpPr>
        <p:spPr>
          <a:xfrm>
            <a:off x="2464200" y="4539600"/>
            <a:ext cx="2225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Hoe de oplossing landt en in beheer komt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0" name=""/>
          <p:cNvSpPr txBox="1"/>
          <p:nvPr/>
        </p:nvSpPr>
        <p:spPr>
          <a:xfrm>
            <a:off x="6290280" y="4539600"/>
            <a:ext cx="1797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Overdrachts- en beheerafspraken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2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28" name=""/>
          <p:cNvSpPr/>
          <p:nvPr/>
        </p:nvSpPr>
        <p:spPr>
          <a:xfrm>
            <a:off x="3803400" y="172944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3"/>
                </a:cubicBezTo>
                <a:cubicBezTo>
                  <a:pt x="194" y="402"/>
                  <a:pt x="387" y="499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9" name=""/>
          <p:cNvSpPr/>
          <p:nvPr/>
        </p:nvSpPr>
        <p:spPr>
          <a:xfrm>
            <a:off x="3996000" y="192744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0" name=""/>
          <p:cNvSpPr/>
          <p:nvPr/>
        </p:nvSpPr>
        <p:spPr>
          <a:xfrm>
            <a:off x="3993840" y="192528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9"/>
                </a:moveTo>
                <a:lnTo>
                  <a:pt x="46" y="15"/>
                </a:lnTo>
                <a:lnTo>
                  <a:pt x="40" y="19"/>
                </a:lnTo>
                <a:lnTo>
                  <a:pt x="36" y="13"/>
                </a:lnTo>
                <a:lnTo>
                  <a:pt x="42" y="9"/>
                </a:lnTo>
                <a:moveTo>
                  <a:pt x="46" y="15"/>
                </a:moveTo>
                <a:lnTo>
                  <a:pt x="50" y="20"/>
                </a:lnTo>
                <a:lnTo>
                  <a:pt x="44" y="24"/>
                </a:lnTo>
                <a:lnTo>
                  <a:pt x="40" y="19"/>
                </a:lnTo>
                <a:lnTo>
                  <a:pt x="46" y="15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1"/>
                </a:lnTo>
                <a:lnTo>
                  <a:pt x="52" y="34"/>
                </a:lnTo>
                <a:lnTo>
                  <a:pt x="48" y="29"/>
                </a:lnTo>
                <a:lnTo>
                  <a:pt x="54" y="25"/>
                </a:lnTo>
                <a:moveTo>
                  <a:pt x="57" y="31"/>
                </a:moveTo>
                <a:lnTo>
                  <a:pt x="61" y="36"/>
                </a:lnTo>
                <a:lnTo>
                  <a:pt x="56" y="40"/>
                </a:lnTo>
                <a:lnTo>
                  <a:pt x="52" y="34"/>
                </a:lnTo>
                <a:lnTo>
                  <a:pt x="57" y="31"/>
                </a:lnTo>
                <a:moveTo>
                  <a:pt x="61" y="36"/>
                </a:moveTo>
                <a:lnTo>
                  <a:pt x="65" y="41"/>
                </a:lnTo>
                <a:lnTo>
                  <a:pt x="60" y="45"/>
                </a:lnTo>
                <a:lnTo>
                  <a:pt x="56" y="40"/>
                </a:lnTo>
                <a:lnTo>
                  <a:pt x="61" y="36"/>
                </a:lnTo>
                <a:moveTo>
                  <a:pt x="65" y="41"/>
                </a:moveTo>
                <a:lnTo>
                  <a:pt x="69" y="46"/>
                </a:lnTo>
                <a:lnTo>
                  <a:pt x="64" y="50"/>
                </a:lnTo>
                <a:lnTo>
                  <a:pt x="60" y="45"/>
                </a:lnTo>
                <a:lnTo>
                  <a:pt x="65" y="41"/>
                </a:lnTo>
                <a:moveTo>
                  <a:pt x="69" y="46"/>
                </a:moveTo>
                <a:lnTo>
                  <a:pt x="73" y="52"/>
                </a:lnTo>
                <a:lnTo>
                  <a:pt x="68" y="56"/>
                </a:lnTo>
                <a:lnTo>
                  <a:pt x="64" y="50"/>
                </a:lnTo>
                <a:lnTo>
                  <a:pt x="69" y="46"/>
                </a:lnTo>
                <a:moveTo>
                  <a:pt x="73" y="52"/>
                </a:moveTo>
                <a:lnTo>
                  <a:pt x="77" y="57"/>
                </a:lnTo>
                <a:lnTo>
                  <a:pt x="72" y="62"/>
                </a:lnTo>
                <a:lnTo>
                  <a:pt x="68" y="56"/>
                </a:lnTo>
                <a:lnTo>
                  <a:pt x="73" y="52"/>
                </a:lnTo>
                <a:moveTo>
                  <a:pt x="77" y="57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7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79" y="63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3"/>
                </a:lnTo>
                <a:lnTo>
                  <a:pt x="54" y="63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3"/>
                </a:lnTo>
                <a:lnTo>
                  <a:pt x="47" y="63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4"/>
                </a:lnTo>
                <a:lnTo>
                  <a:pt x="9" y="67"/>
                </a:lnTo>
                <a:lnTo>
                  <a:pt x="6" y="66"/>
                </a:lnTo>
                <a:lnTo>
                  <a:pt x="6" y="63"/>
                </a:lnTo>
                <a:lnTo>
                  <a:pt x="8" y="63"/>
                </a:lnTo>
                <a:lnTo>
                  <a:pt x="8" y="69"/>
                </a:lnTo>
                <a:moveTo>
                  <a:pt x="5" y="61"/>
                </a:moveTo>
                <a:lnTo>
                  <a:pt x="8" y="54"/>
                </a:lnTo>
                <a:lnTo>
                  <a:pt x="13" y="57"/>
                </a:lnTo>
                <a:lnTo>
                  <a:pt x="10" y="64"/>
                </a:lnTo>
                <a:lnTo>
                  <a:pt x="5" y="61"/>
                </a:lnTo>
                <a:moveTo>
                  <a:pt x="8" y="54"/>
                </a:moveTo>
                <a:lnTo>
                  <a:pt x="10" y="48"/>
                </a:lnTo>
                <a:lnTo>
                  <a:pt x="16" y="51"/>
                </a:lnTo>
                <a:lnTo>
                  <a:pt x="13" y="57"/>
                </a:lnTo>
                <a:lnTo>
                  <a:pt x="8" y="54"/>
                </a:lnTo>
                <a:moveTo>
                  <a:pt x="10" y="48"/>
                </a:moveTo>
                <a:lnTo>
                  <a:pt x="13" y="42"/>
                </a:lnTo>
                <a:lnTo>
                  <a:pt x="19" y="45"/>
                </a:lnTo>
                <a:lnTo>
                  <a:pt x="16" y="51"/>
                </a:lnTo>
                <a:lnTo>
                  <a:pt x="10" y="48"/>
                </a:lnTo>
                <a:moveTo>
                  <a:pt x="13" y="42"/>
                </a:moveTo>
                <a:lnTo>
                  <a:pt x="16" y="36"/>
                </a:lnTo>
                <a:lnTo>
                  <a:pt x="22" y="39"/>
                </a:lnTo>
                <a:lnTo>
                  <a:pt x="19" y="45"/>
                </a:lnTo>
                <a:lnTo>
                  <a:pt x="13" y="42"/>
                </a:lnTo>
                <a:moveTo>
                  <a:pt x="16" y="36"/>
                </a:moveTo>
                <a:lnTo>
                  <a:pt x="19" y="30"/>
                </a:lnTo>
                <a:lnTo>
                  <a:pt x="25" y="33"/>
                </a:lnTo>
                <a:lnTo>
                  <a:pt x="22" y="39"/>
                </a:lnTo>
                <a:lnTo>
                  <a:pt x="16" y="36"/>
                </a:lnTo>
                <a:moveTo>
                  <a:pt x="19" y="30"/>
                </a:moveTo>
                <a:lnTo>
                  <a:pt x="22" y="24"/>
                </a:lnTo>
                <a:lnTo>
                  <a:pt x="28" y="27"/>
                </a:lnTo>
                <a:lnTo>
                  <a:pt x="25" y="33"/>
                </a:lnTo>
                <a:lnTo>
                  <a:pt x="19" y="30"/>
                </a:lnTo>
                <a:moveTo>
                  <a:pt x="22" y="24"/>
                </a:moveTo>
                <a:lnTo>
                  <a:pt x="25" y="19"/>
                </a:lnTo>
                <a:lnTo>
                  <a:pt x="31" y="22"/>
                </a:lnTo>
                <a:lnTo>
                  <a:pt x="28" y="27"/>
                </a:lnTo>
                <a:lnTo>
                  <a:pt x="22" y="24"/>
                </a:lnTo>
                <a:moveTo>
                  <a:pt x="25" y="19"/>
                </a:moveTo>
                <a:lnTo>
                  <a:pt x="28" y="13"/>
                </a:lnTo>
                <a:lnTo>
                  <a:pt x="34" y="16"/>
                </a:lnTo>
                <a:lnTo>
                  <a:pt x="31" y="22"/>
                </a:lnTo>
                <a:lnTo>
                  <a:pt x="25" y="19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9"/>
                </a:lnTo>
                <a:lnTo>
                  <a:pt x="36" y="13"/>
                </a:lnTo>
                <a:lnTo>
                  <a:pt x="32" y="8"/>
                </a:lnTo>
                <a:lnTo>
                  <a:pt x="35" y="6"/>
                </a:lnTo>
                <a:lnTo>
                  <a:pt x="38" y="8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1" name=""/>
          <p:cNvSpPr/>
          <p:nvPr/>
        </p:nvSpPr>
        <p:spPr>
          <a:xfrm>
            <a:off x="4667040" y="2594160"/>
            <a:ext cx="0" cy="136440"/>
          </a:xfrm>
          <a:custGeom>
            <a:avLst/>
            <a:gdLst/>
            <a:ahLst/>
            <a:rect l="0" t="0" r="r" b="b"/>
            <a:pathLst>
              <a:path fill="none" w="0" h="379">
                <a:moveTo>
                  <a:pt x="0" y="0"/>
                </a:moveTo>
                <a:lnTo>
                  <a:pt x="0" y="35"/>
                </a:lnTo>
                <a:cubicBezTo>
                  <a:pt x="0" y="69"/>
                  <a:pt x="0" y="137"/>
                  <a:pt x="0" y="200"/>
                </a:cubicBezTo>
                <a:cubicBezTo>
                  <a:pt x="0" y="264"/>
                  <a:pt x="0" y="321"/>
                  <a:pt x="0" y="350"/>
                </a:cubicBezTo>
                <a:lnTo>
                  <a:pt x="0" y="379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2" name=""/>
          <p:cNvSpPr/>
          <p:nvPr/>
        </p:nvSpPr>
        <p:spPr>
          <a:xfrm>
            <a:off x="4655160" y="271872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3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3" name=""/>
          <p:cNvSpPr/>
          <p:nvPr/>
        </p:nvSpPr>
        <p:spPr>
          <a:xfrm>
            <a:off x="4653360" y="2717640"/>
            <a:ext cx="27720" cy="27720"/>
          </a:xfrm>
          <a:custGeom>
            <a:avLst/>
            <a:gdLst/>
            <a:ahLst/>
            <a:rect l="0" t="0" r="r" b="b"/>
            <a:pathLst>
              <a:path w="77" h="77">
                <a:moveTo>
                  <a:pt x="72" y="10"/>
                </a:moveTo>
                <a:lnTo>
                  <a:pt x="69" y="17"/>
                </a:lnTo>
                <a:lnTo>
                  <a:pt x="63" y="13"/>
                </a:lnTo>
                <a:lnTo>
                  <a:pt x="66" y="7"/>
                </a:lnTo>
                <a:lnTo>
                  <a:pt x="72" y="10"/>
                </a:lnTo>
                <a:moveTo>
                  <a:pt x="69" y="17"/>
                </a:moveTo>
                <a:lnTo>
                  <a:pt x="66" y="23"/>
                </a:lnTo>
                <a:lnTo>
                  <a:pt x="60" y="20"/>
                </a:lnTo>
                <a:lnTo>
                  <a:pt x="63" y="13"/>
                </a:lnTo>
                <a:lnTo>
                  <a:pt x="69" y="17"/>
                </a:lnTo>
                <a:moveTo>
                  <a:pt x="66" y="23"/>
                </a:moveTo>
                <a:lnTo>
                  <a:pt x="63" y="29"/>
                </a:lnTo>
                <a:lnTo>
                  <a:pt x="57" y="26"/>
                </a:lnTo>
                <a:lnTo>
                  <a:pt x="60" y="20"/>
                </a:lnTo>
                <a:lnTo>
                  <a:pt x="66" y="23"/>
                </a:lnTo>
                <a:moveTo>
                  <a:pt x="63" y="29"/>
                </a:moveTo>
                <a:lnTo>
                  <a:pt x="60" y="35"/>
                </a:lnTo>
                <a:lnTo>
                  <a:pt x="54" y="32"/>
                </a:lnTo>
                <a:lnTo>
                  <a:pt x="57" y="26"/>
                </a:lnTo>
                <a:lnTo>
                  <a:pt x="63" y="29"/>
                </a:lnTo>
                <a:moveTo>
                  <a:pt x="60" y="35"/>
                </a:moveTo>
                <a:lnTo>
                  <a:pt x="57" y="41"/>
                </a:lnTo>
                <a:lnTo>
                  <a:pt x="51" y="38"/>
                </a:lnTo>
                <a:lnTo>
                  <a:pt x="54" y="32"/>
                </a:lnTo>
                <a:lnTo>
                  <a:pt x="60" y="35"/>
                </a:lnTo>
                <a:moveTo>
                  <a:pt x="57" y="41"/>
                </a:moveTo>
                <a:lnTo>
                  <a:pt x="54" y="46"/>
                </a:lnTo>
                <a:lnTo>
                  <a:pt x="48" y="44"/>
                </a:lnTo>
                <a:lnTo>
                  <a:pt x="51" y="38"/>
                </a:lnTo>
                <a:lnTo>
                  <a:pt x="57" y="41"/>
                </a:lnTo>
                <a:moveTo>
                  <a:pt x="54" y="46"/>
                </a:moveTo>
                <a:lnTo>
                  <a:pt x="51" y="52"/>
                </a:lnTo>
                <a:lnTo>
                  <a:pt x="45" y="49"/>
                </a:lnTo>
                <a:lnTo>
                  <a:pt x="48" y="44"/>
                </a:lnTo>
                <a:lnTo>
                  <a:pt x="54" y="46"/>
                </a:lnTo>
                <a:moveTo>
                  <a:pt x="51" y="52"/>
                </a:moveTo>
                <a:lnTo>
                  <a:pt x="48" y="58"/>
                </a:lnTo>
                <a:lnTo>
                  <a:pt x="43" y="55"/>
                </a:lnTo>
                <a:lnTo>
                  <a:pt x="45" y="49"/>
                </a:lnTo>
                <a:lnTo>
                  <a:pt x="51" y="52"/>
                </a:lnTo>
                <a:moveTo>
                  <a:pt x="48" y="58"/>
                </a:moveTo>
                <a:lnTo>
                  <a:pt x="45" y="64"/>
                </a:lnTo>
                <a:lnTo>
                  <a:pt x="40" y="61"/>
                </a:lnTo>
                <a:lnTo>
                  <a:pt x="43" y="55"/>
                </a:lnTo>
                <a:lnTo>
                  <a:pt x="48" y="58"/>
                </a:lnTo>
                <a:moveTo>
                  <a:pt x="45" y="64"/>
                </a:moveTo>
                <a:lnTo>
                  <a:pt x="43" y="70"/>
                </a:lnTo>
                <a:lnTo>
                  <a:pt x="37" y="67"/>
                </a:lnTo>
                <a:lnTo>
                  <a:pt x="40" y="61"/>
                </a:lnTo>
                <a:lnTo>
                  <a:pt x="45" y="64"/>
                </a:lnTo>
                <a:moveTo>
                  <a:pt x="43" y="70"/>
                </a:moveTo>
                <a:lnTo>
                  <a:pt x="39" y="77"/>
                </a:lnTo>
                <a:lnTo>
                  <a:pt x="34" y="66"/>
                </a:lnTo>
                <a:lnTo>
                  <a:pt x="40" y="63"/>
                </a:lnTo>
                <a:lnTo>
                  <a:pt x="42" y="68"/>
                </a:lnTo>
                <a:lnTo>
                  <a:pt x="39" y="70"/>
                </a:lnTo>
                <a:lnTo>
                  <a:pt x="36" y="68"/>
                </a:lnTo>
                <a:lnTo>
                  <a:pt x="37" y="67"/>
                </a:lnTo>
                <a:lnTo>
                  <a:pt x="43" y="70"/>
                </a:lnTo>
                <a:moveTo>
                  <a:pt x="34" y="66"/>
                </a:moveTo>
                <a:lnTo>
                  <a:pt x="30" y="60"/>
                </a:lnTo>
                <a:lnTo>
                  <a:pt x="37" y="57"/>
                </a:lnTo>
                <a:lnTo>
                  <a:pt x="40" y="63"/>
                </a:lnTo>
                <a:lnTo>
                  <a:pt x="34" y="66"/>
                </a:lnTo>
                <a:moveTo>
                  <a:pt x="30" y="60"/>
                </a:moveTo>
                <a:lnTo>
                  <a:pt x="27" y="54"/>
                </a:lnTo>
                <a:lnTo>
                  <a:pt x="34" y="52"/>
                </a:lnTo>
                <a:lnTo>
                  <a:pt x="37" y="57"/>
                </a:lnTo>
                <a:lnTo>
                  <a:pt x="30" y="60"/>
                </a:lnTo>
                <a:moveTo>
                  <a:pt x="27" y="54"/>
                </a:moveTo>
                <a:lnTo>
                  <a:pt x="24" y="49"/>
                </a:lnTo>
                <a:lnTo>
                  <a:pt x="30" y="46"/>
                </a:lnTo>
                <a:lnTo>
                  <a:pt x="34" y="52"/>
                </a:lnTo>
                <a:lnTo>
                  <a:pt x="27" y="54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4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1"/>
                </a:lnTo>
                <a:lnTo>
                  <a:pt x="21" y="28"/>
                </a:lnTo>
                <a:lnTo>
                  <a:pt x="24" y="34"/>
                </a:lnTo>
                <a:lnTo>
                  <a:pt x="18" y="37"/>
                </a:lnTo>
                <a:moveTo>
                  <a:pt x="15" y="31"/>
                </a:moveTo>
                <a:lnTo>
                  <a:pt x="12" y="25"/>
                </a:lnTo>
                <a:lnTo>
                  <a:pt x="18" y="22"/>
                </a:lnTo>
                <a:lnTo>
                  <a:pt x="21" y="28"/>
                </a:lnTo>
                <a:lnTo>
                  <a:pt x="15" y="31"/>
                </a:lnTo>
                <a:moveTo>
                  <a:pt x="12" y="25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5"/>
                </a:lnTo>
                <a:moveTo>
                  <a:pt x="9" y="19"/>
                </a:moveTo>
                <a:lnTo>
                  <a:pt x="6" y="12"/>
                </a:lnTo>
                <a:lnTo>
                  <a:pt x="12" y="9"/>
                </a:lnTo>
                <a:lnTo>
                  <a:pt x="15" y="16"/>
                </a:lnTo>
                <a:lnTo>
                  <a:pt x="9" y="19"/>
                </a:lnTo>
                <a:moveTo>
                  <a:pt x="6" y="12"/>
                </a:moveTo>
                <a:lnTo>
                  <a:pt x="3" y="6"/>
                </a:lnTo>
                <a:lnTo>
                  <a:pt x="9" y="3"/>
                </a:lnTo>
                <a:lnTo>
                  <a:pt x="12" y="9"/>
                </a:lnTo>
                <a:lnTo>
                  <a:pt x="6" y="12"/>
                </a:lnTo>
                <a:moveTo>
                  <a:pt x="3" y="6"/>
                </a:moveTo>
                <a:lnTo>
                  <a:pt x="0" y="0"/>
                </a:lnTo>
                <a:lnTo>
                  <a:pt x="9" y="0"/>
                </a:lnTo>
                <a:lnTo>
                  <a:pt x="9" y="6"/>
                </a:lnTo>
                <a:lnTo>
                  <a:pt x="5" y="6"/>
                </a:lnTo>
                <a:lnTo>
                  <a:pt x="5" y="3"/>
                </a:lnTo>
                <a:lnTo>
                  <a:pt x="8" y="1"/>
                </a:lnTo>
                <a:lnTo>
                  <a:pt x="9" y="3"/>
                </a:lnTo>
                <a:lnTo>
                  <a:pt x="3" y="6"/>
                </a:lnTo>
                <a:moveTo>
                  <a:pt x="9" y="0"/>
                </a:moveTo>
                <a:lnTo>
                  <a:pt x="16" y="0"/>
                </a:lnTo>
                <a:lnTo>
                  <a:pt x="16" y="6"/>
                </a:lnTo>
                <a:lnTo>
                  <a:pt x="9" y="6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6"/>
                </a:lnTo>
                <a:lnTo>
                  <a:pt x="16" y="6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6"/>
                </a:lnTo>
                <a:lnTo>
                  <a:pt x="23" y="6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6"/>
                </a:lnTo>
                <a:lnTo>
                  <a:pt x="29" y="6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6"/>
                </a:lnTo>
                <a:lnTo>
                  <a:pt x="37" y="6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6"/>
                </a:lnTo>
                <a:lnTo>
                  <a:pt x="43" y="6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6"/>
                </a:lnTo>
                <a:lnTo>
                  <a:pt x="50" y="6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6"/>
                </a:lnTo>
                <a:lnTo>
                  <a:pt x="56" y="6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6"/>
                </a:lnTo>
                <a:lnTo>
                  <a:pt x="63" y="6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0"/>
                </a:lnTo>
                <a:lnTo>
                  <a:pt x="66" y="7"/>
                </a:lnTo>
                <a:lnTo>
                  <a:pt x="69" y="1"/>
                </a:lnTo>
                <a:lnTo>
                  <a:pt x="72" y="3"/>
                </a:lnTo>
                <a:lnTo>
                  <a:pt x="72" y="6"/>
                </a:lnTo>
                <a:lnTo>
                  <a:pt x="70" y="6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4" name=""/>
          <p:cNvSpPr/>
          <p:nvPr/>
        </p:nvSpPr>
        <p:spPr>
          <a:xfrm>
            <a:off x="5322240" y="172944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3"/>
                </a:cubicBezTo>
                <a:cubicBezTo>
                  <a:pt x="386" y="402"/>
                  <a:pt x="193" y="499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5" name=""/>
          <p:cNvSpPr/>
          <p:nvPr/>
        </p:nvSpPr>
        <p:spPr>
          <a:xfrm>
            <a:off x="5311800" y="192744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6" name=""/>
          <p:cNvSpPr/>
          <p:nvPr/>
        </p:nvSpPr>
        <p:spPr>
          <a:xfrm>
            <a:off x="5309280" y="192528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3"/>
                </a:lnTo>
                <a:lnTo>
                  <a:pt x="54" y="63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3"/>
                </a:lnTo>
                <a:lnTo>
                  <a:pt x="48" y="63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60"/>
                </a:lnTo>
                <a:lnTo>
                  <a:pt x="13" y="64"/>
                </a:lnTo>
                <a:lnTo>
                  <a:pt x="10" y="68"/>
                </a:lnTo>
                <a:lnTo>
                  <a:pt x="7" y="66"/>
                </a:lnTo>
                <a:lnTo>
                  <a:pt x="7" y="63"/>
                </a:lnTo>
                <a:lnTo>
                  <a:pt x="8" y="63"/>
                </a:lnTo>
                <a:lnTo>
                  <a:pt x="8" y="69"/>
                </a:lnTo>
                <a:moveTo>
                  <a:pt x="8" y="60"/>
                </a:moveTo>
                <a:lnTo>
                  <a:pt x="12" y="53"/>
                </a:lnTo>
                <a:lnTo>
                  <a:pt x="17" y="57"/>
                </a:lnTo>
                <a:lnTo>
                  <a:pt x="13" y="64"/>
                </a:lnTo>
                <a:lnTo>
                  <a:pt x="8" y="60"/>
                </a:lnTo>
                <a:moveTo>
                  <a:pt x="12" y="53"/>
                </a:moveTo>
                <a:lnTo>
                  <a:pt x="15" y="48"/>
                </a:lnTo>
                <a:lnTo>
                  <a:pt x="21" y="52"/>
                </a:lnTo>
                <a:lnTo>
                  <a:pt x="17" y="57"/>
                </a:lnTo>
                <a:lnTo>
                  <a:pt x="12" y="53"/>
                </a:lnTo>
                <a:moveTo>
                  <a:pt x="15" y="48"/>
                </a:moveTo>
                <a:lnTo>
                  <a:pt x="19" y="43"/>
                </a:lnTo>
                <a:lnTo>
                  <a:pt x="25" y="47"/>
                </a:lnTo>
                <a:lnTo>
                  <a:pt x="21" y="52"/>
                </a:lnTo>
                <a:lnTo>
                  <a:pt x="15" y="48"/>
                </a:lnTo>
                <a:moveTo>
                  <a:pt x="19" y="43"/>
                </a:moveTo>
                <a:lnTo>
                  <a:pt x="23" y="38"/>
                </a:lnTo>
                <a:lnTo>
                  <a:pt x="29" y="42"/>
                </a:lnTo>
                <a:lnTo>
                  <a:pt x="25" y="47"/>
                </a:lnTo>
                <a:lnTo>
                  <a:pt x="19" y="43"/>
                </a:lnTo>
                <a:moveTo>
                  <a:pt x="23" y="38"/>
                </a:moveTo>
                <a:lnTo>
                  <a:pt x="27" y="32"/>
                </a:lnTo>
                <a:lnTo>
                  <a:pt x="33" y="36"/>
                </a:lnTo>
                <a:lnTo>
                  <a:pt x="29" y="42"/>
                </a:lnTo>
                <a:lnTo>
                  <a:pt x="23" y="38"/>
                </a:lnTo>
                <a:moveTo>
                  <a:pt x="27" y="32"/>
                </a:moveTo>
                <a:lnTo>
                  <a:pt x="31" y="27"/>
                </a:lnTo>
                <a:lnTo>
                  <a:pt x="37" y="31"/>
                </a:lnTo>
                <a:lnTo>
                  <a:pt x="33" y="36"/>
                </a:lnTo>
                <a:lnTo>
                  <a:pt x="27" y="32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7"/>
                </a:lnTo>
                <a:lnTo>
                  <a:pt x="44" y="21"/>
                </a:lnTo>
                <a:lnTo>
                  <a:pt x="40" y="26"/>
                </a:lnTo>
                <a:lnTo>
                  <a:pt x="35" y="22"/>
                </a:lnTo>
                <a:moveTo>
                  <a:pt x="39" y="17"/>
                </a:moveTo>
                <a:lnTo>
                  <a:pt x="43" y="11"/>
                </a:lnTo>
                <a:lnTo>
                  <a:pt x="48" y="15"/>
                </a:lnTo>
                <a:lnTo>
                  <a:pt x="44" y="21"/>
                </a:lnTo>
                <a:lnTo>
                  <a:pt x="39" y="17"/>
                </a:lnTo>
                <a:moveTo>
                  <a:pt x="43" y="11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1"/>
                </a:lnTo>
                <a:moveTo>
                  <a:pt x="47" y="6"/>
                </a:moveTo>
                <a:lnTo>
                  <a:pt x="52" y="0"/>
                </a:lnTo>
                <a:lnTo>
                  <a:pt x="56" y="8"/>
                </a:lnTo>
                <a:lnTo>
                  <a:pt x="50" y="11"/>
                </a:lnTo>
                <a:lnTo>
                  <a:pt x="48" y="8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8"/>
                </a:moveTo>
                <a:lnTo>
                  <a:pt x="59" y="14"/>
                </a:lnTo>
                <a:lnTo>
                  <a:pt x="53" y="17"/>
                </a:lnTo>
                <a:lnTo>
                  <a:pt x="50" y="11"/>
                </a:lnTo>
                <a:lnTo>
                  <a:pt x="56" y="8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5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8"/>
                </a:lnTo>
                <a:lnTo>
                  <a:pt x="65" y="41"/>
                </a:lnTo>
                <a:lnTo>
                  <a:pt x="62" y="35"/>
                </a:lnTo>
                <a:lnTo>
                  <a:pt x="68" y="32"/>
                </a:lnTo>
                <a:moveTo>
                  <a:pt x="71" y="38"/>
                </a:moveTo>
                <a:lnTo>
                  <a:pt x="74" y="44"/>
                </a:lnTo>
                <a:lnTo>
                  <a:pt x="68" y="47"/>
                </a:lnTo>
                <a:lnTo>
                  <a:pt x="65" y="41"/>
                </a:lnTo>
                <a:lnTo>
                  <a:pt x="71" y="38"/>
                </a:lnTo>
                <a:moveTo>
                  <a:pt x="74" y="44"/>
                </a:moveTo>
                <a:lnTo>
                  <a:pt x="77" y="50"/>
                </a:lnTo>
                <a:lnTo>
                  <a:pt x="71" y="53"/>
                </a:lnTo>
                <a:lnTo>
                  <a:pt x="68" y="47"/>
                </a:lnTo>
                <a:lnTo>
                  <a:pt x="74" y="44"/>
                </a:lnTo>
                <a:moveTo>
                  <a:pt x="77" y="50"/>
                </a:moveTo>
                <a:lnTo>
                  <a:pt x="79" y="56"/>
                </a:lnTo>
                <a:lnTo>
                  <a:pt x="74" y="59"/>
                </a:lnTo>
                <a:lnTo>
                  <a:pt x="71" y="53"/>
                </a:lnTo>
                <a:lnTo>
                  <a:pt x="77" y="50"/>
                </a:lnTo>
                <a:moveTo>
                  <a:pt x="79" y="56"/>
                </a:moveTo>
                <a:lnTo>
                  <a:pt x="82" y="62"/>
                </a:lnTo>
                <a:lnTo>
                  <a:pt x="77" y="65"/>
                </a:lnTo>
                <a:lnTo>
                  <a:pt x="74" y="59"/>
                </a:lnTo>
                <a:lnTo>
                  <a:pt x="79" y="56"/>
                </a:lnTo>
                <a:moveTo>
                  <a:pt x="82" y="62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81" y="63"/>
                </a:lnTo>
                <a:lnTo>
                  <a:pt x="81" y="66"/>
                </a:lnTo>
                <a:lnTo>
                  <a:pt x="78" y="67"/>
                </a:lnTo>
                <a:lnTo>
                  <a:pt x="77" y="65"/>
                </a:lnTo>
                <a:lnTo>
                  <a:pt x="82" y="6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7" name=""/>
          <p:cNvSpPr/>
          <p:nvPr/>
        </p:nvSpPr>
        <p:spPr>
          <a:xfrm>
            <a:off x="3803400" y="1143360"/>
            <a:ext cx="0" cy="207000"/>
          </a:xfrm>
          <a:custGeom>
            <a:avLst/>
            <a:gdLst/>
            <a:ahLst/>
            <a:rect l="0" t="0" r="r" b="b"/>
            <a:pathLst>
              <a:path fill="none" w="0" h="575">
                <a:moveTo>
                  <a:pt x="0" y="0"/>
                </a:moveTo>
                <a:lnTo>
                  <a:pt x="0" y="50"/>
                </a:lnTo>
                <a:cubicBezTo>
                  <a:pt x="0" y="101"/>
                  <a:pt x="0" y="202"/>
                  <a:pt x="0" y="298"/>
                </a:cubicBezTo>
                <a:cubicBezTo>
                  <a:pt x="0" y="394"/>
                  <a:pt x="0" y="485"/>
                  <a:pt x="0" y="530"/>
                </a:cubicBezTo>
                <a:lnTo>
                  <a:pt x="0" y="57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8" name=""/>
          <p:cNvSpPr/>
          <p:nvPr/>
        </p:nvSpPr>
        <p:spPr>
          <a:xfrm>
            <a:off x="3791520" y="133848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9" name=""/>
          <p:cNvSpPr/>
          <p:nvPr/>
        </p:nvSpPr>
        <p:spPr>
          <a:xfrm>
            <a:off x="3789720" y="1337400"/>
            <a:ext cx="28080" cy="28080"/>
          </a:xfrm>
          <a:custGeom>
            <a:avLst/>
            <a:gdLst/>
            <a:ahLst/>
            <a:rect l="0" t="0" r="r" b="b"/>
            <a:pathLst>
              <a:path w="78" h="78">
                <a:moveTo>
                  <a:pt x="71" y="11"/>
                </a:moveTo>
                <a:lnTo>
                  <a:pt x="68" y="17"/>
                </a:lnTo>
                <a:lnTo>
                  <a:pt x="62" y="14"/>
                </a:lnTo>
                <a:lnTo>
                  <a:pt x="65" y="8"/>
                </a:lnTo>
                <a:lnTo>
                  <a:pt x="71" y="11"/>
                </a:lnTo>
                <a:moveTo>
                  <a:pt x="68" y="17"/>
                </a:moveTo>
                <a:lnTo>
                  <a:pt x="65" y="23"/>
                </a:lnTo>
                <a:lnTo>
                  <a:pt x="59" y="20"/>
                </a:lnTo>
                <a:lnTo>
                  <a:pt x="62" y="14"/>
                </a:lnTo>
                <a:lnTo>
                  <a:pt x="68" y="17"/>
                </a:lnTo>
                <a:moveTo>
                  <a:pt x="65" y="23"/>
                </a:moveTo>
                <a:lnTo>
                  <a:pt x="62" y="28"/>
                </a:lnTo>
                <a:lnTo>
                  <a:pt x="56" y="26"/>
                </a:lnTo>
                <a:lnTo>
                  <a:pt x="59" y="20"/>
                </a:lnTo>
                <a:lnTo>
                  <a:pt x="65" y="23"/>
                </a:lnTo>
                <a:moveTo>
                  <a:pt x="62" y="28"/>
                </a:moveTo>
                <a:lnTo>
                  <a:pt x="59" y="34"/>
                </a:lnTo>
                <a:lnTo>
                  <a:pt x="54" y="31"/>
                </a:lnTo>
                <a:lnTo>
                  <a:pt x="56" y="26"/>
                </a:lnTo>
                <a:lnTo>
                  <a:pt x="62" y="28"/>
                </a:lnTo>
                <a:moveTo>
                  <a:pt x="59" y="34"/>
                </a:moveTo>
                <a:lnTo>
                  <a:pt x="56" y="40"/>
                </a:lnTo>
                <a:lnTo>
                  <a:pt x="51" y="37"/>
                </a:lnTo>
                <a:lnTo>
                  <a:pt x="54" y="31"/>
                </a:lnTo>
                <a:lnTo>
                  <a:pt x="59" y="34"/>
                </a:lnTo>
                <a:moveTo>
                  <a:pt x="56" y="40"/>
                </a:moveTo>
                <a:lnTo>
                  <a:pt x="54" y="46"/>
                </a:lnTo>
                <a:lnTo>
                  <a:pt x="48" y="43"/>
                </a:lnTo>
                <a:lnTo>
                  <a:pt x="51" y="37"/>
                </a:lnTo>
                <a:lnTo>
                  <a:pt x="56" y="40"/>
                </a:lnTo>
                <a:moveTo>
                  <a:pt x="54" y="46"/>
                </a:moveTo>
                <a:lnTo>
                  <a:pt x="51" y="53"/>
                </a:lnTo>
                <a:lnTo>
                  <a:pt x="45" y="50"/>
                </a:lnTo>
                <a:lnTo>
                  <a:pt x="48" y="43"/>
                </a:lnTo>
                <a:lnTo>
                  <a:pt x="54" y="46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1"/>
                </a:lnTo>
                <a:lnTo>
                  <a:pt x="36" y="68"/>
                </a:lnTo>
                <a:lnTo>
                  <a:pt x="39" y="62"/>
                </a:lnTo>
                <a:lnTo>
                  <a:pt x="45" y="65"/>
                </a:lnTo>
                <a:moveTo>
                  <a:pt x="42" y="71"/>
                </a:moveTo>
                <a:lnTo>
                  <a:pt x="38" y="78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8"/>
                </a:lnTo>
                <a:lnTo>
                  <a:pt x="42" y="71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5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2"/>
                </a:lnTo>
                <a:lnTo>
                  <a:pt x="27" y="39"/>
                </a:lnTo>
                <a:lnTo>
                  <a:pt x="30" y="45"/>
                </a:lnTo>
                <a:lnTo>
                  <a:pt x="24" y="49"/>
                </a:lnTo>
                <a:moveTo>
                  <a:pt x="21" y="42"/>
                </a:moveTo>
                <a:lnTo>
                  <a:pt x="18" y="36"/>
                </a:lnTo>
                <a:lnTo>
                  <a:pt x="24" y="34"/>
                </a:lnTo>
                <a:lnTo>
                  <a:pt x="27" y="39"/>
                </a:lnTo>
                <a:lnTo>
                  <a:pt x="21" y="42"/>
                </a:lnTo>
                <a:moveTo>
                  <a:pt x="18" y="36"/>
                </a:moveTo>
                <a:lnTo>
                  <a:pt x="15" y="31"/>
                </a:lnTo>
                <a:lnTo>
                  <a:pt x="21" y="28"/>
                </a:lnTo>
                <a:lnTo>
                  <a:pt x="24" y="34"/>
                </a:lnTo>
                <a:lnTo>
                  <a:pt x="18" y="36"/>
                </a:lnTo>
                <a:moveTo>
                  <a:pt x="15" y="31"/>
                </a:moveTo>
                <a:lnTo>
                  <a:pt x="12" y="25"/>
                </a:lnTo>
                <a:lnTo>
                  <a:pt x="18" y="22"/>
                </a:lnTo>
                <a:lnTo>
                  <a:pt x="21" y="28"/>
                </a:lnTo>
                <a:lnTo>
                  <a:pt x="15" y="31"/>
                </a:lnTo>
                <a:moveTo>
                  <a:pt x="12" y="25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5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7"/>
                </a:lnTo>
                <a:lnTo>
                  <a:pt x="5" y="7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7"/>
                </a:lnTo>
                <a:lnTo>
                  <a:pt x="10" y="7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7"/>
                </a:lnTo>
                <a:lnTo>
                  <a:pt x="29" y="7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7"/>
                </a:lnTo>
                <a:lnTo>
                  <a:pt x="36" y="7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7"/>
                </a:lnTo>
                <a:lnTo>
                  <a:pt x="42" y="7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7"/>
                </a:lnTo>
                <a:lnTo>
                  <a:pt x="49" y="7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7"/>
                </a:lnTo>
                <a:lnTo>
                  <a:pt x="56" y="7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7"/>
                </a:lnTo>
                <a:lnTo>
                  <a:pt x="62" y="7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2"/>
                </a:lnTo>
                <a:lnTo>
                  <a:pt x="71" y="3"/>
                </a:lnTo>
                <a:lnTo>
                  <a:pt x="71" y="7"/>
                </a:lnTo>
                <a:lnTo>
                  <a:pt x="69" y="7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0" name=""/>
          <p:cNvSpPr/>
          <p:nvPr/>
        </p:nvSpPr>
        <p:spPr>
          <a:xfrm>
            <a:off x="5453640" y="180360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/>
          <p:nvPr/>
        </p:nvSpPr>
        <p:spPr>
          <a:xfrm>
            <a:off x="5453640" y="180360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2" name=""/>
          <p:cNvSpPr txBox="1"/>
          <p:nvPr/>
        </p:nvSpPr>
        <p:spPr>
          <a:xfrm>
            <a:off x="439920" y="215280"/>
            <a:ext cx="42451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Omvang van de rollen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3" name=""/>
          <p:cNvSpPr/>
          <p:nvPr/>
        </p:nvSpPr>
        <p:spPr>
          <a:xfrm>
            <a:off x="3575160" y="121716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4" name=""/>
          <p:cNvSpPr/>
          <p:nvPr/>
        </p:nvSpPr>
        <p:spPr>
          <a:xfrm>
            <a:off x="3575160" y="121716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 txBox="1"/>
          <p:nvPr/>
        </p:nvSpPr>
        <p:spPr>
          <a:xfrm>
            <a:off x="5453640" y="181008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/>
          <p:nvPr/>
        </p:nvSpPr>
        <p:spPr>
          <a:xfrm>
            <a:off x="2040120" y="274248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/>
          <p:nvPr/>
        </p:nvSpPr>
        <p:spPr>
          <a:xfrm>
            <a:off x="2040120" y="274248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8" name=""/>
          <p:cNvSpPr txBox="1"/>
          <p:nvPr/>
        </p:nvSpPr>
        <p:spPr>
          <a:xfrm>
            <a:off x="3575520" y="122364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9" name=""/>
          <p:cNvSpPr/>
          <p:nvPr/>
        </p:nvSpPr>
        <p:spPr>
          <a:xfrm>
            <a:off x="2151360" y="284616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0" name=""/>
          <p:cNvSpPr/>
          <p:nvPr/>
        </p:nvSpPr>
        <p:spPr>
          <a:xfrm>
            <a:off x="2151360" y="284616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 txBox="1"/>
          <p:nvPr/>
        </p:nvSpPr>
        <p:spPr>
          <a:xfrm>
            <a:off x="4513680" y="274896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2" name=""/>
          <p:cNvSpPr/>
          <p:nvPr/>
        </p:nvSpPr>
        <p:spPr>
          <a:xfrm>
            <a:off x="2812680" y="284616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3" name=""/>
          <p:cNvSpPr txBox="1"/>
          <p:nvPr/>
        </p:nvSpPr>
        <p:spPr>
          <a:xfrm>
            <a:off x="2240280" y="289692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4" name=""/>
          <p:cNvSpPr/>
          <p:nvPr/>
        </p:nvSpPr>
        <p:spPr>
          <a:xfrm>
            <a:off x="3592440" y="284616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5" name=""/>
          <p:cNvSpPr/>
          <p:nvPr/>
        </p:nvSpPr>
        <p:spPr>
          <a:xfrm>
            <a:off x="3592440" y="284616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6" name=""/>
          <p:cNvSpPr txBox="1"/>
          <p:nvPr/>
        </p:nvSpPr>
        <p:spPr>
          <a:xfrm>
            <a:off x="2901600" y="289692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7" name=""/>
          <p:cNvSpPr/>
          <p:nvPr/>
        </p:nvSpPr>
        <p:spPr>
          <a:xfrm>
            <a:off x="4235760" y="284616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8" name=""/>
          <p:cNvSpPr/>
          <p:nvPr/>
        </p:nvSpPr>
        <p:spPr>
          <a:xfrm>
            <a:off x="4235760" y="284616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9" name=""/>
          <p:cNvSpPr txBox="1"/>
          <p:nvPr/>
        </p:nvSpPr>
        <p:spPr>
          <a:xfrm>
            <a:off x="3681360" y="289692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0" name=""/>
          <p:cNvSpPr/>
          <p:nvPr/>
        </p:nvSpPr>
        <p:spPr>
          <a:xfrm>
            <a:off x="5017320" y="284616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1" name=""/>
          <p:cNvSpPr/>
          <p:nvPr/>
        </p:nvSpPr>
        <p:spPr>
          <a:xfrm>
            <a:off x="5017320" y="284616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2" name=""/>
          <p:cNvSpPr txBox="1"/>
          <p:nvPr/>
        </p:nvSpPr>
        <p:spPr>
          <a:xfrm>
            <a:off x="4325040" y="289692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3" name=""/>
          <p:cNvSpPr/>
          <p:nvPr/>
        </p:nvSpPr>
        <p:spPr>
          <a:xfrm>
            <a:off x="5732280" y="284616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/>
          <p:nvPr/>
        </p:nvSpPr>
        <p:spPr>
          <a:xfrm>
            <a:off x="5732280" y="284616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5" name=""/>
          <p:cNvSpPr txBox="1"/>
          <p:nvPr/>
        </p:nvSpPr>
        <p:spPr>
          <a:xfrm>
            <a:off x="5106600" y="289692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/>
          <p:nvPr/>
        </p:nvSpPr>
        <p:spPr>
          <a:xfrm>
            <a:off x="6545160" y="284616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/>
          <p:nvPr/>
        </p:nvSpPr>
        <p:spPr>
          <a:xfrm>
            <a:off x="6545160" y="284616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 txBox="1"/>
          <p:nvPr/>
        </p:nvSpPr>
        <p:spPr>
          <a:xfrm>
            <a:off x="5821200" y="289692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9" name=""/>
          <p:cNvSpPr/>
          <p:nvPr/>
        </p:nvSpPr>
        <p:spPr>
          <a:xfrm>
            <a:off x="480960" y="194868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/>
          <p:nvPr/>
        </p:nvSpPr>
        <p:spPr>
          <a:xfrm>
            <a:off x="480960" y="194868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1" name=""/>
          <p:cNvSpPr txBox="1"/>
          <p:nvPr/>
        </p:nvSpPr>
        <p:spPr>
          <a:xfrm>
            <a:off x="6634080" y="289692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2" name=""/>
          <p:cNvSpPr/>
          <p:nvPr/>
        </p:nvSpPr>
        <p:spPr>
          <a:xfrm>
            <a:off x="6339960" y="208800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/>
          <p:nvPr/>
        </p:nvSpPr>
        <p:spPr>
          <a:xfrm>
            <a:off x="6339960" y="208800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4" name=""/>
          <p:cNvSpPr txBox="1"/>
          <p:nvPr/>
        </p:nvSpPr>
        <p:spPr>
          <a:xfrm>
            <a:off x="4573080" y="195516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5" name=""/>
          <p:cNvSpPr/>
          <p:nvPr/>
        </p:nvSpPr>
        <p:spPr>
          <a:xfrm>
            <a:off x="6487920" y="2191680"/>
            <a:ext cx="595080" cy="160200"/>
          </a:xfrm>
          <a:custGeom>
            <a:avLst/>
            <a:gdLst/>
            <a:ahLst/>
            <a:rect l="0" t="0" r="r" b="b"/>
            <a:pathLst>
              <a:path w="1653" h="445">
                <a:moveTo>
                  <a:pt x="0" y="0"/>
                </a:moveTo>
                <a:lnTo>
                  <a:pt x="1653" y="0"/>
                </a:lnTo>
                <a:lnTo>
                  <a:pt x="165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76" name=""/>
          <p:cNvSpPr txBox="1"/>
          <p:nvPr/>
        </p:nvSpPr>
        <p:spPr>
          <a:xfrm>
            <a:off x="7369200" y="209448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7" name=""/>
          <p:cNvSpPr/>
          <p:nvPr/>
        </p:nvSpPr>
        <p:spPr>
          <a:xfrm>
            <a:off x="7378920" y="219168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8" name=""/>
          <p:cNvSpPr/>
          <p:nvPr/>
        </p:nvSpPr>
        <p:spPr>
          <a:xfrm>
            <a:off x="7378920" y="219168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9" name=""/>
          <p:cNvSpPr txBox="1"/>
          <p:nvPr/>
        </p:nvSpPr>
        <p:spPr>
          <a:xfrm>
            <a:off x="6576840" y="224244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0" name=""/>
          <p:cNvSpPr/>
          <p:nvPr/>
        </p:nvSpPr>
        <p:spPr>
          <a:xfrm>
            <a:off x="8155080" y="219168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1" name=""/>
          <p:cNvSpPr/>
          <p:nvPr/>
        </p:nvSpPr>
        <p:spPr>
          <a:xfrm>
            <a:off x="8155080" y="219168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2" name=""/>
          <p:cNvSpPr txBox="1"/>
          <p:nvPr/>
        </p:nvSpPr>
        <p:spPr>
          <a:xfrm>
            <a:off x="7467840" y="224244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3" name=""/>
          <p:cNvSpPr/>
          <p:nvPr/>
        </p:nvSpPr>
        <p:spPr>
          <a:xfrm>
            <a:off x="591840" y="219168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4" name=""/>
          <p:cNvSpPr/>
          <p:nvPr/>
        </p:nvSpPr>
        <p:spPr>
          <a:xfrm>
            <a:off x="591840" y="219168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5" name=""/>
          <p:cNvSpPr txBox="1"/>
          <p:nvPr/>
        </p:nvSpPr>
        <p:spPr>
          <a:xfrm>
            <a:off x="8244360" y="224244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6" name=""/>
          <p:cNvSpPr/>
          <p:nvPr/>
        </p:nvSpPr>
        <p:spPr>
          <a:xfrm>
            <a:off x="1368360" y="208800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7" name=""/>
          <p:cNvSpPr/>
          <p:nvPr/>
        </p:nvSpPr>
        <p:spPr>
          <a:xfrm>
            <a:off x="1368360" y="208800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 txBox="1"/>
          <p:nvPr/>
        </p:nvSpPr>
        <p:spPr>
          <a:xfrm>
            <a:off x="680760" y="224244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9" name=""/>
          <p:cNvSpPr/>
          <p:nvPr/>
        </p:nvSpPr>
        <p:spPr>
          <a:xfrm>
            <a:off x="1516320" y="219168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90" name=""/>
          <p:cNvSpPr txBox="1"/>
          <p:nvPr/>
        </p:nvSpPr>
        <p:spPr>
          <a:xfrm>
            <a:off x="2007360" y="209448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/>
          <p:nvPr/>
        </p:nvSpPr>
        <p:spPr>
          <a:xfrm>
            <a:off x="2286720" y="219168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92" name=""/>
          <p:cNvSpPr txBox="1"/>
          <p:nvPr/>
        </p:nvSpPr>
        <p:spPr>
          <a:xfrm>
            <a:off x="1605600" y="224244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3" name=""/>
          <p:cNvSpPr/>
          <p:nvPr/>
        </p:nvSpPr>
        <p:spPr>
          <a:xfrm>
            <a:off x="3214440" y="205236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/>
          <p:nvPr/>
        </p:nvSpPr>
        <p:spPr>
          <a:xfrm>
            <a:off x="3214440" y="205236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5" name=""/>
          <p:cNvSpPr txBox="1"/>
          <p:nvPr/>
        </p:nvSpPr>
        <p:spPr>
          <a:xfrm>
            <a:off x="2375640" y="224244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6" name=""/>
          <p:cNvSpPr/>
          <p:nvPr/>
        </p:nvSpPr>
        <p:spPr>
          <a:xfrm>
            <a:off x="3362760" y="2191680"/>
            <a:ext cx="610920" cy="160200"/>
          </a:xfrm>
          <a:custGeom>
            <a:avLst/>
            <a:gdLst/>
            <a:ahLst/>
            <a:rect l="0" t="0" r="r" b="b"/>
            <a:pathLst>
              <a:path w="1697" h="445">
                <a:moveTo>
                  <a:pt x="0" y="0"/>
                </a:moveTo>
                <a:lnTo>
                  <a:pt x="1697" y="0"/>
                </a:lnTo>
                <a:lnTo>
                  <a:pt x="1697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97" name=""/>
          <p:cNvSpPr txBox="1"/>
          <p:nvPr/>
        </p:nvSpPr>
        <p:spPr>
          <a:xfrm>
            <a:off x="4515120" y="205884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/>
          <p:nvPr/>
        </p:nvSpPr>
        <p:spPr>
          <a:xfrm>
            <a:off x="4269600" y="215604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9" name=""/>
          <p:cNvSpPr/>
          <p:nvPr/>
        </p:nvSpPr>
        <p:spPr>
          <a:xfrm>
            <a:off x="4269600" y="215604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0" name=""/>
          <p:cNvSpPr txBox="1"/>
          <p:nvPr/>
        </p:nvSpPr>
        <p:spPr>
          <a:xfrm>
            <a:off x="3451680" y="224244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 txBox="1"/>
          <p:nvPr/>
        </p:nvSpPr>
        <p:spPr>
          <a:xfrm>
            <a:off x="4491720" y="220680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/>
          <p:nvPr/>
        </p:nvSpPr>
        <p:spPr>
          <a:xfrm>
            <a:off x="5331960" y="219168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3" name=""/>
          <p:cNvSpPr/>
          <p:nvPr/>
        </p:nvSpPr>
        <p:spPr>
          <a:xfrm>
            <a:off x="5331960" y="219168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 txBox="1"/>
          <p:nvPr/>
        </p:nvSpPr>
        <p:spPr>
          <a:xfrm>
            <a:off x="4358520" y="227808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/>
          <p:nvPr/>
        </p:nvSpPr>
        <p:spPr>
          <a:xfrm>
            <a:off x="2593080" y="136224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/>
          <p:nvPr/>
        </p:nvSpPr>
        <p:spPr>
          <a:xfrm>
            <a:off x="2593080" y="136224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 txBox="1"/>
          <p:nvPr/>
        </p:nvSpPr>
        <p:spPr>
          <a:xfrm>
            <a:off x="5421240" y="224244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8" name=""/>
          <p:cNvSpPr/>
          <p:nvPr/>
        </p:nvSpPr>
        <p:spPr>
          <a:xfrm>
            <a:off x="2704320" y="146592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/>
          <p:nvPr/>
        </p:nvSpPr>
        <p:spPr>
          <a:xfrm>
            <a:off x="2704320" y="146592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0" name=""/>
          <p:cNvSpPr txBox="1"/>
          <p:nvPr/>
        </p:nvSpPr>
        <p:spPr>
          <a:xfrm>
            <a:off x="3669120" y="136872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1" name=""/>
          <p:cNvSpPr/>
          <p:nvPr/>
        </p:nvSpPr>
        <p:spPr>
          <a:xfrm>
            <a:off x="3460680" y="146592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2" name=""/>
          <p:cNvSpPr/>
          <p:nvPr/>
        </p:nvSpPr>
        <p:spPr>
          <a:xfrm>
            <a:off x="3460680" y="146592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 txBox="1"/>
          <p:nvPr/>
        </p:nvSpPr>
        <p:spPr>
          <a:xfrm>
            <a:off x="2793240" y="151704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4" name=""/>
          <p:cNvSpPr/>
          <p:nvPr/>
        </p:nvSpPr>
        <p:spPr>
          <a:xfrm>
            <a:off x="4348440" y="14659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5" name=""/>
          <p:cNvSpPr/>
          <p:nvPr/>
        </p:nvSpPr>
        <p:spPr>
          <a:xfrm>
            <a:off x="4348440" y="14659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6" name=""/>
          <p:cNvSpPr txBox="1"/>
          <p:nvPr/>
        </p:nvSpPr>
        <p:spPr>
          <a:xfrm>
            <a:off x="3549600" y="151704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7" name=""/>
          <p:cNvSpPr/>
          <p:nvPr/>
        </p:nvSpPr>
        <p:spPr>
          <a:xfrm>
            <a:off x="3407040" y="77616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8" name=""/>
          <p:cNvSpPr/>
          <p:nvPr/>
        </p:nvSpPr>
        <p:spPr>
          <a:xfrm>
            <a:off x="3407040" y="77616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9" name=""/>
          <p:cNvSpPr txBox="1"/>
          <p:nvPr/>
        </p:nvSpPr>
        <p:spPr>
          <a:xfrm>
            <a:off x="4437360" y="151704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0" name=""/>
          <p:cNvSpPr/>
          <p:nvPr/>
        </p:nvSpPr>
        <p:spPr>
          <a:xfrm>
            <a:off x="3518280" y="879480"/>
            <a:ext cx="570960" cy="160560"/>
          </a:xfrm>
          <a:custGeom>
            <a:avLst/>
            <a:gdLst/>
            <a:ahLst/>
            <a:rect l="0" t="0" r="r" b="b"/>
            <a:pathLst>
              <a:path w="1586" h="446">
                <a:moveTo>
                  <a:pt x="0" y="0"/>
                </a:moveTo>
                <a:lnTo>
                  <a:pt x="1586" y="0"/>
                </a:lnTo>
                <a:lnTo>
                  <a:pt x="1586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1" name=""/>
          <p:cNvSpPr txBox="1"/>
          <p:nvPr/>
        </p:nvSpPr>
        <p:spPr>
          <a:xfrm>
            <a:off x="3727440" y="78264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2" name=""/>
          <p:cNvSpPr/>
          <p:nvPr/>
        </p:nvSpPr>
        <p:spPr>
          <a:xfrm>
            <a:off x="5162040" y="136224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3" name=""/>
          <p:cNvSpPr/>
          <p:nvPr/>
        </p:nvSpPr>
        <p:spPr>
          <a:xfrm>
            <a:off x="5162040" y="136224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4" name=""/>
          <p:cNvSpPr txBox="1"/>
          <p:nvPr/>
        </p:nvSpPr>
        <p:spPr>
          <a:xfrm>
            <a:off x="3607200" y="93060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5" name=""/>
          <p:cNvSpPr/>
          <p:nvPr/>
        </p:nvSpPr>
        <p:spPr>
          <a:xfrm>
            <a:off x="5272920" y="146592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6" name=""/>
          <p:cNvSpPr/>
          <p:nvPr/>
        </p:nvSpPr>
        <p:spPr>
          <a:xfrm>
            <a:off x="5272920" y="146592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7" name=""/>
          <p:cNvSpPr txBox="1"/>
          <p:nvPr/>
        </p:nvSpPr>
        <p:spPr>
          <a:xfrm>
            <a:off x="5369040" y="136872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8" name=""/>
          <p:cNvSpPr/>
          <p:nvPr/>
        </p:nvSpPr>
        <p:spPr>
          <a:xfrm>
            <a:off x="456840" y="3209760"/>
            <a:ext cx="581400" cy="171720"/>
          </a:xfrm>
          <a:custGeom>
            <a:avLst/>
            <a:gdLst/>
            <a:ahLst/>
            <a:rect l="0" t="0" r="r" b="b"/>
            <a:pathLst>
              <a:path w="1615" h="477">
                <a:moveTo>
                  <a:pt x="0" y="398"/>
                </a:moveTo>
                <a:lnTo>
                  <a:pt x="0" y="79"/>
                </a:lnTo>
                <a:cubicBezTo>
                  <a:pt x="0" y="69"/>
                  <a:pt x="3" y="59"/>
                  <a:pt x="7" y="49"/>
                </a:cubicBezTo>
                <a:cubicBezTo>
                  <a:pt x="11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1536" y="0"/>
                </a:lnTo>
                <a:cubicBezTo>
                  <a:pt x="1547" y="0"/>
                  <a:pt x="1557" y="2"/>
                  <a:pt x="1566" y="6"/>
                </a:cubicBezTo>
                <a:cubicBezTo>
                  <a:pt x="1576" y="10"/>
                  <a:pt x="1585" y="16"/>
                  <a:pt x="1592" y="23"/>
                </a:cubicBezTo>
                <a:cubicBezTo>
                  <a:pt x="1600" y="31"/>
                  <a:pt x="1605" y="39"/>
                  <a:pt x="1609" y="49"/>
                </a:cubicBezTo>
                <a:cubicBezTo>
                  <a:pt x="1613" y="59"/>
                  <a:pt x="1615" y="69"/>
                  <a:pt x="1615" y="79"/>
                </a:cubicBezTo>
                <a:lnTo>
                  <a:pt x="1615" y="398"/>
                </a:lnTo>
                <a:cubicBezTo>
                  <a:pt x="1615" y="408"/>
                  <a:pt x="1613" y="418"/>
                  <a:pt x="1609" y="428"/>
                </a:cubicBezTo>
                <a:cubicBezTo>
                  <a:pt x="1605" y="438"/>
                  <a:pt x="1600" y="447"/>
                  <a:pt x="1592" y="454"/>
                </a:cubicBezTo>
                <a:cubicBezTo>
                  <a:pt x="1585" y="461"/>
                  <a:pt x="1576" y="467"/>
                  <a:pt x="1566" y="471"/>
                </a:cubicBezTo>
                <a:cubicBezTo>
                  <a:pt x="1557" y="475"/>
                  <a:pt x="1547" y="477"/>
                  <a:pt x="1536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40" y="467"/>
                  <a:pt x="31" y="461"/>
                  <a:pt x="24" y="454"/>
                </a:cubicBezTo>
                <a:cubicBezTo>
                  <a:pt x="16" y="447"/>
                  <a:pt x="11" y="438"/>
                  <a:pt x="7" y="428"/>
                </a:cubicBezTo>
                <a:cubicBezTo>
                  <a:pt x="3" y="418"/>
                  <a:pt x="0" y="408"/>
                  <a:pt x="0" y="398"/>
                </a:cubicBezTo>
                <a:close/>
              </a:path>
            </a:pathLst>
          </a:custGeom>
          <a:solidFill>
            <a:srgbClr val="1f3a5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9" name=""/>
          <p:cNvSpPr txBox="1"/>
          <p:nvPr/>
        </p:nvSpPr>
        <p:spPr>
          <a:xfrm>
            <a:off x="5361840" y="151704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0" name=""/>
          <p:cNvSpPr txBox="1"/>
          <p:nvPr/>
        </p:nvSpPr>
        <p:spPr>
          <a:xfrm>
            <a:off x="533520" y="3234600"/>
            <a:ext cx="4579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ffffff"/>
                </a:solidFill>
                <a:latin typeface="Arial"/>
                <a:ea typeface="Arial"/>
              </a:rPr>
              <a:t>Fulltime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1" name=""/>
          <p:cNvSpPr/>
          <p:nvPr/>
        </p:nvSpPr>
        <p:spPr>
          <a:xfrm>
            <a:off x="1095120" y="3209760"/>
            <a:ext cx="1172160" cy="171720"/>
          </a:xfrm>
          <a:custGeom>
            <a:avLst/>
            <a:gdLst/>
            <a:ahLst/>
            <a:rect l="0" t="0" r="r" b="b"/>
            <a:pathLst>
              <a:path w="3256" h="477">
                <a:moveTo>
                  <a:pt x="0" y="398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3176" y="0"/>
                </a:lnTo>
                <a:cubicBezTo>
                  <a:pt x="3187" y="0"/>
                  <a:pt x="3197" y="2"/>
                  <a:pt x="3207" y="6"/>
                </a:cubicBezTo>
                <a:cubicBezTo>
                  <a:pt x="3216" y="10"/>
                  <a:pt x="3225" y="16"/>
                  <a:pt x="3232" y="23"/>
                </a:cubicBezTo>
                <a:cubicBezTo>
                  <a:pt x="3240" y="31"/>
                  <a:pt x="3246" y="39"/>
                  <a:pt x="3250" y="49"/>
                </a:cubicBezTo>
                <a:cubicBezTo>
                  <a:pt x="3254" y="59"/>
                  <a:pt x="3256" y="69"/>
                  <a:pt x="3256" y="79"/>
                </a:cubicBezTo>
                <a:lnTo>
                  <a:pt x="3256" y="398"/>
                </a:lnTo>
                <a:cubicBezTo>
                  <a:pt x="3256" y="408"/>
                  <a:pt x="3254" y="418"/>
                  <a:pt x="3250" y="428"/>
                </a:cubicBezTo>
                <a:cubicBezTo>
                  <a:pt x="3246" y="438"/>
                  <a:pt x="3240" y="447"/>
                  <a:pt x="3232" y="454"/>
                </a:cubicBezTo>
                <a:cubicBezTo>
                  <a:pt x="3225" y="461"/>
                  <a:pt x="3216" y="467"/>
                  <a:pt x="3207" y="471"/>
                </a:cubicBezTo>
                <a:cubicBezTo>
                  <a:pt x="3197" y="475"/>
                  <a:pt x="3187" y="477"/>
                  <a:pt x="3176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39" y="467"/>
                  <a:pt x="31" y="461"/>
                  <a:pt x="23" y="454"/>
                </a:cubicBezTo>
                <a:cubicBezTo>
                  <a:pt x="16" y="447"/>
                  <a:pt x="10" y="438"/>
                  <a:pt x="6" y="428"/>
                </a:cubicBezTo>
                <a:cubicBezTo>
                  <a:pt x="2" y="418"/>
                  <a:pt x="0" y="408"/>
                  <a:pt x="0" y="398"/>
                </a:cubicBez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2" name=""/>
          <p:cNvSpPr txBox="1"/>
          <p:nvPr/>
        </p:nvSpPr>
        <p:spPr>
          <a:xfrm>
            <a:off x="1038240" y="3229200"/>
            <a:ext cx="1123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   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3" name=""/>
          <p:cNvSpPr txBox="1"/>
          <p:nvPr/>
        </p:nvSpPr>
        <p:spPr>
          <a:xfrm>
            <a:off x="1171440" y="3234600"/>
            <a:ext cx="11329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0f1a24"/>
                </a:solidFill>
                <a:latin typeface="Arial"/>
                <a:ea typeface="Arial"/>
              </a:rPr>
              <a:t>Vaak gecombineerd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4" name=""/>
          <p:cNvSpPr/>
          <p:nvPr/>
        </p:nvSpPr>
        <p:spPr>
          <a:xfrm>
            <a:off x="2323800" y="3209760"/>
            <a:ext cx="1371960" cy="171720"/>
          </a:xfrm>
          <a:custGeom>
            <a:avLst/>
            <a:gdLst/>
            <a:ahLst/>
            <a:rect l="0" t="0" r="r" b="b"/>
            <a:pathLst>
              <a:path w="3811" h="477">
                <a:moveTo>
                  <a:pt x="0" y="398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3732" y="0"/>
                </a:lnTo>
                <a:cubicBezTo>
                  <a:pt x="3742" y="0"/>
                  <a:pt x="3753" y="2"/>
                  <a:pt x="3762" y="6"/>
                </a:cubicBezTo>
                <a:cubicBezTo>
                  <a:pt x="3772" y="10"/>
                  <a:pt x="3781" y="16"/>
                  <a:pt x="3788" y="23"/>
                </a:cubicBezTo>
                <a:cubicBezTo>
                  <a:pt x="3796" y="31"/>
                  <a:pt x="3801" y="39"/>
                  <a:pt x="3805" y="49"/>
                </a:cubicBezTo>
                <a:cubicBezTo>
                  <a:pt x="3809" y="59"/>
                  <a:pt x="3811" y="69"/>
                  <a:pt x="3811" y="79"/>
                </a:cubicBezTo>
                <a:lnTo>
                  <a:pt x="3811" y="398"/>
                </a:lnTo>
                <a:cubicBezTo>
                  <a:pt x="3811" y="408"/>
                  <a:pt x="3809" y="418"/>
                  <a:pt x="3805" y="428"/>
                </a:cubicBezTo>
                <a:cubicBezTo>
                  <a:pt x="3801" y="438"/>
                  <a:pt x="3796" y="447"/>
                  <a:pt x="3788" y="454"/>
                </a:cubicBezTo>
                <a:cubicBezTo>
                  <a:pt x="3781" y="461"/>
                  <a:pt x="3772" y="467"/>
                  <a:pt x="3762" y="471"/>
                </a:cubicBezTo>
                <a:cubicBezTo>
                  <a:pt x="3753" y="475"/>
                  <a:pt x="3742" y="477"/>
                  <a:pt x="3732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40" y="467"/>
                  <a:pt x="31" y="461"/>
                  <a:pt x="24" y="454"/>
                </a:cubicBezTo>
                <a:cubicBezTo>
                  <a:pt x="16" y="447"/>
                  <a:pt x="10" y="438"/>
                  <a:pt x="6" y="428"/>
                </a:cubicBezTo>
                <a:cubicBezTo>
                  <a:pt x="2" y="418"/>
                  <a:pt x="0" y="408"/>
                  <a:pt x="0" y="398"/>
                </a:cubicBez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5" name=""/>
          <p:cNvSpPr txBox="1"/>
          <p:nvPr/>
        </p:nvSpPr>
        <p:spPr>
          <a:xfrm>
            <a:off x="2266920" y="3229200"/>
            <a:ext cx="1123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   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6" name=""/>
          <p:cNvSpPr/>
          <p:nvPr/>
        </p:nvSpPr>
        <p:spPr>
          <a:xfrm>
            <a:off x="456840" y="3438360"/>
            <a:ext cx="2800800" cy="295560"/>
          </a:xfrm>
          <a:custGeom>
            <a:avLst/>
            <a:gdLst/>
            <a:ahLst/>
            <a:rect l="0" t="0" r="r" b="b"/>
            <a:pathLst>
              <a:path w="7780" h="821">
                <a:moveTo>
                  <a:pt x="0" y="0"/>
                </a:moveTo>
                <a:lnTo>
                  <a:pt x="7780" y="0"/>
                </a:lnTo>
                <a:lnTo>
                  <a:pt x="7780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7" name=""/>
          <p:cNvSpPr/>
          <p:nvPr/>
        </p:nvSpPr>
        <p:spPr>
          <a:xfrm>
            <a:off x="3257280" y="3438360"/>
            <a:ext cx="4105800" cy="295560"/>
          </a:xfrm>
          <a:custGeom>
            <a:avLst/>
            <a:gdLst/>
            <a:ahLst/>
            <a:rect l="0" t="0" r="r" b="b"/>
            <a:pathLst>
              <a:path w="11405" h="821">
                <a:moveTo>
                  <a:pt x="0" y="0"/>
                </a:moveTo>
                <a:lnTo>
                  <a:pt x="11405" y="0"/>
                </a:lnTo>
                <a:lnTo>
                  <a:pt x="11405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8" name=""/>
          <p:cNvSpPr/>
          <p:nvPr/>
        </p:nvSpPr>
        <p:spPr>
          <a:xfrm>
            <a:off x="456840" y="3724200"/>
            <a:ext cx="2800800" cy="19440"/>
          </a:xfrm>
          <a:custGeom>
            <a:avLst/>
            <a:gdLst/>
            <a:ahLst/>
            <a:rect l="0" t="0" r="r" b="b"/>
            <a:pathLst>
              <a:path w="7780" h="54">
                <a:moveTo>
                  <a:pt x="0" y="0"/>
                </a:moveTo>
                <a:lnTo>
                  <a:pt x="7780" y="0"/>
                </a:lnTo>
                <a:lnTo>
                  <a:pt x="778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9" name=""/>
          <p:cNvSpPr/>
          <p:nvPr/>
        </p:nvSpPr>
        <p:spPr>
          <a:xfrm>
            <a:off x="3257280" y="3724200"/>
            <a:ext cx="4105800" cy="19440"/>
          </a:xfrm>
          <a:custGeom>
            <a:avLst/>
            <a:gdLst/>
            <a:ahLst/>
            <a:rect l="0" t="0" r="r" b="b"/>
            <a:pathLst>
              <a:path w="11405" h="54">
                <a:moveTo>
                  <a:pt x="0" y="0"/>
                </a:moveTo>
                <a:lnTo>
                  <a:pt x="11405" y="0"/>
                </a:lnTo>
                <a:lnTo>
                  <a:pt x="1140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0" name=""/>
          <p:cNvSpPr/>
          <p:nvPr/>
        </p:nvSpPr>
        <p:spPr>
          <a:xfrm>
            <a:off x="456840" y="4019400"/>
            <a:ext cx="2800800" cy="9720"/>
          </a:xfrm>
          <a:custGeom>
            <a:avLst/>
            <a:gdLst/>
            <a:ahLst/>
            <a:rect l="0" t="0" r="r" b="b"/>
            <a:pathLst>
              <a:path w="7780" h="27">
                <a:moveTo>
                  <a:pt x="0" y="0"/>
                </a:moveTo>
                <a:lnTo>
                  <a:pt x="7780" y="0"/>
                </a:lnTo>
                <a:lnTo>
                  <a:pt x="778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1" name=""/>
          <p:cNvSpPr/>
          <p:nvPr/>
        </p:nvSpPr>
        <p:spPr>
          <a:xfrm>
            <a:off x="3257280" y="4019400"/>
            <a:ext cx="4105800" cy="9720"/>
          </a:xfrm>
          <a:custGeom>
            <a:avLst/>
            <a:gdLst/>
            <a:ahLst/>
            <a:rect l="0" t="0" r="r" b="b"/>
            <a:pathLst>
              <a:path w="11405" h="27">
                <a:moveTo>
                  <a:pt x="0" y="0"/>
                </a:moveTo>
                <a:lnTo>
                  <a:pt x="11405" y="0"/>
                </a:lnTo>
                <a:lnTo>
                  <a:pt x="114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2" name=""/>
          <p:cNvSpPr/>
          <p:nvPr/>
        </p:nvSpPr>
        <p:spPr>
          <a:xfrm>
            <a:off x="456840" y="4295520"/>
            <a:ext cx="2800800" cy="10080"/>
          </a:xfrm>
          <a:custGeom>
            <a:avLst/>
            <a:gdLst/>
            <a:ahLst/>
            <a:rect l="0" t="0" r="r" b="b"/>
            <a:pathLst>
              <a:path w="7780" h="28">
                <a:moveTo>
                  <a:pt x="0" y="0"/>
                </a:moveTo>
                <a:lnTo>
                  <a:pt x="7780" y="0"/>
                </a:lnTo>
                <a:lnTo>
                  <a:pt x="778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3" name=""/>
          <p:cNvSpPr/>
          <p:nvPr/>
        </p:nvSpPr>
        <p:spPr>
          <a:xfrm>
            <a:off x="3257280" y="4295520"/>
            <a:ext cx="4105800" cy="10080"/>
          </a:xfrm>
          <a:custGeom>
            <a:avLst/>
            <a:gdLst/>
            <a:ahLst/>
            <a:rect l="0" t="0" r="r" b="b"/>
            <a:pathLst>
              <a:path w="11405" h="28">
                <a:moveTo>
                  <a:pt x="0" y="0"/>
                </a:moveTo>
                <a:lnTo>
                  <a:pt x="11405" y="0"/>
                </a:lnTo>
                <a:lnTo>
                  <a:pt x="114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4" name=""/>
          <p:cNvSpPr/>
          <p:nvPr/>
        </p:nvSpPr>
        <p:spPr>
          <a:xfrm>
            <a:off x="456840" y="4581360"/>
            <a:ext cx="2800800" cy="9720"/>
          </a:xfrm>
          <a:custGeom>
            <a:avLst/>
            <a:gdLst/>
            <a:ahLst/>
            <a:rect l="0" t="0" r="r" b="b"/>
            <a:pathLst>
              <a:path w="7780" h="27">
                <a:moveTo>
                  <a:pt x="0" y="0"/>
                </a:moveTo>
                <a:lnTo>
                  <a:pt x="7780" y="0"/>
                </a:lnTo>
                <a:lnTo>
                  <a:pt x="778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5" name=""/>
          <p:cNvSpPr/>
          <p:nvPr/>
        </p:nvSpPr>
        <p:spPr>
          <a:xfrm>
            <a:off x="3257280" y="4581360"/>
            <a:ext cx="4105800" cy="9720"/>
          </a:xfrm>
          <a:custGeom>
            <a:avLst/>
            <a:gdLst/>
            <a:ahLst/>
            <a:rect l="0" t="0" r="r" b="b"/>
            <a:pathLst>
              <a:path w="11405" h="27">
                <a:moveTo>
                  <a:pt x="0" y="0"/>
                </a:moveTo>
                <a:lnTo>
                  <a:pt x="11405" y="0"/>
                </a:lnTo>
                <a:lnTo>
                  <a:pt x="114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6" name=""/>
          <p:cNvSpPr txBox="1"/>
          <p:nvPr/>
        </p:nvSpPr>
        <p:spPr>
          <a:xfrm>
            <a:off x="2400120" y="3234600"/>
            <a:ext cx="1364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46525f"/>
                </a:solidFill>
                <a:latin typeface="Arial"/>
                <a:ea typeface="Arial"/>
              </a:rPr>
              <a:t>Deeltijd of buiten de lijn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7" name=""/>
          <p:cNvSpPr txBox="1"/>
          <p:nvPr/>
        </p:nvSpPr>
        <p:spPr>
          <a:xfrm>
            <a:off x="563760" y="3527280"/>
            <a:ext cx="14256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VAAK IN EEN PERSOON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8" name=""/>
          <p:cNvSpPr txBox="1"/>
          <p:nvPr/>
        </p:nvSpPr>
        <p:spPr>
          <a:xfrm>
            <a:off x="3362760" y="3527280"/>
            <a:ext cx="13449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WAAROM DAT WERKT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9" name=""/>
          <p:cNvSpPr txBox="1"/>
          <p:nvPr/>
        </p:nvSpPr>
        <p:spPr>
          <a:xfrm>
            <a:off x="563760" y="3815640"/>
            <a:ext cx="15933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Developer en business analist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0" name=""/>
          <p:cNvSpPr txBox="1"/>
          <p:nvPr/>
        </p:nvSpPr>
        <p:spPr>
          <a:xfrm>
            <a:off x="3362760" y="3815640"/>
            <a:ext cx="2201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Wie de eis uitwerkt, bouwt hem vaak ook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1" name=""/>
          <p:cNvSpPr txBox="1"/>
          <p:nvPr/>
        </p:nvSpPr>
        <p:spPr>
          <a:xfrm>
            <a:off x="563760" y="4101480"/>
            <a:ext cx="1766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Testspecialist en business analist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 txBox="1"/>
          <p:nvPr/>
        </p:nvSpPr>
        <p:spPr>
          <a:xfrm>
            <a:off x="3362760" y="4101480"/>
            <a:ext cx="23691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Wie de eis schrijft, weet wat je moet toetsen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3" name=""/>
          <p:cNvSpPr txBox="1"/>
          <p:nvPr/>
        </p:nvSpPr>
        <p:spPr>
          <a:xfrm>
            <a:off x="563760" y="4377600"/>
            <a:ext cx="16192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 lead en release 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4" name=""/>
          <p:cNvSpPr/>
          <p:nvPr/>
        </p:nvSpPr>
        <p:spPr>
          <a:xfrm>
            <a:off x="456840" y="4638600"/>
            <a:ext cx="38520" cy="171720"/>
          </a:xfrm>
          <a:custGeom>
            <a:avLst/>
            <a:gdLst/>
            <a:ahLst/>
            <a:rect l="0" t="0" r="r" b="b"/>
            <a:pathLst>
              <a:path w="107" h="477">
                <a:moveTo>
                  <a:pt x="0" y="0"/>
                </a:moveTo>
                <a:lnTo>
                  <a:pt x="107" y="0"/>
                </a:lnTo>
                <a:lnTo>
                  <a:pt x="10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5" name=""/>
          <p:cNvSpPr txBox="1"/>
          <p:nvPr/>
        </p:nvSpPr>
        <p:spPr>
          <a:xfrm>
            <a:off x="3362760" y="4377600"/>
            <a:ext cx="2841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Releasen is een technische handeling; ligt al bij Garik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6" name=""/>
          <p:cNvSpPr txBox="1"/>
          <p:nvPr/>
        </p:nvSpPr>
        <p:spPr>
          <a:xfrm>
            <a:off x="601920" y="4660560"/>
            <a:ext cx="5305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a8481f"/>
                </a:solidFill>
                <a:latin typeface="Arial"/>
                <a:ea typeface="Arial"/>
              </a:rPr>
              <a:t>Nooit in een persoon</a:t>
            </a:r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: developer en testspecialist. Wie bouwt, beoordeelt zijn eigen werk niet.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7" name=""/>
          <p:cNvSpPr txBox="1"/>
          <p:nvPr/>
        </p:nvSpPr>
        <p:spPr>
          <a:xfrm>
            <a:off x="457200" y="4874040"/>
            <a:ext cx="72046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374151"/>
                </a:solidFill>
                <a:latin typeface="Arial"/>
                <a:ea typeface="Arial"/>
              </a:rPr>
              <a:t>Product owner, business architect, solution architect en domeinarchitect zijn elk een baan op zich. Die vier liggen nu bij mij.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6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64" name=""/>
          <p:cNvSpPr/>
          <p:nvPr/>
        </p:nvSpPr>
        <p:spPr>
          <a:xfrm>
            <a:off x="3803400" y="213912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1"/>
                  <a:pt x="0" y="203"/>
                  <a:pt x="97" y="303"/>
                </a:cubicBezTo>
                <a:cubicBezTo>
                  <a:pt x="194" y="402"/>
                  <a:pt x="387" y="498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5" name=""/>
          <p:cNvSpPr/>
          <p:nvPr/>
        </p:nvSpPr>
        <p:spPr>
          <a:xfrm>
            <a:off x="3996000" y="233712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6" name=""/>
          <p:cNvSpPr/>
          <p:nvPr/>
        </p:nvSpPr>
        <p:spPr>
          <a:xfrm>
            <a:off x="3993840" y="233496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10"/>
                </a:moveTo>
                <a:lnTo>
                  <a:pt x="46" y="15"/>
                </a:lnTo>
                <a:lnTo>
                  <a:pt x="40" y="19"/>
                </a:lnTo>
                <a:lnTo>
                  <a:pt x="36" y="14"/>
                </a:lnTo>
                <a:lnTo>
                  <a:pt x="42" y="10"/>
                </a:lnTo>
                <a:moveTo>
                  <a:pt x="46" y="15"/>
                </a:moveTo>
                <a:lnTo>
                  <a:pt x="50" y="21"/>
                </a:lnTo>
                <a:lnTo>
                  <a:pt x="44" y="25"/>
                </a:lnTo>
                <a:lnTo>
                  <a:pt x="40" y="19"/>
                </a:lnTo>
                <a:lnTo>
                  <a:pt x="46" y="15"/>
                </a:lnTo>
                <a:moveTo>
                  <a:pt x="50" y="21"/>
                </a:moveTo>
                <a:lnTo>
                  <a:pt x="54" y="26"/>
                </a:lnTo>
                <a:lnTo>
                  <a:pt x="48" y="30"/>
                </a:lnTo>
                <a:lnTo>
                  <a:pt x="44" y="25"/>
                </a:lnTo>
                <a:lnTo>
                  <a:pt x="50" y="21"/>
                </a:lnTo>
                <a:moveTo>
                  <a:pt x="54" y="26"/>
                </a:moveTo>
                <a:lnTo>
                  <a:pt x="57" y="31"/>
                </a:lnTo>
                <a:lnTo>
                  <a:pt x="52" y="35"/>
                </a:lnTo>
                <a:lnTo>
                  <a:pt x="48" y="30"/>
                </a:lnTo>
                <a:lnTo>
                  <a:pt x="54" y="26"/>
                </a:lnTo>
                <a:moveTo>
                  <a:pt x="57" y="31"/>
                </a:moveTo>
                <a:lnTo>
                  <a:pt x="61" y="36"/>
                </a:lnTo>
                <a:lnTo>
                  <a:pt x="56" y="40"/>
                </a:lnTo>
                <a:lnTo>
                  <a:pt x="52" y="35"/>
                </a:lnTo>
                <a:lnTo>
                  <a:pt x="57" y="31"/>
                </a:lnTo>
                <a:moveTo>
                  <a:pt x="61" y="36"/>
                </a:moveTo>
                <a:lnTo>
                  <a:pt x="65" y="42"/>
                </a:lnTo>
                <a:lnTo>
                  <a:pt x="60" y="46"/>
                </a:lnTo>
                <a:lnTo>
                  <a:pt x="56" y="40"/>
                </a:lnTo>
                <a:lnTo>
                  <a:pt x="61" y="36"/>
                </a:lnTo>
                <a:moveTo>
                  <a:pt x="65" y="42"/>
                </a:moveTo>
                <a:lnTo>
                  <a:pt x="69" y="47"/>
                </a:lnTo>
                <a:lnTo>
                  <a:pt x="64" y="51"/>
                </a:lnTo>
                <a:lnTo>
                  <a:pt x="60" y="46"/>
                </a:lnTo>
                <a:lnTo>
                  <a:pt x="65" y="42"/>
                </a:lnTo>
                <a:moveTo>
                  <a:pt x="69" y="47"/>
                </a:moveTo>
                <a:lnTo>
                  <a:pt x="73" y="52"/>
                </a:lnTo>
                <a:lnTo>
                  <a:pt x="68" y="56"/>
                </a:lnTo>
                <a:lnTo>
                  <a:pt x="64" y="51"/>
                </a:lnTo>
                <a:lnTo>
                  <a:pt x="69" y="47"/>
                </a:lnTo>
                <a:moveTo>
                  <a:pt x="73" y="52"/>
                </a:moveTo>
                <a:lnTo>
                  <a:pt x="77" y="58"/>
                </a:lnTo>
                <a:lnTo>
                  <a:pt x="72" y="62"/>
                </a:lnTo>
                <a:lnTo>
                  <a:pt x="68" y="56"/>
                </a:lnTo>
                <a:lnTo>
                  <a:pt x="73" y="52"/>
                </a:lnTo>
                <a:moveTo>
                  <a:pt x="77" y="58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2"/>
                </a:lnTo>
                <a:lnTo>
                  <a:pt x="79" y="62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2"/>
                </a:lnTo>
                <a:lnTo>
                  <a:pt x="74" y="62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2"/>
                </a:lnTo>
                <a:lnTo>
                  <a:pt x="67" y="62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2"/>
                </a:lnTo>
                <a:lnTo>
                  <a:pt x="61" y="62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2"/>
                </a:lnTo>
                <a:lnTo>
                  <a:pt x="54" y="62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2"/>
                </a:lnTo>
                <a:lnTo>
                  <a:pt x="47" y="62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2"/>
                </a:lnTo>
                <a:lnTo>
                  <a:pt x="41" y="62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2"/>
                </a:lnTo>
                <a:lnTo>
                  <a:pt x="34" y="62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2"/>
                </a:lnTo>
                <a:lnTo>
                  <a:pt x="28" y="62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2"/>
                </a:lnTo>
                <a:lnTo>
                  <a:pt x="21" y="62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2"/>
                </a:lnTo>
                <a:lnTo>
                  <a:pt x="15" y="62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0"/>
                </a:lnTo>
                <a:lnTo>
                  <a:pt x="10" y="63"/>
                </a:lnTo>
                <a:lnTo>
                  <a:pt x="9" y="67"/>
                </a:lnTo>
                <a:lnTo>
                  <a:pt x="6" y="66"/>
                </a:lnTo>
                <a:lnTo>
                  <a:pt x="6" y="62"/>
                </a:lnTo>
                <a:lnTo>
                  <a:pt x="8" y="62"/>
                </a:lnTo>
                <a:lnTo>
                  <a:pt x="8" y="69"/>
                </a:lnTo>
                <a:moveTo>
                  <a:pt x="5" y="60"/>
                </a:moveTo>
                <a:lnTo>
                  <a:pt x="8" y="55"/>
                </a:lnTo>
                <a:lnTo>
                  <a:pt x="13" y="58"/>
                </a:lnTo>
                <a:lnTo>
                  <a:pt x="10" y="63"/>
                </a:lnTo>
                <a:lnTo>
                  <a:pt x="5" y="60"/>
                </a:lnTo>
                <a:moveTo>
                  <a:pt x="8" y="55"/>
                </a:moveTo>
                <a:lnTo>
                  <a:pt x="10" y="49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9"/>
                </a:moveTo>
                <a:lnTo>
                  <a:pt x="13" y="43"/>
                </a:lnTo>
                <a:lnTo>
                  <a:pt x="19" y="46"/>
                </a:lnTo>
                <a:lnTo>
                  <a:pt x="16" y="52"/>
                </a:lnTo>
                <a:lnTo>
                  <a:pt x="10" y="49"/>
                </a:lnTo>
                <a:moveTo>
                  <a:pt x="13" y="43"/>
                </a:moveTo>
                <a:lnTo>
                  <a:pt x="16" y="37"/>
                </a:lnTo>
                <a:lnTo>
                  <a:pt x="22" y="40"/>
                </a:lnTo>
                <a:lnTo>
                  <a:pt x="19" y="46"/>
                </a:lnTo>
                <a:lnTo>
                  <a:pt x="13" y="43"/>
                </a:lnTo>
                <a:moveTo>
                  <a:pt x="16" y="37"/>
                </a:moveTo>
                <a:lnTo>
                  <a:pt x="19" y="31"/>
                </a:lnTo>
                <a:lnTo>
                  <a:pt x="25" y="34"/>
                </a:lnTo>
                <a:lnTo>
                  <a:pt x="22" y="40"/>
                </a:lnTo>
                <a:lnTo>
                  <a:pt x="16" y="37"/>
                </a:lnTo>
                <a:moveTo>
                  <a:pt x="19" y="31"/>
                </a:moveTo>
                <a:lnTo>
                  <a:pt x="22" y="25"/>
                </a:lnTo>
                <a:lnTo>
                  <a:pt x="28" y="28"/>
                </a:lnTo>
                <a:lnTo>
                  <a:pt x="25" y="34"/>
                </a:lnTo>
                <a:lnTo>
                  <a:pt x="19" y="31"/>
                </a:lnTo>
                <a:moveTo>
                  <a:pt x="22" y="25"/>
                </a:moveTo>
                <a:lnTo>
                  <a:pt x="25" y="19"/>
                </a:lnTo>
                <a:lnTo>
                  <a:pt x="31" y="22"/>
                </a:lnTo>
                <a:lnTo>
                  <a:pt x="28" y="28"/>
                </a:lnTo>
                <a:lnTo>
                  <a:pt x="22" y="25"/>
                </a:lnTo>
                <a:moveTo>
                  <a:pt x="25" y="19"/>
                </a:moveTo>
                <a:lnTo>
                  <a:pt x="28" y="13"/>
                </a:lnTo>
                <a:lnTo>
                  <a:pt x="34" y="16"/>
                </a:lnTo>
                <a:lnTo>
                  <a:pt x="31" y="22"/>
                </a:lnTo>
                <a:lnTo>
                  <a:pt x="25" y="19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10"/>
                </a:lnTo>
                <a:lnTo>
                  <a:pt x="36" y="14"/>
                </a:lnTo>
                <a:lnTo>
                  <a:pt x="32" y="9"/>
                </a:lnTo>
                <a:lnTo>
                  <a:pt x="35" y="6"/>
                </a:lnTo>
                <a:lnTo>
                  <a:pt x="38" y="7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7" name=""/>
          <p:cNvSpPr/>
          <p:nvPr/>
        </p:nvSpPr>
        <p:spPr>
          <a:xfrm>
            <a:off x="4667040" y="3003840"/>
            <a:ext cx="0" cy="136080"/>
          </a:xfrm>
          <a:custGeom>
            <a:avLst/>
            <a:gdLst/>
            <a:ahLst/>
            <a:rect l="0" t="0" r="r" b="b"/>
            <a:pathLst>
              <a:path fill="none" w="0" h="378">
                <a:moveTo>
                  <a:pt x="0" y="0"/>
                </a:moveTo>
                <a:lnTo>
                  <a:pt x="0" y="34"/>
                </a:lnTo>
                <a:cubicBezTo>
                  <a:pt x="0" y="69"/>
                  <a:pt x="0" y="137"/>
                  <a:pt x="0" y="200"/>
                </a:cubicBezTo>
                <a:cubicBezTo>
                  <a:pt x="0" y="263"/>
                  <a:pt x="0" y="321"/>
                  <a:pt x="0" y="350"/>
                </a:cubicBezTo>
                <a:lnTo>
                  <a:pt x="0" y="378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8" name=""/>
          <p:cNvSpPr/>
          <p:nvPr/>
        </p:nvSpPr>
        <p:spPr>
          <a:xfrm>
            <a:off x="4655160" y="3128400"/>
            <a:ext cx="24120" cy="23760"/>
          </a:xfrm>
          <a:custGeom>
            <a:avLst/>
            <a:gdLst/>
            <a:ahLst/>
            <a:rect l="0" t="0" r="r" b="b"/>
            <a:pathLst>
              <a:path w="67" h="66">
                <a:moveTo>
                  <a:pt x="67" y="0"/>
                </a:moveTo>
                <a:lnTo>
                  <a:pt x="33" y="66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9" name=""/>
          <p:cNvSpPr/>
          <p:nvPr/>
        </p:nvSpPr>
        <p:spPr>
          <a:xfrm>
            <a:off x="4653360" y="3126960"/>
            <a:ext cx="27720" cy="28080"/>
          </a:xfrm>
          <a:custGeom>
            <a:avLst/>
            <a:gdLst/>
            <a:ahLst/>
            <a:rect l="0" t="0" r="r" b="b"/>
            <a:pathLst>
              <a:path w="77" h="78">
                <a:moveTo>
                  <a:pt x="72" y="11"/>
                </a:moveTo>
                <a:lnTo>
                  <a:pt x="69" y="18"/>
                </a:lnTo>
                <a:lnTo>
                  <a:pt x="63" y="14"/>
                </a:lnTo>
                <a:lnTo>
                  <a:pt x="66" y="8"/>
                </a:lnTo>
                <a:lnTo>
                  <a:pt x="72" y="11"/>
                </a:lnTo>
                <a:moveTo>
                  <a:pt x="69" y="18"/>
                </a:moveTo>
                <a:lnTo>
                  <a:pt x="66" y="24"/>
                </a:lnTo>
                <a:lnTo>
                  <a:pt x="60" y="21"/>
                </a:lnTo>
                <a:lnTo>
                  <a:pt x="63" y="14"/>
                </a:lnTo>
                <a:lnTo>
                  <a:pt x="69" y="18"/>
                </a:lnTo>
                <a:moveTo>
                  <a:pt x="66" y="24"/>
                </a:moveTo>
                <a:lnTo>
                  <a:pt x="63" y="30"/>
                </a:lnTo>
                <a:lnTo>
                  <a:pt x="57" y="27"/>
                </a:lnTo>
                <a:lnTo>
                  <a:pt x="60" y="21"/>
                </a:lnTo>
                <a:lnTo>
                  <a:pt x="66" y="24"/>
                </a:lnTo>
                <a:moveTo>
                  <a:pt x="63" y="30"/>
                </a:moveTo>
                <a:lnTo>
                  <a:pt x="60" y="35"/>
                </a:lnTo>
                <a:lnTo>
                  <a:pt x="54" y="32"/>
                </a:lnTo>
                <a:lnTo>
                  <a:pt x="57" y="27"/>
                </a:lnTo>
                <a:lnTo>
                  <a:pt x="63" y="30"/>
                </a:lnTo>
                <a:moveTo>
                  <a:pt x="60" y="35"/>
                </a:moveTo>
                <a:lnTo>
                  <a:pt x="57" y="41"/>
                </a:lnTo>
                <a:lnTo>
                  <a:pt x="51" y="38"/>
                </a:lnTo>
                <a:lnTo>
                  <a:pt x="54" y="32"/>
                </a:lnTo>
                <a:lnTo>
                  <a:pt x="60" y="35"/>
                </a:lnTo>
                <a:moveTo>
                  <a:pt x="57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7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3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40" y="62"/>
                </a:lnTo>
                <a:lnTo>
                  <a:pt x="43" y="56"/>
                </a:lnTo>
                <a:lnTo>
                  <a:pt x="48" y="59"/>
                </a:lnTo>
                <a:moveTo>
                  <a:pt x="45" y="65"/>
                </a:moveTo>
                <a:lnTo>
                  <a:pt x="43" y="71"/>
                </a:lnTo>
                <a:lnTo>
                  <a:pt x="37" y="68"/>
                </a:lnTo>
                <a:lnTo>
                  <a:pt x="40" y="62"/>
                </a:lnTo>
                <a:lnTo>
                  <a:pt x="45" y="65"/>
                </a:lnTo>
                <a:moveTo>
                  <a:pt x="43" y="71"/>
                </a:moveTo>
                <a:lnTo>
                  <a:pt x="39" y="78"/>
                </a:lnTo>
                <a:lnTo>
                  <a:pt x="34" y="67"/>
                </a:lnTo>
                <a:lnTo>
                  <a:pt x="40" y="64"/>
                </a:lnTo>
                <a:lnTo>
                  <a:pt x="42" y="69"/>
                </a:lnTo>
                <a:lnTo>
                  <a:pt x="39" y="70"/>
                </a:lnTo>
                <a:lnTo>
                  <a:pt x="36" y="69"/>
                </a:lnTo>
                <a:lnTo>
                  <a:pt x="37" y="68"/>
                </a:lnTo>
                <a:lnTo>
                  <a:pt x="43" y="71"/>
                </a:lnTo>
                <a:moveTo>
                  <a:pt x="34" y="67"/>
                </a:moveTo>
                <a:lnTo>
                  <a:pt x="30" y="61"/>
                </a:lnTo>
                <a:lnTo>
                  <a:pt x="37" y="58"/>
                </a:lnTo>
                <a:lnTo>
                  <a:pt x="40" y="64"/>
                </a:lnTo>
                <a:lnTo>
                  <a:pt x="34" y="67"/>
                </a:lnTo>
                <a:moveTo>
                  <a:pt x="30" y="61"/>
                </a:moveTo>
                <a:lnTo>
                  <a:pt x="27" y="55"/>
                </a:lnTo>
                <a:lnTo>
                  <a:pt x="34" y="52"/>
                </a:lnTo>
                <a:lnTo>
                  <a:pt x="37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4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8"/>
                </a:lnTo>
                <a:lnTo>
                  <a:pt x="24" y="35"/>
                </a:lnTo>
                <a:lnTo>
                  <a:pt x="27" y="40"/>
                </a:lnTo>
                <a:lnTo>
                  <a:pt x="21" y="43"/>
                </a:lnTo>
                <a:moveTo>
                  <a:pt x="18" y="38"/>
                </a:moveTo>
                <a:lnTo>
                  <a:pt x="15" y="32"/>
                </a:lnTo>
                <a:lnTo>
                  <a:pt x="21" y="29"/>
                </a:lnTo>
                <a:lnTo>
                  <a:pt x="24" y="35"/>
                </a:lnTo>
                <a:lnTo>
                  <a:pt x="18" y="38"/>
                </a:lnTo>
                <a:moveTo>
                  <a:pt x="15" y="32"/>
                </a:moveTo>
                <a:lnTo>
                  <a:pt x="12" y="26"/>
                </a:lnTo>
                <a:lnTo>
                  <a:pt x="18" y="23"/>
                </a:lnTo>
                <a:lnTo>
                  <a:pt x="21" y="29"/>
                </a:lnTo>
                <a:lnTo>
                  <a:pt x="15" y="32"/>
                </a:lnTo>
                <a:moveTo>
                  <a:pt x="12" y="26"/>
                </a:moveTo>
                <a:lnTo>
                  <a:pt x="9" y="20"/>
                </a:lnTo>
                <a:lnTo>
                  <a:pt x="15" y="17"/>
                </a:lnTo>
                <a:lnTo>
                  <a:pt x="18" y="23"/>
                </a:lnTo>
                <a:lnTo>
                  <a:pt x="12" y="26"/>
                </a:lnTo>
                <a:moveTo>
                  <a:pt x="9" y="20"/>
                </a:moveTo>
                <a:lnTo>
                  <a:pt x="6" y="13"/>
                </a:lnTo>
                <a:lnTo>
                  <a:pt x="12" y="10"/>
                </a:lnTo>
                <a:lnTo>
                  <a:pt x="15" y="17"/>
                </a:lnTo>
                <a:lnTo>
                  <a:pt x="9" y="20"/>
                </a:lnTo>
                <a:moveTo>
                  <a:pt x="6" y="13"/>
                </a:moveTo>
                <a:lnTo>
                  <a:pt x="3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3" y="7"/>
                </a:moveTo>
                <a:lnTo>
                  <a:pt x="0" y="0"/>
                </a:lnTo>
                <a:lnTo>
                  <a:pt x="9" y="0"/>
                </a:lnTo>
                <a:lnTo>
                  <a:pt x="9" y="7"/>
                </a:lnTo>
                <a:lnTo>
                  <a:pt x="5" y="7"/>
                </a:lnTo>
                <a:lnTo>
                  <a:pt x="5" y="4"/>
                </a:lnTo>
                <a:lnTo>
                  <a:pt x="8" y="2"/>
                </a:lnTo>
                <a:lnTo>
                  <a:pt x="9" y="4"/>
                </a:lnTo>
                <a:lnTo>
                  <a:pt x="3" y="7"/>
                </a:lnTo>
                <a:moveTo>
                  <a:pt x="9" y="0"/>
                </a:moveTo>
                <a:lnTo>
                  <a:pt x="16" y="0"/>
                </a:lnTo>
                <a:lnTo>
                  <a:pt x="16" y="7"/>
                </a:lnTo>
                <a:lnTo>
                  <a:pt x="9" y="7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7"/>
                </a:lnTo>
                <a:lnTo>
                  <a:pt x="29" y="7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7"/>
                </a:lnTo>
                <a:lnTo>
                  <a:pt x="37" y="7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7"/>
                </a:lnTo>
                <a:lnTo>
                  <a:pt x="43" y="7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7"/>
                </a:lnTo>
                <a:lnTo>
                  <a:pt x="50" y="7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7"/>
                </a:lnTo>
                <a:lnTo>
                  <a:pt x="56" y="7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7"/>
                </a:lnTo>
                <a:lnTo>
                  <a:pt x="63" y="7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1"/>
                </a:lnTo>
                <a:lnTo>
                  <a:pt x="66" y="8"/>
                </a:lnTo>
                <a:lnTo>
                  <a:pt x="69" y="2"/>
                </a:lnTo>
                <a:lnTo>
                  <a:pt x="72" y="4"/>
                </a:lnTo>
                <a:lnTo>
                  <a:pt x="72" y="7"/>
                </a:lnTo>
                <a:lnTo>
                  <a:pt x="70" y="7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0" name=""/>
          <p:cNvSpPr/>
          <p:nvPr/>
        </p:nvSpPr>
        <p:spPr>
          <a:xfrm>
            <a:off x="5322240" y="213912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1"/>
                  <a:pt x="580" y="203"/>
                  <a:pt x="482" y="303"/>
                </a:cubicBezTo>
                <a:cubicBezTo>
                  <a:pt x="386" y="402"/>
                  <a:pt x="193" y="498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1" name=""/>
          <p:cNvSpPr/>
          <p:nvPr/>
        </p:nvSpPr>
        <p:spPr>
          <a:xfrm>
            <a:off x="5311800" y="233712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2" name=""/>
          <p:cNvSpPr/>
          <p:nvPr/>
        </p:nvSpPr>
        <p:spPr>
          <a:xfrm>
            <a:off x="5309280" y="233496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2"/>
                </a:lnTo>
                <a:lnTo>
                  <a:pt x="74" y="62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2"/>
                </a:lnTo>
                <a:lnTo>
                  <a:pt x="67" y="62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2"/>
                </a:lnTo>
                <a:lnTo>
                  <a:pt x="61" y="62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2"/>
                </a:lnTo>
                <a:lnTo>
                  <a:pt x="54" y="62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2"/>
                </a:lnTo>
                <a:lnTo>
                  <a:pt x="48" y="62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2"/>
                </a:lnTo>
                <a:lnTo>
                  <a:pt x="41" y="62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2"/>
                </a:lnTo>
                <a:lnTo>
                  <a:pt x="34" y="62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2"/>
                </a:lnTo>
                <a:lnTo>
                  <a:pt x="28" y="62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2"/>
                </a:lnTo>
                <a:lnTo>
                  <a:pt x="21" y="62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2"/>
                </a:lnTo>
                <a:lnTo>
                  <a:pt x="15" y="62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59"/>
                </a:lnTo>
                <a:lnTo>
                  <a:pt x="13" y="63"/>
                </a:lnTo>
                <a:lnTo>
                  <a:pt x="10" y="68"/>
                </a:lnTo>
                <a:lnTo>
                  <a:pt x="7" y="66"/>
                </a:lnTo>
                <a:lnTo>
                  <a:pt x="7" y="62"/>
                </a:lnTo>
                <a:lnTo>
                  <a:pt x="8" y="62"/>
                </a:lnTo>
                <a:lnTo>
                  <a:pt x="8" y="69"/>
                </a:lnTo>
                <a:moveTo>
                  <a:pt x="8" y="59"/>
                </a:moveTo>
                <a:lnTo>
                  <a:pt x="12" y="54"/>
                </a:lnTo>
                <a:lnTo>
                  <a:pt x="17" y="58"/>
                </a:lnTo>
                <a:lnTo>
                  <a:pt x="13" y="63"/>
                </a:lnTo>
                <a:lnTo>
                  <a:pt x="8" y="59"/>
                </a:lnTo>
                <a:moveTo>
                  <a:pt x="12" y="54"/>
                </a:moveTo>
                <a:lnTo>
                  <a:pt x="15" y="49"/>
                </a:lnTo>
                <a:lnTo>
                  <a:pt x="21" y="53"/>
                </a:lnTo>
                <a:lnTo>
                  <a:pt x="17" y="58"/>
                </a:lnTo>
                <a:lnTo>
                  <a:pt x="12" y="54"/>
                </a:lnTo>
                <a:moveTo>
                  <a:pt x="15" y="49"/>
                </a:moveTo>
                <a:lnTo>
                  <a:pt x="19" y="44"/>
                </a:lnTo>
                <a:lnTo>
                  <a:pt x="25" y="48"/>
                </a:lnTo>
                <a:lnTo>
                  <a:pt x="21" y="53"/>
                </a:lnTo>
                <a:lnTo>
                  <a:pt x="15" y="49"/>
                </a:lnTo>
                <a:moveTo>
                  <a:pt x="19" y="44"/>
                </a:moveTo>
                <a:lnTo>
                  <a:pt x="23" y="38"/>
                </a:lnTo>
                <a:lnTo>
                  <a:pt x="29" y="42"/>
                </a:lnTo>
                <a:lnTo>
                  <a:pt x="25" y="48"/>
                </a:lnTo>
                <a:lnTo>
                  <a:pt x="19" y="44"/>
                </a:lnTo>
                <a:moveTo>
                  <a:pt x="23" y="38"/>
                </a:moveTo>
                <a:lnTo>
                  <a:pt x="27" y="33"/>
                </a:lnTo>
                <a:lnTo>
                  <a:pt x="33" y="37"/>
                </a:lnTo>
                <a:lnTo>
                  <a:pt x="29" y="42"/>
                </a:lnTo>
                <a:lnTo>
                  <a:pt x="23" y="38"/>
                </a:lnTo>
                <a:moveTo>
                  <a:pt x="27" y="33"/>
                </a:moveTo>
                <a:lnTo>
                  <a:pt x="31" y="28"/>
                </a:lnTo>
                <a:lnTo>
                  <a:pt x="37" y="32"/>
                </a:lnTo>
                <a:lnTo>
                  <a:pt x="33" y="37"/>
                </a:lnTo>
                <a:lnTo>
                  <a:pt x="27" y="33"/>
                </a:lnTo>
                <a:moveTo>
                  <a:pt x="31" y="28"/>
                </a:moveTo>
                <a:lnTo>
                  <a:pt x="35" y="23"/>
                </a:lnTo>
                <a:lnTo>
                  <a:pt x="40" y="27"/>
                </a:lnTo>
                <a:lnTo>
                  <a:pt x="37" y="32"/>
                </a:lnTo>
                <a:lnTo>
                  <a:pt x="31" y="28"/>
                </a:lnTo>
                <a:moveTo>
                  <a:pt x="35" y="23"/>
                </a:moveTo>
                <a:lnTo>
                  <a:pt x="39" y="17"/>
                </a:lnTo>
                <a:lnTo>
                  <a:pt x="44" y="21"/>
                </a:lnTo>
                <a:lnTo>
                  <a:pt x="40" y="27"/>
                </a:lnTo>
                <a:lnTo>
                  <a:pt x="35" y="23"/>
                </a:lnTo>
                <a:moveTo>
                  <a:pt x="39" y="17"/>
                </a:moveTo>
                <a:lnTo>
                  <a:pt x="43" y="12"/>
                </a:lnTo>
                <a:lnTo>
                  <a:pt x="48" y="16"/>
                </a:lnTo>
                <a:lnTo>
                  <a:pt x="44" y="21"/>
                </a:lnTo>
                <a:lnTo>
                  <a:pt x="39" y="17"/>
                </a:lnTo>
                <a:moveTo>
                  <a:pt x="43" y="12"/>
                </a:moveTo>
                <a:lnTo>
                  <a:pt x="47" y="6"/>
                </a:lnTo>
                <a:lnTo>
                  <a:pt x="52" y="11"/>
                </a:lnTo>
                <a:lnTo>
                  <a:pt x="48" y="16"/>
                </a:lnTo>
                <a:lnTo>
                  <a:pt x="43" y="12"/>
                </a:lnTo>
                <a:moveTo>
                  <a:pt x="47" y="6"/>
                </a:moveTo>
                <a:lnTo>
                  <a:pt x="52" y="0"/>
                </a:lnTo>
                <a:lnTo>
                  <a:pt x="56" y="9"/>
                </a:lnTo>
                <a:lnTo>
                  <a:pt x="50" y="12"/>
                </a:lnTo>
                <a:lnTo>
                  <a:pt x="48" y="7"/>
                </a:lnTo>
                <a:lnTo>
                  <a:pt x="51" y="6"/>
                </a:lnTo>
                <a:lnTo>
                  <a:pt x="54" y="9"/>
                </a:lnTo>
                <a:lnTo>
                  <a:pt x="52" y="11"/>
                </a:lnTo>
                <a:lnTo>
                  <a:pt x="47" y="6"/>
                </a:lnTo>
                <a:moveTo>
                  <a:pt x="56" y="9"/>
                </a:moveTo>
                <a:lnTo>
                  <a:pt x="59" y="15"/>
                </a:lnTo>
                <a:lnTo>
                  <a:pt x="53" y="18"/>
                </a:lnTo>
                <a:lnTo>
                  <a:pt x="50" y="12"/>
                </a:lnTo>
                <a:lnTo>
                  <a:pt x="56" y="9"/>
                </a:lnTo>
                <a:moveTo>
                  <a:pt x="59" y="15"/>
                </a:moveTo>
                <a:lnTo>
                  <a:pt x="62" y="21"/>
                </a:lnTo>
                <a:lnTo>
                  <a:pt x="56" y="24"/>
                </a:lnTo>
                <a:lnTo>
                  <a:pt x="53" y="18"/>
                </a:lnTo>
                <a:lnTo>
                  <a:pt x="59" y="15"/>
                </a:lnTo>
                <a:moveTo>
                  <a:pt x="62" y="21"/>
                </a:moveTo>
                <a:lnTo>
                  <a:pt x="65" y="27"/>
                </a:lnTo>
                <a:lnTo>
                  <a:pt x="59" y="30"/>
                </a:lnTo>
                <a:lnTo>
                  <a:pt x="56" y="24"/>
                </a:lnTo>
                <a:lnTo>
                  <a:pt x="62" y="21"/>
                </a:lnTo>
                <a:moveTo>
                  <a:pt x="65" y="27"/>
                </a:moveTo>
                <a:lnTo>
                  <a:pt x="68" y="33"/>
                </a:lnTo>
                <a:lnTo>
                  <a:pt x="62" y="36"/>
                </a:lnTo>
                <a:lnTo>
                  <a:pt x="59" y="30"/>
                </a:lnTo>
                <a:lnTo>
                  <a:pt x="65" y="27"/>
                </a:lnTo>
                <a:moveTo>
                  <a:pt x="68" y="33"/>
                </a:moveTo>
                <a:lnTo>
                  <a:pt x="71" y="39"/>
                </a:lnTo>
                <a:lnTo>
                  <a:pt x="65" y="42"/>
                </a:lnTo>
                <a:lnTo>
                  <a:pt x="62" y="36"/>
                </a:lnTo>
                <a:lnTo>
                  <a:pt x="68" y="33"/>
                </a:lnTo>
                <a:moveTo>
                  <a:pt x="71" y="39"/>
                </a:moveTo>
                <a:lnTo>
                  <a:pt x="74" y="44"/>
                </a:lnTo>
                <a:lnTo>
                  <a:pt x="68" y="47"/>
                </a:lnTo>
                <a:lnTo>
                  <a:pt x="65" y="42"/>
                </a:lnTo>
                <a:lnTo>
                  <a:pt x="71" y="39"/>
                </a:lnTo>
                <a:moveTo>
                  <a:pt x="74" y="44"/>
                </a:moveTo>
                <a:lnTo>
                  <a:pt x="77" y="50"/>
                </a:lnTo>
                <a:lnTo>
                  <a:pt x="71" y="53"/>
                </a:lnTo>
                <a:lnTo>
                  <a:pt x="68" y="47"/>
                </a:lnTo>
                <a:lnTo>
                  <a:pt x="74" y="44"/>
                </a:lnTo>
                <a:moveTo>
                  <a:pt x="77" y="50"/>
                </a:moveTo>
                <a:lnTo>
                  <a:pt x="79" y="56"/>
                </a:lnTo>
                <a:lnTo>
                  <a:pt x="74" y="59"/>
                </a:lnTo>
                <a:lnTo>
                  <a:pt x="71" y="53"/>
                </a:lnTo>
                <a:lnTo>
                  <a:pt x="77" y="50"/>
                </a:lnTo>
                <a:moveTo>
                  <a:pt x="79" y="56"/>
                </a:moveTo>
                <a:lnTo>
                  <a:pt x="82" y="62"/>
                </a:lnTo>
                <a:lnTo>
                  <a:pt x="77" y="65"/>
                </a:lnTo>
                <a:lnTo>
                  <a:pt x="74" y="59"/>
                </a:lnTo>
                <a:lnTo>
                  <a:pt x="79" y="56"/>
                </a:lnTo>
                <a:moveTo>
                  <a:pt x="82" y="62"/>
                </a:moveTo>
                <a:lnTo>
                  <a:pt x="87" y="69"/>
                </a:lnTo>
                <a:lnTo>
                  <a:pt x="74" y="69"/>
                </a:lnTo>
                <a:lnTo>
                  <a:pt x="74" y="62"/>
                </a:lnTo>
                <a:lnTo>
                  <a:pt x="81" y="62"/>
                </a:lnTo>
                <a:lnTo>
                  <a:pt x="81" y="66"/>
                </a:lnTo>
                <a:lnTo>
                  <a:pt x="78" y="67"/>
                </a:lnTo>
                <a:lnTo>
                  <a:pt x="77" y="65"/>
                </a:lnTo>
                <a:lnTo>
                  <a:pt x="82" y="6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3" name=""/>
          <p:cNvSpPr/>
          <p:nvPr/>
        </p:nvSpPr>
        <p:spPr>
          <a:xfrm>
            <a:off x="3803400" y="155268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0" y="299"/>
                </a:cubicBezTo>
                <a:cubicBezTo>
                  <a:pt x="0" y="395"/>
                  <a:pt x="0" y="486"/>
                  <a:pt x="0" y="531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4" name=""/>
          <p:cNvSpPr/>
          <p:nvPr/>
        </p:nvSpPr>
        <p:spPr>
          <a:xfrm>
            <a:off x="3791520" y="174816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5" name=""/>
          <p:cNvSpPr/>
          <p:nvPr/>
        </p:nvSpPr>
        <p:spPr>
          <a:xfrm>
            <a:off x="3789720" y="1747080"/>
            <a:ext cx="28080" cy="27720"/>
          </a:xfrm>
          <a:custGeom>
            <a:avLst/>
            <a:gdLst/>
            <a:ahLst/>
            <a:rect l="0" t="0" r="r" b="b"/>
            <a:pathLst>
              <a:path w="78" h="77">
                <a:moveTo>
                  <a:pt x="71" y="11"/>
                </a:moveTo>
                <a:lnTo>
                  <a:pt x="68" y="16"/>
                </a:lnTo>
                <a:lnTo>
                  <a:pt x="62" y="13"/>
                </a:lnTo>
                <a:lnTo>
                  <a:pt x="65" y="8"/>
                </a:lnTo>
                <a:lnTo>
                  <a:pt x="71" y="11"/>
                </a:lnTo>
                <a:moveTo>
                  <a:pt x="68" y="16"/>
                </a:moveTo>
                <a:lnTo>
                  <a:pt x="65" y="22"/>
                </a:lnTo>
                <a:lnTo>
                  <a:pt x="59" y="19"/>
                </a:lnTo>
                <a:lnTo>
                  <a:pt x="62" y="13"/>
                </a:lnTo>
                <a:lnTo>
                  <a:pt x="68" y="16"/>
                </a:lnTo>
                <a:moveTo>
                  <a:pt x="65" y="22"/>
                </a:moveTo>
                <a:lnTo>
                  <a:pt x="62" y="28"/>
                </a:lnTo>
                <a:lnTo>
                  <a:pt x="56" y="25"/>
                </a:lnTo>
                <a:lnTo>
                  <a:pt x="59" y="19"/>
                </a:lnTo>
                <a:lnTo>
                  <a:pt x="65" y="22"/>
                </a:lnTo>
                <a:moveTo>
                  <a:pt x="62" y="28"/>
                </a:moveTo>
                <a:lnTo>
                  <a:pt x="59" y="34"/>
                </a:lnTo>
                <a:lnTo>
                  <a:pt x="54" y="31"/>
                </a:lnTo>
                <a:lnTo>
                  <a:pt x="56" y="25"/>
                </a:lnTo>
                <a:lnTo>
                  <a:pt x="62" y="28"/>
                </a:lnTo>
                <a:moveTo>
                  <a:pt x="59" y="34"/>
                </a:moveTo>
                <a:lnTo>
                  <a:pt x="56" y="40"/>
                </a:lnTo>
                <a:lnTo>
                  <a:pt x="51" y="37"/>
                </a:lnTo>
                <a:lnTo>
                  <a:pt x="54" y="31"/>
                </a:lnTo>
                <a:lnTo>
                  <a:pt x="59" y="34"/>
                </a:lnTo>
                <a:moveTo>
                  <a:pt x="56" y="40"/>
                </a:moveTo>
                <a:lnTo>
                  <a:pt x="54" y="46"/>
                </a:lnTo>
                <a:lnTo>
                  <a:pt x="48" y="43"/>
                </a:lnTo>
                <a:lnTo>
                  <a:pt x="51" y="37"/>
                </a:lnTo>
                <a:lnTo>
                  <a:pt x="56" y="40"/>
                </a:lnTo>
                <a:moveTo>
                  <a:pt x="54" y="46"/>
                </a:moveTo>
                <a:lnTo>
                  <a:pt x="51" y="53"/>
                </a:lnTo>
                <a:lnTo>
                  <a:pt x="45" y="50"/>
                </a:lnTo>
                <a:lnTo>
                  <a:pt x="48" y="43"/>
                </a:lnTo>
                <a:lnTo>
                  <a:pt x="54" y="46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0"/>
                </a:lnTo>
                <a:lnTo>
                  <a:pt x="36" y="67"/>
                </a:lnTo>
                <a:lnTo>
                  <a:pt x="39" y="62"/>
                </a:lnTo>
                <a:lnTo>
                  <a:pt x="45" y="65"/>
                </a:lnTo>
                <a:moveTo>
                  <a:pt x="42" y="70"/>
                </a:moveTo>
                <a:lnTo>
                  <a:pt x="38" y="77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7"/>
                </a:lnTo>
                <a:lnTo>
                  <a:pt x="42" y="70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8"/>
                </a:lnTo>
                <a:lnTo>
                  <a:pt x="30" y="45"/>
                </a:lnTo>
                <a:lnTo>
                  <a:pt x="33" y="52"/>
                </a:lnTo>
                <a:lnTo>
                  <a:pt x="27" y="55"/>
                </a:lnTo>
                <a:moveTo>
                  <a:pt x="24" y="48"/>
                </a:moveTo>
                <a:lnTo>
                  <a:pt x="21" y="42"/>
                </a:lnTo>
                <a:lnTo>
                  <a:pt x="27" y="39"/>
                </a:lnTo>
                <a:lnTo>
                  <a:pt x="30" y="45"/>
                </a:lnTo>
                <a:lnTo>
                  <a:pt x="24" y="48"/>
                </a:lnTo>
                <a:moveTo>
                  <a:pt x="21" y="42"/>
                </a:moveTo>
                <a:lnTo>
                  <a:pt x="18" y="36"/>
                </a:lnTo>
                <a:lnTo>
                  <a:pt x="24" y="33"/>
                </a:lnTo>
                <a:lnTo>
                  <a:pt x="27" y="39"/>
                </a:lnTo>
                <a:lnTo>
                  <a:pt x="21" y="42"/>
                </a:lnTo>
                <a:moveTo>
                  <a:pt x="18" y="36"/>
                </a:moveTo>
                <a:lnTo>
                  <a:pt x="15" y="30"/>
                </a:lnTo>
                <a:lnTo>
                  <a:pt x="21" y="27"/>
                </a:lnTo>
                <a:lnTo>
                  <a:pt x="24" y="33"/>
                </a:lnTo>
                <a:lnTo>
                  <a:pt x="18" y="36"/>
                </a:lnTo>
                <a:moveTo>
                  <a:pt x="15" y="30"/>
                </a:moveTo>
                <a:lnTo>
                  <a:pt x="12" y="24"/>
                </a:lnTo>
                <a:lnTo>
                  <a:pt x="18" y="21"/>
                </a:lnTo>
                <a:lnTo>
                  <a:pt x="21" y="27"/>
                </a:lnTo>
                <a:lnTo>
                  <a:pt x="15" y="30"/>
                </a:lnTo>
                <a:moveTo>
                  <a:pt x="12" y="24"/>
                </a:moveTo>
                <a:lnTo>
                  <a:pt x="9" y="19"/>
                </a:lnTo>
                <a:lnTo>
                  <a:pt x="15" y="16"/>
                </a:lnTo>
                <a:lnTo>
                  <a:pt x="18" y="21"/>
                </a:lnTo>
                <a:lnTo>
                  <a:pt x="12" y="24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6"/>
                </a:lnTo>
                <a:lnTo>
                  <a:pt x="5" y="6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6"/>
                </a:lnTo>
                <a:lnTo>
                  <a:pt x="10" y="6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6"/>
                </a:lnTo>
                <a:lnTo>
                  <a:pt x="16" y="6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6"/>
                </a:lnTo>
                <a:lnTo>
                  <a:pt x="23" y="6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6"/>
                </a:lnTo>
                <a:lnTo>
                  <a:pt x="29" y="6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6"/>
                </a:lnTo>
                <a:lnTo>
                  <a:pt x="36" y="6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6"/>
                </a:lnTo>
                <a:lnTo>
                  <a:pt x="42" y="6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6"/>
                </a:lnTo>
                <a:lnTo>
                  <a:pt x="49" y="6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6"/>
                </a:lnTo>
                <a:lnTo>
                  <a:pt x="56" y="6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6"/>
                </a:lnTo>
                <a:lnTo>
                  <a:pt x="62" y="6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2"/>
                </a:lnTo>
                <a:lnTo>
                  <a:pt x="71" y="3"/>
                </a:lnTo>
                <a:lnTo>
                  <a:pt x="71" y="6"/>
                </a:lnTo>
                <a:lnTo>
                  <a:pt x="69" y="6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6" name=""/>
          <p:cNvSpPr/>
          <p:nvPr/>
        </p:nvSpPr>
        <p:spPr>
          <a:xfrm>
            <a:off x="5453640" y="221328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7" name=""/>
          <p:cNvSpPr/>
          <p:nvPr/>
        </p:nvSpPr>
        <p:spPr>
          <a:xfrm>
            <a:off x="5453640" y="221328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8" name=""/>
          <p:cNvSpPr txBox="1"/>
          <p:nvPr/>
        </p:nvSpPr>
        <p:spPr>
          <a:xfrm>
            <a:off x="439920" y="624600"/>
            <a:ext cx="50770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ik het nu verdeeld zie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9" name=""/>
          <p:cNvSpPr/>
          <p:nvPr/>
        </p:nvSpPr>
        <p:spPr>
          <a:xfrm>
            <a:off x="3575160" y="162684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0" name=""/>
          <p:cNvSpPr/>
          <p:nvPr/>
        </p:nvSpPr>
        <p:spPr>
          <a:xfrm>
            <a:off x="3575160" y="162684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1" name=""/>
          <p:cNvSpPr txBox="1"/>
          <p:nvPr/>
        </p:nvSpPr>
        <p:spPr>
          <a:xfrm>
            <a:off x="5453640" y="221976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2" name=""/>
          <p:cNvSpPr/>
          <p:nvPr/>
        </p:nvSpPr>
        <p:spPr>
          <a:xfrm>
            <a:off x="2040120" y="315180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3" name=""/>
          <p:cNvSpPr/>
          <p:nvPr/>
        </p:nvSpPr>
        <p:spPr>
          <a:xfrm>
            <a:off x="2040120" y="315180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4" name=""/>
          <p:cNvSpPr txBox="1"/>
          <p:nvPr/>
        </p:nvSpPr>
        <p:spPr>
          <a:xfrm>
            <a:off x="3575520" y="163332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5" name=""/>
          <p:cNvSpPr/>
          <p:nvPr/>
        </p:nvSpPr>
        <p:spPr>
          <a:xfrm>
            <a:off x="2151360" y="325548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6" name=""/>
          <p:cNvSpPr txBox="1"/>
          <p:nvPr/>
        </p:nvSpPr>
        <p:spPr>
          <a:xfrm>
            <a:off x="4513680" y="315864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7" name=""/>
          <p:cNvSpPr/>
          <p:nvPr/>
        </p:nvSpPr>
        <p:spPr>
          <a:xfrm>
            <a:off x="2812680" y="325548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9dbe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8" name=""/>
          <p:cNvSpPr/>
          <p:nvPr/>
        </p:nvSpPr>
        <p:spPr>
          <a:xfrm>
            <a:off x="2812680" y="325548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4d7d97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9" name=""/>
          <p:cNvSpPr txBox="1"/>
          <p:nvPr/>
        </p:nvSpPr>
        <p:spPr>
          <a:xfrm>
            <a:off x="2240280" y="330660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0" name=""/>
          <p:cNvSpPr/>
          <p:nvPr/>
        </p:nvSpPr>
        <p:spPr>
          <a:xfrm>
            <a:off x="3592440" y="325548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b03a6e"/>
          </a:solidFill>
          <a:ln w="2880">
            <a:solidFill>
              <a:srgbClr val="b03a6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1" name=""/>
          <p:cNvSpPr txBox="1"/>
          <p:nvPr/>
        </p:nvSpPr>
        <p:spPr>
          <a:xfrm>
            <a:off x="2901600" y="330660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2733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2" name=""/>
          <p:cNvSpPr/>
          <p:nvPr/>
        </p:nvSpPr>
        <p:spPr>
          <a:xfrm>
            <a:off x="4235760" y="325548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3" name=""/>
          <p:cNvSpPr txBox="1"/>
          <p:nvPr/>
        </p:nvSpPr>
        <p:spPr>
          <a:xfrm>
            <a:off x="3681360" y="330660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4" name=""/>
          <p:cNvSpPr/>
          <p:nvPr/>
        </p:nvSpPr>
        <p:spPr>
          <a:xfrm>
            <a:off x="5017320" y="325548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c07a1e"/>
          </a:solidFill>
          <a:ln w="2880">
            <a:solidFill>
              <a:srgbClr val="c07a1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5" name=""/>
          <p:cNvSpPr txBox="1"/>
          <p:nvPr/>
        </p:nvSpPr>
        <p:spPr>
          <a:xfrm>
            <a:off x="4325040" y="330660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6" name=""/>
          <p:cNvSpPr/>
          <p:nvPr/>
        </p:nvSpPr>
        <p:spPr>
          <a:xfrm>
            <a:off x="5732280" y="325548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7" name=""/>
          <p:cNvSpPr txBox="1"/>
          <p:nvPr/>
        </p:nvSpPr>
        <p:spPr>
          <a:xfrm>
            <a:off x="5106600" y="330660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8" name=""/>
          <p:cNvSpPr/>
          <p:nvPr/>
        </p:nvSpPr>
        <p:spPr>
          <a:xfrm>
            <a:off x="6545160" y="325548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9" name=""/>
          <p:cNvSpPr/>
          <p:nvPr/>
        </p:nvSpPr>
        <p:spPr>
          <a:xfrm>
            <a:off x="6545160" y="325548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0" name=""/>
          <p:cNvSpPr txBox="1"/>
          <p:nvPr/>
        </p:nvSpPr>
        <p:spPr>
          <a:xfrm>
            <a:off x="5821200" y="330660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1" name=""/>
          <p:cNvSpPr/>
          <p:nvPr/>
        </p:nvSpPr>
        <p:spPr>
          <a:xfrm>
            <a:off x="480960" y="235836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2" name=""/>
          <p:cNvSpPr/>
          <p:nvPr/>
        </p:nvSpPr>
        <p:spPr>
          <a:xfrm>
            <a:off x="480960" y="235836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3" name=""/>
          <p:cNvSpPr txBox="1"/>
          <p:nvPr/>
        </p:nvSpPr>
        <p:spPr>
          <a:xfrm>
            <a:off x="6634080" y="330660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4" name=""/>
          <p:cNvSpPr/>
          <p:nvPr/>
        </p:nvSpPr>
        <p:spPr>
          <a:xfrm>
            <a:off x="6339960" y="249732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5" name=""/>
          <p:cNvSpPr/>
          <p:nvPr/>
        </p:nvSpPr>
        <p:spPr>
          <a:xfrm>
            <a:off x="6339960" y="249732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6" name=""/>
          <p:cNvSpPr txBox="1"/>
          <p:nvPr/>
        </p:nvSpPr>
        <p:spPr>
          <a:xfrm>
            <a:off x="4573080" y="236484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7" name=""/>
          <p:cNvSpPr/>
          <p:nvPr/>
        </p:nvSpPr>
        <p:spPr>
          <a:xfrm>
            <a:off x="6487920" y="2601000"/>
            <a:ext cx="595080" cy="160200"/>
          </a:xfrm>
          <a:custGeom>
            <a:avLst/>
            <a:gdLst/>
            <a:ahLst/>
            <a:rect l="0" t="0" r="r" b="b"/>
            <a:pathLst>
              <a:path w="1653" h="445">
                <a:moveTo>
                  <a:pt x="0" y="0"/>
                </a:moveTo>
                <a:lnTo>
                  <a:pt x="1653" y="0"/>
                </a:lnTo>
                <a:lnTo>
                  <a:pt x="165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08" name=""/>
          <p:cNvSpPr txBox="1"/>
          <p:nvPr/>
        </p:nvSpPr>
        <p:spPr>
          <a:xfrm>
            <a:off x="7369200" y="250416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9" name=""/>
          <p:cNvSpPr/>
          <p:nvPr/>
        </p:nvSpPr>
        <p:spPr>
          <a:xfrm>
            <a:off x="7378920" y="260100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0" name=""/>
          <p:cNvSpPr txBox="1"/>
          <p:nvPr/>
        </p:nvSpPr>
        <p:spPr>
          <a:xfrm>
            <a:off x="6576840" y="265212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1" name=""/>
          <p:cNvSpPr/>
          <p:nvPr/>
        </p:nvSpPr>
        <p:spPr>
          <a:xfrm>
            <a:off x="8155080" y="260100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2" name=""/>
          <p:cNvSpPr txBox="1"/>
          <p:nvPr/>
        </p:nvSpPr>
        <p:spPr>
          <a:xfrm>
            <a:off x="7467840" y="265212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3" name=""/>
          <p:cNvSpPr/>
          <p:nvPr/>
        </p:nvSpPr>
        <p:spPr>
          <a:xfrm>
            <a:off x="591840" y="260100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4" name=""/>
          <p:cNvSpPr/>
          <p:nvPr/>
        </p:nvSpPr>
        <p:spPr>
          <a:xfrm>
            <a:off x="591840" y="260100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5" name=""/>
          <p:cNvSpPr txBox="1"/>
          <p:nvPr/>
        </p:nvSpPr>
        <p:spPr>
          <a:xfrm>
            <a:off x="8244360" y="265212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6" name=""/>
          <p:cNvSpPr/>
          <p:nvPr/>
        </p:nvSpPr>
        <p:spPr>
          <a:xfrm>
            <a:off x="1368360" y="249732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7" name=""/>
          <p:cNvSpPr/>
          <p:nvPr/>
        </p:nvSpPr>
        <p:spPr>
          <a:xfrm>
            <a:off x="1368360" y="249732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8" name=""/>
          <p:cNvSpPr txBox="1"/>
          <p:nvPr/>
        </p:nvSpPr>
        <p:spPr>
          <a:xfrm>
            <a:off x="680760" y="265212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9" name=""/>
          <p:cNvSpPr/>
          <p:nvPr/>
        </p:nvSpPr>
        <p:spPr>
          <a:xfrm>
            <a:off x="1516320" y="260100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0" name=""/>
          <p:cNvSpPr/>
          <p:nvPr/>
        </p:nvSpPr>
        <p:spPr>
          <a:xfrm>
            <a:off x="1516320" y="260100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1" name=""/>
          <p:cNvSpPr txBox="1"/>
          <p:nvPr/>
        </p:nvSpPr>
        <p:spPr>
          <a:xfrm>
            <a:off x="2007360" y="250416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2" name=""/>
          <p:cNvSpPr/>
          <p:nvPr/>
        </p:nvSpPr>
        <p:spPr>
          <a:xfrm>
            <a:off x="2286720" y="260100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9dbe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3" name=""/>
          <p:cNvSpPr/>
          <p:nvPr/>
        </p:nvSpPr>
        <p:spPr>
          <a:xfrm>
            <a:off x="2286720" y="260100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4d7d97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4" name=""/>
          <p:cNvSpPr txBox="1"/>
          <p:nvPr/>
        </p:nvSpPr>
        <p:spPr>
          <a:xfrm>
            <a:off x="1605600" y="265212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5" name=""/>
          <p:cNvSpPr/>
          <p:nvPr/>
        </p:nvSpPr>
        <p:spPr>
          <a:xfrm>
            <a:off x="3214440" y="246204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6" name=""/>
          <p:cNvSpPr/>
          <p:nvPr/>
        </p:nvSpPr>
        <p:spPr>
          <a:xfrm>
            <a:off x="3214440" y="246204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7" name=""/>
          <p:cNvSpPr txBox="1"/>
          <p:nvPr/>
        </p:nvSpPr>
        <p:spPr>
          <a:xfrm>
            <a:off x="2375640" y="265212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2733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8" name=""/>
          <p:cNvSpPr/>
          <p:nvPr/>
        </p:nvSpPr>
        <p:spPr>
          <a:xfrm>
            <a:off x="3362760" y="2601000"/>
            <a:ext cx="610920" cy="160200"/>
          </a:xfrm>
          <a:custGeom>
            <a:avLst/>
            <a:gdLst/>
            <a:ahLst/>
            <a:rect l="0" t="0" r="r" b="b"/>
            <a:pathLst>
              <a:path w="1697" h="445">
                <a:moveTo>
                  <a:pt x="0" y="0"/>
                </a:moveTo>
                <a:lnTo>
                  <a:pt x="1697" y="0"/>
                </a:lnTo>
                <a:lnTo>
                  <a:pt x="1697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9" name=""/>
          <p:cNvSpPr txBox="1"/>
          <p:nvPr/>
        </p:nvSpPr>
        <p:spPr>
          <a:xfrm>
            <a:off x="4515120" y="246852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0" name=""/>
          <p:cNvSpPr/>
          <p:nvPr/>
        </p:nvSpPr>
        <p:spPr>
          <a:xfrm>
            <a:off x="4269600" y="256572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31" name=""/>
          <p:cNvSpPr txBox="1"/>
          <p:nvPr/>
        </p:nvSpPr>
        <p:spPr>
          <a:xfrm>
            <a:off x="3451680" y="265212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2" name=""/>
          <p:cNvSpPr txBox="1"/>
          <p:nvPr/>
        </p:nvSpPr>
        <p:spPr>
          <a:xfrm>
            <a:off x="4491720" y="261648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3" name=""/>
          <p:cNvSpPr/>
          <p:nvPr/>
        </p:nvSpPr>
        <p:spPr>
          <a:xfrm>
            <a:off x="5331960" y="260100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4" name=""/>
          <p:cNvSpPr/>
          <p:nvPr/>
        </p:nvSpPr>
        <p:spPr>
          <a:xfrm>
            <a:off x="5331960" y="260100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5" name=""/>
          <p:cNvSpPr txBox="1"/>
          <p:nvPr/>
        </p:nvSpPr>
        <p:spPr>
          <a:xfrm>
            <a:off x="4358520" y="268776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6" name=""/>
          <p:cNvSpPr/>
          <p:nvPr/>
        </p:nvSpPr>
        <p:spPr>
          <a:xfrm>
            <a:off x="2593080" y="177192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7" name=""/>
          <p:cNvSpPr/>
          <p:nvPr/>
        </p:nvSpPr>
        <p:spPr>
          <a:xfrm>
            <a:off x="2593080" y="177192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8" name=""/>
          <p:cNvSpPr txBox="1"/>
          <p:nvPr/>
        </p:nvSpPr>
        <p:spPr>
          <a:xfrm>
            <a:off x="5421240" y="265212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9" name=""/>
          <p:cNvSpPr/>
          <p:nvPr/>
        </p:nvSpPr>
        <p:spPr>
          <a:xfrm>
            <a:off x="2704320" y="187560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0" name=""/>
          <p:cNvSpPr/>
          <p:nvPr/>
        </p:nvSpPr>
        <p:spPr>
          <a:xfrm>
            <a:off x="2704320" y="187560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1" name=""/>
          <p:cNvSpPr txBox="1"/>
          <p:nvPr/>
        </p:nvSpPr>
        <p:spPr>
          <a:xfrm>
            <a:off x="3669120" y="177840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2" name=""/>
          <p:cNvSpPr/>
          <p:nvPr/>
        </p:nvSpPr>
        <p:spPr>
          <a:xfrm>
            <a:off x="3460680" y="187560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3" name=""/>
          <p:cNvSpPr/>
          <p:nvPr/>
        </p:nvSpPr>
        <p:spPr>
          <a:xfrm>
            <a:off x="3460680" y="187560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4" name=""/>
          <p:cNvSpPr txBox="1"/>
          <p:nvPr/>
        </p:nvSpPr>
        <p:spPr>
          <a:xfrm>
            <a:off x="2793240" y="192636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5" name=""/>
          <p:cNvSpPr/>
          <p:nvPr/>
        </p:nvSpPr>
        <p:spPr>
          <a:xfrm>
            <a:off x="4348440" y="187560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6" name=""/>
          <p:cNvSpPr txBox="1"/>
          <p:nvPr/>
        </p:nvSpPr>
        <p:spPr>
          <a:xfrm>
            <a:off x="3549600" y="192636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7" name=""/>
          <p:cNvSpPr/>
          <p:nvPr/>
        </p:nvSpPr>
        <p:spPr>
          <a:xfrm>
            <a:off x="3407040" y="118548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8" name=""/>
          <p:cNvSpPr/>
          <p:nvPr/>
        </p:nvSpPr>
        <p:spPr>
          <a:xfrm>
            <a:off x="3407040" y="118548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9" name=""/>
          <p:cNvSpPr txBox="1"/>
          <p:nvPr/>
        </p:nvSpPr>
        <p:spPr>
          <a:xfrm>
            <a:off x="4437360" y="192636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0" name=""/>
          <p:cNvSpPr/>
          <p:nvPr/>
        </p:nvSpPr>
        <p:spPr>
          <a:xfrm>
            <a:off x="3518280" y="128916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1" name=""/>
          <p:cNvSpPr txBox="1"/>
          <p:nvPr/>
        </p:nvSpPr>
        <p:spPr>
          <a:xfrm>
            <a:off x="3727440" y="119196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2" name=""/>
          <p:cNvSpPr/>
          <p:nvPr/>
        </p:nvSpPr>
        <p:spPr>
          <a:xfrm>
            <a:off x="5162040" y="177192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3" name=""/>
          <p:cNvSpPr/>
          <p:nvPr/>
        </p:nvSpPr>
        <p:spPr>
          <a:xfrm>
            <a:off x="5162040" y="177192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4" name=""/>
          <p:cNvSpPr txBox="1"/>
          <p:nvPr/>
        </p:nvSpPr>
        <p:spPr>
          <a:xfrm>
            <a:off x="3607200" y="134028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5" name=""/>
          <p:cNvSpPr/>
          <p:nvPr/>
        </p:nvSpPr>
        <p:spPr>
          <a:xfrm>
            <a:off x="5272920" y="187560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e6f8e"/>
          </a:solidFill>
          <a:ln w="2880">
            <a:solidFill>
              <a:srgbClr val="2e6f8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6" name=""/>
          <p:cNvSpPr txBox="1"/>
          <p:nvPr/>
        </p:nvSpPr>
        <p:spPr>
          <a:xfrm>
            <a:off x="5369040" y="177840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7" name=""/>
          <p:cNvSpPr/>
          <p:nvPr/>
        </p:nvSpPr>
        <p:spPr>
          <a:xfrm>
            <a:off x="45684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8" name=""/>
          <p:cNvSpPr txBox="1"/>
          <p:nvPr/>
        </p:nvSpPr>
        <p:spPr>
          <a:xfrm>
            <a:off x="5361840" y="192636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9" name=""/>
          <p:cNvSpPr/>
          <p:nvPr/>
        </p:nvSpPr>
        <p:spPr>
          <a:xfrm>
            <a:off x="132372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2e6f8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0" name=""/>
          <p:cNvSpPr txBox="1"/>
          <p:nvPr/>
        </p:nvSpPr>
        <p:spPr>
          <a:xfrm>
            <a:off x="579240" y="3671280"/>
            <a:ext cx="6652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1" name=""/>
          <p:cNvSpPr/>
          <p:nvPr/>
        </p:nvSpPr>
        <p:spPr>
          <a:xfrm>
            <a:off x="200952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9dbe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2" name=""/>
          <p:cNvSpPr/>
          <p:nvPr/>
        </p:nvSpPr>
        <p:spPr>
          <a:xfrm>
            <a:off x="2014200" y="3671640"/>
            <a:ext cx="114840" cy="114840"/>
          </a:xfrm>
          <a:custGeom>
            <a:avLst/>
            <a:gdLst/>
            <a:ahLst/>
            <a:rect l="0" t="0" r="r" b="b"/>
            <a:pathLst>
              <a:path w="319" h="319">
                <a:moveTo>
                  <a:pt x="0" y="0"/>
                </a:moveTo>
                <a:lnTo>
                  <a:pt x="319" y="0"/>
                </a:lnTo>
                <a:lnTo>
                  <a:pt x="319" y="319"/>
                </a:lnTo>
                <a:lnTo>
                  <a:pt x="0" y="319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4d7d97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3" name=""/>
          <p:cNvSpPr txBox="1"/>
          <p:nvPr/>
        </p:nvSpPr>
        <p:spPr>
          <a:xfrm>
            <a:off x="1449720" y="3671280"/>
            <a:ext cx="4503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Deel ik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4" name=""/>
          <p:cNvSpPr/>
          <p:nvPr/>
        </p:nvSpPr>
        <p:spPr>
          <a:xfrm>
            <a:off x="332388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5" name=""/>
          <p:cNvSpPr txBox="1"/>
          <p:nvPr/>
        </p:nvSpPr>
        <p:spPr>
          <a:xfrm>
            <a:off x="2129760" y="3671280"/>
            <a:ext cx="11710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Probeer ik te delen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6" name=""/>
          <p:cNvSpPr/>
          <p:nvPr/>
        </p:nvSpPr>
        <p:spPr>
          <a:xfrm>
            <a:off x="4552920" y="3666960"/>
            <a:ext cx="114480" cy="124200"/>
          </a:xfrm>
          <a:custGeom>
            <a:avLst/>
            <a:gdLst/>
            <a:ahLst/>
            <a:rect l="0" t="0" r="r" b="b"/>
            <a:pathLst>
              <a:path w="318" h="345">
                <a:moveTo>
                  <a:pt x="0" y="0"/>
                </a:moveTo>
                <a:lnTo>
                  <a:pt x="318" y="0"/>
                </a:lnTo>
                <a:lnTo>
                  <a:pt x="318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7" name=""/>
          <p:cNvSpPr txBox="1"/>
          <p:nvPr/>
        </p:nvSpPr>
        <p:spPr>
          <a:xfrm>
            <a:off x="3447720" y="3671280"/>
            <a:ext cx="10537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Deel ik met Niels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8" name=""/>
          <p:cNvSpPr/>
          <p:nvPr/>
        </p:nvSpPr>
        <p:spPr>
          <a:xfrm>
            <a:off x="579096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b03a6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9" name=""/>
          <p:cNvSpPr txBox="1"/>
          <p:nvPr/>
        </p:nvSpPr>
        <p:spPr>
          <a:xfrm>
            <a:off x="4670640" y="3671280"/>
            <a:ext cx="10782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Deel ik met Garik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0" name=""/>
          <p:cNvSpPr/>
          <p:nvPr/>
        </p:nvSpPr>
        <p:spPr>
          <a:xfrm>
            <a:off x="759132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c07a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1" name=""/>
          <p:cNvSpPr txBox="1"/>
          <p:nvPr/>
        </p:nvSpPr>
        <p:spPr>
          <a:xfrm>
            <a:off x="5912640" y="3671280"/>
            <a:ext cx="17092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Deel ik met Garik en agents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2" name=""/>
          <p:cNvSpPr/>
          <p:nvPr/>
        </p:nvSpPr>
        <p:spPr>
          <a:xfrm>
            <a:off x="456840" y="4019400"/>
            <a:ext cx="124200" cy="114480"/>
          </a:xfrm>
          <a:custGeom>
            <a:avLst/>
            <a:gdLst/>
            <a:ahLst/>
            <a:rect l="0" t="0" r="r" b="b"/>
            <a:pathLst>
              <a:path w="345" h="318">
                <a:moveTo>
                  <a:pt x="0" y="0"/>
                </a:moveTo>
                <a:lnTo>
                  <a:pt x="345" y="0"/>
                </a:lnTo>
                <a:lnTo>
                  <a:pt x="345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3" name=""/>
          <p:cNvSpPr/>
          <p:nvPr/>
        </p:nvSpPr>
        <p:spPr>
          <a:xfrm>
            <a:off x="461880" y="4024080"/>
            <a:ext cx="114480" cy="105120"/>
          </a:xfrm>
          <a:custGeom>
            <a:avLst/>
            <a:gdLst/>
            <a:ahLst/>
            <a:rect l="0" t="0" r="r" b="b"/>
            <a:pathLst>
              <a:path w="318" h="292">
                <a:moveTo>
                  <a:pt x="0" y="0"/>
                </a:moveTo>
                <a:lnTo>
                  <a:pt x="318" y="0"/>
                </a:lnTo>
                <a:lnTo>
                  <a:pt x="318" y="292"/>
                </a:lnTo>
                <a:lnTo>
                  <a:pt x="0" y="292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b7c0c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4" name=""/>
          <p:cNvSpPr txBox="1"/>
          <p:nvPr/>
        </p:nvSpPr>
        <p:spPr>
          <a:xfrm>
            <a:off x="7716600" y="3671280"/>
            <a:ext cx="11361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Doe ik met agents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5" name=""/>
          <p:cNvSpPr txBox="1"/>
          <p:nvPr/>
        </p:nvSpPr>
        <p:spPr>
          <a:xfrm>
            <a:off x="579240" y="4014000"/>
            <a:ext cx="8467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Pak ik niet op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6" name=""/>
          <p:cNvSpPr txBox="1"/>
          <p:nvPr/>
        </p:nvSpPr>
        <p:spPr>
          <a:xfrm>
            <a:off x="457200" y="4265640"/>
            <a:ext cx="78217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Het testspecialisme draait grotendeels op agents en de developer deel ik met Garik en agents; dat is de reden dat dit tempo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7" name=""/>
          <p:cNvSpPr txBox="1"/>
          <p:nvPr/>
        </p:nvSpPr>
        <p:spPr>
          <a:xfrm>
            <a:off x="457200" y="4456080"/>
            <a:ext cx="67824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haalbaar was. Release management deel ik met Garik, de architectuurlijn en de business analyse met Niels.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8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84" name=""/>
          <p:cNvSpPr/>
          <p:nvPr/>
        </p:nvSpPr>
        <p:spPr>
          <a:xfrm>
            <a:off x="3803400" y="2148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3"/>
                </a:cubicBezTo>
                <a:cubicBezTo>
                  <a:pt x="194" y="402"/>
                  <a:pt x="387" y="499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5" name=""/>
          <p:cNvSpPr/>
          <p:nvPr/>
        </p:nvSpPr>
        <p:spPr>
          <a:xfrm>
            <a:off x="3996000" y="234648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6" name=""/>
          <p:cNvSpPr/>
          <p:nvPr/>
        </p:nvSpPr>
        <p:spPr>
          <a:xfrm>
            <a:off x="3993840" y="2344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10"/>
                </a:moveTo>
                <a:lnTo>
                  <a:pt x="46" y="15"/>
                </a:lnTo>
                <a:lnTo>
                  <a:pt x="40" y="19"/>
                </a:lnTo>
                <a:lnTo>
                  <a:pt x="36" y="14"/>
                </a:lnTo>
                <a:lnTo>
                  <a:pt x="42" y="10"/>
                </a:lnTo>
                <a:moveTo>
                  <a:pt x="46" y="15"/>
                </a:moveTo>
                <a:lnTo>
                  <a:pt x="50" y="20"/>
                </a:lnTo>
                <a:lnTo>
                  <a:pt x="44" y="24"/>
                </a:lnTo>
                <a:lnTo>
                  <a:pt x="40" y="19"/>
                </a:lnTo>
                <a:lnTo>
                  <a:pt x="46" y="15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1"/>
                </a:lnTo>
                <a:lnTo>
                  <a:pt x="52" y="35"/>
                </a:lnTo>
                <a:lnTo>
                  <a:pt x="48" y="29"/>
                </a:lnTo>
                <a:lnTo>
                  <a:pt x="54" y="25"/>
                </a:lnTo>
                <a:moveTo>
                  <a:pt x="57" y="31"/>
                </a:moveTo>
                <a:lnTo>
                  <a:pt x="61" y="36"/>
                </a:lnTo>
                <a:lnTo>
                  <a:pt x="56" y="40"/>
                </a:lnTo>
                <a:lnTo>
                  <a:pt x="52" y="35"/>
                </a:lnTo>
                <a:lnTo>
                  <a:pt x="57" y="31"/>
                </a:lnTo>
                <a:moveTo>
                  <a:pt x="61" y="36"/>
                </a:moveTo>
                <a:lnTo>
                  <a:pt x="65" y="41"/>
                </a:lnTo>
                <a:lnTo>
                  <a:pt x="60" y="45"/>
                </a:lnTo>
                <a:lnTo>
                  <a:pt x="56" y="40"/>
                </a:lnTo>
                <a:lnTo>
                  <a:pt x="61" y="36"/>
                </a:lnTo>
                <a:moveTo>
                  <a:pt x="65" y="41"/>
                </a:moveTo>
                <a:lnTo>
                  <a:pt x="69" y="46"/>
                </a:lnTo>
                <a:lnTo>
                  <a:pt x="64" y="51"/>
                </a:lnTo>
                <a:lnTo>
                  <a:pt x="60" y="45"/>
                </a:lnTo>
                <a:lnTo>
                  <a:pt x="65" y="41"/>
                </a:lnTo>
                <a:moveTo>
                  <a:pt x="69" y="46"/>
                </a:moveTo>
                <a:lnTo>
                  <a:pt x="73" y="53"/>
                </a:lnTo>
                <a:lnTo>
                  <a:pt x="68" y="57"/>
                </a:lnTo>
                <a:lnTo>
                  <a:pt x="64" y="51"/>
                </a:lnTo>
                <a:lnTo>
                  <a:pt x="69" y="46"/>
                </a:lnTo>
                <a:moveTo>
                  <a:pt x="73" y="53"/>
                </a:moveTo>
                <a:lnTo>
                  <a:pt x="77" y="58"/>
                </a:lnTo>
                <a:lnTo>
                  <a:pt x="72" y="62"/>
                </a:lnTo>
                <a:lnTo>
                  <a:pt x="68" y="57"/>
                </a:lnTo>
                <a:lnTo>
                  <a:pt x="73" y="53"/>
                </a:lnTo>
                <a:moveTo>
                  <a:pt x="77" y="58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79" y="63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3"/>
                </a:lnTo>
                <a:lnTo>
                  <a:pt x="54" y="63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3"/>
                </a:lnTo>
                <a:lnTo>
                  <a:pt x="47" y="63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4"/>
                </a:lnTo>
                <a:lnTo>
                  <a:pt x="9" y="68"/>
                </a:lnTo>
                <a:lnTo>
                  <a:pt x="6" y="66"/>
                </a:lnTo>
                <a:lnTo>
                  <a:pt x="6" y="63"/>
                </a:lnTo>
                <a:lnTo>
                  <a:pt x="8" y="63"/>
                </a:lnTo>
                <a:lnTo>
                  <a:pt x="8" y="69"/>
                </a:lnTo>
                <a:moveTo>
                  <a:pt x="5" y="61"/>
                </a:moveTo>
                <a:lnTo>
                  <a:pt x="8" y="55"/>
                </a:lnTo>
                <a:lnTo>
                  <a:pt x="13" y="58"/>
                </a:lnTo>
                <a:lnTo>
                  <a:pt x="10" y="64"/>
                </a:lnTo>
                <a:lnTo>
                  <a:pt x="5" y="61"/>
                </a:lnTo>
                <a:moveTo>
                  <a:pt x="8" y="55"/>
                </a:moveTo>
                <a:lnTo>
                  <a:pt x="10" y="48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8"/>
                </a:moveTo>
                <a:lnTo>
                  <a:pt x="13" y="42"/>
                </a:lnTo>
                <a:lnTo>
                  <a:pt x="19" y="45"/>
                </a:lnTo>
                <a:lnTo>
                  <a:pt x="16" y="52"/>
                </a:lnTo>
                <a:lnTo>
                  <a:pt x="10" y="48"/>
                </a:lnTo>
                <a:moveTo>
                  <a:pt x="13" y="42"/>
                </a:moveTo>
                <a:lnTo>
                  <a:pt x="16" y="36"/>
                </a:lnTo>
                <a:lnTo>
                  <a:pt x="22" y="39"/>
                </a:lnTo>
                <a:lnTo>
                  <a:pt x="19" y="45"/>
                </a:lnTo>
                <a:lnTo>
                  <a:pt x="13" y="42"/>
                </a:lnTo>
                <a:moveTo>
                  <a:pt x="16" y="36"/>
                </a:moveTo>
                <a:lnTo>
                  <a:pt x="19" y="31"/>
                </a:lnTo>
                <a:lnTo>
                  <a:pt x="25" y="33"/>
                </a:lnTo>
                <a:lnTo>
                  <a:pt x="22" y="39"/>
                </a:lnTo>
                <a:lnTo>
                  <a:pt x="16" y="36"/>
                </a:lnTo>
                <a:moveTo>
                  <a:pt x="19" y="31"/>
                </a:moveTo>
                <a:lnTo>
                  <a:pt x="22" y="25"/>
                </a:lnTo>
                <a:lnTo>
                  <a:pt x="28" y="28"/>
                </a:lnTo>
                <a:lnTo>
                  <a:pt x="25" y="33"/>
                </a:lnTo>
                <a:lnTo>
                  <a:pt x="19" y="31"/>
                </a:lnTo>
                <a:moveTo>
                  <a:pt x="22" y="25"/>
                </a:moveTo>
                <a:lnTo>
                  <a:pt x="25" y="19"/>
                </a:lnTo>
                <a:lnTo>
                  <a:pt x="31" y="22"/>
                </a:lnTo>
                <a:lnTo>
                  <a:pt x="28" y="28"/>
                </a:lnTo>
                <a:lnTo>
                  <a:pt x="22" y="25"/>
                </a:lnTo>
                <a:moveTo>
                  <a:pt x="25" y="19"/>
                </a:moveTo>
                <a:lnTo>
                  <a:pt x="28" y="13"/>
                </a:lnTo>
                <a:lnTo>
                  <a:pt x="34" y="16"/>
                </a:lnTo>
                <a:lnTo>
                  <a:pt x="31" y="22"/>
                </a:lnTo>
                <a:lnTo>
                  <a:pt x="25" y="19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10"/>
                </a:lnTo>
                <a:lnTo>
                  <a:pt x="36" y="14"/>
                </a:lnTo>
                <a:lnTo>
                  <a:pt x="32" y="8"/>
                </a:lnTo>
                <a:lnTo>
                  <a:pt x="35" y="6"/>
                </a:lnTo>
                <a:lnTo>
                  <a:pt x="38" y="8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7" name=""/>
          <p:cNvSpPr/>
          <p:nvPr/>
        </p:nvSpPr>
        <p:spPr>
          <a:xfrm>
            <a:off x="4667040" y="3013200"/>
            <a:ext cx="0" cy="136440"/>
          </a:xfrm>
          <a:custGeom>
            <a:avLst/>
            <a:gdLst/>
            <a:ahLst/>
            <a:rect l="0" t="0" r="r" b="b"/>
            <a:pathLst>
              <a:path fill="none" w="0" h="379">
                <a:moveTo>
                  <a:pt x="0" y="0"/>
                </a:moveTo>
                <a:lnTo>
                  <a:pt x="0" y="35"/>
                </a:lnTo>
                <a:cubicBezTo>
                  <a:pt x="0" y="69"/>
                  <a:pt x="0" y="138"/>
                  <a:pt x="0" y="201"/>
                </a:cubicBezTo>
                <a:cubicBezTo>
                  <a:pt x="0" y="264"/>
                  <a:pt x="0" y="321"/>
                  <a:pt x="0" y="350"/>
                </a:cubicBezTo>
                <a:lnTo>
                  <a:pt x="0" y="379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8" name=""/>
          <p:cNvSpPr/>
          <p:nvPr/>
        </p:nvSpPr>
        <p:spPr>
          <a:xfrm>
            <a:off x="4655160" y="313776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3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9" name=""/>
          <p:cNvSpPr/>
          <p:nvPr/>
        </p:nvSpPr>
        <p:spPr>
          <a:xfrm>
            <a:off x="4653360" y="3136680"/>
            <a:ext cx="27720" cy="27720"/>
          </a:xfrm>
          <a:custGeom>
            <a:avLst/>
            <a:gdLst/>
            <a:ahLst/>
            <a:rect l="0" t="0" r="r" b="b"/>
            <a:pathLst>
              <a:path w="77" h="77">
                <a:moveTo>
                  <a:pt x="72" y="10"/>
                </a:moveTo>
                <a:lnTo>
                  <a:pt x="69" y="16"/>
                </a:lnTo>
                <a:lnTo>
                  <a:pt x="63" y="13"/>
                </a:lnTo>
                <a:lnTo>
                  <a:pt x="66" y="7"/>
                </a:lnTo>
                <a:lnTo>
                  <a:pt x="72" y="10"/>
                </a:lnTo>
                <a:moveTo>
                  <a:pt x="69" y="16"/>
                </a:moveTo>
                <a:lnTo>
                  <a:pt x="66" y="22"/>
                </a:lnTo>
                <a:lnTo>
                  <a:pt x="60" y="19"/>
                </a:lnTo>
                <a:lnTo>
                  <a:pt x="63" y="13"/>
                </a:lnTo>
                <a:lnTo>
                  <a:pt x="69" y="16"/>
                </a:lnTo>
                <a:moveTo>
                  <a:pt x="66" y="22"/>
                </a:moveTo>
                <a:lnTo>
                  <a:pt x="63" y="28"/>
                </a:lnTo>
                <a:lnTo>
                  <a:pt x="57" y="25"/>
                </a:lnTo>
                <a:lnTo>
                  <a:pt x="60" y="19"/>
                </a:lnTo>
                <a:lnTo>
                  <a:pt x="66" y="22"/>
                </a:lnTo>
                <a:moveTo>
                  <a:pt x="63" y="28"/>
                </a:moveTo>
                <a:lnTo>
                  <a:pt x="60" y="34"/>
                </a:lnTo>
                <a:lnTo>
                  <a:pt x="54" y="31"/>
                </a:lnTo>
                <a:lnTo>
                  <a:pt x="57" y="25"/>
                </a:lnTo>
                <a:lnTo>
                  <a:pt x="63" y="28"/>
                </a:lnTo>
                <a:moveTo>
                  <a:pt x="60" y="34"/>
                </a:moveTo>
                <a:lnTo>
                  <a:pt x="57" y="40"/>
                </a:lnTo>
                <a:lnTo>
                  <a:pt x="51" y="37"/>
                </a:lnTo>
                <a:lnTo>
                  <a:pt x="54" y="31"/>
                </a:lnTo>
                <a:lnTo>
                  <a:pt x="60" y="34"/>
                </a:lnTo>
                <a:moveTo>
                  <a:pt x="57" y="40"/>
                </a:moveTo>
                <a:lnTo>
                  <a:pt x="54" y="46"/>
                </a:lnTo>
                <a:lnTo>
                  <a:pt x="48" y="43"/>
                </a:lnTo>
                <a:lnTo>
                  <a:pt x="51" y="37"/>
                </a:lnTo>
                <a:lnTo>
                  <a:pt x="57" y="40"/>
                </a:lnTo>
                <a:moveTo>
                  <a:pt x="54" y="46"/>
                </a:moveTo>
                <a:lnTo>
                  <a:pt x="51" y="52"/>
                </a:lnTo>
                <a:lnTo>
                  <a:pt x="45" y="49"/>
                </a:lnTo>
                <a:lnTo>
                  <a:pt x="48" y="43"/>
                </a:lnTo>
                <a:lnTo>
                  <a:pt x="54" y="46"/>
                </a:lnTo>
                <a:moveTo>
                  <a:pt x="51" y="52"/>
                </a:moveTo>
                <a:lnTo>
                  <a:pt x="48" y="57"/>
                </a:lnTo>
                <a:lnTo>
                  <a:pt x="43" y="54"/>
                </a:lnTo>
                <a:lnTo>
                  <a:pt x="45" y="49"/>
                </a:lnTo>
                <a:lnTo>
                  <a:pt x="51" y="52"/>
                </a:lnTo>
                <a:moveTo>
                  <a:pt x="48" y="57"/>
                </a:moveTo>
                <a:lnTo>
                  <a:pt x="45" y="63"/>
                </a:lnTo>
                <a:lnTo>
                  <a:pt x="40" y="60"/>
                </a:lnTo>
                <a:lnTo>
                  <a:pt x="43" y="54"/>
                </a:lnTo>
                <a:lnTo>
                  <a:pt x="48" y="57"/>
                </a:lnTo>
                <a:moveTo>
                  <a:pt x="45" y="63"/>
                </a:moveTo>
                <a:lnTo>
                  <a:pt x="43" y="70"/>
                </a:lnTo>
                <a:lnTo>
                  <a:pt x="37" y="67"/>
                </a:lnTo>
                <a:lnTo>
                  <a:pt x="40" y="60"/>
                </a:lnTo>
                <a:lnTo>
                  <a:pt x="45" y="63"/>
                </a:lnTo>
                <a:moveTo>
                  <a:pt x="43" y="70"/>
                </a:moveTo>
                <a:lnTo>
                  <a:pt x="39" y="77"/>
                </a:lnTo>
                <a:lnTo>
                  <a:pt x="34" y="66"/>
                </a:lnTo>
                <a:lnTo>
                  <a:pt x="40" y="62"/>
                </a:lnTo>
                <a:lnTo>
                  <a:pt x="42" y="68"/>
                </a:lnTo>
                <a:lnTo>
                  <a:pt x="39" y="70"/>
                </a:lnTo>
                <a:lnTo>
                  <a:pt x="36" y="68"/>
                </a:lnTo>
                <a:lnTo>
                  <a:pt x="37" y="67"/>
                </a:lnTo>
                <a:lnTo>
                  <a:pt x="43" y="70"/>
                </a:lnTo>
                <a:moveTo>
                  <a:pt x="34" y="66"/>
                </a:moveTo>
                <a:lnTo>
                  <a:pt x="30" y="60"/>
                </a:lnTo>
                <a:lnTo>
                  <a:pt x="37" y="57"/>
                </a:lnTo>
                <a:lnTo>
                  <a:pt x="40" y="62"/>
                </a:lnTo>
                <a:lnTo>
                  <a:pt x="34" y="66"/>
                </a:lnTo>
                <a:moveTo>
                  <a:pt x="30" y="60"/>
                </a:moveTo>
                <a:lnTo>
                  <a:pt x="27" y="54"/>
                </a:lnTo>
                <a:lnTo>
                  <a:pt x="34" y="51"/>
                </a:lnTo>
                <a:lnTo>
                  <a:pt x="37" y="57"/>
                </a:lnTo>
                <a:lnTo>
                  <a:pt x="30" y="60"/>
                </a:lnTo>
                <a:moveTo>
                  <a:pt x="27" y="54"/>
                </a:moveTo>
                <a:lnTo>
                  <a:pt x="24" y="48"/>
                </a:lnTo>
                <a:lnTo>
                  <a:pt x="30" y="45"/>
                </a:lnTo>
                <a:lnTo>
                  <a:pt x="34" y="51"/>
                </a:lnTo>
                <a:lnTo>
                  <a:pt x="27" y="54"/>
                </a:lnTo>
                <a:moveTo>
                  <a:pt x="24" y="48"/>
                </a:moveTo>
                <a:lnTo>
                  <a:pt x="21" y="42"/>
                </a:lnTo>
                <a:lnTo>
                  <a:pt x="27" y="39"/>
                </a:lnTo>
                <a:lnTo>
                  <a:pt x="30" y="45"/>
                </a:lnTo>
                <a:lnTo>
                  <a:pt x="24" y="48"/>
                </a:lnTo>
                <a:moveTo>
                  <a:pt x="21" y="42"/>
                </a:moveTo>
                <a:lnTo>
                  <a:pt x="18" y="36"/>
                </a:lnTo>
                <a:lnTo>
                  <a:pt x="24" y="33"/>
                </a:lnTo>
                <a:lnTo>
                  <a:pt x="27" y="39"/>
                </a:lnTo>
                <a:lnTo>
                  <a:pt x="21" y="42"/>
                </a:lnTo>
                <a:moveTo>
                  <a:pt x="18" y="36"/>
                </a:moveTo>
                <a:lnTo>
                  <a:pt x="15" y="30"/>
                </a:lnTo>
                <a:lnTo>
                  <a:pt x="21" y="27"/>
                </a:lnTo>
                <a:lnTo>
                  <a:pt x="24" y="33"/>
                </a:lnTo>
                <a:lnTo>
                  <a:pt x="18" y="36"/>
                </a:lnTo>
                <a:moveTo>
                  <a:pt x="15" y="30"/>
                </a:moveTo>
                <a:lnTo>
                  <a:pt x="12" y="24"/>
                </a:lnTo>
                <a:lnTo>
                  <a:pt x="18" y="21"/>
                </a:lnTo>
                <a:lnTo>
                  <a:pt x="21" y="27"/>
                </a:lnTo>
                <a:lnTo>
                  <a:pt x="15" y="30"/>
                </a:lnTo>
                <a:moveTo>
                  <a:pt x="12" y="24"/>
                </a:moveTo>
                <a:lnTo>
                  <a:pt x="9" y="18"/>
                </a:lnTo>
                <a:lnTo>
                  <a:pt x="15" y="15"/>
                </a:lnTo>
                <a:lnTo>
                  <a:pt x="18" y="21"/>
                </a:lnTo>
                <a:lnTo>
                  <a:pt x="12" y="24"/>
                </a:lnTo>
                <a:moveTo>
                  <a:pt x="9" y="18"/>
                </a:moveTo>
                <a:lnTo>
                  <a:pt x="6" y="12"/>
                </a:lnTo>
                <a:lnTo>
                  <a:pt x="12" y="10"/>
                </a:lnTo>
                <a:lnTo>
                  <a:pt x="15" y="15"/>
                </a:lnTo>
                <a:lnTo>
                  <a:pt x="9" y="18"/>
                </a:lnTo>
                <a:moveTo>
                  <a:pt x="6" y="12"/>
                </a:moveTo>
                <a:lnTo>
                  <a:pt x="3" y="7"/>
                </a:lnTo>
                <a:lnTo>
                  <a:pt x="9" y="4"/>
                </a:lnTo>
                <a:lnTo>
                  <a:pt x="12" y="10"/>
                </a:lnTo>
                <a:lnTo>
                  <a:pt x="6" y="12"/>
                </a:lnTo>
                <a:moveTo>
                  <a:pt x="3" y="7"/>
                </a:moveTo>
                <a:lnTo>
                  <a:pt x="0" y="0"/>
                </a:lnTo>
                <a:lnTo>
                  <a:pt x="9" y="0"/>
                </a:lnTo>
                <a:lnTo>
                  <a:pt x="9" y="6"/>
                </a:lnTo>
                <a:lnTo>
                  <a:pt x="5" y="6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3" y="7"/>
                </a:lnTo>
                <a:moveTo>
                  <a:pt x="9" y="0"/>
                </a:moveTo>
                <a:lnTo>
                  <a:pt x="16" y="0"/>
                </a:lnTo>
                <a:lnTo>
                  <a:pt x="16" y="6"/>
                </a:lnTo>
                <a:lnTo>
                  <a:pt x="9" y="6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6"/>
                </a:lnTo>
                <a:lnTo>
                  <a:pt x="16" y="6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6"/>
                </a:lnTo>
                <a:lnTo>
                  <a:pt x="23" y="6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6"/>
                </a:lnTo>
                <a:lnTo>
                  <a:pt x="29" y="6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6"/>
                </a:lnTo>
                <a:lnTo>
                  <a:pt x="37" y="6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6"/>
                </a:lnTo>
                <a:lnTo>
                  <a:pt x="43" y="6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6"/>
                </a:lnTo>
                <a:lnTo>
                  <a:pt x="50" y="6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6"/>
                </a:lnTo>
                <a:lnTo>
                  <a:pt x="56" y="6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6"/>
                </a:lnTo>
                <a:lnTo>
                  <a:pt x="63" y="6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0"/>
                </a:lnTo>
                <a:lnTo>
                  <a:pt x="66" y="7"/>
                </a:lnTo>
                <a:lnTo>
                  <a:pt x="69" y="2"/>
                </a:lnTo>
                <a:lnTo>
                  <a:pt x="72" y="3"/>
                </a:lnTo>
                <a:lnTo>
                  <a:pt x="72" y="6"/>
                </a:lnTo>
                <a:lnTo>
                  <a:pt x="70" y="6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90" name=""/>
          <p:cNvSpPr/>
          <p:nvPr/>
        </p:nvSpPr>
        <p:spPr>
          <a:xfrm>
            <a:off x="5322240" y="2148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3"/>
                </a:cubicBezTo>
                <a:cubicBezTo>
                  <a:pt x="386" y="402"/>
                  <a:pt x="193" y="499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1" name=""/>
          <p:cNvSpPr/>
          <p:nvPr/>
        </p:nvSpPr>
        <p:spPr>
          <a:xfrm>
            <a:off x="5311800" y="234648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92" name=""/>
          <p:cNvSpPr/>
          <p:nvPr/>
        </p:nvSpPr>
        <p:spPr>
          <a:xfrm>
            <a:off x="5309280" y="2344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3"/>
                </a:lnTo>
                <a:lnTo>
                  <a:pt x="54" y="63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3"/>
                </a:lnTo>
                <a:lnTo>
                  <a:pt x="48" y="63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60"/>
                </a:lnTo>
                <a:lnTo>
                  <a:pt x="13" y="64"/>
                </a:lnTo>
                <a:lnTo>
                  <a:pt x="10" y="68"/>
                </a:lnTo>
                <a:lnTo>
                  <a:pt x="7" y="66"/>
                </a:lnTo>
                <a:lnTo>
                  <a:pt x="7" y="63"/>
                </a:lnTo>
                <a:lnTo>
                  <a:pt x="8" y="63"/>
                </a:lnTo>
                <a:lnTo>
                  <a:pt x="8" y="69"/>
                </a:lnTo>
                <a:moveTo>
                  <a:pt x="8" y="60"/>
                </a:moveTo>
                <a:lnTo>
                  <a:pt x="12" y="55"/>
                </a:lnTo>
                <a:lnTo>
                  <a:pt x="17" y="59"/>
                </a:lnTo>
                <a:lnTo>
                  <a:pt x="13" y="64"/>
                </a:lnTo>
                <a:lnTo>
                  <a:pt x="8" y="60"/>
                </a:lnTo>
                <a:moveTo>
                  <a:pt x="12" y="55"/>
                </a:moveTo>
                <a:lnTo>
                  <a:pt x="15" y="48"/>
                </a:lnTo>
                <a:lnTo>
                  <a:pt x="21" y="53"/>
                </a:lnTo>
                <a:lnTo>
                  <a:pt x="17" y="59"/>
                </a:lnTo>
                <a:lnTo>
                  <a:pt x="12" y="55"/>
                </a:lnTo>
                <a:moveTo>
                  <a:pt x="15" y="48"/>
                </a:moveTo>
                <a:lnTo>
                  <a:pt x="19" y="43"/>
                </a:lnTo>
                <a:lnTo>
                  <a:pt x="25" y="47"/>
                </a:lnTo>
                <a:lnTo>
                  <a:pt x="21" y="53"/>
                </a:lnTo>
                <a:lnTo>
                  <a:pt x="15" y="48"/>
                </a:lnTo>
                <a:moveTo>
                  <a:pt x="19" y="43"/>
                </a:moveTo>
                <a:lnTo>
                  <a:pt x="23" y="38"/>
                </a:lnTo>
                <a:lnTo>
                  <a:pt x="29" y="42"/>
                </a:lnTo>
                <a:lnTo>
                  <a:pt x="25" y="47"/>
                </a:lnTo>
                <a:lnTo>
                  <a:pt x="19" y="43"/>
                </a:lnTo>
                <a:moveTo>
                  <a:pt x="23" y="38"/>
                </a:moveTo>
                <a:lnTo>
                  <a:pt x="27" y="33"/>
                </a:lnTo>
                <a:lnTo>
                  <a:pt x="33" y="37"/>
                </a:lnTo>
                <a:lnTo>
                  <a:pt x="29" y="42"/>
                </a:lnTo>
                <a:lnTo>
                  <a:pt x="23" y="38"/>
                </a:lnTo>
                <a:moveTo>
                  <a:pt x="27" y="33"/>
                </a:moveTo>
                <a:lnTo>
                  <a:pt x="31" y="27"/>
                </a:lnTo>
                <a:lnTo>
                  <a:pt x="37" y="31"/>
                </a:lnTo>
                <a:lnTo>
                  <a:pt x="33" y="37"/>
                </a:lnTo>
                <a:lnTo>
                  <a:pt x="27" y="33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7"/>
                </a:lnTo>
                <a:lnTo>
                  <a:pt x="44" y="21"/>
                </a:lnTo>
                <a:lnTo>
                  <a:pt x="40" y="26"/>
                </a:lnTo>
                <a:lnTo>
                  <a:pt x="35" y="22"/>
                </a:lnTo>
                <a:moveTo>
                  <a:pt x="39" y="17"/>
                </a:moveTo>
                <a:lnTo>
                  <a:pt x="43" y="12"/>
                </a:lnTo>
                <a:lnTo>
                  <a:pt x="48" y="15"/>
                </a:lnTo>
                <a:lnTo>
                  <a:pt x="44" y="21"/>
                </a:lnTo>
                <a:lnTo>
                  <a:pt x="39" y="17"/>
                </a:lnTo>
                <a:moveTo>
                  <a:pt x="43" y="12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2"/>
                </a:lnTo>
                <a:moveTo>
                  <a:pt x="47" y="6"/>
                </a:moveTo>
                <a:lnTo>
                  <a:pt x="52" y="0"/>
                </a:lnTo>
                <a:lnTo>
                  <a:pt x="56" y="9"/>
                </a:lnTo>
                <a:lnTo>
                  <a:pt x="50" y="12"/>
                </a:lnTo>
                <a:lnTo>
                  <a:pt x="48" y="8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9"/>
                </a:moveTo>
                <a:lnTo>
                  <a:pt x="59" y="14"/>
                </a:lnTo>
                <a:lnTo>
                  <a:pt x="53" y="17"/>
                </a:lnTo>
                <a:lnTo>
                  <a:pt x="50" y="12"/>
                </a:lnTo>
                <a:lnTo>
                  <a:pt x="56" y="9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5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8"/>
                </a:lnTo>
                <a:lnTo>
                  <a:pt x="65" y="41"/>
                </a:lnTo>
                <a:lnTo>
                  <a:pt x="62" y="35"/>
                </a:lnTo>
                <a:lnTo>
                  <a:pt x="68" y="32"/>
                </a:lnTo>
                <a:moveTo>
                  <a:pt x="71" y="38"/>
                </a:moveTo>
                <a:lnTo>
                  <a:pt x="74" y="44"/>
                </a:lnTo>
                <a:lnTo>
                  <a:pt x="68" y="47"/>
                </a:lnTo>
                <a:lnTo>
                  <a:pt x="65" y="41"/>
                </a:lnTo>
                <a:lnTo>
                  <a:pt x="71" y="38"/>
                </a:lnTo>
                <a:moveTo>
                  <a:pt x="74" y="44"/>
                </a:moveTo>
                <a:lnTo>
                  <a:pt x="77" y="51"/>
                </a:lnTo>
                <a:lnTo>
                  <a:pt x="71" y="54"/>
                </a:lnTo>
                <a:lnTo>
                  <a:pt x="68" y="47"/>
                </a:lnTo>
                <a:lnTo>
                  <a:pt x="74" y="44"/>
                </a:lnTo>
                <a:moveTo>
                  <a:pt x="77" y="51"/>
                </a:moveTo>
                <a:lnTo>
                  <a:pt x="79" y="57"/>
                </a:lnTo>
                <a:lnTo>
                  <a:pt x="74" y="60"/>
                </a:lnTo>
                <a:lnTo>
                  <a:pt x="71" y="54"/>
                </a:lnTo>
                <a:lnTo>
                  <a:pt x="77" y="51"/>
                </a:lnTo>
                <a:moveTo>
                  <a:pt x="79" y="57"/>
                </a:moveTo>
                <a:lnTo>
                  <a:pt x="82" y="63"/>
                </a:lnTo>
                <a:lnTo>
                  <a:pt x="77" y="66"/>
                </a:lnTo>
                <a:lnTo>
                  <a:pt x="74" y="60"/>
                </a:lnTo>
                <a:lnTo>
                  <a:pt x="79" y="57"/>
                </a:lnTo>
                <a:moveTo>
                  <a:pt x="82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81" y="63"/>
                </a:lnTo>
                <a:lnTo>
                  <a:pt x="81" y="66"/>
                </a:lnTo>
                <a:lnTo>
                  <a:pt x="78" y="68"/>
                </a:lnTo>
                <a:lnTo>
                  <a:pt x="77" y="66"/>
                </a:lnTo>
                <a:lnTo>
                  <a:pt x="82" y="6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93" name=""/>
          <p:cNvSpPr/>
          <p:nvPr/>
        </p:nvSpPr>
        <p:spPr>
          <a:xfrm>
            <a:off x="3803400" y="156240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0"/>
                </a:lnTo>
                <a:cubicBezTo>
                  <a:pt x="0" y="101"/>
                  <a:pt x="0" y="203"/>
                  <a:pt x="0" y="299"/>
                </a:cubicBezTo>
                <a:cubicBezTo>
                  <a:pt x="0" y="395"/>
                  <a:pt x="0" y="485"/>
                  <a:pt x="0" y="530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4" name=""/>
          <p:cNvSpPr/>
          <p:nvPr/>
        </p:nvSpPr>
        <p:spPr>
          <a:xfrm>
            <a:off x="3791520" y="1757880"/>
            <a:ext cx="24120" cy="23760"/>
          </a:xfrm>
          <a:custGeom>
            <a:avLst/>
            <a:gdLst/>
            <a:ahLst/>
            <a:rect l="0" t="0" r="r" b="b"/>
            <a:pathLst>
              <a:path w="67" h="66">
                <a:moveTo>
                  <a:pt x="67" y="0"/>
                </a:moveTo>
                <a:lnTo>
                  <a:pt x="34" y="66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95" name=""/>
          <p:cNvSpPr/>
          <p:nvPr/>
        </p:nvSpPr>
        <p:spPr>
          <a:xfrm>
            <a:off x="3789720" y="1756440"/>
            <a:ext cx="28080" cy="28080"/>
          </a:xfrm>
          <a:custGeom>
            <a:avLst/>
            <a:gdLst/>
            <a:ahLst/>
            <a:rect l="0" t="0" r="r" b="b"/>
            <a:pathLst>
              <a:path w="78" h="78">
                <a:moveTo>
                  <a:pt x="71" y="11"/>
                </a:moveTo>
                <a:lnTo>
                  <a:pt x="68" y="17"/>
                </a:lnTo>
                <a:lnTo>
                  <a:pt x="62" y="14"/>
                </a:lnTo>
                <a:lnTo>
                  <a:pt x="65" y="8"/>
                </a:lnTo>
                <a:lnTo>
                  <a:pt x="71" y="11"/>
                </a:lnTo>
                <a:moveTo>
                  <a:pt x="68" y="17"/>
                </a:moveTo>
                <a:lnTo>
                  <a:pt x="65" y="24"/>
                </a:lnTo>
                <a:lnTo>
                  <a:pt x="59" y="20"/>
                </a:lnTo>
                <a:lnTo>
                  <a:pt x="62" y="14"/>
                </a:lnTo>
                <a:lnTo>
                  <a:pt x="68" y="17"/>
                </a:lnTo>
                <a:moveTo>
                  <a:pt x="65" y="24"/>
                </a:moveTo>
                <a:lnTo>
                  <a:pt x="62" y="30"/>
                </a:lnTo>
                <a:lnTo>
                  <a:pt x="56" y="27"/>
                </a:lnTo>
                <a:lnTo>
                  <a:pt x="59" y="20"/>
                </a:lnTo>
                <a:lnTo>
                  <a:pt x="65" y="24"/>
                </a:lnTo>
                <a:moveTo>
                  <a:pt x="62" y="30"/>
                </a:moveTo>
                <a:lnTo>
                  <a:pt x="59" y="36"/>
                </a:lnTo>
                <a:lnTo>
                  <a:pt x="54" y="33"/>
                </a:lnTo>
                <a:lnTo>
                  <a:pt x="56" y="27"/>
                </a:lnTo>
                <a:lnTo>
                  <a:pt x="62" y="30"/>
                </a:lnTo>
                <a:moveTo>
                  <a:pt x="59" y="36"/>
                </a:moveTo>
                <a:lnTo>
                  <a:pt x="56" y="41"/>
                </a:lnTo>
                <a:lnTo>
                  <a:pt x="51" y="38"/>
                </a:lnTo>
                <a:lnTo>
                  <a:pt x="54" y="33"/>
                </a:lnTo>
                <a:lnTo>
                  <a:pt x="59" y="36"/>
                </a:lnTo>
                <a:moveTo>
                  <a:pt x="56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6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1"/>
                </a:lnTo>
                <a:lnTo>
                  <a:pt x="36" y="68"/>
                </a:lnTo>
                <a:lnTo>
                  <a:pt x="39" y="62"/>
                </a:lnTo>
                <a:lnTo>
                  <a:pt x="45" y="65"/>
                </a:lnTo>
                <a:moveTo>
                  <a:pt x="42" y="71"/>
                </a:moveTo>
                <a:lnTo>
                  <a:pt x="38" y="78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8"/>
                </a:lnTo>
                <a:lnTo>
                  <a:pt x="42" y="71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4"/>
                </a:lnTo>
                <a:lnTo>
                  <a:pt x="27" y="41"/>
                </a:lnTo>
                <a:lnTo>
                  <a:pt x="30" y="46"/>
                </a:lnTo>
                <a:lnTo>
                  <a:pt x="24" y="49"/>
                </a:lnTo>
                <a:moveTo>
                  <a:pt x="21" y="44"/>
                </a:moveTo>
                <a:lnTo>
                  <a:pt x="18" y="38"/>
                </a:lnTo>
                <a:lnTo>
                  <a:pt x="24" y="35"/>
                </a:lnTo>
                <a:lnTo>
                  <a:pt x="27" y="41"/>
                </a:lnTo>
                <a:lnTo>
                  <a:pt x="21" y="44"/>
                </a:lnTo>
                <a:moveTo>
                  <a:pt x="18" y="38"/>
                </a:moveTo>
                <a:lnTo>
                  <a:pt x="15" y="32"/>
                </a:lnTo>
                <a:lnTo>
                  <a:pt x="21" y="29"/>
                </a:lnTo>
                <a:lnTo>
                  <a:pt x="24" y="35"/>
                </a:lnTo>
                <a:lnTo>
                  <a:pt x="18" y="38"/>
                </a:lnTo>
                <a:moveTo>
                  <a:pt x="15" y="32"/>
                </a:moveTo>
                <a:lnTo>
                  <a:pt x="12" y="26"/>
                </a:lnTo>
                <a:lnTo>
                  <a:pt x="18" y="22"/>
                </a:lnTo>
                <a:lnTo>
                  <a:pt x="21" y="29"/>
                </a:lnTo>
                <a:lnTo>
                  <a:pt x="15" y="32"/>
                </a:lnTo>
                <a:moveTo>
                  <a:pt x="12" y="26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6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7"/>
                </a:lnTo>
                <a:lnTo>
                  <a:pt x="5" y="7"/>
                </a:lnTo>
                <a:lnTo>
                  <a:pt x="5" y="4"/>
                </a:lnTo>
                <a:lnTo>
                  <a:pt x="8" y="2"/>
                </a:lnTo>
                <a:lnTo>
                  <a:pt x="9" y="4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7"/>
                </a:lnTo>
                <a:lnTo>
                  <a:pt x="10" y="7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7"/>
                </a:lnTo>
                <a:lnTo>
                  <a:pt x="29" y="7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7"/>
                </a:lnTo>
                <a:lnTo>
                  <a:pt x="36" y="7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7"/>
                </a:lnTo>
                <a:lnTo>
                  <a:pt x="42" y="7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7"/>
                </a:lnTo>
                <a:lnTo>
                  <a:pt x="49" y="7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7"/>
                </a:lnTo>
                <a:lnTo>
                  <a:pt x="56" y="7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7"/>
                </a:lnTo>
                <a:lnTo>
                  <a:pt x="62" y="7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2"/>
                </a:lnTo>
                <a:lnTo>
                  <a:pt x="71" y="4"/>
                </a:lnTo>
                <a:lnTo>
                  <a:pt x="71" y="7"/>
                </a:lnTo>
                <a:lnTo>
                  <a:pt x="69" y="7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96" name=""/>
          <p:cNvSpPr/>
          <p:nvPr/>
        </p:nvSpPr>
        <p:spPr>
          <a:xfrm>
            <a:off x="5453640" y="2222640"/>
            <a:ext cx="154440" cy="71640"/>
          </a:xfrm>
          <a:custGeom>
            <a:avLst/>
            <a:gdLst/>
            <a:ahLst/>
            <a:rect l="0" t="0" r="r" b="b"/>
            <a:pathLst>
              <a:path w="429" h="199">
                <a:moveTo>
                  <a:pt x="0" y="0"/>
                </a:moveTo>
                <a:lnTo>
                  <a:pt x="429" y="0"/>
                </a:lnTo>
                <a:lnTo>
                  <a:pt x="429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7" name=""/>
          <p:cNvSpPr/>
          <p:nvPr/>
        </p:nvSpPr>
        <p:spPr>
          <a:xfrm>
            <a:off x="5453640" y="2222640"/>
            <a:ext cx="154440" cy="71640"/>
          </a:xfrm>
          <a:custGeom>
            <a:avLst/>
            <a:gdLst/>
            <a:ahLst/>
            <a:rect l="0" t="0" r="r" b="b"/>
            <a:pathLst>
              <a:path w="429" h="199">
                <a:moveTo>
                  <a:pt x="0" y="0"/>
                </a:moveTo>
                <a:lnTo>
                  <a:pt x="429" y="0"/>
                </a:lnTo>
                <a:lnTo>
                  <a:pt x="429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8" name=""/>
          <p:cNvSpPr txBox="1"/>
          <p:nvPr/>
        </p:nvSpPr>
        <p:spPr>
          <a:xfrm>
            <a:off x="439920" y="596160"/>
            <a:ext cx="37756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ik naartoe wil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9" name=""/>
          <p:cNvSpPr/>
          <p:nvPr/>
        </p:nvSpPr>
        <p:spPr>
          <a:xfrm>
            <a:off x="3575160" y="163620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0" name=""/>
          <p:cNvSpPr/>
          <p:nvPr/>
        </p:nvSpPr>
        <p:spPr>
          <a:xfrm>
            <a:off x="3575160" y="163620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1" name=""/>
          <p:cNvSpPr txBox="1"/>
          <p:nvPr/>
        </p:nvSpPr>
        <p:spPr>
          <a:xfrm>
            <a:off x="5453640" y="222912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2" name=""/>
          <p:cNvSpPr/>
          <p:nvPr/>
        </p:nvSpPr>
        <p:spPr>
          <a:xfrm>
            <a:off x="2040120" y="316152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3" name=""/>
          <p:cNvSpPr/>
          <p:nvPr/>
        </p:nvSpPr>
        <p:spPr>
          <a:xfrm>
            <a:off x="2040120" y="316152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4" name=""/>
          <p:cNvSpPr txBox="1"/>
          <p:nvPr/>
        </p:nvSpPr>
        <p:spPr>
          <a:xfrm>
            <a:off x="3575520" y="164304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5" name=""/>
          <p:cNvSpPr/>
          <p:nvPr/>
        </p:nvSpPr>
        <p:spPr>
          <a:xfrm>
            <a:off x="2151360" y="326520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6" name=""/>
          <p:cNvSpPr txBox="1"/>
          <p:nvPr/>
        </p:nvSpPr>
        <p:spPr>
          <a:xfrm>
            <a:off x="4513680" y="316800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7" name=""/>
          <p:cNvSpPr/>
          <p:nvPr/>
        </p:nvSpPr>
        <p:spPr>
          <a:xfrm>
            <a:off x="2812680" y="326520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b36a2a"/>
          </a:solidFill>
          <a:ln w="2880">
            <a:solidFill>
              <a:srgbClr val="b36a2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8" name=""/>
          <p:cNvSpPr txBox="1"/>
          <p:nvPr/>
        </p:nvSpPr>
        <p:spPr>
          <a:xfrm>
            <a:off x="2240280" y="331596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9" name=""/>
          <p:cNvSpPr/>
          <p:nvPr/>
        </p:nvSpPr>
        <p:spPr>
          <a:xfrm>
            <a:off x="3592440" y="326520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0" name=""/>
          <p:cNvSpPr txBox="1"/>
          <p:nvPr/>
        </p:nvSpPr>
        <p:spPr>
          <a:xfrm>
            <a:off x="2901600" y="331596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1" name=""/>
          <p:cNvSpPr/>
          <p:nvPr/>
        </p:nvSpPr>
        <p:spPr>
          <a:xfrm>
            <a:off x="4235760" y="326520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2" name=""/>
          <p:cNvSpPr txBox="1"/>
          <p:nvPr/>
        </p:nvSpPr>
        <p:spPr>
          <a:xfrm>
            <a:off x="3681360" y="331596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3" name=""/>
          <p:cNvSpPr/>
          <p:nvPr/>
        </p:nvSpPr>
        <p:spPr>
          <a:xfrm>
            <a:off x="5017320" y="326520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4" name=""/>
          <p:cNvSpPr txBox="1"/>
          <p:nvPr/>
        </p:nvSpPr>
        <p:spPr>
          <a:xfrm>
            <a:off x="4325040" y="331596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5" name=""/>
          <p:cNvSpPr/>
          <p:nvPr/>
        </p:nvSpPr>
        <p:spPr>
          <a:xfrm>
            <a:off x="5732280" y="326520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6" name=""/>
          <p:cNvSpPr txBox="1"/>
          <p:nvPr/>
        </p:nvSpPr>
        <p:spPr>
          <a:xfrm>
            <a:off x="5106600" y="331596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7" name=""/>
          <p:cNvSpPr/>
          <p:nvPr/>
        </p:nvSpPr>
        <p:spPr>
          <a:xfrm>
            <a:off x="6545160" y="326520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c6b75"/>
          </a:solidFill>
          <a:ln w="2880">
            <a:solidFill>
              <a:srgbClr val="5c6b75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8" name=""/>
          <p:cNvSpPr txBox="1"/>
          <p:nvPr/>
        </p:nvSpPr>
        <p:spPr>
          <a:xfrm>
            <a:off x="5821200" y="331596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9" name=""/>
          <p:cNvSpPr/>
          <p:nvPr/>
        </p:nvSpPr>
        <p:spPr>
          <a:xfrm>
            <a:off x="480960" y="2367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0" name=""/>
          <p:cNvSpPr/>
          <p:nvPr/>
        </p:nvSpPr>
        <p:spPr>
          <a:xfrm>
            <a:off x="480960" y="2367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1" name=""/>
          <p:cNvSpPr txBox="1"/>
          <p:nvPr/>
        </p:nvSpPr>
        <p:spPr>
          <a:xfrm>
            <a:off x="6634080" y="331596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2" name=""/>
          <p:cNvSpPr/>
          <p:nvPr/>
        </p:nvSpPr>
        <p:spPr>
          <a:xfrm>
            <a:off x="6339960" y="250704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3" name=""/>
          <p:cNvSpPr/>
          <p:nvPr/>
        </p:nvSpPr>
        <p:spPr>
          <a:xfrm>
            <a:off x="6339960" y="250704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4" name=""/>
          <p:cNvSpPr txBox="1"/>
          <p:nvPr/>
        </p:nvSpPr>
        <p:spPr>
          <a:xfrm>
            <a:off x="4573080" y="237420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5" name=""/>
          <p:cNvSpPr/>
          <p:nvPr/>
        </p:nvSpPr>
        <p:spPr>
          <a:xfrm>
            <a:off x="6487920" y="2610720"/>
            <a:ext cx="595080" cy="160200"/>
          </a:xfrm>
          <a:custGeom>
            <a:avLst/>
            <a:gdLst/>
            <a:ahLst/>
            <a:rect l="0" t="0" r="r" b="b"/>
            <a:pathLst>
              <a:path w="1653" h="445">
                <a:moveTo>
                  <a:pt x="0" y="0"/>
                </a:moveTo>
                <a:lnTo>
                  <a:pt x="1653" y="0"/>
                </a:lnTo>
                <a:lnTo>
                  <a:pt x="165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26" name=""/>
          <p:cNvSpPr txBox="1"/>
          <p:nvPr/>
        </p:nvSpPr>
        <p:spPr>
          <a:xfrm>
            <a:off x="7369200" y="251352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7" name=""/>
          <p:cNvSpPr/>
          <p:nvPr/>
        </p:nvSpPr>
        <p:spPr>
          <a:xfrm>
            <a:off x="7378920" y="261072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8" name=""/>
          <p:cNvSpPr txBox="1"/>
          <p:nvPr/>
        </p:nvSpPr>
        <p:spPr>
          <a:xfrm>
            <a:off x="6576840" y="266148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9" name=""/>
          <p:cNvSpPr/>
          <p:nvPr/>
        </p:nvSpPr>
        <p:spPr>
          <a:xfrm>
            <a:off x="8155080" y="261072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0" name=""/>
          <p:cNvSpPr txBox="1"/>
          <p:nvPr/>
        </p:nvSpPr>
        <p:spPr>
          <a:xfrm>
            <a:off x="7467840" y="266148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1" name=""/>
          <p:cNvSpPr/>
          <p:nvPr/>
        </p:nvSpPr>
        <p:spPr>
          <a:xfrm>
            <a:off x="591840" y="26107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2" name=""/>
          <p:cNvSpPr/>
          <p:nvPr/>
        </p:nvSpPr>
        <p:spPr>
          <a:xfrm>
            <a:off x="591840" y="26107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3" name=""/>
          <p:cNvSpPr txBox="1"/>
          <p:nvPr/>
        </p:nvSpPr>
        <p:spPr>
          <a:xfrm>
            <a:off x="8244360" y="266148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4" name=""/>
          <p:cNvSpPr/>
          <p:nvPr/>
        </p:nvSpPr>
        <p:spPr>
          <a:xfrm>
            <a:off x="1368360" y="250704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5" name=""/>
          <p:cNvSpPr/>
          <p:nvPr/>
        </p:nvSpPr>
        <p:spPr>
          <a:xfrm>
            <a:off x="1368360" y="250704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6" name=""/>
          <p:cNvSpPr txBox="1"/>
          <p:nvPr/>
        </p:nvSpPr>
        <p:spPr>
          <a:xfrm>
            <a:off x="680760" y="26614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7" name=""/>
          <p:cNvSpPr/>
          <p:nvPr/>
        </p:nvSpPr>
        <p:spPr>
          <a:xfrm>
            <a:off x="1516320" y="261072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8" name=""/>
          <p:cNvSpPr/>
          <p:nvPr/>
        </p:nvSpPr>
        <p:spPr>
          <a:xfrm>
            <a:off x="1516320" y="261072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9" name=""/>
          <p:cNvSpPr txBox="1"/>
          <p:nvPr/>
        </p:nvSpPr>
        <p:spPr>
          <a:xfrm>
            <a:off x="2007360" y="251352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0" name=""/>
          <p:cNvSpPr/>
          <p:nvPr/>
        </p:nvSpPr>
        <p:spPr>
          <a:xfrm>
            <a:off x="2286720" y="261072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b36a2a"/>
          </a:solidFill>
          <a:ln w="2880">
            <a:solidFill>
              <a:srgbClr val="b36a2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1" name=""/>
          <p:cNvSpPr txBox="1"/>
          <p:nvPr/>
        </p:nvSpPr>
        <p:spPr>
          <a:xfrm>
            <a:off x="1605600" y="266148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2" name=""/>
          <p:cNvSpPr/>
          <p:nvPr/>
        </p:nvSpPr>
        <p:spPr>
          <a:xfrm>
            <a:off x="3214440" y="2471400"/>
            <a:ext cx="2903760" cy="438840"/>
          </a:xfrm>
          <a:custGeom>
            <a:avLst/>
            <a:gdLst/>
            <a:ahLst/>
            <a:rect l="0" t="0" r="r" b="b"/>
            <a:pathLst>
              <a:path w="8066" h="1219">
                <a:moveTo>
                  <a:pt x="0" y="0"/>
                </a:moveTo>
                <a:lnTo>
                  <a:pt x="8066" y="0"/>
                </a:lnTo>
                <a:lnTo>
                  <a:pt x="8066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3" name=""/>
          <p:cNvSpPr/>
          <p:nvPr/>
        </p:nvSpPr>
        <p:spPr>
          <a:xfrm>
            <a:off x="3214440" y="2471400"/>
            <a:ext cx="2903760" cy="438840"/>
          </a:xfrm>
          <a:custGeom>
            <a:avLst/>
            <a:gdLst/>
            <a:ahLst/>
            <a:rect l="0" t="0" r="r" b="b"/>
            <a:pathLst>
              <a:path w="8066" h="1219">
                <a:moveTo>
                  <a:pt x="0" y="0"/>
                </a:moveTo>
                <a:lnTo>
                  <a:pt x="8066" y="0"/>
                </a:lnTo>
                <a:lnTo>
                  <a:pt x="8066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4" name=""/>
          <p:cNvSpPr txBox="1"/>
          <p:nvPr/>
        </p:nvSpPr>
        <p:spPr>
          <a:xfrm>
            <a:off x="2375640" y="266148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5" name=""/>
          <p:cNvSpPr/>
          <p:nvPr/>
        </p:nvSpPr>
        <p:spPr>
          <a:xfrm>
            <a:off x="3362760" y="2610720"/>
            <a:ext cx="610920" cy="160200"/>
          </a:xfrm>
          <a:custGeom>
            <a:avLst/>
            <a:gdLst/>
            <a:ahLst/>
            <a:rect l="0" t="0" r="r" b="b"/>
            <a:pathLst>
              <a:path w="1697" h="445">
                <a:moveTo>
                  <a:pt x="0" y="0"/>
                </a:moveTo>
                <a:lnTo>
                  <a:pt x="1697" y="0"/>
                </a:lnTo>
                <a:lnTo>
                  <a:pt x="1697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6" name=""/>
          <p:cNvSpPr txBox="1"/>
          <p:nvPr/>
        </p:nvSpPr>
        <p:spPr>
          <a:xfrm>
            <a:off x="4515120" y="247788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7" name=""/>
          <p:cNvSpPr/>
          <p:nvPr/>
        </p:nvSpPr>
        <p:spPr>
          <a:xfrm>
            <a:off x="4269600" y="2575080"/>
            <a:ext cx="766800" cy="231480"/>
          </a:xfrm>
          <a:custGeom>
            <a:avLst/>
            <a:gdLst/>
            <a:ahLst/>
            <a:rect l="0" t="0" r="r" b="b"/>
            <a:pathLst>
              <a:path w="2130" h="643">
                <a:moveTo>
                  <a:pt x="0" y="0"/>
                </a:moveTo>
                <a:lnTo>
                  <a:pt x="2130" y="0"/>
                </a:lnTo>
                <a:lnTo>
                  <a:pt x="2130" y="643"/>
                </a:lnTo>
                <a:lnTo>
                  <a:pt x="0" y="643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48" name=""/>
          <p:cNvSpPr txBox="1"/>
          <p:nvPr/>
        </p:nvSpPr>
        <p:spPr>
          <a:xfrm>
            <a:off x="3451680" y="266148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9" name=""/>
          <p:cNvSpPr txBox="1"/>
          <p:nvPr/>
        </p:nvSpPr>
        <p:spPr>
          <a:xfrm>
            <a:off x="4491720" y="262620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0" name=""/>
          <p:cNvSpPr/>
          <p:nvPr/>
        </p:nvSpPr>
        <p:spPr>
          <a:xfrm>
            <a:off x="5331960" y="261072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c6b75"/>
          </a:solidFill>
          <a:ln w="2880">
            <a:solidFill>
              <a:srgbClr val="5c6b75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1" name=""/>
          <p:cNvSpPr txBox="1"/>
          <p:nvPr/>
        </p:nvSpPr>
        <p:spPr>
          <a:xfrm>
            <a:off x="4358520" y="269712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2" name=""/>
          <p:cNvSpPr/>
          <p:nvPr/>
        </p:nvSpPr>
        <p:spPr>
          <a:xfrm>
            <a:off x="2593080" y="1781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3" name=""/>
          <p:cNvSpPr/>
          <p:nvPr/>
        </p:nvSpPr>
        <p:spPr>
          <a:xfrm>
            <a:off x="2593080" y="1781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4" name=""/>
          <p:cNvSpPr txBox="1"/>
          <p:nvPr/>
        </p:nvSpPr>
        <p:spPr>
          <a:xfrm>
            <a:off x="5421240" y="266148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5" name=""/>
          <p:cNvSpPr/>
          <p:nvPr/>
        </p:nvSpPr>
        <p:spPr>
          <a:xfrm>
            <a:off x="2704320" y="1884960"/>
            <a:ext cx="534600" cy="160560"/>
          </a:xfrm>
          <a:custGeom>
            <a:avLst/>
            <a:gdLst/>
            <a:ahLst/>
            <a:rect l="0" t="0" r="r" b="b"/>
            <a:pathLst>
              <a:path w="1485" h="446">
                <a:moveTo>
                  <a:pt x="0" y="0"/>
                </a:moveTo>
                <a:lnTo>
                  <a:pt x="1485" y="0"/>
                </a:lnTo>
                <a:lnTo>
                  <a:pt x="148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6" name=""/>
          <p:cNvSpPr/>
          <p:nvPr/>
        </p:nvSpPr>
        <p:spPr>
          <a:xfrm>
            <a:off x="2704320" y="1884960"/>
            <a:ext cx="534600" cy="160560"/>
          </a:xfrm>
          <a:custGeom>
            <a:avLst/>
            <a:gdLst/>
            <a:ahLst/>
            <a:rect l="0" t="0" r="r" b="b"/>
            <a:pathLst>
              <a:path w="1485" h="446">
                <a:moveTo>
                  <a:pt x="0" y="0"/>
                </a:moveTo>
                <a:lnTo>
                  <a:pt x="1485" y="0"/>
                </a:lnTo>
                <a:lnTo>
                  <a:pt x="148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7" name=""/>
          <p:cNvSpPr txBox="1"/>
          <p:nvPr/>
        </p:nvSpPr>
        <p:spPr>
          <a:xfrm>
            <a:off x="3669120" y="178812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8" name=""/>
          <p:cNvSpPr/>
          <p:nvPr/>
        </p:nvSpPr>
        <p:spPr>
          <a:xfrm>
            <a:off x="3460680" y="1884960"/>
            <a:ext cx="666000" cy="160560"/>
          </a:xfrm>
          <a:custGeom>
            <a:avLst/>
            <a:gdLst/>
            <a:ahLst/>
            <a:rect l="0" t="0" r="r" b="b"/>
            <a:pathLst>
              <a:path w="1850" h="446">
                <a:moveTo>
                  <a:pt x="0" y="0"/>
                </a:moveTo>
                <a:lnTo>
                  <a:pt x="1850" y="0"/>
                </a:lnTo>
                <a:lnTo>
                  <a:pt x="18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9" name=""/>
          <p:cNvSpPr/>
          <p:nvPr/>
        </p:nvSpPr>
        <p:spPr>
          <a:xfrm>
            <a:off x="3460680" y="1884960"/>
            <a:ext cx="666000" cy="160560"/>
          </a:xfrm>
          <a:custGeom>
            <a:avLst/>
            <a:gdLst/>
            <a:ahLst/>
            <a:rect l="0" t="0" r="r" b="b"/>
            <a:pathLst>
              <a:path w="1850" h="446">
                <a:moveTo>
                  <a:pt x="0" y="0"/>
                </a:moveTo>
                <a:lnTo>
                  <a:pt x="1850" y="0"/>
                </a:lnTo>
                <a:lnTo>
                  <a:pt x="18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0" name=""/>
          <p:cNvSpPr txBox="1"/>
          <p:nvPr/>
        </p:nvSpPr>
        <p:spPr>
          <a:xfrm>
            <a:off x="2793240" y="193608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1" name=""/>
          <p:cNvSpPr/>
          <p:nvPr/>
        </p:nvSpPr>
        <p:spPr>
          <a:xfrm>
            <a:off x="4348440" y="188496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2" name=""/>
          <p:cNvSpPr txBox="1"/>
          <p:nvPr/>
        </p:nvSpPr>
        <p:spPr>
          <a:xfrm>
            <a:off x="3549600" y="193608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3" name=""/>
          <p:cNvSpPr/>
          <p:nvPr/>
        </p:nvSpPr>
        <p:spPr>
          <a:xfrm>
            <a:off x="3407040" y="119520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4" name=""/>
          <p:cNvSpPr/>
          <p:nvPr/>
        </p:nvSpPr>
        <p:spPr>
          <a:xfrm>
            <a:off x="3407040" y="119520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5" name=""/>
          <p:cNvSpPr txBox="1"/>
          <p:nvPr/>
        </p:nvSpPr>
        <p:spPr>
          <a:xfrm>
            <a:off x="4437360" y="19360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6" name=""/>
          <p:cNvSpPr/>
          <p:nvPr/>
        </p:nvSpPr>
        <p:spPr>
          <a:xfrm>
            <a:off x="3518280" y="129888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7" name=""/>
          <p:cNvSpPr txBox="1"/>
          <p:nvPr/>
        </p:nvSpPr>
        <p:spPr>
          <a:xfrm>
            <a:off x="3727440" y="120168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8" name=""/>
          <p:cNvSpPr/>
          <p:nvPr/>
        </p:nvSpPr>
        <p:spPr>
          <a:xfrm>
            <a:off x="5162040" y="1781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9" name=""/>
          <p:cNvSpPr/>
          <p:nvPr/>
        </p:nvSpPr>
        <p:spPr>
          <a:xfrm>
            <a:off x="5162040" y="1781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0" name=""/>
          <p:cNvSpPr txBox="1"/>
          <p:nvPr/>
        </p:nvSpPr>
        <p:spPr>
          <a:xfrm>
            <a:off x="3607200" y="134964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1" name=""/>
          <p:cNvSpPr/>
          <p:nvPr/>
        </p:nvSpPr>
        <p:spPr>
          <a:xfrm>
            <a:off x="5272920" y="1884960"/>
            <a:ext cx="515880" cy="160560"/>
          </a:xfrm>
          <a:custGeom>
            <a:avLst/>
            <a:gdLst/>
            <a:ahLst/>
            <a:rect l="0" t="0" r="r" b="b"/>
            <a:pathLst>
              <a:path w="1433" h="446">
                <a:moveTo>
                  <a:pt x="0" y="0"/>
                </a:moveTo>
                <a:lnTo>
                  <a:pt x="1433" y="0"/>
                </a:lnTo>
                <a:lnTo>
                  <a:pt x="143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2" name=""/>
          <p:cNvSpPr txBox="1"/>
          <p:nvPr/>
        </p:nvSpPr>
        <p:spPr>
          <a:xfrm>
            <a:off x="5369040" y="178812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3" name=""/>
          <p:cNvSpPr/>
          <p:nvPr/>
        </p:nvSpPr>
        <p:spPr>
          <a:xfrm>
            <a:off x="45684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b36a2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4" name=""/>
          <p:cNvSpPr txBox="1"/>
          <p:nvPr/>
        </p:nvSpPr>
        <p:spPr>
          <a:xfrm>
            <a:off x="5361840" y="193608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5" name=""/>
          <p:cNvSpPr/>
          <p:nvPr/>
        </p:nvSpPr>
        <p:spPr>
          <a:xfrm>
            <a:off x="289548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76" name=""/>
          <p:cNvSpPr txBox="1"/>
          <p:nvPr/>
        </p:nvSpPr>
        <p:spPr>
          <a:xfrm>
            <a:off x="579240" y="3668400"/>
            <a:ext cx="241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Wil ik eventueel houden, met mandaat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7" name=""/>
          <p:cNvSpPr/>
          <p:nvPr/>
        </p:nvSpPr>
        <p:spPr>
          <a:xfrm>
            <a:off x="384804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8" name=""/>
          <p:cNvSpPr txBox="1"/>
          <p:nvPr/>
        </p:nvSpPr>
        <p:spPr>
          <a:xfrm>
            <a:off x="3017520" y="3668400"/>
            <a:ext cx="7200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Blijft bij mij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9" name=""/>
          <p:cNvSpPr/>
          <p:nvPr/>
        </p:nvSpPr>
        <p:spPr>
          <a:xfrm>
            <a:off x="454320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0" name=""/>
          <p:cNvSpPr txBox="1"/>
          <p:nvPr/>
        </p:nvSpPr>
        <p:spPr>
          <a:xfrm>
            <a:off x="3969720" y="3668400"/>
            <a:ext cx="4579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Deel ik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1" name=""/>
          <p:cNvSpPr/>
          <p:nvPr/>
        </p:nvSpPr>
        <p:spPr>
          <a:xfrm>
            <a:off x="5591160" y="3666960"/>
            <a:ext cx="123840" cy="124200"/>
          </a:xfrm>
          <a:custGeom>
            <a:avLst/>
            <a:gdLst/>
            <a:ahLst/>
            <a:rect l="0" t="0" r="r" b="b"/>
            <a:pathLst>
              <a:path w="344" h="345">
                <a:moveTo>
                  <a:pt x="0" y="0"/>
                </a:moveTo>
                <a:lnTo>
                  <a:pt x="344" y="0"/>
                </a:lnTo>
                <a:lnTo>
                  <a:pt x="344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5c6b7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2" name=""/>
          <p:cNvSpPr txBox="1"/>
          <p:nvPr/>
        </p:nvSpPr>
        <p:spPr>
          <a:xfrm>
            <a:off x="4664880" y="3668400"/>
            <a:ext cx="8618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Draag ik over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3" name=""/>
          <p:cNvSpPr/>
          <p:nvPr/>
        </p:nvSpPr>
        <p:spPr>
          <a:xfrm>
            <a:off x="656244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4" name=""/>
          <p:cNvSpPr/>
          <p:nvPr/>
        </p:nvSpPr>
        <p:spPr>
          <a:xfrm>
            <a:off x="6567480" y="3671640"/>
            <a:ext cx="114480" cy="114840"/>
          </a:xfrm>
          <a:custGeom>
            <a:avLst/>
            <a:gdLst/>
            <a:ahLst/>
            <a:rect l="0" t="0" r="r" b="b"/>
            <a:pathLst>
              <a:path w="318" h="319">
                <a:moveTo>
                  <a:pt x="0" y="0"/>
                </a:moveTo>
                <a:lnTo>
                  <a:pt x="318" y="0"/>
                </a:lnTo>
                <a:lnTo>
                  <a:pt x="318" y="319"/>
                </a:lnTo>
                <a:lnTo>
                  <a:pt x="0" y="319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b7c0c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5" name=""/>
          <p:cNvSpPr txBox="1"/>
          <p:nvPr/>
        </p:nvSpPr>
        <p:spPr>
          <a:xfrm>
            <a:off x="5712480" y="3668400"/>
            <a:ext cx="7398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Niet belegd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6" name=""/>
          <p:cNvSpPr txBox="1"/>
          <p:nvPr/>
        </p:nvSpPr>
        <p:spPr>
          <a:xfrm>
            <a:off x="6683760" y="3668400"/>
            <a:ext cx="11073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Ligt bij een ander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7" name=""/>
          <p:cNvSpPr txBox="1"/>
          <p:nvPr/>
        </p:nvSpPr>
        <p:spPr>
          <a:xfrm>
            <a:off x="457200" y="3922560"/>
            <a:ext cx="75920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5b4b8a"/>
                </a:solidFill>
                <a:latin typeface="Arial"/>
                <a:ea typeface="Arial"/>
              </a:rPr>
              <a:t>Deel ik</a:t>
            </a:r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: tech lead met Garik, lead architect met Niels, developer met Garik en agents, domeinexpert met Garik en Niels.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8" name=""/>
          <p:cNvSpPr txBox="1"/>
          <p:nvPr/>
        </p:nvSpPr>
        <p:spPr>
          <a:xfrm>
            <a:off x="457200" y="4113000"/>
            <a:ext cx="81615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: business architectuur naar Niels, testspecialisme naar Werner, domeinarchitectuur naar de sector. Product owner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9" name=""/>
          <p:cNvSpPr txBox="1"/>
          <p:nvPr/>
        </p:nvSpPr>
        <p:spPr>
          <a:xfrm>
            <a:off x="457200" y="4294080"/>
            <a:ext cx="80247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wil ik eventueel houden, maar alleen met mandaat; die rol en lead architect worden groter zodra de architectuurboard ons gaat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1" name=""/>
          <p:cNvSpPr txBox="1"/>
          <p:nvPr/>
        </p:nvSpPr>
        <p:spPr>
          <a:xfrm>
            <a:off x="457200" y="4484520"/>
            <a:ext cx="700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doorzagen.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9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19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198" name=""/>
          <p:cNvSpPr txBox="1"/>
          <p:nvPr/>
        </p:nvSpPr>
        <p:spPr>
          <a:xfrm>
            <a:off x="439920" y="510480"/>
            <a:ext cx="33292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er verandert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9" name=""/>
          <p:cNvSpPr/>
          <p:nvPr/>
        </p:nvSpPr>
        <p:spPr>
          <a:xfrm>
            <a:off x="456840" y="1304640"/>
            <a:ext cx="1886400" cy="524160"/>
          </a:xfrm>
          <a:custGeom>
            <a:avLst/>
            <a:gdLst/>
            <a:ahLst/>
            <a:rect l="0" t="0" r="r" b="b"/>
            <a:pathLst>
              <a:path w="5240" h="1456">
                <a:moveTo>
                  <a:pt x="0" y="0"/>
                </a:moveTo>
                <a:lnTo>
                  <a:pt x="5240" y="0"/>
                </a:lnTo>
                <a:lnTo>
                  <a:pt x="5240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0" name=""/>
          <p:cNvSpPr/>
          <p:nvPr/>
        </p:nvSpPr>
        <p:spPr>
          <a:xfrm>
            <a:off x="456840" y="1304640"/>
            <a:ext cx="1886400" cy="38520"/>
          </a:xfrm>
          <a:custGeom>
            <a:avLst/>
            <a:gdLst/>
            <a:ahLst/>
            <a:rect l="0" t="0" r="r" b="b"/>
            <a:pathLst>
              <a:path w="5240" h="107">
                <a:moveTo>
                  <a:pt x="0" y="0"/>
                </a:moveTo>
                <a:lnTo>
                  <a:pt x="5240" y="0"/>
                </a:lnTo>
                <a:lnTo>
                  <a:pt x="5240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01" name=""/>
          <p:cNvSpPr txBox="1"/>
          <p:nvPr/>
        </p:nvSpPr>
        <p:spPr>
          <a:xfrm>
            <a:off x="457200" y="1065240"/>
            <a:ext cx="2605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Het verschil tussen de vorige twee platen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2" name=""/>
          <p:cNvSpPr txBox="1"/>
          <p:nvPr/>
        </p:nvSpPr>
        <p:spPr>
          <a:xfrm>
            <a:off x="563760" y="1385280"/>
            <a:ext cx="101880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0b4f6c"/>
                </a:solidFill>
                <a:latin typeface="Arial"/>
                <a:ea typeface="Arial"/>
              </a:rPr>
              <a:t>13 naar 7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3" name=""/>
          <p:cNvSpPr/>
          <p:nvPr/>
        </p:nvSpPr>
        <p:spPr>
          <a:xfrm>
            <a:off x="2466720" y="1304640"/>
            <a:ext cx="1876680" cy="524160"/>
          </a:xfrm>
          <a:custGeom>
            <a:avLst/>
            <a:gdLst/>
            <a:ahLst/>
            <a:rect l="0" t="0" r="r" b="b"/>
            <a:pathLst>
              <a:path w="5213" h="1456">
                <a:moveTo>
                  <a:pt x="0" y="0"/>
                </a:moveTo>
                <a:lnTo>
                  <a:pt x="5213" y="0"/>
                </a:lnTo>
                <a:lnTo>
                  <a:pt x="5213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4" name=""/>
          <p:cNvSpPr/>
          <p:nvPr/>
        </p:nvSpPr>
        <p:spPr>
          <a:xfrm>
            <a:off x="2466720" y="1304640"/>
            <a:ext cx="1876680" cy="38520"/>
          </a:xfrm>
          <a:custGeom>
            <a:avLst/>
            <a:gdLst/>
            <a:ahLst/>
            <a:rect l="0" t="0" r="r" b="b"/>
            <a:pathLst>
              <a:path w="5213" h="107">
                <a:moveTo>
                  <a:pt x="0" y="0"/>
                </a:moveTo>
                <a:lnTo>
                  <a:pt x="5213" y="0"/>
                </a:lnTo>
                <a:lnTo>
                  <a:pt x="5213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5" name=""/>
          <p:cNvSpPr txBox="1"/>
          <p:nvPr/>
        </p:nvSpPr>
        <p:spPr>
          <a:xfrm>
            <a:off x="563760" y="1637280"/>
            <a:ext cx="943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374151"/>
                </a:solidFill>
                <a:latin typeface="Arial"/>
                <a:ea typeface="Arial"/>
              </a:rPr>
              <a:t>rollen die ik draag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6" name=""/>
          <p:cNvSpPr txBox="1"/>
          <p:nvPr/>
        </p:nvSpPr>
        <p:spPr>
          <a:xfrm>
            <a:off x="2568960" y="1385280"/>
            <a:ext cx="19008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5b4b8a"/>
                </a:solidFill>
                <a:latin typeface="Arial"/>
                <a:ea typeface="Arial"/>
              </a:rPr>
              <a:t>4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7" name=""/>
          <p:cNvSpPr/>
          <p:nvPr/>
        </p:nvSpPr>
        <p:spPr>
          <a:xfrm>
            <a:off x="4466880" y="1304640"/>
            <a:ext cx="1886400" cy="524160"/>
          </a:xfrm>
          <a:custGeom>
            <a:avLst/>
            <a:gdLst/>
            <a:ahLst/>
            <a:rect l="0" t="0" r="r" b="b"/>
            <a:pathLst>
              <a:path w="5240" h="1456">
                <a:moveTo>
                  <a:pt x="0" y="0"/>
                </a:moveTo>
                <a:lnTo>
                  <a:pt x="5240" y="0"/>
                </a:lnTo>
                <a:lnTo>
                  <a:pt x="5240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8" name=""/>
          <p:cNvSpPr/>
          <p:nvPr/>
        </p:nvSpPr>
        <p:spPr>
          <a:xfrm>
            <a:off x="4466880" y="1304640"/>
            <a:ext cx="1886400" cy="38520"/>
          </a:xfrm>
          <a:custGeom>
            <a:avLst/>
            <a:gdLst/>
            <a:ahLst/>
            <a:rect l="0" t="0" r="r" b="b"/>
            <a:pathLst>
              <a:path w="5240" h="107">
                <a:moveTo>
                  <a:pt x="0" y="0"/>
                </a:moveTo>
                <a:lnTo>
                  <a:pt x="5240" y="0"/>
                </a:lnTo>
                <a:lnTo>
                  <a:pt x="5240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9" name=""/>
          <p:cNvSpPr txBox="1"/>
          <p:nvPr/>
        </p:nvSpPr>
        <p:spPr>
          <a:xfrm>
            <a:off x="2568960" y="1637280"/>
            <a:ext cx="8647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374151"/>
                </a:solidFill>
                <a:latin typeface="Arial"/>
                <a:ea typeface="Arial"/>
              </a:rPr>
              <a:t>rollen die ik deel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0" name=""/>
          <p:cNvSpPr txBox="1"/>
          <p:nvPr/>
        </p:nvSpPr>
        <p:spPr>
          <a:xfrm>
            <a:off x="4574520" y="1385280"/>
            <a:ext cx="19008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256b4e"/>
                </a:solidFill>
                <a:latin typeface="Arial"/>
                <a:ea typeface="Arial"/>
              </a:rPr>
              <a:t>6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1" name=""/>
          <p:cNvSpPr/>
          <p:nvPr/>
        </p:nvSpPr>
        <p:spPr>
          <a:xfrm>
            <a:off x="456840" y="1885680"/>
            <a:ext cx="1296000" cy="295560"/>
          </a:xfrm>
          <a:custGeom>
            <a:avLst/>
            <a:gdLst/>
            <a:ahLst/>
            <a:rect l="0" t="0" r="r" b="b"/>
            <a:pathLst>
              <a:path w="3600" h="821">
                <a:moveTo>
                  <a:pt x="0" y="0"/>
                </a:moveTo>
                <a:lnTo>
                  <a:pt x="3600" y="0"/>
                </a:lnTo>
                <a:lnTo>
                  <a:pt x="3600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2" name=""/>
          <p:cNvSpPr/>
          <p:nvPr/>
        </p:nvSpPr>
        <p:spPr>
          <a:xfrm>
            <a:off x="1752480" y="1885680"/>
            <a:ext cx="3000600" cy="295560"/>
          </a:xfrm>
          <a:custGeom>
            <a:avLst/>
            <a:gdLst/>
            <a:ahLst/>
            <a:rect l="0" t="0" r="r" b="b"/>
            <a:pathLst>
              <a:path w="8335" h="821">
                <a:moveTo>
                  <a:pt x="0" y="0"/>
                </a:moveTo>
                <a:lnTo>
                  <a:pt x="8335" y="0"/>
                </a:lnTo>
                <a:lnTo>
                  <a:pt x="8335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3" name=""/>
          <p:cNvSpPr/>
          <p:nvPr/>
        </p:nvSpPr>
        <p:spPr>
          <a:xfrm>
            <a:off x="4752720" y="1885680"/>
            <a:ext cx="1276920" cy="295560"/>
          </a:xfrm>
          <a:custGeom>
            <a:avLst/>
            <a:gdLst/>
            <a:ahLst/>
            <a:rect l="0" t="0" r="r" b="b"/>
            <a:pathLst>
              <a:path w="3547" h="821">
                <a:moveTo>
                  <a:pt x="0" y="0"/>
                </a:moveTo>
                <a:lnTo>
                  <a:pt x="3547" y="0"/>
                </a:lnTo>
                <a:lnTo>
                  <a:pt x="3547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4" name=""/>
          <p:cNvSpPr/>
          <p:nvPr/>
        </p:nvSpPr>
        <p:spPr>
          <a:xfrm>
            <a:off x="6029280" y="1885680"/>
            <a:ext cx="2343240" cy="295560"/>
          </a:xfrm>
          <a:custGeom>
            <a:avLst/>
            <a:gdLst/>
            <a:ahLst/>
            <a:rect l="0" t="0" r="r" b="b"/>
            <a:pathLst>
              <a:path w="6509" h="821">
                <a:moveTo>
                  <a:pt x="0" y="0"/>
                </a:moveTo>
                <a:lnTo>
                  <a:pt x="6509" y="0"/>
                </a:lnTo>
                <a:lnTo>
                  <a:pt x="6509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5" name=""/>
          <p:cNvSpPr/>
          <p:nvPr/>
        </p:nvSpPr>
        <p:spPr>
          <a:xfrm>
            <a:off x="456840" y="2171520"/>
            <a:ext cx="1296000" cy="19440"/>
          </a:xfrm>
          <a:custGeom>
            <a:avLst/>
            <a:gdLst/>
            <a:ahLst/>
            <a:rect l="0" t="0" r="r" b="b"/>
            <a:pathLst>
              <a:path w="3600" h="54">
                <a:moveTo>
                  <a:pt x="0" y="0"/>
                </a:moveTo>
                <a:lnTo>
                  <a:pt x="3600" y="0"/>
                </a:lnTo>
                <a:lnTo>
                  <a:pt x="360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6" name=""/>
          <p:cNvSpPr/>
          <p:nvPr/>
        </p:nvSpPr>
        <p:spPr>
          <a:xfrm>
            <a:off x="1752480" y="2171520"/>
            <a:ext cx="3000600" cy="19440"/>
          </a:xfrm>
          <a:custGeom>
            <a:avLst/>
            <a:gdLst/>
            <a:ahLst/>
            <a:rect l="0" t="0" r="r" b="b"/>
            <a:pathLst>
              <a:path w="8335" h="54">
                <a:moveTo>
                  <a:pt x="0" y="0"/>
                </a:moveTo>
                <a:lnTo>
                  <a:pt x="8335" y="0"/>
                </a:lnTo>
                <a:lnTo>
                  <a:pt x="833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7" name=""/>
          <p:cNvSpPr/>
          <p:nvPr/>
        </p:nvSpPr>
        <p:spPr>
          <a:xfrm>
            <a:off x="4752720" y="2171520"/>
            <a:ext cx="1276920" cy="19440"/>
          </a:xfrm>
          <a:custGeom>
            <a:avLst/>
            <a:gdLst/>
            <a:ahLst/>
            <a:rect l="0" t="0" r="r" b="b"/>
            <a:pathLst>
              <a:path w="3547" h="54">
                <a:moveTo>
                  <a:pt x="0" y="0"/>
                </a:moveTo>
                <a:lnTo>
                  <a:pt x="3547" y="0"/>
                </a:lnTo>
                <a:lnTo>
                  <a:pt x="3547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8" name=""/>
          <p:cNvSpPr/>
          <p:nvPr/>
        </p:nvSpPr>
        <p:spPr>
          <a:xfrm>
            <a:off x="6029280" y="2171520"/>
            <a:ext cx="2343240" cy="19440"/>
          </a:xfrm>
          <a:custGeom>
            <a:avLst/>
            <a:gdLst/>
            <a:ahLst/>
            <a:rect l="0" t="0" r="r" b="b"/>
            <a:pathLst>
              <a:path w="6509" h="54">
                <a:moveTo>
                  <a:pt x="0" y="0"/>
                </a:moveTo>
                <a:lnTo>
                  <a:pt x="6509" y="0"/>
                </a:lnTo>
                <a:lnTo>
                  <a:pt x="6509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9" name=""/>
          <p:cNvSpPr/>
          <p:nvPr/>
        </p:nvSpPr>
        <p:spPr>
          <a:xfrm>
            <a:off x="456840" y="2447640"/>
            <a:ext cx="1296000" cy="10080"/>
          </a:xfrm>
          <a:custGeom>
            <a:avLst/>
            <a:gdLst/>
            <a:ahLst/>
            <a:rect l="0" t="0" r="r" b="b"/>
            <a:pathLst>
              <a:path w="3600" h="28">
                <a:moveTo>
                  <a:pt x="0" y="0"/>
                </a:moveTo>
                <a:lnTo>
                  <a:pt x="3600" y="0"/>
                </a:lnTo>
                <a:lnTo>
                  <a:pt x="360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0" name=""/>
          <p:cNvSpPr/>
          <p:nvPr/>
        </p:nvSpPr>
        <p:spPr>
          <a:xfrm>
            <a:off x="1752480" y="2447640"/>
            <a:ext cx="3000600" cy="10080"/>
          </a:xfrm>
          <a:custGeom>
            <a:avLst/>
            <a:gdLst/>
            <a:ahLst/>
            <a:rect l="0" t="0" r="r" b="b"/>
            <a:pathLst>
              <a:path w="8335" h="28">
                <a:moveTo>
                  <a:pt x="0" y="0"/>
                </a:moveTo>
                <a:lnTo>
                  <a:pt x="8335" y="0"/>
                </a:lnTo>
                <a:lnTo>
                  <a:pt x="83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1" name=""/>
          <p:cNvSpPr/>
          <p:nvPr/>
        </p:nvSpPr>
        <p:spPr>
          <a:xfrm>
            <a:off x="4752720" y="2447640"/>
            <a:ext cx="1276920" cy="10080"/>
          </a:xfrm>
          <a:custGeom>
            <a:avLst/>
            <a:gdLst/>
            <a:ahLst/>
            <a:rect l="0" t="0" r="r" b="b"/>
            <a:pathLst>
              <a:path w="3547" h="28">
                <a:moveTo>
                  <a:pt x="0" y="0"/>
                </a:moveTo>
                <a:lnTo>
                  <a:pt x="3547" y="0"/>
                </a:lnTo>
                <a:lnTo>
                  <a:pt x="35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2" name=""/>
          <p:cNvSpPr/>
          <p:nvPr/>
        </p:nvSpPr>
        <p:spPr>
          <a:xfrm>
            <a:off x="6029280" y="2447640"/>
            <a:ext cx="2343240" cy="10080"/>
          </a:xfrm>
          <a:custGeom>
            <a:avLst/>
            <a:gdLst/>
            <a:ahLst/>
            <a:rect l="0" t="0" r="r" b="b"/>
            <a:pathLst>
              <a:path w="6509" h="28">
                <a:moveTo>
                  <a:pt x="0" y="0"/>
                </a:moveTo>
                <a:lnTo>
                  <a:pt x="6509" y="0"/>
                </a:lnTo>
                <a:lnTo>
                  <a:pt x="650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3" name=""/>
          <p:cNvSpPr/>
          <p:nvPr/>
        </p:nvSpPr>
        <p:spPr>
          <a:xfrm>
            <a:off x="456840" y="2724120"/>
            <a:ext cx="1296000" cy="9720"/>
          </a:xfrm>
          <a:custGeom>
            <a:avLst/>
            <a:gdLst/>
            <a:ahLst/>
            <a:rect l="0" t="0" r="r" b="b"/>
            <a:pathLst>
              <a:path w="3600" h="27">
                <a:moveTo>
                  <a:pt x="0" y="0"/>
                </a:moveTo>
                <a:lnTo>
                  <a:pt x="3600" y="0"/>
                </a:lnTo>
                <a:lnTo>
                  <a:pt x="36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4" name=""/>
          <p:cNvSpPr/>
          <p:nvPr/>
        </p:nvSpPr>
        <p:spPr>
          <a:xfrm>
            <a:off x="1752480" y="2724120"/>
            <a:ext cx="3000600" cy="9720"/>
          </a:xfrm>
          <a:custGeom>
            <a:avLst/>
            <a:gdLst/>
            <a:ahLst/>
            <a:rect l="0" t="0" r="r" b="b"/>
            <a:pathLst>
              <a:path w="8335" h="27">
                <a:moveTo>
                  <a:pt x="0" y="0"/>
                </a:moveTo>
                <a:lnTo>
                  <a:pt x="8335" y="0"/>
                </a:lnTo>
                <a:lnTo>
                  <a:pt x="8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5" name=""/>
          <p:cNvSpPr/>
          <p:nvPr/>
        </p:nvSpPr>
        <p:spPr>
          <a:xfrm>
            <a:off x="4752720" y="2724120"/>
            <a:ext cx="1276920" cy="9720"/>
          </a:xfrm>
          <a:custGeom>
            <a:avLst/>
            <a:gdLst/>
            <a:ahLst/>
            <a:rect l="0" t="0" r="r" b="b"/>
            <a:pathLst>
              <a:path w="3547" h="27">
                <a:moveTo>
                  <a:pt x="0" y="0"/>
                </a:moveTo>
                <a:lnTo>
                  <a:pt x="3547" y="0"/>
                </a:lnTo>
                <a:lnTo>
                  <a:pt x="35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6" name=""/>
          <p:cNvSpPr/>
          <p:nvPr/>
        </p:nvSpPr>
        <p:spPr>
          <a:xfrm>
            <a:off x="6029280" y="2724120"/>
            <a:ext cx="2343240" cy="9720"/>
          </a:xfrm>
          <a:custGeom>
            <a:avLst/>
            <a:gdLst/>
            <a:ahLst/>
            <a:rect l="0" t="0" r="r" b="b"/>
            <a:pathLst>
              <a:path w="6509" h="27">
                <a:moveTo>
                  <a:pt x="0" y="0"/>
                </a:moveTo>
                <a:lnTo>
                  <a:pt x="6509" y="0"/>
                </a:lnTo>
                <a:lnTo>
                  <a:pt x="650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7" name=""/>
          <p:cNvSpPr/>
          <p:nvPr/>
        </p:nvSpPr>
        <p:spPr>
          <a:xfrm>
            <a:off x="456840" y="2990520"/>
            <a:ext cx="1296000" cy="10080"/>
          </a:xfrm>
          <a:custGeom>
            <a:avLst/>
            <a:gdLst/>
            <a:ahLst/>
            <a:rect l="0" t="0" r="r" b="b"/>
            <a:pathLst>
              <a:path w="3600" h="28">
                <a:moveTo>
                  <a:pt x="0" y="0"/>
                </a:moveTo>
                <a:lnTo>
                  <a:pt x="3600" y="0"/>
                </a:lnTo>
                <a:lnTo>
                  <a:pt x="360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8" name=""/>
          <p:cNvSpPr/>
          <p:nvPr/>
        </p:nvSpPr>
        <p:spPr>
          <a:xfrm>
            <a:off x="1752480" y="2990520"/>
            <a:ext cx="3000600" cy="10080"/>
          </a:xfrm>
          <a:custGeom>
            <a:avLst/>
            <a:gdLst/>
            <a:ahLst/>
            <a:rect l="0" t="0" r="r" b="b"/>
            <a:pathLst>
              <a:path w="8335" h="28">
                <a:moveTo>
                  <a:pt x="0" y="0"/>
                </a:moveTo>
                <a:lnTo>
                  <a:pt x="8335" y="0"/>
                </a:lnTo>
                <a:lnTo>
                  <a:pt x="83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9" name=""/>
          <p:cNvSpPr/>
          <p:nvPr/>
        </p:nvSpPr>
        <p:spPr>
          <a:xfrm>
            <a:off x="4752720" y="2990520"/>
            <a:ext cx="1276920" cy="10080"/>
          </a:xfrm>
          <a:custGeom>
            <a:avLst/>
            <a:gdLst/>
            <a:ahLst/>
            <a:rect l="0" t="0" r="r" b="b"/>
            <a:pathLst>
              <a:path w="3547" h="28">
                <a:moveTo>
                  <a:pt x="0" y="0"/>
                </a:moveTo>
                <a:lnTo>
                  <a:pt x="3547" y="0"/>
                </a:lnTo>
                <a:lnTo>
                  <a:pt x="35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0" name=""/>
          <p:cNvSpPr/>
          <p:nvPr/>
        </p:nvSpPr>
        <p:spPr>
          <a:xfrm>
            <a:off x="6029280" y="2990520"/>
            <a:ext cx="2343240" cy="10080"/>
          </a:xfrm>
          <a:custGeom>
            <a:avLst/>
            <a:gdLst/>
            <a:ahLst/>
            <a:rect l="0" t="0" r="r" b="b"/>
            <a:pathLst>
              <a:path w="6509" h="28">
                <a:moveTo>
                  <a:pt x="0" y="0"/>
                </a:moveTo>
                <a:lnTo>
                  <a:pt x="6509" y="0"/>
                </a:lnTo>
                <a:lnTo>
                  <a:pt x="650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1" name=""/>
          <p:cNvSpPr/>
          <p:nvPr/>
        </p:nvSpPr>
        <p:spPr>
          <a:xfrm>
            <a:off x="456840" y="3267000"/>
            <a:ext cx="1296000" cy="9720"/>
          </a:xfrm>
          <a:custGeom>
            <a:avLst/>
            <a:gdLst/>
            <a:ahLst/>
            <a:rect l="0" t="0" r="r" b="b"/>
            <a:pathLst>
              <a:path w="3600" h="27">
                <a:moveTo>
                  <a:pt x="0" y="0"/>
                </a:moveTo>
                <a:lnTo>
                  <a:pt x="3600" y="0"/>
                </a:lnTo>
                <a:lnTo>
                  <a:pt x="36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2" name=""/>
          <p:cNvSpPr/>
          <p:nvPr/>
        </p:nvSpPr>
        <p:spPr>
          <a:xfrm>
            <a:off x="1752480" y="3267000"/>
            <a:ext cx="3000600" cy="9720"/>
          </a:xfrm>
          <a:custGeom>
            <a:avLst/>
            <a:gdLst/>
            <a:ahLst/>
            <a:rect l="0" t="0" r="r" b="b"/>
            <a:pathLst>
              <a:path w="8335" h="27">
                <a:moveTo>
                  <a:pt x="0" y="0"/>
                </a:moveTo>
                <a:lnTo>
                  <a:pt x="8335" y="0"/>
                </a:lnTo>
                <a:lnTo>
                  <a:pt x="8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3" name=""/>
          <p:cNvSpPr/>
          <p:nvPr/>
        </p:nvSpPr>
        <p:spPr>
          <a:xfrm>
            <a:off x="4752720" y="3267000"/>
            <a:ext cx="1276920" cy="9720"/>
          </a:xfrm>
          <a:custGeom>
            <a:avLst/>
            <a:gdLst/>
            <a:ahLst/>
            <a:rect l="0" t="0" r="r" b="b"/>
            <a:pathLst>
              <a:path w="3547" h="27">
                <a:moveTo>
                  <a:pt x="0" y="0"/>
                </a:moveTo>
                <a:lnTo>
                  <a:pt x="3547" y="0"/>
                </a:lnTo>
                <a:lnTo>
                  <a:pt x="35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4" name=""/>
          <p:cNvSpPr/>
          <p:nvPr/>
        </p:nvSpPr>
        <p:spPr>
          <a:xfrm>
            <a:off x="6029280" y="3267000"/>
            <a:ext cx="2343240" cy="9720"/>
          </a:xfrm>
          <a:custGeom>
            <a:avLst/>
            <a:gdLst/>
            <a:ahLst/>
            <a:rect l="0" t="0" r="r" b="b"/>
            <a:pathLst>
              <a:path w="6509" h="27">
                <a:moveTo>
                  <a:pt x="0" y="0"/>
                </a:moveTo>
                <a:lnTo>
                  <a:pt x="6509" y="0"/>
                </a:lnTo>
                <a:lnTo>
                  <a:pt x="650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5" name=""/>
          <p:cNvSpPr/>
          <p:nvPr/>
        </p:nvSpPr>
        <p:spPr>
          <a:xfrm>
            <a:off x="456840" y="3533760"/>
            <a:ext cx="1296000" cy="9720"/>
          </a:xfrm>
          <a:custGeom>
            <a:avLst/>
            <a:gdLst/>
            <a:ahLst/>
            <a:rect l="0" t="0" r="r" b="b"/>
            <a:pathLst>
              <a:path w="3600" h="27">
                <a:moveTo>
                  <a:pt x="0" y="0"/>
                </a:moveTo>
                <a:lnTo>
                  <a:pt x="3600" y="0"/>
                </a:lnTo>
                <a:lnTo>
                  <a:pt x="36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6" name=""/>
          <p:cNvSpPr/>
          <p:nvPr/>
        </p:nvSpPr>
        <p:spPr>
          <a:xfrm>
            <a:off x="1752480" y="3533760"/>
            <a:ext cx="3000600" cy="9720"/>
          </a:xfrm>
          <a:custGeom>
            <a:avLst/>
            <a:gdLst/>
            <a:ahLst/>
            <a:rect l="0" t="0" r="r" b="b"/>
            <a:pathLst>
              <a:path w="8335" h="27">
                <a:moveTo>
                  <a:pt x="0" y="0"/>
                </a:moveTo>
                <a:lnTo>
                  <a:pt x="8335" y="0"/>
                </a:lnTo>
                <a:lnTo>
                  <a:pt x="8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7" name=""/>
          <p:cNvSpPr/>
          <p:nvPr/>
        </p:nvSpPr>
        <p:spPr>
          <a:xfrm>
            <a:off x="4752720" y="3533760"/>
            <a:ext cx="1276920" cy="9720"/>
          </a:xfrm>
          <a:custGeom>
            <a:avLst/>
            <a:gdLst/>
            <a:ahLst/>
            <a:rect l="0" t="0" r="r" b="b"/>
            <a:pathLst>
              <a:path w="3547" h="27">
                <a:moveTo>
                  <a:pt x="0" y="0"/>
                </a:moveTo>
                <a:lnTo>
                  <a:pt x="3547" y="0"/>
                </a:lnTo>
                <a:lnTo>
                  <a:pt x="35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8" name=""/>
          <p:cNvSpPr/>
          <p:nvPr/>
        </p:nvSpPr>
        <p:spPr>
          <a:xfrm>
            <a:off x="6029280" y="3533760"/>
            <a:ext cx="2343240" cy="9720"/>
          </a:xfrm>
          <a:custGeom>
            <a:avLst/>
            <a:gdLst/>
            <a:ahLst/>
            <a:rect l="0" t="0" r="r" b="b"/>
            <a:pathLst>
              <a:path w="6509" h="27">
                <a:moveTo>
                  <a:pt x="0" y="0"/>
                </a:moveTo>
                <a:lnTo>
                  <a:pt x="6509" y="0"/>
                </a:lnTo>
                <a:lnTo>
                  <a:pt x="650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9" name=""/>
          <p:cNvSpPr/>
          <p:nvPr/>
        </p:nvSpPr>
        <p:spPr>
          <a:xfrm>
            <a:off x="456840" y="3809880"/>
            <a:ext cx="1296000" cy="9720"/>
          </a:xfrm>
          <a:custGeom>
            <a:avLst/>
            <a:gdLst/>
            <a:ahLst/>
            <a:rect l="0" t="0" r="r" b="b"/>
            <a:pathLst>
              <a:path w="3600" h="27">
                <a:moveTo>
                  <a:pt x="0" y="0"/>
                </a:moveTo>
                <a:lnTo>
                  <a:pt x="3600" y="0"/>
                </a:lnTo>
                <a:lnTo>
                  <a:pt x="36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0" name=""/>
          <p:cNvSpPr/>
          <p:nvPr/>
        </p:nvSpPr>
        <p:spPr>
          <a:xfrm>
            <a:off x="1752480" y="3809880"/>
            <a:ext cx="3000600" cy="9720"/>
          </a:xfrm>
          <a:custGeom>
            <a:avLst/>
            <a:gdLst/>
            <a:ahLst/>
            <a:rect l="0" t="0" r="r" b="b"/>
            <a:pathLst>
              <a:path w="8335" h="27">
                <a:moveTo>
                  <a:pt x="0" y="0"/>
                </a:moveTo>
                <a:lnTo>
                  <a:pt x="8335" y="0"/>
                </a:lnTo>
                <a:lnTo>
                  <a:pt x="8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1" name=""/>
          <p:cNvSpPr/>
          <p:nvPr/>
        </p:nvSpPr>
        <p:spPr>
          <a:xfrm>
            <a:off x="4752720" y="3809880"/>
            <a:ext cx="1276920" cy="9720"/>
          </a:xfrm>
          <a:custGeom>
            <a:avLst/>
            <a:gdLst/>
            <a:ahLst/>
            <a:rect l="0" t="0" r="r" b="b"/>
            <a:pathLst>
              <a:path w="3547" h="27">
                <a:moveTo>
                  <a:pt x="0" y="0"/>
                </a:moveTo>
                <a:lnTo>
                  <a:pt x="3547" y="0"/>
                </a:lnTo>
                <a:lnTo>
                  <a:pt x="35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2" name=""/>
          <p:cNvSpPr/>
          <p:nvPr/>
        </p:nvSpPr>
        <p:spPr>
          <a:xfrm>
            <a:off x="6029280" y="3809880"/>
            <a:ext cx="2343240" cy="9720"/>
          </a:xfrm>
          <a:custGeom>
            <a:avLst/>
            <a:gdLst/>
            <a:ahLst/>
            <a:rect l="0" t="0" r="r" b="b"/>
            <a:pathLst>
              <a:path w="6509" h="27">
                <a:moveTo>
                  <a:pt x="0" y="0"/>
                </a:moveTo>
                <a:lnTo>
                  <a:pt x="6509" y="0"/>
                </a:lnTo>
                <a:lnTo>
                  <a:pt x="650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3" name=""/>
          <p:cNvSpPr/>
          <p:nvPr/>
        </p:nvSpPr>
        <p:spPr>
          <a:xfrm>
            <a:off x="456840" y="4076640"/>
            <a:ext cx="1296000" cy="9720"/>
          </a:xfrm>
          <a:custGeom>
            <a:avLst/>
            <a:gdLst/>
            <a:ahLst/>
            <a:rect l="0" t="0" r="r" b="b"/>
            <a:pathLst>
              <a:path w="3600" h="27">
                <a:moveTo>
                  <a:pt x="0" y="0"/>
                </a:moveTo>
                <a:lnTo>
                  <a:pt x="3600" y="0"/>
                </a:lnTo>
                <a:lnTo>
                  <a:pt x="36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4" name=""/>
          <p:cNvSpPr/>
          <p:nvPr/>
        </p:nvSpPr>
        <p:spPr>
          <a:xfrm>
            <a:off x="1752480" y="4076640"/>
            <a:ext cx="3000600" cy="9720"/>
          </a:xfrm>
          <a:custGeom>
            <a:avLst/>
            <a:gdLst/>
            <a:ahLst/>
            <a:rect l="0" t="0" r="r" b="b"/>
            <a:pathLst>
              <a:path w="8335" h="27">
                <a:moveTo>
                  <a:pt x="0" y="0"/>
                </a:moveTo>
                <a:lnTo>
                  <a:pt x="8335" y="0"/>
                </a:lnTo>
                <a:lnTo>
                  <a:pt x="8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5" name=""/>
          <p:cNvSpPr/>
          <p:nvPr/>
        </p:nvSpPr>
        <p:spPr>
          <a:xfrm>
            <a:off x="4752720" y="4076640"/>
            <a:ext cx="1276920" cy="9720"/>
          </a:xfrm>
          <a:custGeom>
            <a:avLst/>
            <a:gdLst/>
            <a:ahLst/>
            <a:rect l="0" t="0" r="r" b="b"/>
            <a:pathLst>
              <a:path w="3547" h="27">
                <a:moveTo>
                  <a:pt x="0" y="0"/>
                </a:moveTo>
                <a:lnTo>
                  <a:pt x="3547" y="0"/>
                </a:lnTo>
                <a:lnTo>
                  <a:pt x="35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6" name=""/>
          <p:cNvSpPr/>
          <p:nvPr/>
        </p:nvSpPr>
        <p:spPr>
          <a:xfrm>
            <a:off x="6029280" y="4076640"/>
            <a:ext cx="2343240" cy="9720"/>
          </a:xfrm>
          <a:custGeom>
            <a:avLst/>
            <a:gdLst/>
            <a:ahLst/>
            <a:rect l="0" t="0" r="r" b="b"/>
            <a:pathLst>
              <a:path w="6509" h="27">
                <a:moveTo>
                  <a:pt x="0" y="0"/>
                </a:moveTo>
                <a:lnTo>
                  <a:pt x="6509" y="0"/>
                </a:lnTo>
                <a:lnTo>
                  <a:pt x="650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7" name=""/>
          <p:cNvSpPr/>
          <p:nvPr/>
        </p:nvSpPr>
        <p:spPr>
          <a:xfrm>
            <a:off x="456840" y="4352760"/>
            <a:ext cx="1296000" cy="9720"/>
          </a:xfrm>
          <a:custGeom>
            <a:avLst/>
            <a:gdLst/>
            <a:ahLst/>
            <a:rect l="0" t="0" r="r" b="b"/>
            <a:pathLst>
              <a:path w="3600" h="27">
                <a:moveTo>
                  <a:pt x="0" y="0"/>
                </a:moveTo>
                <a:lnTo>
                  <a:pt x="3600" y="0"/>
                </a:lnTo>
                <a:lnTo>
                  <a:pt x="36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8" name=""/>
          <p:cNvSpPr/>
          <p:nvPr/>
        </p:nvSpPr>
        <p:spPr>
          <a:xfrm>
            <a:off x="1752480" y="4352760"/>
            <a:ext cx="3000600" cy="9720"/>
          </a:xfrm>
          <a:custGeom>
            <a:avLst/>
            <a:gdLst/>
            <a:ahLst/>
            <a:rect l="0" t="0" r="r" b="b"/>
            <a:pathLst>
              <a:path w="8335" h="27">
                <a:moveTo>
                  <a:pt x="0" y="0"/>
                </a:moveTo>
                <a:lnTo>
                  <a:pt x="8335" y="0"/>
                </a:lnTo>
                <a:lnTo>
                  <a:pt x="8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9" name=""/>
          <p:cNvSpPr/>
          <p:nvPr/>
        </p:nvSpPr>
        <p:spPr>
          <a:xfrm>
            <a:off x="4752720" y="4352760"/>
            <a:ext cx="1276920" cy="9720"/>
          </a:xfrm>
          <a:custGeom>
            <a:avLst/>
            <a:gdLst/>
            <a:ahLst/>
            <a:rect l="0" t="0" r="r" b="b"/>
            <a:pathLst>
              <a:path w="3547" h="27">
                <a:moveTo>
                  <a:pt x="0" y="0"/>
                </a:moveTo>
                <a:lnTo>
                  <a:pt x="3547" y="0"/>
                </a:lnTo>
                <a:lnTo>
                  <a:pt x="35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0" name=""/>
          <p:cNvSpPr/>
          <p:nvPr/>
        </p:nvSpPr>
        <p:spPr>
          <a:xfrm>
            <a:off x="6029280" y="4352760"/>
            <a:ext cx="2343240" cy="9720"/>
          </a:xfrm>
          <a:custGeom>
            <a:avLst/>
            <a:gdLst/>
            <a:ahLst/>
            <a:rect l="0" t="0" r="r" b="b"/>
            <a:pathLst>
              <a:path w="6509" h="27">
                <a:moveTo>
                  <a:pt x="0" y="0"/>
                </a:moveTo>
                <a:lnTo>
                  <a:pt x="6509" y="0"/>
                </a:lnTo>
                <a:lnTo>
                  <a:pt x="650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1" name=""/>
          <p:cNvSpPr txBox="1"/>
          <p:nvPr/>
        </p:nvSpPr>
        <p:spPr>
          <a:xfrm>
            <a:off x="4574520" y="1637280"/>
            <a:ext cx="1175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374151"/>
                </a:solidFill>
                <a:latin typeface="Arial"/>
                <a:ea typeface="Arial"/>
              </a:rPr>
              <a:t>rollen die ik overdraag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2" name=""/>
          <p:cNvSpPr txBox="1"/>
          <p:nvPr/>
        </p:nvSpPr>
        <p:spPr>
          <a:xfrm>
            <a:off x="563760" y="195552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3" name=""/>
          <p:cNvSpPr txBox="1"/>
          <p:nvPr/>
        </p:nvSpPr>
        <p:spPr>
          <a:xfrm>
            <a:off x="1863000" y="1955520"/>
            <a:ext cx="5936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PRODUCT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4" name=""/>
          <p:cNvSpPr txBox="1"/>
          <p:nvPr/>
        </p:nvSpPr>
        <p:spPr>
          <a:xfrm>
            <a:off x="4858920" y="1955520"/>
            <a:ext cx="180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NU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5" name=""/>
          <p:cNvSpPr txBox="1"/>
          <p:nvPr/>
        </p:nvSpPr>
        <p:spPr>
          <a:xfrm>
            <a:off x="6135480" y="1955520"/>
            <a:ext cx="1436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WAAR IK NAARTOE WIL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6" name=""/>
          <p:cNvSpPr txBox="1"/>
          <p:nvPr/>
        </p:nvSpPr>
        <p:spPr>
          <a:xfrm>
            <a:off x="563760" y="2256480"/>
            <a:ext cx="7534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Product owner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7" name=""/>
          <p:cNvSpPr txBox="1"/>
          <p:nvPr/>
        </p:nvSpPr>
        <p:spPr>
          <a:xfrm>
            <a:off x="1863000" y="2256480"/>
            <a:ext cx="1949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Productbacklog: issues en milestones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8" name=""/>
          <p:cNvSpPr txBox="1"/>
          <p:nvPr/>
        </p:nvSpPr>
        <p:spPr>
          <a:xfrm>
            <a:off x="4858920" y="2256480"/>
            <a:ext cx="9882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Probeer ik te delen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9" name=""/>
          <p:cNvSpPr txBox="1"/>
          <p:nvPr/>
        </p:nvSpPr>
        <p:spPr>
          <a:xfrm>
            <a:off x="6135480" y="2256480"/>
            <a:ext cx="20293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b36a2a"/>
                </a:solidFill>
                <a:latin typeface="Arial"/>
                <a:ea typeface="Arial"/>
              </a:rPr>
              <a:t>Wil ik eventueel houden, met mandaat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0" name=""/>
          <p:cNvSpPr txBox="1"/>
          <p:nvPr/>
        </p:nvSpPr>
        <p:spPr>
          <a:xfrm>
            <a:off x="563760" y="2532600"/>
            <a:ext cx="5065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Tech lead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1" name=""/>
          <p:cNvSpPr txBox="1"/>
          <p:nvPr/>
        </p:nvSpPr>
        <p:spPr>
          <a:xfrm>
            <a:off x="1863000" y="2532600"/>
            <a:ext cx="17578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Agent-harness, werkafspraken, CI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2" name=""/>
          <p:cNvSpPr txBox="1"/>
          <p:nvPr/>
        </p:nvSpPr>
        <p:spPr>
          <a:xfrm>
            <a:off x="4858920" y="253260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3" name=""/>
          <p:cNvSpPr txBox="1"/>
          <p:nvPr/>
        </p:nvSpPr>
        <p:spPr>
          <a:xfrm>
            <a:off x="6135480" y="253260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5b4b8a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4" name=""/>
          <p:cNvSpPr txBox="1"/>
          <p:nvPr/>
        </p:nvSpPr>
        <p:spPr>
          <a:xfrm>
            <a:off x="563760" y="2799360"/>
            <a:ext cx="835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Business analist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5" name=""/>
          <p:cNvSpPr txBox="1"/>
          <p:nvPr/>
        </p:nvSpPr>
        <p:spPr>
          <a:xfrm>
            <a:off x="1863000" y="2799360"/>
            <a:ext cx="15339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Kaderscenario’s en persona’s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6" name=""/>
          <p:cNvSpPr txBox="1"/>
          <p:nvPr/>
        </p:nvSpPr>
        <p:spPr>
          <a:xfrm>
            <a:off x="4858920" y="279936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7" name=""/>
          <p:cNvSpPr txBox="1"/>
          <p:nvPr/>
        </p:nvSpPr>
        <p:spPr>
          <a:xfrm>
            <a:off x="6135480" y="2799360"/>
            <a:ext cx="703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8" name=""/>
          <p:cNvSpPr txBox="1"/>
          <p:nvPr/>
        </p:nvSpPr>
        <p:spPr>
          <a:xfrm>
            <a:off x="563760" y="3075480"/>
            <a:ext cx="683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Testarchitect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9" name=""/>
          <p:cNvSpPr txBox="1"/>
          <p:nvPr/>
        </p:nvSpPr>
        <p:spPr>
          <a:xfrm>
            <a:off x="1863000" y="3075480"/>
            <a:ext cx="1373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Testplan en testprocedure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0" name=""/>
          <p:cNvSpPr txBox="1"/>
          <p:nvPr/>
        </p:nvSpPr>
        <p:spPr>
          <a:xfrm>
            <a:off x="4858920" y="307548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1" name=""/>
          <p:cNvSpPr txBox="1"/>
          <p:nvPr/>
        </p:nvSpPr>
        <p:spPr>
          <a:xfrm>
            <a:off x="6135480" y="3075480"/>
            <a:ext cx="703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2" name=""/>
          <p:cNvSpPr txBox="1"/>
          <p:nvPr/>
        </p:nvSpPr>
        <p:spPr>
          <a:xfrm>
            <a:off x="563760" y="3351960"/>
            <a:ext cx="8632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Domeinarchitect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3" name=""/>
          <p:cNvSpPr txBox="1"/>
          <p:nvPr/>
        </p:nvSpPr>
        <p:spPr>
          <a:xfrm>
            <a:off x="1863000" y="3351960"/>
            <a:ext cx="1283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Sectorkader IST en SOLL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4" name=""/>
          <p:cNvSpPr txBox="1"/>
          <p:nvPr/>
        </p:nvSpPr>
        <p:spPr>
          <a:xfrm>
            <a:off x="4858920" y="335196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5" name=""/>
          <p:cNvSpPr txBox="1"/>
          <p:nvPr/>
        </p:nvSpPr>
        <p:spPr>
          <a:xfrm>
            <a:off x="6135480" y="3351960"/>
            <a:ext cx="1448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 aan de sector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6" name=""/>
          <p:cNvSpPr txBox="1"/>
          <p:nvPr/>
        </p:nvSpPr>
        <p:spPr>
          <a:xfrm>
            <a:off x="563760" y="3618720"/>
            <a:ext cx="9500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Business architect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7" name=""/>
          <p:cNvSpPr txBox="1"/>
          <p:nvPr/>
        </p:nvSpPr>
        <p:spPr>
          <a:xfrm>
            <a:off x="1863000" y="3618720"/>
            <a:ext cx="25747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Requirementsboom, hoofdplaat, informatiemodel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8" name=""/>
          <p:cNvSpPr txBox="1"/>
          <p:nvPr/>
        </p:nvSpPr>
        <p:spPr>
          <a:xfrm>
            <a:off x="4858920" y="361872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9" name=""/>
          <p:cNvSpPr txBox="1"/>
          <p:nvPr/>
        </p:nvSpPr>
        <p:spPr>
          <a:xfrm>
            <a:off x="6135480" y="3618720"/>
            <a:ext cx="703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0" name=""/>
          <p:cNvSpPr txBox="1"/>
          <p:nvPr/>
        </p:nvSpPr>
        <p:spPr>
          <a:xfrm>
            <a:off x="563760" y="3894840"/>
            <a:ext cx="910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Release manager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1" name=""/>
          <p:cNvSpPr txBox="1"/>
          <p:nvPr/>
        </p:nvSpPr>
        <p:spPr>
          <a:xfrm>
            <a:off x="1863000" y="3894840"/>
            <a:ext cx="19605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Releases, branchmodel, versiebeheer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2" name=""/>
          <p:cNvSpPr txBox="1"/>
          <p:nvPr/>
        </p:nvSpPr>
        <p:spPr>
          <a:xfrm>
            <a:off x="4858920" y="389484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3" name=""/>
          <p:cNvSpPr txBox="1"/>
          <p:nvPr/>
        </p:nvSpPr>
        <p:spPr>
          <a:xfrm>
            <a:off x="6135480" y="3894840"/>
            <a:ext cx="703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4" name=""/>
          <p:cNvSpPr txBox="1"/>
          <p:nvPr/>
        </p:nvSpPr>
        <p:spPr>
          <a:xfrm>
            <a:off x="563760" y="4161600"/>
            <a:ext cx="707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Testspecialist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5" name=""/>
          <p:cNvSpPr txBox="1"/>
          <p:nvPr/>
        </p:nvSpPr>
        <p:spPr>
          <a:xfrm>
            <a:off x="1863000" y="4161600"/>
            <a:ext cx="1448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Integratietests en testcases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6" name=""/>
          <p:cNvSpPr txBox="1"/>
          <p:nvPr/>
        </p:nvSpPr>
        <p:spPr>
          <a:xfrm>
            <a:off x="4858920" y="4161600"/>
            <a:ext cx="9561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met agents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7" name=""/>
          <p:cNvSpPr txBox="1"/>
          <p:nvPr/>
        </p:nvSpPr>
        <p:spPr>
          <a:xfrm>
            <a:off x="6135480" y="4161600"/>
            <a:ext cx="703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8" name=""/>
          <p:cNvSpPr txBox="1"/>
          <p:nvPr/>
        </p:nvSpPr>
        <p:spPr>
          <a:xfrm>
            <a:off x="457200" y="4441680"/>
            <a:ext cx="74379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74151"/>
                </a:solidFill>
                <a:latin typeface="Arial"/>
                <a:ea typeface="Arial"/>
              </a:rPr>
              <a:t>Ongewijzigd: solution architect en integratie en standaardisatie blijven bij mij, lead architect, developer en domeinexpert blijf ik delen.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0" name=""/>
          <p:cNvSpPr txBox="1"/>
          <p:nvPr/>
        </p:nvSpPr>
        <p:spPr>
          <a:xfrm>
            <a:off x="457200" y="4603680"/>
            <a:ext cx="4043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74151"/>
                </a:solidFill>
                <a:latin typeface="Arial"/>
                <a:ea typeface="Arial"/>
              </a:rPr>
              <a:t>Borging is nog steeds niet belegd. Met wie ik deel is nog een open vraag.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9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9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98" name=""/>
          <p:cNvSpPr txBox="1"/>
          <p:nvPr/>
        </p:nvSpPr>
        <p:spPr>
          <a:xfrm>
            <a:off x="439920" y="891360"/>
            <a:ext cx="101736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Te veel bouwstenen onder de regie van een persoon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9" name=""/>
          <p:cNvSpPr/>
          <p:nvPr/>
        </p:nvSpPr>
        <p:spPr>
          <a:xfrm>
            <a:off x="456840" y="1714320"/>
            <a:ext cx="1153080" cy="448200"/>
          </a:xfrm>
          <a:custGeom>
            <a:avLst/>
            <a:gdLst/>
            <a:ahLst/>
            <a:rect l="0" t="0" r="r" b="b"/>
            <a:pathLst>
              <a:path w="3203" h="1245">
                <a:moveTo>
                  <a:pt x="0" y="0"/>
                </a:moveTo>
                <a:lnTo>
                  <a:pt x="3203" y="0"/>
                </a:lnTo>
                <a:lnTo>
                  <a:pt x="3203" y="1245"/>
                </a:lnTo>
                <a:lnTo>
                  <a:pt x="0" y="124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0" name=""/>
          <p:cNvSpPr/>
          <p:nvPr/>
        </p:nvSpPr>
        <p:spPr>
          <a:xfrm>
            <a:off x="1609560" y="1714320"/>
            <a:ext cx="1229040" cy="448200"/>
          </a:xfrm>
          <a:custGeom>
            <a:avLst/>
            <a:gdLst/>
            <a:ahLst/>
            <a:rect l="0" t="0" r="r" b="b"/>
            <a:pathLst>
              <a:path w="3414" h="1245">
                <a:moveTo>
                  <a:pt x="0" y="0"/>
                </a:moveTo>
                <a:lnTo>
                  <a:pt x="3414" y="0"/>
                </a:lnTo>
                <a:lnTo>
                  <a:pt x="3414" y="1245"/>
                </a:lnTo>
                <a:lnTo>
                  <a:pt x="0" y="124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1" name=""/>
          <p:cNvSpPr/>
          <p:nvPr/>
        </p:nvSpPr>
        <p:spPr>
          <a:xfrm>
            <a:off x="2838240" y="1714320"/>
            <a:ext cx="1457640" cy="448200"/>
          </a:xfrm>
          <a:custGeom>
            <a:avLst/>
            <a:gdLst/>
            <a:ahLst/>
            <a:rect l="0" t="0" r="r" b="b"/>
            <a:pathLst>
              <a:path w="4049" h="1245">
                <a:moveTo>
                  <a:pt x="0" y="0"/>
                </a:moveTo>
                <a:lnTo>
                  <a:pt x="4049" y="0"/>
                </a:lnTo>
                <a:lnTo>
                  <a:pt x="4049" y="1245"/>
                </a:lnTo>
                <a:lnTo>
                  <a:pt x="0" y="124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2" name=""/>
          <p:cNvSpPr/>
          <p:nvPr/>
        </p:nvSpPr>
        <p:spPr>
          <a:xfrm>
            <a:off x="456840" y="2152440"/>
            <a:ext cx="1153080" cy="19440"/>
          </a:xfrm>
          <a:custGeom>
            <a:avLst/>
            <a:gdLst/>
            <a:ahLst/>
            <a:rect l="0" t="0" r="r" b="b"/>
            <a:pathLst>
              <a:path w="3203" h="54">
                <a:moveTo>
                  <a:pt x="0" y="0"/>
                </a:moveTo>
                <a:lnTo>
                  <a:pt x="3203" y="0"/>
                </a:lnTo>
                <a:lnTo>
                  <a:pt x="320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3" name=""/>
          <p:cNvSpPr/>
          <p:nvPr/>
        </p:nvSpPr>
        <p:spPr>
          <a:xfrm>
            <a:off x="1609560" y="2152440"/>
            <a:ext cx="1229040" cy="19440"/>
          </a:xfrm>
          <a:custGeom>
            <a:avLst/>
            <a:gdLst/>
            <a:ahLst/>
            <a:rect l="0" t="0" r="r" b="b"/>
            <a:pathLst>
              <a:path w="3414" h="54">
                <a:moveTo>
                  <a:pt x="0" y="0"/>
                </a:moveTo>
                <a:lnTo>
                  <a:pt x="3414" y="0"/>
                </a:lnTo>
                <a:lnTo>
                  <a:pt x="341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4" name=""/>
          <p:cNvSpPr/>
          <p:nvPr/>
        </p:nvSpPr>
        <p:spPr>
          <a:xfrm>
            <a:off x="2838240" y="2152440"/>
            <a:ext cx="1457640" cy="19440"/>
          </a:xfrm>
          <a:custGeom>
            <a:avLst/>
            <a:gdLst/>
            <a:ahLst/>
            <a:rect l="0" t="0" r="r" b="b"/>
            <a:pathLst>
              <a:path w="4049" h="54">
                <a:moveTo>
                  <a:pt x="0" y="0"/>
                </a:moveTo>
                <a:lnTo>
                  <a:pt x="4049" y="0"/>
                </a:lnTo>
                <a:lnTo>
                  <a:pt x="4049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5" name=""/>
          <p:cNvSpPr/>
          <p:nvPr/>
        </p:nvSpPr>
        <p:spPr>
          <a:xfrm>
            <a:off x="456840" y="2466720"/>
            <a:ext cx="1153080" cy="10080"/>
          </a:xfrm>
          <a:custGeom>
            <a:avLst/>
            <a:gdLst/>
            <a:ahLst/>
            <a:rect l="0" t="0" r="r" b="b"/>
            <a:pathLst>
              <a:path w="3203" h="28">
                <a:moveTo>
                  <a:pt x="0" y="0"/>
                </a:moveTo>
                <a:lnTo>
                  <a:pt x="3203" y="0"/>
                </a:lnTo>
                <a:lnTo>
                  <a:pt x="320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6" name=""/>
          <p:cNvSpPr/>
          <p:nvPr/>
        </p:nvSpPr>
        <p:spPr>
          <a:xfrm>
            <a:off x="1609560" y="2466720"/>
            <a:ext cx="1229040" cy="10080"/>
          </a:xfrm>
          <a:custGeom>
            <a:avLst/>
            <a:gdLst/>
            <a:ahLst/>
            <a:rect l="0" t="0" r="r" b="b"/>
            <a:pathLst>
              <a:path w="3414" h="28">
                <a:moveTo>
                  <a:pt x="0" y="0"/>
                </a:moveTo>
                <a:lnTo>
                  <a:pt x="3414" y="0"/>
                </a:lnTo>
                <a:lnTo>
                  <a:pt x="341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7" name=""/>
          <p:cNvSpPr/>
          <p:nvPr/>
        </p:nvSpPr>
        <p:spPr>
          <a:xfrm>
            <a:off x="2838240" y="2466720"/>
            <a:ext cx="1457640" cy="10080"/>
          </a:xfrm>
          <a:custGeom>
            <a:avLst/>
            <a:gdLst/>
            <a:ahLst/>
            <a:rect l="0" t="0" r="r" b="b"/>
            <a:pathLst>
              <a:path w="4049" h="28">
                <a:moveTo>
                  <a:pt x="0" y="0"/>
                </a:moveTo>
                <a:lnTo>
                  <a:pt x="4049" y="0"/>
                </a:lnTo>
                <a:lnTo>
                  <a:pt x="40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8" name=""/>
          <p:cNvSpPr/>
          <p:nvPr/>
        </p:nvSpPr>
        <p:spPr>
          <a:xfrm>
            <a:off x="456840" y="2761920"/>
            <a:ext cx="1153080" cy="10080"/>
          </a:xfrm>
          <a:custGeom>
            <a:avLst/>
            <a:gdLst/>
            <a:ahLst/>
            <a:rect l="0" t="0" r="r" b="b"/>
            <a:pathLst>
              <a:path w="3203" h="28">
                <a:moveTo>
                  <a:pt x="0" y="0"/>
                </a:moveTo>
                <a:lnTo>
                  <a:pt x="3203" y="0"/>
                </a:lnTo>
                <a:lnTo>
                  <a:pt x="320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9" name=""/>
          <p:cNvSpPr/>
          <p:nvPr/>
        </p:nvSpPr>
        <p:spPr>
          <a:xfrm>
            <a:off x="1609560" y="2761920"/>
            <a:ext cx="1229040" cy="10080"/>
          </a:xfrm>
          <a:custGeom>
            <a:avLst/>
            <a:gdLst/>
            <a:ahLst/>
            <a:rect l="0" t="0" r="r" b="b"/>
            <a:pathLst>
              <a:path w="3414" h="28">
                <a:moveTo>
                  <a:pt x="0" y="0"/>
                </a:moveTo>
                <a:lnTo>
                  <a:pt x="3414" y="0"/>
                </a:lnTo>
                <a:lnTo>
                  <a:pt x="341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0" name=""/>
          <p:cNvSpPr/>
          <p:nvPr/>
        </p:nvSpPr>
        <p:spPr>
          <a:xfrm>
            <a:off x="2838240" y="2761920"/>
            <a:ext cx="1457640" cy="10080"/>
          </a:xfrm>
          <a:custGeom>
            <a:avLst/>
            <a:gdLst/>
            <a:ahLst/>
            <a:rect l="0" t="0" r="r" b="b"/>
            <a:pathLst>
              <a:path w="4049" h="28">
                <a:moveTo>
                  <a:pt x="0" y="0"/>
                </a:moveTo>
                <a:lnTo>
                  <a:pt x="4049" y="0"/>
                </a:lnTo>
                <a:lnTo>
                  <a:pt x="40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1" name=""/>
          <p:cNvSpPr/>
          <p:nvPr/>
        </p:nvSpPr>
        <p:spPr>
          <a:xfrm>
            <a:off x="456840" y="3066840"/>
            <a:ext cx="1153080" cy="10080"/>
          </a:xfrm>
          <a:custGeom>
            <a:avLst/>
            <a:gdLst/>
            <a:ahLst/>
            <a:rect l="0" t="0" r="r" b="b"/>
            <a:pathLst>
              <a:path w="3203" h="28">
                <a:moveTo>
                  <a:pt x="0" y="0"/>
                </a:moveTo>
                <a:lnTo>
                  <a:pt x="3203" y="0"/>
                </a:lnTo>
                <a:lnTo>
                  <a:pt x="320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2" name=""/>
          <p:cNvSpPr/>
          <p:nvPr/>
        </p:nvSpPr>
        <p:spPr>
          <a:xfrm>
            <a:off x="1609560" y="3066840"/>
            <a:ext cx="1229040" cy="10080"/>
          </a:xfrm>
          <a:custGeom>
            <a:avLst/>
            <a:gdLst/>
            <a:ahLst/>
            <a:rect l="0" t="0" r="r" b="b"/>
            <a:pathLst>
              <a:path w="3414" h="28">
                <a:moveTo>
                  <a:pt x="0" y="0"/>
                </a:moveTo>
                <a:lnTo>
                  <a:pt x="3414" y="0"/>
                </a:lnTo>
                <a:lnTo>
                  <a:pt x="341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3" name=""/>
          <p:cNvSpPr/>
          <p:nvPr/>
        </p:nvSpPr>
        <p:spPr>
          <a:xfrm>
            <a:off x="2838240" y="3066840"/>
            <a:ext cx="1457640" cy="10080"/>
          </a:xfrm>
          <a:custGeom>
            <a:avLst/>
            <a:gdLst/>
            <a:ahLst/>
            <a:rect l="0" t="0" r="r" b="b"/>
            <a:pathLst>
              <a:path w="4049" h="28">
                <a:moveTo>
                  <a:pt x="0" y="0"/>
                </a:moveTo>
                <a:lnTo>
                  <a:pt x="4049" y="0"/>
                </a:lnTo>
                <a:lnTo>
                  <a:pt x="40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4" name=""/>
          <p:cNvSpPr/>
          <p:nvPr/>
        </p:nvSpPr>
        <p:spPr>
          <a:xfrm>
            <a:off x="456840" y="3514680"/>
            <a:ext cx="38520" cy="524160"/>
          </a:xfrm>
          <a:custGeom>
            <a:avLst/>
            <a:gdLst/>
            <a:ahLst/>
            <a:rect l="0" t="0" r="r" b="b"/>
            <a:pathLst>
              <a:path w="107" h="1456">
                <a:moveTo>
                  <a:pt x="0" y="0"/>
                </a:moveTo>
                <a:lnTo>
                  <a:pt x="107" y="0"/>
                </a:lnTo>
                <a:lnTo>
                  <a:pt x="107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5" name=""/>
          <p:cNvSpPr txBox="1"/>
          <p:nvPr/>
        </p:nvSpPr>
        <p:spPr>
          <a:xfrm>
            <a:off x="457200" y="1446120"/>
            <a:ext cx="2743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Niet wie het maakte, maar via wie het loopt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6" name=""/>
          <p:cNvSpPr txBox="1"/>
          <p:nvPr/>
        </p:nvSpPr>
        <p:spPr>
          <a:xfrm>
            <a:off x="563760" y="1793520"/>
            <a:ext cx="739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IN REGIE BIJ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7" name=""/>
          <p:cNvSpPr txBox="1"/>
          <p:nvPr/>
        </p:nvSpPr>
        <p:spPr>
          <a:xfrm>
            <a:off x="563760" y="1946160"/>
            <a:ext cx="1926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MIJ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8" name=""/>
          <p:cNvSpPr txBox="1"/>
          <p:nvPr/>
        </p:nvSpPr>
        <p:spPr>
          <a:xfrm>
            <a:off x="1716120" y="1869840"/>
            <a:ext cx="1040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WERKOMGEVING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9" name=""/>
          <p:cNvSpPr txBox="1"/>
          <p:nvPr/>
        </p:nvSpPr>
        <p:spPr>
          <a:xfrm>
            <a:off x="2941920" y="1793520"/>
            <a:ext cx="599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PUBLIEKE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0" name=""/>
          <p:cNvSpPr txBox="1"/>
          <p:nvPr/>
        </p:nvSpPr>
        <p:spPr>
          <a:xfrm>
            <a:off x="2941920" y="1946160"/>
            <a:ext cx="675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OMGEVING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1" name=""/>
          <p:cNvSpPr txBox="1"/>
          <p:nvPr/>
        </p:nvSpPr>
        <p:spPr>
          <a:xfrm>
            <a:off x="563760" y="2254680"/>
            <a:ext cx="3618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Issues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2" name=""/>
          <p:cNvSpPr txBox="1"/>
          <p:nvPr/>
        </p:nvSpPr>
        <p:spPr>
          <a:xfrm>
            <a:off x="1716120" y="2254680"/>
            <a:ext cx="11102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124 van 142 (87%)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3" name=""/>
          <p:cNvSpPr txBox="1"/>
          <p:nvPr/>
        </p:nvSpPr>
        <p:spPr>
          <a:xfrm>
            <a:off x="2941920" y="2254680"/>
            <a:ext cx="963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40 van 59 (68%)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4" name=""/>
          <p:cNvSpPr txBox="1"/>
          <p:nvPr/>
        </p:nvSpPr>
        <p:spPr>
          <a:xfrm>
            <a:off x="563760" y="2549880"/>
            <a:ext cx="7491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Pull requests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5" name=""/>
          <p:cNvSpPr txBox="1"/>
          <p:nvPr/>
        </p:nvSpPr>
        <p:spPr>
          <a:xfrm>
            <a:off x="1716120" y="2549880"/>
            <a:ext cx="963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51 van 58 (88%)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6" name=""/>
          <p:cNvSpPr txBox="1"/>
          <p:nvPr/>
        </p:nvSpPr>
        <p:spPr>
          <a:xfrm>
            <a:off x="2941920" y="2549880"/>
            <a:ext cx="963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21 van 30 (70%)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7" name=""/>
          <p:cNvSpPr txBox="1"/>
          <p:nvPr/>
        </p:nvSpPr>
        <p:spPr>
          <a:xfrm>
            <a:off x="563760" y="2854800"/>
            <a:ext cx="5158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Commits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8" name=""/>
          <p:cNvSpPr txBox="1"/>
          <p:nvPr/>
        </p:nvSpPr>
        <p:spPr>
          <a:xfrm>
            <a:off x="1716120" y="2854800"/>
            <a:ext cx="11102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345 van 438 (79%)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9" name=""/>
          <p:cNvSpPr txBox="1"/>
          <p:nvPr/>
        </p:nvSpPr>
        <p:spPr>
          <a:xfrm>
            <a:off x="2941920" y="2854800"/>
            <a:ext cx="10371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67 van 102 (66%)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0" name=""/>
          <p:cNvSpPr txBox="1"/>
          <p:nvPr/>
        </p:nvSpPr>
        <p:spPr>
          <a:xfrm>
            <a:off x="457200" y="3127320"/>
            <a:ext cx="4252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Werkomgeving vanaf 4 februari 2026, publieke omgeving vanaf 27 juli 2026.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1" name=""/>
          <p:cNvSpPr txBox="1"/>
          <p:nvPr/>
        </p:nvSpPr>
        <p:spPr>
          <a:xfrm>
            <a:off x="457200" y="3279600"/>
            <a:ext cx="1635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Peildatum 3 september 2026.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2" name=""/>
          <p:cNvSpPr txBox="1"/>
          <p:nvPr/>
        </p:nvSpPr>
        <p:spPr>
          <a:xfrm>
            <a:off x="601920" y="3531240"/>
            <a:ext cx="20199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256b4e"/>
                </a:solidFill>
                <a:latin typeface="Arial"/>
                <a:ea typeface="Arial"/>
              </a:rPr>
              <a:t>Het kantelt, en ik stuur daarop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3" name=""/>
          <p:cNvSpPr txBox="1"/>
          <p:nvPr/>
        </p:nvSpPr>
        <p:spPr>
          <a:xfrm>
            <a:off x="601920" y="3731040"/>
            <a:ext cx="40834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Van de zes nieuwe issues sinds 1 september komt er geen enkele van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4" name=""/>
          <p:cNvSpPr/>
          <p:nvPr/>
        </p:nvSpPr>
        <p:spPr>
          <a:xfrm>
            <a:off x="4533840" y="1714320"/>
            <a:ext cx="38160" cy="2324520"/>
          </a:xfrm>
          <a:custGeom>
            <a:avLst/>
            <a:gdLst/>
            <a:ahLst/>
            <a:rect l="0" t="0" r="r" b="b"/>
            <a:pathLst>
              <a:path w="106" h="6457">
                <a:moveTo>
                  <a:pt x="0" y="0"/>
                </a:moveTo>
                <a:lnTo>
                  <a:pt x="106" y="0"/>
                </a:lnTo>
                <a:lnTo>
                  <a:pt x="106" y="6457"/>
                </a:lnTo>
                <a:lnTo>
                  <a:pt x="0" y="645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5" name=""/>
          <p:cNvSpPr txBox="1"/>
          <p:nvPr/>
        </p:nvSpPr>
        <p:spPr>
          <a:xfrm>
            <a:off x="601920" y="3893040"/>
            <a:ext cx="2142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mij.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6" name=""/>
          <p:cNvSpPr/>
          <p:nvPr/>
        </p:nvSpPr>
        <p:spPr>
          <a:xfrm>
            <a:off x="4686120" y="234288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7" name=""/>
          <p:cNvSpPr txBox="1"/>
          <p:nvPr/>
        </p:nvSpPr>
        <p:spPr>
          <a:xfrm>
            <a:off x="4696560" y="1911960"/>
            <a:ext cx="11772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a8481f"/>
                </a:solidFill>
                <a:latin typeface="Arial"/>
                <a:ea typeface="Arial"/>
              </a:rPr>
              <a:t>Wat dit signaleert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8" name=""/>
          <p:cNvSpPr txBox="1"/>
          <p:nvPr/>
        </p:nvSpPr>
        <p:spPr>
          <a:xfrm>
            <a:off x="4878720" y="2289240"/>
            <a:ext cx="35730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publiek gedragen oplossing heeft nu nog geen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9" name=""/>
          <p:cNvSpPr/>
          <p:nvPr/>
        </p:nvSpPr>
        <p:spPr>
          <a:xfrm>
            <a:off x="4686120" y="288576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0" name=""/>
          <p:cNvSpPr txBox="1"/>
          <p:nvPr/>
        </p:nvSpPr>
        <p:spPr>
          <a:xfrm>
            <a:off x="4878720" y="2536920"/>
            <a:ext cx="1250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publiek draagvlak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1" name=""/>
          <p:cNvSpPr txBox="1"/>
          <p:nvPr/>
        </p:nvSpPr>
        <p:spPr>
          <a:xfrm>
            <a:off x="4878720" y="2832120"/>
            <a:ext cx="3926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drempel om aan te haken blijft hoog zolang alles via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2" name=""/>
          <p:cNvSpPr/>
          <p:nvPr/>
        </p:nvSpPr>
        <p:spPr>
          <a:xfrm>
            <a:off x="4686120" y="343836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3" name=""/>
          <p:cNvSpPr txBox="1"/>
          <p:nvPr/>
        </p:nvSpPr>
        <p:spPr>
          <a:xfrm>
            <a:off x="4878720" y="3089160"/>
            <a:ext cx="10249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punt loopt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4" name=""/>
          <p:cNvSpPr txBox="1"/>
          <p:nvPr/>
        </p:nvSpPr>
        <p:spPr>
          <a:xfrm>
            <a:off x="4878720" y="3384720"/>
            <a:ext cx="4037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Alles tegelijk in beheer en in aanbouw houden loopt leeg,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5" name=""/>
          <p:cNvSpPr txBox="1"/>
          <p:nvPr/>
        </p:nvSpPr>
        <p:spPr>
          <a:xfrm>
            <a:off x="4878720" y="3641760"/>
            <a:ext cx="724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ook bij mij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7" name=""/>
          <p:cNvSpPr txBox="1"/>
          <p:nvPr/>
        </p:nvSpPr>
        <p:spPr>
          <a:xfrm>
            <a:off x="457200" y="4183560"/>
            <a:ext cx="71481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Als ik regie voer op alle bronbestanden en wijzigingen, hoe worden anderen dan eigenaar van de oplossing?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55" name=""/>
          <p:cNvSpPr txBox="1"/>
          <p:nvPr/>
        </p:nvSpPr>
        <p:spPr>
          <a:xfrm>
            <a:off x="439920" y="929520"/>
            <a:ext cx="4230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lossen we dit op?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6" name=""/>
          <p:cNvSpPr/>
          <p:nvPr/>
        </p:nvSpPr>
        <p:spPr>
          <a:xfrm>
            <a:off x="447480" y="195228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7" name=""/>
          <p:cNvSpPr txBox="1"/>
          <p:nvPr/>
        </p:nvSpPr>
        <p:spPr>
          <a:xfrm>
            <a:off x="457200" y="1491840"/>
            <a:ext cx="3409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6b7280"/>
                </a:solidFill>
                <a:latin typeface="Arial"/>
                <a:ea typeface="Arial"/>
              </a:rPr>
              <a:t>Dit is mijn beeld. Ik ben benieuwd naar het jouwe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8" name=""/>
          <p:cNvSpPr/>
          <p:nvPr/>
        </p:nvSpPr>
        <p:spPr>
          <a:xfrm>
            <a:off x="447480" y="225720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9" name=""/>
          <p:cNvSpPr txBox="1"/>
          <p:nvPr/>
        </p:nvSpPr>
        <p:spPr>
          <a:xfrm>
            <a:off x="639360" y="1898640"/>
            <a:ext cx="4885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Als ik alles own, hoe worden anderen dan eigenaar van de oplossing?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0" name=""/>
          <p:cNvSpPr/>
          <p:nvPr/>
        </p:nvSpPr>
        <p:spPr>
          <a:xfrm>
            <a:off x="447480" y="255240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1" name=""/>
          <p:cNvSpPr txBox="1"/>
          <p:nvPr/>
        </p:nvSpPr>
        <p:spPr>
          <a:xfrm>
            <a:off x="639360" y="2203560"/>
            <a:ext cx="61714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Wie kan de product owner-rol dragen? En als ik hem houd, welk mandaat hoort daarbij?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2" name=""/>
          <p:cNvSpPr/>
          <p:nvPr/>
        </p:nvSpPr>
        <p:spPr>
          <a:xfrm>
            <a:off x="447480" y="284796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3" name=""/>
          <p:cNvSpPr txBox="1"/>
          <p:nvPr/>
        </p:nvSpPr>
        <p:spPr>
          <a:xfrm>
            <a:off x="639360" y="2498760"/>
            <a:ext cx="3748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Waar beleggen we business architectuur en analyse?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4" name=""/>
          <p:cNvSpPr/>
          <p:nvPr/>
        </p:nvSpPr>
        <p:spPr>
          <a:xfrm>
            <a:off x="447480" y="314316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5" name=""/>
          <p:cNvSpPr txBox="1"/>
          <p:nvPr/>
        </p:nvSpPr>
        <p:spPr>
          <a:xfrm>
            <a:off x="639360" y="2793960"/>
            <a:ext cx="4475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Met wie deel ik de rollen, producten en verantwoordelijkheden?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6" name=""/>
          <p:cNvSpPr/>
          <p:nvPr/>
        </p:nvSpPr>
        <p:spPr>
          <a:xfrm>
            <a:off x="447480" y="344772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7" name=""/>
          <p:cNvSpPr txBox="1"/>
          <p:nvPr/>
        </p:nvSpPr>
        <p:spPr>
          <a:xfrm>
            <a:off x="639360" y="3089160"/>
            <a:ext cx="4124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Waar halen we de kaderstelling vanuit de sector vandaan?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8" name=""/>
          <p:cNvSpPr/>
          <p:nvPr/>
        </p:nvSpPr>
        <p:spPr>
          <a:xfrm>
            <a:off x="447480" y="374328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9" name=""/>
          <p:cNvSpPr txBox="1"/>
          <p:nvPr/>
        </p:nvSpPr>
        <p:spPr>
          <a:xfrm>
            <a:off x="639360" y="3394080"/>
            <a:ext cx="6285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Wat doen we met testarchitectuur, release en borging: beleggen, of bewust laten liggen?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0" name=""/>
          <p:cNvSpPr txBox="1"/>
          <p:nvPr/>
        </p:nvSpPr>
        <p:spPr>
          <a:xfrm>
            <a:off x="639360" y="3689280"/>
            <a:ext cx="3884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Wie spreekt mij aan als ik werk weer naar me toe trek?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1" name=""/>
          <p:cNvSpPr txBox="1"/>
          <p:nvPr/>
        </p:nvSpPr>
        <p:spPr>
          <a:xfrm>
            <a:off x="457200" y="4140000"/>
            <a:ext cx="52905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Ik heb hier geen kant-en-klaar antwoord op. Wat zou jij als eerste oppakken?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