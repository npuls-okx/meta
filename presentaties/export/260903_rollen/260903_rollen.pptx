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3772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93168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25208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3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161720"/>
            <a:ext cx="1876680" cy="533880"/>
          </a:xfrm>
          <a:custGeom>
            <a:avLst/>
            <a:gdLst/>
            <a:ahLst/>
            <a:rect l="0" t="0" r="r" b="b"/>
            <a:pathLst>
              <a:path w="5213" h="1483">
                <a:moveTo>
                  <a:pt x="0" y="0"/>
                </a:moveTo>
                <a:lnTo>
                  <a:pt x="5213" y="0"/>
                </a:lnTo>
                <a:lnTo>
                  <a:pt x="521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1617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50408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50408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752480"/>
            <a:ext cx="1305360" cy="286200"/>
          </a:xfrm>
          <a:custGeom>
            <a:avLst/>
            <a:gdLst/>
            <a:ahLst/>
            <a:rect l="0" t="0" r="r" b="b"/>
            <a:pathLst>
              <a:path w="3626" h="795">
                <a:moveTo>
                  <a:pt x="0" y="0"/>
                </a:moveTo>
                <a:lnTo>
                  <a:pt x="3626" y="0"/>
                </a:lnTo>
                <a:lnTo>
                  <a:pt x="362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761840" y="1752480"/>
            <a:ext cx="3000960" cy="286200"/>
          </a:xfrm>
          <a:custGeom>
            <a:avLst/>
            <a:gdLst/>
            <a:ahLst/>
            <a:rect l="0" t="0" r="r" b="b"/>
            <a:pathLst>
              <a:path w="8336" h="795">
                <a:moveTo>
                  <a:pt x="0" y="0"/>
                </a:moveTo>
                <a:lnTo>
                  <a:pt x="8336" y="0"/>
                </a:lnTo>
                <a:lnTo>
                  <a:pt x="83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762440" y="1752480"/>
            <a:ext cx="1257480" cy="286200"/>
          </a:xfrm>
          <a:custGeom>
            <a:avLst/>
            <a:gdLst/>
            <a:ahLst/>
            <a:rect l="0" t="0" r="r" b="b"/>
            <a:pathLst>
              <a:path w="3493" h="795">
                <a:moveTo>
                  <a:pt x="0" y="0"/>
                </a:moveTo>
                <a:lnTo>
                  <a:pt x="3493" y="0"/>
                </a:lnTo>
                <a:lnTo>
                  <a:pt x="349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019560" y="1752480"/>
            <a:ext cx="2352960" cy="286200"/>
          </a:xfrm>
          <a:custGeom>
            <a:avLst/>
            <a:gdLst/>
            <a:ahLst/>
            <a:rect l="0" t="0" r="r" b="b"/>
            <a:pathLst>
              <a:path w="6536" h="795">
                <a:moveTo>
                  <a:pt x="0" y="0"/>
                </a:moveTo>
                <a:lnTo>
                  <a:pt x="6536" y="0"/>
                </a:lnTo>
                <a:lnTo>
                  <a:pt x="65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2028600"/>
            <a:ext cx="1305360" cy="19440"/>
          </a:xfrm>
          <a:custGeom>
            <a:avLst/>
            <a:gdLst/>
            <a:ahLst/>
            <a:rect l="0" t="0" r="r" b="b"/>
            <a:pathLst>
              <a:path w="3626" h="54">
                <a:moveTo>
                  <a:pt x="0" y="0"/>
                </a:moveTo>
                <a:lnTo>
                  <a:pt x="3626" y="0"/>
                </a:lnTo>
                <a:lnTo>
                  <a:pt x="362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761840" y="2028600"/>
            <a:ext cx="3000960" cy="19440"/>
          </a:xfrm>
          <a:custGeom>
            <a:avLst/>
            <a:gdLst/>
            <a:ahLst/>
            <a:rect l="0" t="0" r="r" b="b"/>
            <a:pathLst>
              <a:path w="8336" h="54">
                <a:moveTo>
                  <a:pt x="0" y="0"/>
                </a:moveTo>
                <a:lnTo>
                  <a:pt x="8336" y="0"/>
                </a:lnTo>
                <a:lnTo>
                  <a:pt x="83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762440" y="2028600"/>
            <a:ext cx="1257480" cy="19440"/>
          </a:xfrm>
          <a:custGeom>
            <a:avLst/>
            <a:gdLst/>
            <a:ahLst/>
            <a:rect l="0" t="0" r="r" b="b"/>
            <a:pathLst>
              <a:path w="3493" h="54">
                <a:moveTo>
                  <a:pt x="0" y="0"/>
                </a:moveTo>
                <a:lnTo>
                  <a:pt x="3493" y="0"/>
                </a:lnTo>
                <a:lnTo>
                  <a:pt x="349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019560" y="2028600"/>
            <a:ext cx="2352960" cy="19440"/>
          </a:xfrm>
          <a:custGeom>
            <a:avLst/>
            <a:gdLst/>
            <a:ahLst/>
            <a:rect l="0" t="0" r="r" b="b"/>
            <a:pathLst>
              <a:path w="6536" h="54">
                <a:moveTo>
                  <a:pt x="0" y="0"/>
                </a:moveTo>
                <a:lnTo>
                  <a:pt x="6536" y="0"/>
                </a:lnTo>
                <a:lnTo>
                  <a:pt x="65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31444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761840" y="231444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762440" y="231444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019560" y="231444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58120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761840" y="258120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762440" y="258120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019560" y="258120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85732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761840" y="285732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762440" y="285732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019560" y="285732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313344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761840" y="313344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62440" y="313344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019560" y="31334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40020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761840" y="340020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4762440" y="340020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019560" y="340020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67632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761840" y="367632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762440" y="367632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019560" y="367632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94308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761840" y="394308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762440" y="394308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019560" y="394308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21956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761840" y="421956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4762440" y="421956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019560" y="421956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48596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761840" y="448596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762440" y="448596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019560" y="448596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4574520" y="15040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563760" y="18223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1866960" y="18223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871880" y="18223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6129000" y="18223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21232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866960" y="21232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4871880" y="2123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129000" y="2123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23994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866960" y="23994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871880" y="23994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129000" y="23994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6661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66960" y="26661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4871880" y="2666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129000" y="26661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9422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866960" y="29422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871880" y="2942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129000" y="29422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320904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866960" y="320904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4871880" y="320904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129000" y="3209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4851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866960" y="34851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871880" y="3485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129000" y="34851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7519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866960" y="37519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4871880" y="37519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129000" y="375192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40280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866960" y="40280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4871880" y="40280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129000" y="402804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42948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866960" y="42948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4871880" y="42948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129000" y="429480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57200" y="4574880"/>
            <a:ext cx="7427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 en developer blijf ik delen. Borging is nog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457200" y="4736880"/>
            <a:ext cx="321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9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0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