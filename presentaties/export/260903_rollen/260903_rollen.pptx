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2595600" y="2759040"/>
            <a:ext cx="47235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help ons focus aan te brengen. Wat denk jij?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3675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Politieagent spelen: achter werk aan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ef0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c2c8d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6b7280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4144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Grijs volgt niet uit deze eisen; die rollen horen sowieso bij een programma.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5524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790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67264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60052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1464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89580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00840" y="385272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71860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01748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457200" y="4284720"/>
            <a:ext cx="5284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7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20192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79240" y="3668400"/>
            <a:ext cx="1402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Houd ik,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2971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21409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666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09348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7145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78864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686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69088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483624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580752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457200" y="3922560"/>
            <a:ext cx="796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solution architect en tech lead met Garik, lead architect met Niels, developer met Garik en agents, domeinexpert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457200" y="4113000"/>
            <a:ext cx="91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429408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484520"/>
            <a:ext cx="7329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houd ik alleen met mandaat; die rol en lead architect worden groter zodra de architectuurboard ons gaat 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1" name=""/>
          <p:cNvSpPr txBox="1"/>
          <p:nvPr/>
        </p:nvSpPr>
        <p:spPr>
          <a:xfrm>
            <a:off x="439920" y="23436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5684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45684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457200" y="78876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63760" y="111852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8 naar 2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2466720" y="102852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2466720" y="10285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563760" y="136116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256896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466880" y="102852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466880" y="10285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2568960" y="136116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4574520" y="111852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456840" y="1618920"/>
            <a:ext cx="1381680" cy="286200"/>
          </a:xfrm>
          <a:custGeom>
            <a:avLst/>
            <a:gdLst/>
            <a:ahLst/>
            <a:rect l="0" t="0" r="r" b="b"/>
            <a:pathLst>
              <a:path w="3838" h="795">
                <a:moveTo>
                  <a:pt x="0" y="0"/>
                </a:moveTo>
                <a:lnTo>
                  <a:pt x="3838" y="0"/>
                </a:lnTo>
                <a:lnTo>
                  <a:pt x="3838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1838160" y="1618920"/>
            <a:ext cx="3200760" cy="286200"/>
          </a:xfrm>
          <a:custGeom>
            <a:avLst/>
            <a:gdLst/>
            <a:ahLst/>
            <a:rect l="0" t="0" r="r" b="b"/>
            <a:pathLst>
              <a:path w="8891" h="795">
                <a:moveTo>
                  <a:pt x="0" y="0"/>
                </a:moveTo>
                <a:lnTo>
                  <a:pt x="8891" y="0"/>
                </a:lnTo>
                <a:lnTo>
                  <a:pt x="8891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5038560" y="1618920"/>
            <a:ext cx="1333800" cy="286200"/>
          </a:xfrm>
          <a:custGeom>
            <a:avLst/>
            <a:gdLst/>
            <a:ahLst/>
            <a:rect l="0" t="0" r="r" b="b"/>
            <a:pathLst>
              <a:path w="3705" h="795">
                <a:moveTo>
                  <a:pt x="0" y="0"/>
                </a:moveTo>
                <a:lnTo>
                  <a:pt x="3705" y="0"/>
                </a:lnTo>
                <a:lnTo>
                  <a:pt x="370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372000" y="1618920"/>
            <a:ext cx="2000520" cy="286200"/>
          </a:xfrm>
          <a:custGeom>
            <a:avLst/>
            <a:gdLst/>
            <a:ahLst/>
            <a:rect l="0" t="0" r="r" b="b"/>
            <a:pathLst>
              <a:path w="5557" h="795">
                <a:moveTo>
                  <a:pt x="0" y="0"/>
                </a:moveTo>
                <a:lnTo>
                  <a:pt x="5557" y="0"/>
                </a:lnTo>
                <a:lnTo>
                  <a:pt x="555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95400"/>
            <a:ext cx="1381680" cy="19440"/>
          </a:xfrm>
          <a:custGeom>
            <a:avLst/>
            <a:gdLst/>
            <a:ahLst/>
            <a:rect l="0" t="0" r="r" b="b"/>
            <a:pathLst>
              <a:path w="3838" h="54">
                <a:moveTo>
                  <a:pt x="0" y="0"/>
                </a:moveTo>
                <a:lnTo>
                  <a:pt x="3838" y="0"/>
                </a:lnTo>
                <a:lnTo>
                  <a:pt x="383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1838160" y="1895400"/>
            <a:ext cx="3200760" cy="19440"/>
          </a:xfrm>
          <a:custGeom>
            <a:avLst/>
            <a:gdLst/>
            <a:ahLst/>
            <a:rect l="0" t="0" r="r" b="b"/>
            <a:pathLst>
              <a:path w="8891" h="54">
                <a:moveTo>
                  <a:pt x="0" y="0"/>
                </a:moveTo>
                <a:lnTo>
                  <a:pt x="8891" y="0"/>
                </a:lnTo>
                <a:lnTo>
                  <a:pt x="889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5038560" y="1895400"/>
            <a:ext cx="1333800" cy="19440"/>
          </a:xfrm>
          <a:custGeom>
            <a:avLst/>
            <a:gdLst/>
            <a:ahLst/>
            <a:rect l="0" t="0" r="r" b="b"/>
            <a:pathLst>
              <a:path w="3705" h="54">
                <a:moveTo>
                  <a:pt x="0" y="0"/>
                </a:moveTo>
                <a:lnTo>
                  <a:pt x="3705" y="0"/>
                </a:lnTo>
                <a:lnTo>
                  <a:pt x="37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6372000" y="1895400"/>
            <a:ext cx="2000520" cy="19440"/>
          </a:xfrm>
          <a:custGeom>
            <a:avLst/>
            <a:gdLst/>
            <a:ahLst/>
            <a:rect l="0" t="0" r="r" b="b"/>
            <a:pathLst>
              <a:path w="5557" h="54">
                <a:moveTo>
                  <a:pt x="0" y="0"/>
                </a:moveTo>
                <a:lnTo>
                  <a:pt x="5557" y="0"/>
                </a:lnTo>
                <a:lnTo>
                  <a:pt x="555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180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1838160" y="2180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5038560" y="2180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6372000" y="2180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244764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1838160" y="244764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5038560" y="2447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372000" y="244764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272412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1838160" y="272412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5038560" y="2724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6372000" y="27241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56840" y="299052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1838160" y="299052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5038560" y="29905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6372000" y="299052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56840" y="326700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1838160" y="326700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503856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372000" y="326700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533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1838160" y="3533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5038560" y="3533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6372000" y="3533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80988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1838160" y="380988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5038560" y="3809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372000" y="380988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56840" y="407664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1838160" y="407664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5038560" y="40766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6372000" y="407664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56840" y="4352760"/>
            <a:ext cx="1381680" cy="9720"/>
          </a:xfrm>
          <a:custGeom>
            <a:avLst/>
            <a:gdLst/>
            <a:ahLst/>
            <a:rect l="0" t="0" r="r" b="b"/>
            <a:pathLst>
              <a:path w="3838" h="27">
                <a:moveTo>
                  <a:pt x="0" y="0"/>
                </a:moveTo>
                <a:lnTo>
                  <a:pt x="3838" y="0"/>
                </a:lnTo>
                <a:lnTo>
                  <a:pt x="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838160" y="4352760"/>
            <a:ext cx="3200760" cy="9720"/>
          </a:xfrm>
          <a:custGeom>
            <a:avLst/>
            <a:gdLst/>
            <a:ahLst/>
            <a:rect l="0" t="0" r="r" b="b"/>
            <a:pathLst>
              <a:path w="8891" h="27">
                <a:moveTo>
                  <a:pt x="0" y="0"/>
                </a:moveTo>
                <a:lnTo>
                  <a:pt x="8891" y="0"/>
                </a:lnTo>
                <a:lnTo>
                  <a:pt x="88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038560" y="4352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6372000" y="435276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56840" y="4628880"/>
            <a:ext cx="1381680" cy="10080"/>
          </a:xfrm>
          <a:custGeom>
            <a:avLst/>
            <a:gdLst/>
            <a:ahLst/>
            <a:rect l="0" t="0" r="r" b="b"/>
            <a:pathLst>
              <a:path w="3838" h="28">
                <a:moveTo>
                  <a:pt x="0" y="0"/>
                </a:moveTo>
                <a:lnTo>
                  <a:pt x="3838" y="0"/>
                </a:lnTo>
                <a:lnTo>
                  <a:pt x="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1838160" y="4628880"/>
            <a:ext cx="3200760" cy="10080"/>
          </a:xfrm>
          <a:custGeom>
            <a:avLst/>
            <a:gdLst/>
            <a:ahLst/>
            <a:rect l="0" t="0" r="r" b="b"/>
            <a:pathLst>
              <a:path w="8891" h="28">
                <a:moveTo>
                  <a:pt x="0" y="0"/>
                </a:moveTo>
                <a:lnTo>
                  <a:pt x="8891" y="0"/>
                </a:lnTo>
                <a:lnTo>
                  <a:pt x="88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038560" y="4628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6372000" y="462888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4574520" y="136116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63760" y="168876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1949040" y="168876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143320" y="168876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6480000" y="168876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563760" y="198972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949040" y="198972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143320" y="1989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6480000" y="1989720"/>
            <a:ext cx="1166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Houd ik,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563760" y="2256480"/>
            <a:ext cx="9180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949040" y="2256480"/>
            <a:ext cx="1212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143320" y="2256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6480000" y="22564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94904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51433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648000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563760" y="27993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1949040" y="27993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143320" y="27993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48000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563760" y="30754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949040" y="30754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1433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648000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563760" y="335196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949040" y="335196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1433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480000" y="33519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563760" y="361872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1949040" y="361872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5143320" y="361872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480000" y="3618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563760" y="389484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949040" y="389484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1433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6480000" y="3894840"/>
            <a:ext cx="12168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Niels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63760" y="416160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1949040" y="416160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43320" y="4161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6480000" y="4161600"/>
            <a:ext cx="1239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Garik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63760" y="443772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1949040" y="443772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143320" y="443772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6480000" y="4437720"/>
            <a:ext cx="1344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Werner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457200" y="4708440"/>
            <a:ext cx="7227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integratie en standaardisatie blijft bij mij, lead architect en developer blijf ik delen. Borging is nog steeds niet belegd.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57200" y="4870080"/>
            <a:ext cx="212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8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