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presProps.xml" ContentType="application/vnd.openxmlformats-officedocument.presentationml.presPro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1.xml.rels" ContentType="application/vnd.openxmlformats-package.relationships+xml"/>
  <Override PartName="/ppt/slides/_rels/slide1.xml.rels" ContentType="application/vnd.openxmlformats-package.relationships+xml"/>
  <Override PartName="/ppt/slides/_rels/slide4.xml.rels" ContentType="application/vnd.openxmlformats-package.relationships+xml"/>
  <Override PartName="/ppt/slides/_rels/slide2.xml.rels" ContentType="application/vnd.openxmlformats-package.relationships+xml"/>
  <Override PartName="/ppt/slides/_rels/slide5.xml.rels" ContentType="application/vnd.openxmlformats-package.relationships+xml"/>
  <Override PartName="/ppt/slides/_rels/slide3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10.xml.rels" ContentType="application/vnd.openxmlformats-package.relationships+xml"/>
  <Override PartName="/ppt/slides/_rels/slide9.xml.rels" ContentType="application/vnd.openxmlformats-package.relationships+xml"/>
  <Override PartName="/ppt/slides/_rels/slide8.xml.rels" ContentType="application/vnd.openxmlformats-package.relationships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</p:sldIdLst>
  <p:sldSz cx="9336088" cy="52578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66560" y="195120"/>
            <a:ext cx="8401680" cy="37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30732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14808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656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30732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14808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DejaVu Sans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9000"/>
          </a:bodyPr>
          <a:p>
            <a:pPr marL="427680" indent="-32076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DejaVu Sans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  <a:p>
            <a:pPr lvl="1" marL="855360" indent="-32076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DejaVu Sans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DejaVu Sans"/>
            </a:endParaRPr>
          </a:p>
          <a:p>
            <a:pPr lvl="2" marL="1283040" indent="-28512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DejaVu Sans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DejaVu Sans"/>
            </a:endParaRPr>
          </a:p>
          <a:p>
            <a:pPr lvl="3" marL="1710720" indent="-21384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4" marL="213840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5" marL="256608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6" marL="299376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4" name=""/>
          <p:cNvSpPr txBox="1"/>
          <p:nvPr/>
        </p:nvSpPr>
        <p:spPr>
          <a:xfrm>
            <a:off x="961560" y="2013480"/>
            <a:ext cx="8901000" cy="46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20" spc="-1" strike="noStrike">
                <a:solidFill>
                  <a:srgbClr val="1a1a2e"/>
                </a:solidFill>
                <a:latin typeface="Arial"/>
                <a:ea typeface="Arial"/>
              </a:rPr>
              <a:t>Hoe weten we of we het juiste bouwen?</a:t>
            </a:r>
            <a:endParaRPr b="0" lang="en-US" sz="31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3771720" y="3072960"/>
            <a:ext cx="2077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6b7280"/>
                </a:solidFill>
                <a:latin typeface="Arial"/>
                <a:ea typeface="Arial"/>
              </a:rPr>
              <a:t>Niek Derksen · OKx · 4-9-2026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1952640" y="2532960"/>
            <a:ext cx="617292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80" spc="-1" strike="noStrike">
                <a:solidFill>
                  <a:srgbClr val="374151"/>
                </a:solidFill>
                <a:latin typeface="Arial"/>
                <a:ea typeface="Arial"/>
              </a:rPr>
              <a:t>Dertig jaar technologietrend, en het traject van OKx daarnaast gelegd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5" name=""/>
          <p:cNvSpPr txBox="1"/>
          <p:nvPr/>
        </p:nvSpPr>
        <p:spPr>
          <a:xfrm>
            <a:off x="439920" y="910440"/>
            <a:ext cx="2061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Aanleiding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" name=""/>
          <p:cNvSpPr/>
          <p:nvPr/>
        </p:nvSpPr>
        <p:spPr>
          <a:xfrm>
            <a:off x="456840" y="2199960"/>
            <a:ext cx="7582320" cy="857880"/>
          </a:xfrm>
          <a:custGeom>
            <a:avLst/>
            <a:gdLst/>
            <a:ahLst/>
            <a:rect l="0" t="0" r="r" b="b"/>
            <a:pathLst>
              <a:path w="21062" h="2383">
                <a:moveTo>
                  <a:pt x="0" y="0"/>
                </a:moveTo>
                <a:lnTo>
                  <a:pt x="21062" y="0"/>
                </a:lnTo>
                <a:lnTo>
                  <a:pt x="21062" y="2383"/>
                </a:lnTo>
                <a:lnTo>
                  <a:pt x="0" y="23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" name=""/>
          <p:cNvSpPr/>
          <p:nvPr/>
        </p:nvSpPr>
        <p:spPr>
          <a:xfrm>
            <a:off x="456840" y="2199960"/>
            <a:ext cx="7582320" cy="38520"/>
          </a:xfrm>
          <a:custGeom>
            <a:avLst/>
            <a:gdLst/>
            <a:ahLst/>
            <a:rect l="0" t="0" r="r" b="b"/>
            <a:pathLst>
              <a:path w="21062" h="107">
                <a:moveTo>
                  <a:pt x="0" y="0"/>
                </a:moveTo>
                <a:lnTo>
                  <a:pt x="21062" y="0"/>
                </a:lnTo>
                <a:lnTo>
                  <a:pt x="21062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" name=""/>
          <p:cNvSpPr/>
          <p:nvPr/>
        </p:nvSpPr>
        <p:spPr>
          <a:xfrm>
            <a:off x="456840" y="3047760"/>
            <a:ext cx="7582320" cy="10080"/>
          </a:xfrm>
          <a:custGeom>
            <a:avLst/>
            <a:gdLst/>
            <a:ahLst/>
            <a:rect l="0" t="0" r="r" b="b"/>
            <a:pathLst>
              <a:path w="21062" h="28">
                <a:moveTo>
                  <a:pt x="0" y="0"/>
                </a:moveTo>
                <a:lnTo>
                  <a:pt x="21062" y="0"/>
                </a:lnTo>
                <a:lnTo>
                  <a:pt x="210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" name=""/>
          <p:cNvSpPr/>
          <p:nvPr/>
        </p:nvSpPr>
        <p:spPr>
          <a:xfrm>
            <a:off x="8029440" y="2199960"/>
            <a:ext cx="9720" cy="857880"/>
          </a:xfrm>
          <a:custGeom>
            <a:avLst/>
            <a:gdLst/>
            <a:ahLst/>
            <a:rect l="0" t="0" r="r" b="b"/>
            <a:pathLst>
              <a:path w="27" h="2383">
                <a:moveTo>
                  <a:pt x="0" y="106"/>
                </a:moveTo>
                <a:lnTo>
                  <a:pt x="0" y="2383"/>
                </a:lnTo>
                <a:lnTo>
                  <a:pt x="27" y="2383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" name=""/>
          <p:cNvSpPr/>
          <p:nvPr/>
        </p:nvSpPr>
        <p:spPr>
          <a:xfrm>
            <a:off x="456840" y="2199960"/>
            <a:ext cx="10080" cy="857880"/>
          </a:xfrm>
          <a:custGeom>
            <a:avLst/>
            <a:gdLst/>
            <a:ahLst/>
            <a:rect l="0" t="0" r="r" b="b"/>
            <a:pathLst>
              <a:path w="28" h="2383">
                <a:moveTo>
                  <a:pt x="0" y="0"/>
                </a:moveTo>
                <a:lnTo>
                  <a:pt x="0" y="2383"/>
                </a:lnTo>
                <a:lnTo>
                  <a:pt x="28" y="2383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457200" y="1734840"/>
            <a:ext cx="536220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a1a2e"/>
                </a:solidFill>
                <a:latin typeface="Arial"/>
                <a:ea typeface="Arial"/>
              </a:rPr>
              <a:t>De opdrachtgever stelde een vraag die het waard is om uit te zoeken.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634320" y="2423160"/>
            <a:ext cx="805212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Bouwen we geen stoomtrein door koppelvlakken te standaardiseren? Zeker met de opkomst van AI.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634320" y="2670840"/>
            <a:ext cx="335520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Hebben we straks geen vliegende auto's?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" name=""/>
          <p:cNvSpPr txBox="1"/>
          <p:nvPr/>
        </p:nvSpPr>
        <p:spPr>
          <a:xfrm>
            <a:off x="457200" y="3385800"/>
            <a:ext cx="816768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Achter die vraag zit een reele zorg. Een standaardisatietraject duurt jaren, en de wereld eromheen verandert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" name=""/>
          <p:cNvSpPr txBox="1"/>
          <p:nvPr/>
        </p:nvSpPr>
        <p:spPr>
          <a:xfrm>
            <a:off x="457200" y="3614400"/>
            <a:ext cx="738756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sneller dan ooit. Wie in 1995 het perfecte faxprotocol standaardiseerde, had gelijk en verloor toch.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457200" y="3995280"/>
            <a:ext cx="679464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De vraag is dus terecht. En hij is te beantwoorden, want zulke golven hebben een patroon.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7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75" name=""/>
          <p:cNvSpPr/>
          <p:nvPr/>
        </p:nvSpPr>
        <p:spPr>
          <a:xfrm>
            <a:off x="485640" y="1428480"/>
            <a:ext cx="7048800" cy="714960"/>
          </a:xfrm>
          <a:custGeom>
            <a:avLst/>
            <a:gdLst/>
            <a:ahLst/>
            <a:rect l="0" t="0" r="r" b="b"/>
            <a:pathLst>
              <a:path w="19580" h="1986">
                <a:moveTo>
                  <a:pt x="0" y="1880"/>
                </a:moveTo>
                <a:lnTo>
                  <a:pt x="0" y="106"/>
                </a:lnTo>
                <a:cubicBezTo>
                  <a:pt x="0" y="92"/>
                  <a:pt x="1" y="79"/>
                  <a:pt x="2" y="66"/>
                </a:cubicBezTo>
                <a:cubicBezTo>
                  <a:pt x="3" y="53"/>
                  <a:pt x="5" y="41"/>
                  <a:pt x="8" y="31"/>
                </a:cubicBezTo>
                <a:cubicBezTo>
                  <a:pt x="10" y="21"/>
                  <a:pt x="13" y="14"/>
                  <a:pt x="16" y="8"/>
                </a:cubicBezTo>
                <a:cubicBezTo>
                  <a:pt x="19" y="3"/>
                  <a:pt x="23" y="0"/>
                  <a:pt x="26" y="0"/>
                </a:cubicBezTo>
                <a:lnTo>
                  <a:pt x="19474" y="0"/>
                </a:lnTo>
                <a:cubicBezTo>
                  <a:pt x="19488" y="0"/>
                  <a:pt x="19502" y="3"/>
                  <a:pt x="19515" y="8"/>
                </a:cubicBezTo>
                <a:cubicBezTo>
                  <a:pt x="19528" y="14"/>
                  <a:pt x="19539" y="21"/>
                  <a:pt x="19549" y="31"/>
                </a:cubicBezTo>
                <a:cubicBezTo>
                  <a:pt x="19559" y="41"/>
                  <a:pt x="19567" y="53"/>
                  <a:pt x="19572" y="66"/>
                </a:cubicBezTo>
                <a:cubicBezTo>
                  <a:pt x="19577" y="79"/>
                  <a:pt x="19580" y="92"/>
                  <a:pt x="19580" y="106"/>
                </a:cubicBezTo>
                <a:lnTo>
                  <a:pt x="19580" y="1880"/>
                </a:lnTo>
                <a:cubicBezTo>
                  <a:pt x="19580" y="1894"/>
                  <a:pt x="19577" y="1907"/>
                  <a:pt x="19572" y="1920"/>
                </a:cubicBezTo>
                <a:cubicBezTo>
                  <a:pt x="19567" y="1933"/>
                  <a:pt x="19559" y="1945"/>
                  <a:pt x="19549" y="1955"/>
                </a:cubicBezTo>
                <a:cubicBezTo>
                  <a:pt x="19539" y="1965"/>
                  <a:pt x="19528" y="1972"/>
                  <a:pt x="19515" y="1978"/>
                </a:cubicBezTo>
                <a:cubicBezTo>
                  <a:pt x="19502" y="1983"/>
                  <a:pt x="19488" y="1986"/>
                  <a:pt x="19474" y="1986"/>
                </a:cubicBezTo>
                <a:lnTo>
                  <a:pt x="26" y="1986"/>
                </a:lnTo>
                <a:cubicBezTo>
                  <a:pt x="23" y="1986"/>
                  <a:pt x="19" y="1983"/>
                  <a:pt x="16" y="1978"/>
                </a:cubicBezTo>
                <a:cubicBezTo>
                  <a:pt x="13" y="1972"/>
                  <a:pt x="10" y="1965"/>
                  <a:pt x="8" y="1955"/>
                </a:cubicBezTo>
                <a:cubicBezTo>
                  <a:pt x="5" y="1945"/>
                  <a:pt x="3" y="1933"/>
                  <a:pt x="2" y="1920"/>
                </a:cubicBezTo>
                <a:cubicBezTo>
                  <a:pt x="1" y="1907"/>
                  <a:pt x="0" y="1894"/>
                  <a:pt x="0" y="1880"/>
                </a:cubicBezTo>
                <a:close/>
              </a:path>
            </a:pathLst>
          </a:custGeom>
          <a:solidFill>
            <a:srgbClr val="eef2f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" name=""/>
          <p:cNvSpPr/>
          <p:nvPr/>
        </p:nvSpPr>
        <p:spPr>
          <a:xfrm>
            <a:off x="456840" y="1428480"/>
            <a:ext cx="7077600" cy="714960"/>
          </a:xfrm>
          <a:custGeom>
            <a:avLst/>
            <a:gdLst/>
            <a:ahLst/>
            <a:rect l="0" t="0" r="r" b="b"/>
            <a:pathLst>
              <a:path w="19660" h="1986">
                <a:moveTo>
                  <a:pt x="0" y="0"/>
                </a:moveTo>
                <a:lnTo>
                  <a:pt x="19660" y="0"/>
                </a:lnTo>
                <a:lnTo>
                  <a:pt x="19660" y="1986"/>
                </a:lnTo>
                <a:lnTo>
                  <a:pt x="0" y="1986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7" name=""/>
          <p:cNvSpPr/>
          <p:nvPr/>
        </p:nvSpPr>
        <p:spPr>
          <a:xfrm>
            <a:off x="695160" y="1618920"/>
            <a:ext cx="333720" cy="333720"/>
          </a:xfrm>
          <a:custGeom>
            <a:avLst/>
            <a:gdLst/>
            <a:ahLst/>
            <a:rect l="0" t="0" r="r" b="b"/>
            <a:pathLst>
              <a:path w="927" h="927">
                <a:moveTo>
                  <a:pt x="927" y="463"/>
                </a:moveTo>
                <a:cubicBezTo>
                  <a:pt x="927" y="494"/>
                  <a:pt x="924" y="524"/>
                  <a:pt x="918" y="554"/>
                </a:cubicBezTo>
                <a:cubicBezTo>
                  <a:pt x="912" y="584"/>
                  <a:pt x="903" y="614"/>
                  <a:pt x="892" y="642"/>
                </a:cubicBezTo>
                <a:cubicBezTo>
                  <a:pt x="880" y="670"/>
                  <a:pt x="866" y="696"/>
                  <a:pt x="849" y="722"/>
                </a:cubicBezTo>
                <a:cubicBezTo>
                  <a:pt x="832" y="747"/>
                  <a:pt x="813" y="770"/>
                  <a:pt x="791" y="792"/>
                </a:cubicBezTo>
                <a:cubicBezTo>
                  <a:pt x="770" y="813"/>
                  <a:pt x="746" y="833"/>
                  <a:pt x="721" y="849"/>
                </a:cubicBezTo>
                <a:cubicBezTo>
                  <a:pt x="696" y="866"/>
                  <a:pt x="669" y="881"/>
                  <a:pt x="641" y="892"/>
                </a:cubicBezTo>
                <a:cubicBezTo>
                  <a:pt x="613" y="904"/>
                  <a:pt x="584" y="913"/>
                  <a:pt x="554" y="919"/>
                </a:cubicBezTo>
                <a:cubicBezTo>
                  <a:pt x="524" y="924"/>
                  <a:pt x="494" y="927"/>
                  <a:pt x="464" y="927"/>
                </a:cubicBezTo>
                <a:cubicBezTo>
                  <a:pt x="434" y="927"/>
                  <a:pt x="403" y="924"/>
                  <a:pt x="373" y="919"/>
                </a:cubicBezTo>
                <a:cubicBezTo>
                  <a:pt x="343" y="913"/>
                  <a:pt x="314" y="904"/>
                  <a:pt x="286" y="892"/>
                </a:cubicBezTo>
                <a:cubicBezTo>
                  <a:pt x="258" y="881"/>
                  <a:pt x="231" y="866"/>
                  <a:pt x="206" y="849"/>
                </a:cubicBezTo>
                <a:cubicBezTo>
                  <a:pt x="180" y="833"/>
                  <a:pt x="157" y="813"/>
                  <a:pt x="136" y="792"/>
                </a:cubicBezTo>
                <a:cubicBezTo>
                  <a:pt x="114" y="770"/>
                  <a:pt x="95" y="747"/>
                  <a:pt x="78" y="722"/>
                </a:cubicBezTo>
                <a:cubicBezTo>
                  <a:pt x="61" y="696"/>
                  <a:pt x="47" y="670"/>
                  <a:pt x="35" y="642"/>
                </a:cubicBezTo>
                <a:cubicBezTo>
                  <a:pt x="24" y="614"/>
                  <a:pt x="15" y="584"/>
                  <a:pt x="9" y="554"/>
                </a:cubicBezTo>
                <a:cubicBezTo>
                  <a:pt x="3" y="524"/>
                  <a:pt x="0" y="494"/>
                  <a:pt x="0" y="463"/>
                </a:cubicBezTo>
                <a:cubicBezTo>
                  <a:pt x="0" y="433"/>
                  <a:pt x="3" y="403"/>
                  <a:pt x="9" y="373"/>
                </a:cubicBezTo>
                <a:cubicBezTo>
                  <a:pt x="15" y="343"/>
                  <a:pt x="24" y="314"/>
                  <a:pt x="35" y="286"/>
                </a:cubicBezTo>
                <a:cubicBezTo>
                  <a:pt x="47" y="258"/>
                  <a:pt x="61" y="231"/>
                  <a:pt x="78" y="206"/>
                </a:cubicBezTo>
                <a:cubicBezTo>
                  <a:pt x="95" y="181"/>
                  <a:pt x="114" y="158"/>
                  <a:pt x="136" y="136"/>
                </a:cubicBezTo>
                <a:cubicBezTo>
                  <a:pt x="157" y="115"/>
                  <a:pt x="180" y="95"/>
                  <a:pt x="206" y="78"/>
                </a:cubicBezTo>
                <a:cubicBezTo>
                  <a:pt x="231" y="62"/>
                  <a:pt x="258" y="47"/>
                  <a:pt x="286" y="36"/>
                </a:cubicBezTo>
                <a:cubicBezTo>
                  <a:pt x="314" y="24"/>
                  <a:pt x="343" y="15"/>
                  <a:pt x="373" y="9"/>
                </a:cubicBezTo>
                <a:cubicBezTo>
                  <a:pt x="403" y="3"/>
                  <a:pt x="434" y="0"/>
                  <a:pt x="464" y="0"/>
                </a:cubicBezTo>
                <a:cubicBezTo>
                  <a:pt x="494" y="0"/>
                  <a:pt x="524" y="3"/>
                  <a:pt x="554" y="9"/>
                </a:cubicBezTo>
                <a:cubicBezTo>
                  <a:pt x="584" y="15"/>
                  <a:pt x="613" y="24"/>
                  <a:pt x="641" y="36"/>
                </a:cubicBezTo>
                <a:cubicBezTo>
                  <a:pt x="669" y="47"/>
                  <a:pt x="696" y="62"/>
                  <a:pt x="721" y="78"/>
                </a:cubicBezTo>
                <a:cubicBezTo>
                  <a:pt x="746" y="95"/>
                  <a:pt x="770" y="115"/>
                  <a:pt x="791" y="136"/>
                </a:cubicBezTo>
                <a:cubicBezTo>
                  <a:pt x="813" y="158"/>
                  <a:pt x="832" y="181"/>
                  <a:pt x="849" y="206"/>
                </a:cubicBezTo>
                <a:cubicBezTo>
                  <a:pt x="866" y="231"/>
                  <a:pt x="880" y="258"/>
                  <a:pt x="892" y="286"/>
                </a:cubicBezTo>
                <a:cubicBezTo>
                  <a:pt x="903" y="314"/>
                  <a:pt x="912" y="343"/>
                  <a:pt x="918" y="373"/>
                </a:cubicBezTo>
                <a:cubicBezTo>
                  <a:pt x="924" y="403"/>
                  <a:pt x="927" y="433"/>
                  <a:pt x="927" y="463"/>
                </a:cubicBez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8" name=""/>
          <p:cNvSpPr txBox="1"/>
          <p:nvPr/>
        </p:nvSpPr>
        <p:spPr>
          <a:xfrm>
            <a:off x="439920" y="758160"/>
            <a:ext cx="42055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Hoe we dat uitzoeken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" name=""/>
          <p:cNvSpPr txBox="1"/>
          <p:nvPr/>
        </p:nvSpPr>
        <p:spPr>
          <a:xfrm>
            <a:off x="836280" y="169236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ffffff"/>
                </a:solidFill>
                <a:latin typeface="Arial"/>
                <a:ea typeface="Arial"/>
              </a:rPr>
              <a:t>1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1199880" y="1582560"/>
            <a:ext cx="67885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3d68ec"/>
                </a:solidFill>
                <a:latin typeface="Arial"/>
                <a:ea typeface="Arial"/>
              </a:rPr>
              <a:t>De historie volgen.</a:t>
            </a:r>
            <a:r>
              <a:rPr b="0" lang="en-US" sz="1200" spc="-1" strike="noStrike">
                <a:solidFill>
                  <a:srgbClr val="1a1a2e"/>
                </a:solidFill>
                <a:latin typeface="Arial"/>
                <a:ea typeface="Arial"/>
              </a:rPr>
              <a:t> Welke lagen kwamen er in dertig jaar bij een IT-ecosysteem bij, en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" name=""/>
          <p:cNvSpPr/>
          <p:nvPr/>
        </p:nvSpPr>
        <p:spPr>
          <a:xfrm>
            <a:off x="485640" y="2199960"/>
            <a:ext cx="7048800" cy="610200"/>
          </a:xfrm>
          <a:custGeom>
            <a:avLst/>
            <a:gdLst/>
            <a:ahLst/>
            <a:rect l="0" t="0" r="r" b="b"/>
            <a:pathLst>
              <a:path w="19580" h="1695">
                <a:moveTo>
                  <a:pt x="0" y="1589"/>
                </a:moveTo>
                <a:lnTo>
                  <a:pt x="0" y="106"/>
                </a:lnTo>
                <a:cubicBezTo>
                  <a:pt x="0" y="92"/>
                  <a:pt x="1" y="79"/>
                  <a:pt x="2" y="66"/>
                </a:cubicBezTo>
                <a:cubicBezTo>
                  <a:pt x="3" y="53"/>
                  <a:pt x="5" y="41"/>
                  <a:pt x="8" y="31"/>
                </a:cubicBezTo>
                <a:cubicBezTo>
                  <a:pt x="10" y="21"/>
                  <a:pt x="13" y="14"/>
                  <a:pt x="16" y="8"/>
                </a:cubicBezTo>
                <a:cubicBezTo>
                  <a:pt x="19" y="3"/>
                  <a:pt x="23" y="0"/>
                  <a:pt x="26" y="0"/>
                </a:cubicBezTo>
                <a:lnTo>
                  <a:pt x="19474" y="0"/>
                </a:lnTo>
                <a:cubicBezTo>
                  <a:pt x="19488" y="0"/>
                  <a:pt x="19502" y="3"/>
                  <a:pt x="19515" y="8"/>
                </a:cubicBezTo>
                <a:cubicBezTo>
                  <a:pt x="19528" y="14"/>
                  <a:pt x="19539" y="21"/>
                  <a:pt x="19549" y="31"/>
                </a:cubicBezTo>
                <a:cubicBezTo>
                  <a:pt x="19559" y="41"/>
                  <a:pt x="19567" y="53"/>
                  <a:pt x="19572" y="66"/>
                </a:cubicBezTo>
                <a:cubicBezTo>
                  <a:pt x="19577" y="79"/>
                  <a:pt x="19580" y="92"/>
                  <a:pt x="19580" y="106"/>
                </a:cubicBezTo>
                <a:lnTo>
                  <a:pt x="19580" y="1589"/>
                </a:lnTo>
                <a:cubicBezTo>
                  <a:pt x="19580" y="1603"/>
                  <a:pt x="19577" y="1616"/>
                  <a:pt x="19572" y="1629"/>
                </a:cubicBezTo>
                <a:cubicBezTo>
                  <a:pt x="19567" y="1642"/>
                  <a:pt x="19559" y="1654"/>
                  <a:pt x="19549" y="1664"/>
                </a:cubicBezTo>
                <a:cubicBezTo>
                  <a:pt x="19539" y="1674"/>
                  <a:pt x="19528" y="1681"/>
                  <a:pt x="19515" y="1687"/>
                </a:cubicBezTo>
                <a:cubicBezTo>
                  <a:pt x="19502" y="1692"/>
                  <a:pt x="19488" y="1695"/>
                  <a:pt x="19474" y="1695"/>
                </a:cubicBezTo>
                <a:lnTo>
                  <a:pt x="26" y="1695"/>
                </a:lnTo>
                <a:cubicBezTo>
                  <a:pt x="23" y="1695"/>
                  <a:pt x="19" y="1692"/>
                  <a:pt x="16" y="1687"/>
                </a:cubicBezTo>
                <a:cubicBezTo>
                  <a:pt x="13" y="1681"/>
                  <a:pt x="10" y="1674"/>
                  <a:pt x="8" y="1664"/>
                </a:cubicBezTo>
                <a:cubicBezTo>
                  <a:pt x="5" y="1654"/>
                  <a:pt x="3" y="1642"/>
                  <a:pt x="2" y="1629"/>
                </a:cubicBezTo>
                <a:cubicBezTo>
                  <a:pt x="1" y="1616"/>
                  <a:pt x="0" y="1603"/>
                  <a:pt x="0" y="1589"/>
                </a:cubicBezTo>
                <a:close/>
              </a:path>
            </a:pathLst>
          </a:custGeom>
          <a:solidFill>
            <a:srgbClr val="eef4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" name=""/>
          <p:cNvSpPr/>
          <p:nvPr/>
        </p:nvSpPr>
        <p:spPr>
          <a:xfrm>
            <a:off x="456840" y="2199960"/>
            <a:ext cx="7077600" cy="610200"/>
          </a:xfrm>
          <a:custGeom>
            <a:avLst/>
            <a:gdLst/>
            <a:ahLst/>
            <a:rect l="0" t="0" r="r" b="b"/>
            <a:pathLst>
              <a:path w="19660" h="1695">
                <a:moveTo>
                  <a:pt x="0" y="0"/>
                </a:moveTo>
                <a:lnTo>
                  <a:pt x="19660" y="0"/>
                </a:lnTo>
                <a:lnTo>
                  <a:pt x="19660" y="1695"/>
                </a:lnTo>
                <a:lnTo>
                  <a:pt x="0" y="169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" name=""/>
          <p:cNvSpPr/>
          <p:nvPr/>
        </p:nvSpPr>
        <p:spPr>
          <a:xfrm>
            <a:off x="695160" y="2333520"/>
            <a:ext cx="333720" cy="333720"/>
          </a:xfrm>
          <a:custGeom>
            <a:avLst/>
            <a:gdLst/>
            <a:ahLst/>
            <a:rect l="0" t="0" r="r" b="b"/>
            <a:pathLst>
              <a:path w="927" h="927">
                <a:moveTo>
                  <a:pt x="927" y="464"/>
                </a:moveTo>
                <a:cubicBezTo>
                  <a:pt x="927" y="494"/>
                  <a:pt x="924" y="524"/>
                  <a:pt x="918" y="554"/>
                </a:cubicBezTo>
                <a:cubicBezTo>
                  <a:pt x="912" y="584"/>
                  <a:pt x="903" y="613"/>
                  <a:pt x="892" y="641"/>
                </a:cubicBezTo>
                <a:cubicBezTo>
                  <a:pt x="880" y="669"/>
                  <a:pt x="866" y="696"/>
                  <a:pt x="849" y="721"/>
                </a:cubicBezTo>
                <a:cubicBezTo>
                  <a:pt x="832" y="746"/>
                  <a:pt x="813" y="770"/>
                  <a:pt x="791" y="791"/>
                </a:cubicBezTo>
                <a:cubicBezTo>
                  <a:pt x="770" y="813"/>
                  <a:pt x="746" y="832"/>
                  <a:pt x="721" y="849"/>
                </a:cubicBezTo>
                <a:cubicBezTo>
                  <a:pt x="696" y="866"/>
                  <a:pt x="669" y="880"/>
                  <a:pt x="641" y="892"/>
                </a:cubicBezTo>
                <a:cubicBezTo>
                  <a:pt x="613" y="903"/>
                  <a:pt x="584" y="912"/>
                  <a:pt x="554" y="918"/>
                </a:cubicBezTo>
                <a:cubicBezTo>
                  <a:pt x="524" y="924"/>
                  <a:pt x="494" y="927"/>
                  <a:pt x="464" y="927"/>
                </a:cubicBezTo>
                <a:cubicBezTo>
                  <a:pt x="434" y="927"/>
                  <a:pt x="403" y="924"/>
                  <a:pt x="373" y="918"/>
                </a:cubicBezTo>
                <a:cubicBezTo>
                  <a:pt x="343" y="912"/>
                  <a:pt x="314" y="903"/>
                  <a:pt x="286" y="892"/>
                </a:cubicBezTo>
                <a:cubicBezTo>
                  <a:pt x="258" y="880"/>
                  <a:pt x="231" y="866"/>
                  <a:pt x="206" y="849"/>
                </a:cubicBezTo>
                <a:cubicBezTo>
                  <a:pt x="180" y="832"/>
                  <a:pt x="157" y="813"/>
                  <a:pt x="136" y="791"/>
                </a:cubicBezTo>
                <a:cubicBezTo>
                  <a:pt x="114" y="770"/>
                  <a:pt x="95" y="746"/>
                  <a:pt x="78" y="721"/>
                </a:cubicBezTo>
                <a:cubicBezTo>
                  <a:pt x="61" y="696"/>
                  <a:pt x="47" y="669"/>
                  <a:pt x="35" y="641"/>
                </a:cubicBezTo>
                <a:cubicBezTo>
                  <a:pt x="24" y="613"/>
                  <a:pt x="15" y="584"/>
                  <a:pt x="9" y="554"/>
                </a:cubicBezTo>
                <a:cubicBezTo>
                  <a:pt x="3" y="524"/>
                  <a:pt x="0" y="494"/>
                  <a:pt x="0" y="464"/>
                </a:cubicBezTo>
                <a:cubicBezTo>
                  <a:pt x="0" y="432"/>
                  <a:pt x="3" y="402"/>
                  <a:pt x="9" y="372"/>
                </a:cubicBezTo>
                <a:cubicBezTo>
                  <a:pt x="15" y="343"/>
                  <a:pt x="24" y="314"/>
                  <a:pt x="35" y="286"/>
                </a:cubicBezTo>
                <a:cubicBezTo>
                  <a:pt x="47" y="258"/>
                  <a:pt x="61" y="231"/>
                  <a:pt x="78" y="206"/>
                </a:cubicBezTo>
                <a:cubicBezTo>
                  <a:pt x="95" y="180"/>
                  <a:pt x="114" y="157"/>
                  <a:pt x="136" y="135"/>
                </a:cubicBezTo>
                <a:cubicBezTo>
                  <a:pt x="157" y="114"/>
                  <a:pt x="180" y="95"/>
                  <a:pt x="206" y="78"/>
                </a:cubicBezTo>
                <a:cubicBezTo>
                  <a:pt x="231" y="61"/>
                  <a:pt x="258" y="47"/>
                  <a:pt x="286" y="35"/>
                </a:cubicBezTo>
                <a:cubicBezTo>
                  <a:pt x="314" y="23"/>
                  <a:pt x="343" y="15"/>
                  <a:pt x="373" y="9"/>
                </a:cubicBezTo>
                <a:cubicBezTo>
                  <a:pt x="403" y="3"/>
                  <a:pt x="434" y="0"/>
                  <a:pt x="464" y="0"/>
                </a:cubicBezTo>
                <a:cubicBezTo>
                  <a:pt x="494" y="0"/>
                  <a:pt x="524" y="3"/>
                  <a:pt x="554" y="9"/>
                </a:cubicBezTo>
                <a:cubicBezTo>
                  <a:pt x="584" y="15"/>
                  <a:pt x="613" y="23"/>
                  <a:pt x="641" y="35"/>
                </a:cubicBezTo>
                <a:cubicBezTo>
                  <a:pt x="669" y="47"/>
                  <a:pt x="696" y="61"/>
                  <a:pt x="721" y="78"/>
                </a:cubicBezTo>
                <a:cubicBezTo>
                  <a:pt x="746" y="95"/>
                  <a:pt x="770" y="114"/>
                  <a:pt x="791" y="135"/>
                </a:cubicBezTo>
                <a:cubicBezTo>
                  <a:pt x="813" y="157"/>
                  <a:pt x="832" y="180"/>
                  <a:pt x="849" y="206"/>
                </a:cubicBezTo>
                <a:cubicBezTo>
                  <a:pt x="866" y="231"/>
                  <a:pt x="880" y="258"/>
                  <a:pt x="892" y="286"/>
                </a:cubicBezTo>
                <a:cubicBezTo>
                  <a:pt x="903" y="314"/>
                  <a:pt x="912" y="343"/>
                  <a:pt x="918" y="372"/>
                </a:cubicBezTo>
                <a:cubicBezTo>
                  <a:pt x="924" y="402"/>
                  <a:pt x="927" y="432"/>
                  <a:pt x="927" y="464"/>
                </a:cubicBezTo>
                <a:close/>
              </a:path>
            </a:pathLst>
          </a:custGeom>
          <a:solidFill>
            <a:srgbClr val="0e7c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" name=""/>
          <p:cNvSpPr txBox="1"/>
          <p:nvPr/>
        </p:nvSpPr>
        <p:spPr>
          <a:xfrm>
            <a:off x="1199880" y="1811160"/>
            <a:ext cx="204120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a1a2e"/>
                </a:solidFill>
                <a:latin typeface="Arial"/>
                <a:ea typeface="Arial"/>
              </a:rPr>
              <a:t>wat deden ze met de rest?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" name=""/>
          <p:cNvSpPr txBox="1"/>
          <p:nvPr/>
        </p:nvSpPr>
        <p:spPr>
          <a:xfrm>
            <a:off x="817200" y="241632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ffffff"/>
                </a:solidFill>
                <a:latin typeface="Arial"/>
                <a:ea typeface="Arial"/>
              </a:rPr>
              <a:t>2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" name=""/>
          <p:cNvSpPr/>
          <p:nvPr/>
        </p:nvSpPr>
        <p:spPr>
          <a:xfrm>
            <a:off x="485640" y="2857320"/>
            <a:ext cx="7048800" cy="714600"/>
          </a:xfrm>
          <a:custGeom>
            <a:avLst/>
            <a:gdLst/>
            <a:ahLst/>
            <a:rect l="0" t="0" r="r" b="b"/>
            <a:pathLst>
              <a:path w="19580" h="1985">
                <a:moveTo>
                  <a:pt x="0" y="1880"/>
                </a:moveTo>
                <a:lnTo>
                  <a:pt x="0" y="106"/>
                </a:lnTo>
                <a:cubicBezTo>
                  <a:pt x="0" y="92"/>
                  <a:pt x="1" y="78"/>
                  <a:pt x="2" y="65"/>
                </a:cubicBezTo>
                <a:cubicBezTo>
                  <a:pt x="3" y="52"/>
                  <a:pt x="5" y="41"/>
                  <a:pt x="8" y="31"/>
                </a:cubicBezTo>
                <a:cubicBezTo>
                  <a:pt x="10" y="21"/>
                  <a:pt x="13" y="13"/>
                  <a:pt x="16" y="8"/>
                </a:cubicBezTo>
                <a:cubicBezTo>
                  <a:pt x="19" y="3"/>
                  <a:pt x="23" y="0"/>
                  <a:pt x="26" y="0"/>
                </a:cubicBezTo>
                <a:lnTo>
                  <a:pt x="19474" y="0"/>
                </a:lnTo>
                <a:cubicBezTo>
                  <a:pt x="19488" y="0"/>
                  <a:pt x="19502" y="3"/>
                  <a:pt x="19515" y="8"/>
                </a:cubicBezTo>
                <a:cubicBezTo>
                  <a:pt x="19528" y="13"/>
                  <a:pt x="19539" y="21"/>
                  <a:pt x="19549" y="31"/>
                </a:cubicBezTo>
                <a:cubicBezTo>
                  <a:pt x="19559" y="41"/>
                  <a:pt x="19567" y="52"/>
                  <a:pt x="19572" y="65"/>
                </a:cubicBezTo>
                <a:cubicBezTo>
                  <a:pt x="19577" y="78"/>
                  <a:pt x="19580" y="92"/>
                  <a:pt x="19580" y="106"/>
                </a:cubicBezTo>
                <a:lnTo>
                  <a:pt x="19580" y="1880"/>
                </a:lnTo>
                <a:cubicBezTo>
                  <a:pt x="19580" y="1894"/>
                  <a:pt x="19577" y="1907"/>
                  <a:pt x="19572" y="1920"/>
                </a:cubicBezTo>
                <a:cubicBezTo>
                  <a:pt x="19567" y="1933"/>
                  <a:pt x="19559" y="1944"/>
                  <a:pt x="19549" y="1954"/>
                </a:cubicBezTo>
                <a:cubicBezTo>
                  <a:pt x="19539" y="1964"/>
                  <a:pt x="19528" y="1972"/>
                  <a:pt x="19515" y="1977"/>
                </a:cubicBezTo>
                <a:cubicBezTo>
                  <a:pt x="19502" y="1983"/>
                  <a:pt x="19488" y="1985"/>
                  <a:pt x="19474" y="1985"/>
                </a:cubicBezTo>
                <a:lnTo>
                  <a:pt x="26" y="1985"/>
                </a:lnTo>
                <a:cubicBezTo>
                  <a:pt x="23" y="1985"/>
                  <a:pt x="19" y="1983"/>
                  <a:pt x="16" y="1977"/>
                </a:cubicBezTo>
                <a:cubicBezTo>
                  <a:pt x="13" y="1972"/>
                  <a:pt x="10" y="1964"/>
                  <a:pt x="8" y="1954"/>
                </a:cubicBezTo>
                <a:cubicBezTo>
                  <a:pt x="5" y="1944"/>
                  <a:pt x="3" y="1933"/>
                  <a:pt x="2" y="1920"/>
                </a:cubicBezTo>
                <a:cubicBezTo>
                  <a:pt x="1" y="1907"/>
                  <a:pt x="0" y="1894"/>
                  <a:pt x="0" y="1880"/>
                </a:cubicBezTo>
                <a:close/>
              </a:path>
            </a:pathLst>
          </a:custGeom>
          <a:solidFill>
            <a:srgbClr val="fdf3e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" name=""/>
          <p:cNvSpPr/>
          <p:nvPr/>
        </p:nvSpPr>
        <p:spPr>
          <a:xfrm>
            <a:off x="456840" y="2857320"/>
            <a:ext cx="7077600" cy="714600"/>
          </a:xfrm>
          <a:custGeom>
            <a:avLst/>
            <a:gdLst/>
            <a:ahLst/>
            <a:rect l="0" t="0" r="r" b="b"/>
            <a:pathLst>
              <a:path w="19660" h="1985">
                <a:moveTo>
                  <a:pt x="0" y="0"/>
                </a:moveTo>
                <a:lnTo>
                  <a:pt x="19660" y="0"/>
                </a:lnTo>
                <a:lnTo>
                  <a:pt x="19660" y="1985"/>
                </a:lnTo>
                <a:lnTo>
                  <a:pt x="0" y="1985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" name=""/>
          <p:cNvSpPr/>
          <p:nvPr/>
        </p:nvSpPr>
        <p:spPr>
          <a:xfrm>
            <a:off x="695160" y="3047760"/>
            <a:ext cx="333720" cy="333720"/>
          </a:xfrm>
          <a:custGeom>
            <a:avLst/>
            <a:gdLst/>
            <a:ahLst/>
            <a:rect l="0" t="0" r="r" b="b"/>
            <a:pathLst>
              <a:path w="927" h="927">
                <a:moveTo>
                  <a:pt x="927" y="464"/>
                </a:moveTo>
                <a:cubicBezTo>
                  <a:pt x="927" y="495"/>
                  <a:pt x="924" y="525"/>
                  <a:pt x="918" y="555"/>
                </a:cubicBezTo>
                <a:cubicBezTo>
                  <a:pt x="912" y="584"/>
                  <a:pt x="903" y="613"/>
                  <a:pt x="892" y="641"/>
                </a:cubicBezTo>
                <a:cubicBezTo>
                  <a:pt x="880" y="669"/>
                  <a:pt x="866" y="696"/>
                  <a:pt x="849" y="721"/>
                </a:cubicBezTo>
                <a:cubicBezTo>
                  <a:pt x="832" y="747"/>
                  <a:pt x="813" y="770"/>
                  <a:pt x="791" y="792"/>
                </a:cubicBezTo>
                <a:cubicBezTo>
                  <a:pt x="770" y="813"/>
                  <a:pt x="746" y="832"/>
                  <a:pt x="721" y="849"/>
                </a:cubicBezTo>
                <a:cubicBezTo>
                  <a:pt x="696" y="866"/>
                  <a:pt x="669" y="880"/>
                  <a:pt x="641" y="892"/>
                </a:cubicBezTo>
                <a:cubicBezTo>
                  <a:pt x="613" y="904"/>
                  <a:pt x="584" y="912"/>
                  <a:pt x="554" y="918"/>
                </a:cubicBezTo>
                <a:cubicBezTo>
                  <a:pt x="524" y="924"/>
                  <a:pt x="494" y="927"/>
                  <a:pt x="464" y="927"/>
                </a:cubicBezTo>
                <a:cubicBezTo>
                  <a:pt x="434" y="927"/>
                  <a:pt x="403" y="924"/>
                  <a:pt x="373" y="918"/>
                </a:cubicBezTo>
                <a:cubicBezTo>
                  <a:pt x="343" y="912"/>
                  <a:pt x="314" y="904"/>
                  <a:pt x="286" y="892"/>
                </a:cubicBezTo>
                <a:cubicBezTo>
                  <a:pt x="258" y="880"/>
                  <a:pt x="231" y="866"/>
                  <a:pt x="206" y="849"/>
                </a:cubicBezTo>
                <a:cubicBezTo>
                  <a:pt x="180" y="832"/>
                  <a:pt x="157" y="813"/>
                  <a:pt x="136" y="792"/>
                </a:cubicBezTo>
                <a:cubicBezTo>
                  <a:pt x="114" y="770"/>
                  <a:pt x="95" y="747"/>
                  <a:pt x="78" y="721"/>
                </a:cubicBezTo>
                <a:cubicBezTo>
                  <a:pt x="61" y="696"/>
                  <a:pt x="47" y="669"/>
                  <a:pt x="35" y="641"/>
                </a:cubicBezTo>
                <a:cubicBezTo>
                  <a:pt x="24" y="613"/>
                  <a:pt x="15" y="584"/>
                  <a:pt x="9" y="555"/>
                </a:cubicBezTo>
                <a:cubicBezTo>
                  <a:pt x="3" y="525"/>
                  <a:pt x="0" y="495"/>
                  <a:pt x="0" y="464"/>
                </a:cubicBezTo>
                <a:cubicBezTo>
                  <a:pt x="0" y="434"/>
                  <a:pt x="3" y="404"/>
                  <a:pt x="9" y="374"/>
                </a:cubicBezTo>
                <a:cubicBezTo>
                  <a:pt x="15" y="344"/>
                  <a:pt x="24" y="314"/>
                  <a:pt x="35" y="286"/>
                </a:cubicBezTo>
                <a:cubicBezTo>
                  <a:pt x="47" y="258"/>
                  <a:pt x="61" y="231"/>
                  <a:pt x="78" y="206"/>
                </a:cubicBezTo>
                <a:cubicBezTo>
                  <a:pt x="95" y="181"/>
                  <a:pt x="114" y="157"/>
                  <a:pt x="136" y="136"/>
                </a:cubicBezTo>
                <a:cubicBezTo>
                  <a:pt x="157" y="114"/>
                  <a:pt x="180" y="95"/>
                  <a:pt x="206" y="78"/>
                </a:cubicBezTo>
                <a:cubicBezTo>
                  <a:pt x="231" y="61"/>
                  <a:pt x="258" y="47"/>
                  <a:pt x="286" y="35"/>
                </a:cubicBezTo>
                <a:cubicBezTo>
                  <a:pt x="314" y="24"/>
                  <a:pt x="343" y="15"/>
                  <a:pt x="373" y="9"/>
                </a:cubicBezTo>
                <a:cubicBezTo>
                  <a:pt x="403" y="3"/>
                  <a:pt x="434" y="0"/>
                  <a:pt x="464" y="0"/>
                </a:cubicBezTo>
                <a:cubicBezTo>
                  <a:pt x="494" y="0"/>
                  <a:pt x="524" y="3"/>
                  <a:pt x="554" y="9"/>
                </a:cubicBezTo>
                <a:cubicBezTo>
                  <a:pt x="584" y="15"/>
                  <a:pt x="613" y="24"/>
                  <a:pt x="641" y="35"/>
                </a:cubicBezTo>
                <a:cubicBezTo>
                  <a:pt x="669" y="47"/>
                  <a:pt x="696" y="61"/>
                  <a:pt x="721" y="78"/>
                </a:cubicBezTo>
                <a:cubicBezTo>
                  <a:pt x="746" y="95"/>
                  <a:pt x="770" y="114"/>
                  <a:pt x="791" y="136"/>
                </a:cubicBezTo>
                <a:cubicBezTo>
                  <a:pt x="813" y="157"/>
                  <a:pt x="832" y="181"/>
                  <a:pt x="849" y="206"/>
                </a:cubicBezTo>
                <a:cubicBezTo>
                  <a:pt x="866" y="231"/>
                  <a:pt x="880" y="258"/>
                  <a:pt x="892" y="286"/>
                </a:cubicBezTo>
                <a:cubicBezTo>
                  <a:pt x="903" y="314"/>
                  <a:pt x="912" y="344"/>
                  <a:pt x="918" y="374"/>
                </a:cubicBezTo>
                <a:cubicBezTo>
                  <a:pt x="924" y="404"/>
                  <a:pt x="927" y="434"/>
                  <a:pt x="927" y="464"/>
                </a:cubicBez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" name=""/>
          <p:cNvSpPr txBox="1"/>
          <p:nvPr/>
        </p:nvSpPr>
        <p:spPr>
          <a:xfrm>
            <a:off x="1199880" y="2411280"/>
            <a:ext cx="56469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3d68ec"/>
                </a:solidFill>
                <a:latin typeface="Arial"/>
                <a:ea typeface="Arial"/>
              </a:rPr>
              <a:t>De trend eruit halen.</a:t>
            </a:r>
            <a:r>
              <a:rPr b="0" lang="en-US" sz="1200" spc="-1" strike="noStrike">
                <a:solidFill>
                  <a:srgbClr val="1a1a2e"/>
                </a:solidFill>
                <a:latin typeface="Arial"/>
                <a:ea typeface="Arial"/>
              </a:rPr>
              <a:t> Wat elke golf vroeg, en of daar een richting in zit.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" name=""/>
          <p:cNvSpPr txBox="1"/>
          <p:nvPr/>
        </p:nvSpPr>
        <p:spPr>
          <a:xfrm>
            <a:off x="817200" y="313056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ffffff"/>
                </a:solidFill>
                <a:latin typeface="Arial"/>
                <a:ea typeface="Arial"/>
              </a:rPr>
              <a:t>3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" name=""/>
          <p:cNvSpPr txBox="1"/>
          <p:nvPr/>
        </p:nvSpPr>
        <p:spPr>
          <a:xfrm>
            <a:off x="1199880" y="3020760"/>
            <a:ext cx="70783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3d68ec"/>
                </a:solidFill>
                <a:latin typeface="Arial"/>
                <a:ea typeface="Arial"/>
              </a:rPr>
              <a:t>Ons traject ernaast leggen.</a:t>
            </a:r>
            <a:r>
              <a:rPr b="0" lang="en-US" sz="1200" spc="-1" strike="noStrike">
                <a:solidFill>
                  <a:srgbClr val="1a1a2e"/>
                </a:solidFill>
                <a:latin typeface="Arial"/>
                <a:ea typeface="Arial"/>
              </a:rPr>
              <a:t> Ligt het werk van OKx op die lijn, en welke kansen en risico's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" name=""/>
          <p:cNvSpPr/>
          <p:nvPr/>
        </p:nvSpPr>
        <p:spPr>
          <a:xfrm>
            <a:off x="456840" y="3714480"/>
            <a:ext cx="7410960" cy="781560"/>
          </a:xfrm>
          <a:custGeom>
            <a:avLst/>
            <a:gdLst/>
            <a:ahLst/>
            <a:rect l="0" t="0" r="r" b="b"/>
            <a:pathLst>
              <a:path w="20586" h="2171">
                <a:moveTo>
                  <a:pt x="0" y="0"/>
                </a:moveTo>
                <a:lnTo>
                  <a:pt x="20586" y="0"/>
                </a:lnTo>
                <a:lnTo>
                  <a:pt x="20586" y="2171"/>
                </a:lnTo>
                <a:lnTo>
                  <a:pt x="0" y="217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" name=""/>
          <p:cNvSpPr/>
          <p:nvPr/>
        </p:nvSpPr>
        <p:spPr>
          <a:xfrm>
            <a:off x="456840" y="3714480"/>
            <a:ext cx="7410960" cy="38520"/>
          </a:xfrm>
          <a:custGeom>
            <a:avLst/>
            <a:gdLst/>
            <a:ahLst/>
            <a:rect l="0" t="0" r="r" b="b"/>
            <a:pathLst>
              <a:path w="20586" h="107">
                <a:moveTo>
                  <a:pt x="0" y="0"/>
                </a:moveTo>
                <a:lnTo>
                  <a:pt x="20586" y="0"/>
                </a:lnTo>
                <a:lnTo>
                  <a:pt x="20586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" name=""/>
          <p:cNvSpPr/>
          <p:nvPr/>
        </p:nvSpPr>
        <p:spPr>
          <a:xfrm>
            <a:off x="456840" y="4485960"/>
            <a:ext cx="7410960" cy="10080"/>
          </a:xfrm>
          <a:custGeom>
            <a:avLst/>
            <a:gdLst/>
            <a:ahLst/>
            <a:rect l="0" t="0" r="r" b="b"/>
            <a:pathLst>
              <a:path w="20586" h="28">
                <a:moveTo>
                  <a:pt x="0" y="0"/>
                </a:moveTo>
                <a:lnTo>
                  <a:pt x="20586" y="0"/>
                </a:lnTo>
                <a:lnTo>
                  <a:pt x="2058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" name=""/>
          <p:cNvSpPr/>
          <p:nvPr/>
        </p:nvSpPr>
        <p:spPr>
          <a:xfrm>
            <a:off x="7858080" y="3714480"/>
            <a:ext cx="9720" cy="781560"/>
          </a:xfrm>
          <a:custGeom>
            <a:avLst/>
            <a:gdLst/>
            <a:ahLst/>
            <a:rect l="0" t="0" r="r" b="b"/>
            <a:pathLst>
              <a:path w="27" h="2171">
                <a:moveTo>
                  <a:pt x="0" y="106"/>
                </a:moveTo>
                <a:lnTo>
                  <a:pt x="0" y="2171"/>
                </a:lnTo>
                <a:lnTo>
                  <a:pt x="27" y="2171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" name=""/>
          <p:cNvSpPr/>
          <p:nvPr/>
        </p:nvSpPr>
        <p:spPr>
          <a:xfrm>
            <a:off x="456840" y="3714480"/>
            <a:ext cx="10080" cy="781560"/>
          </a:xfrm>
          <a:custGeom>
            <a:avLst/>
            <a:gdLst/>
            <a:ahLst/>
            <a:rect l="0" t="0" r="r" b="b"/>
            <a:pathLst>
              <a:path w="28" h="2171">
                <a:moveTo>
                  <a:pt x="0" y="0"/>
                </a:moveTo>
                <a:lnTo>
                  <a:pt x="0" y="2171"/>
                </a:lnTo>
                <a:lnTo>
                  <a:pt x="28" y="2171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1199880" y="3240000"/>
            <a:ext cx="105984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a1a2e"/>
                </a:solidFill>
                <a:latin typeface="Arial"/>
                <a:ea typeface="Arial"/>
              </a:rPr>
              <a:t>levert dat op?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" name=""/>
          <p:cNvSpPr txBox="1"/>
          <p:nvPr/>
        </p:nvSpPr>
        <p:spPr>
          <a:xfrm>
            <a:off x="634320" y="3923280"/>
            <a:ext cx="81223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0e7c66"/>
                </a:solidFill>
                <a:latin typeface="Arial"/>
                <a:ea typeface="Arial"/>
              </a:rPr>
              <a:t>De uitkomst vooraf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: de trend wijst een kant op, en ons traject ligt op die lijn. Dat levert vier kansen op en vier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" name=""/>
          <p:cNvSpPr txBox="1"/>
          <p:nvPr/>
        </p:nvSpPr>
        <p:spPr>
          <a:xfrm>
            <a:off x="634320" y="4142520"/>
            <a:ext cx="44949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risico's. De vraag aan het eind gaat over waar we op inzetten.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0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08" name=""/>
          <p:cNvSpPr/>
          <p:nvPr/>
        </p:nvSpPr>
        <p:spPr>
          <a:xfrm>
            <a:off x="2278080" y="2426760"/>
            <a:ext cx="438120" cy="0"/>
          </a:xfrm>
          <a:custGeom>
            <a:avLst/>
            <a:gdLst/>
            <a:ahLst/>
            <a:rect l="0" t="0" r="r" b="b"/>
            <a:pathLst>
              <a:path fill="none" w="1217" h="0">
                <a:moveTo>
                  <a:pt x="0" y="0"/>
                </a:moveTo>
                <a:lnTo>
                  <a:pt x="111" y="0"/>
                </a:lnTo>
                <a:cubicBezTo>
                  <a:pt x="221" y="0"/>
                  <a:pt x="441" y="0"/>
                  <a:pt x="644" y="0"/>
                </a:cubicBezTo>
                <a:cubicBezTo>
                  <a:pt x="847" y="0"/>
                  <a:pt x="1032" y="0"/>
                  <a:pt x="1125" y="0"/>
                </a:cubicBezTo>
                <a:lnTo>
                  <a:pt x="1217" y="0"/>
                </a:lnTo>
              </a:path>
            </a:pathLst>
          </a:custGeom>
          <a:ln w="9360">
            <a:solidFill>
              <a:srgbClr val="333333"/>
            </a:solidFill>
            <a:miter/>
          </a:ln>
        </p:spPr>
        <p:txBody>
          <a:bodyPr lIns="4680" rIns="4680" tIns="-4680" bIns="-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" name=""/>
          <p:cNvSpPr/>
          <p:nvPr/>
        </p:nvSpPr>
        <p:spPr>
          <a:xfrm>
            <a:off x="2678400" y="2388600"/>
            <a:ext cx="76320" cy="76680"/>
          </a:xfrm>
          <a:custGeom>
            <a:avLst/>
            <a:gdLst/>
            <a:ahLst/>
            <a:rect l="0" t="0" r="r" b="b"/>
            <a:pathLst>
              <a:path w="212" h="213">
                <a:moveTo>
                  <a:pt x="0" y="0"/>
                </a:moveTo>
                <a:lnTo>
                  <a:pt x="212" y="107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0" name=""/>
          <p:cNvSpPr/>
          <p:nvPr/>
        </p:nvSpPr>
        <p:spPr>
          <a:xfrm>
            <a:off x="2674440" y="238248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34" y="17"/>
                </a:moveTo>
                <a:lnTo>
                  <a:pt x="54" y="27"/>
                </a:lnTo>
                <a:lnTo>
                  <a:pt x="45" y="46"/>
                </a:lnTo>
                <a:lnTo>
                  <a:pt x="25" y="36"/>
                </a:lnTo>
                <a:lnTo>
                  <a:pt x="34" y="17"/>
                </a:lnTo>
                <a:moveTo>
                  <a:pt x="54" y="27"/>
                </a:moveTo>
                <a:lnTo>
                  <a:pt x="73" y="36"/>
                </a:lnTo>
                <a:lnTo>
                  <a:pt x="64" y="55"/>
                </a:lnTo>
                <a:lnTo>
                  <a:pt x="45" y="46"/>
                </a:lnTo>
                <a:lnTo>
                  <a:pt x="54" y="27"/>
                </a:lnTo>
                <a:moveTo>
                  <a:pt x="73" y="36"/>
                </a:moveTo>
                <a:lnTo>
                  <a:pt x="92" y="46"/>
                </a:lnTo>
                <a:lnTo>
                  <a:pt x="83" y="65"/>
                </a:lnTo>
                <a:lnTo>
                  <a:pt x="64" y="55"/>
                </a:lnTo>
                <a:lnTo>
                  <a:pt x="73" y="36"/>
                </a:lnTo>
                <a:moveTo>
                  <a:pt x="92" y="46"/>
                </a:moveTo>
                <a:lnTo>
                  <a:pt x="111" y="55"/>
                </a:lnTo>
                <a:lnTo>
                  <a:pt x="101" y="74"/>
                </a:lnTo>
                <a:lnTo>
                  <a:pt x="83" y="65"/>
                </a:lnTo>
                <a:lnTo>
                  <a:pt x="92" y="46"/>
                </a:lnTo>
                <a:moveTo>
                  <a:pt x="111" y="55"/>
                </a:moveTo>
                <a:lnTo>
                  <a:pt x="130" y="65"/>
                </a:lnTo>
                <a:lnTo>
                  <a:pt x="120" y="84"/>
                </a:lnTo>
                <a:lnTo>
                  <a:pt x="101" y="74"/>
                </a:lnTo>
                <a:lnTo>
                  <a:pt x="111" y="55"/>
                </a:lnTo>
                <a:moveTo>
                  <a:pt x="130" y="65"/>
                </a:moveTo>
                <a:lnTo>
                  <a:pt x="149" y="74"/>
                </a:lnTo>
                <a:lnTo>
                  <a:pt x="139" y="93"/>
                </a:lnTo>
                <a:lnTo>
                  <a:pt x="120" y="84"/>
                </a:lnTo>
                <a:lnTo>
                  <a:pt x="130" y="65"/>
                </a:lnTo>
                <a:moveTo>
                  <a:pt x="149" y="74"/>
                </a:moveTo>
                <a:lnTo>
                  <a:pt x="168" y="84"/>
                </a:lnTo>
                <a:lnTo>
                  <a:pt x="158" y="103"/>
                </a:lnTo>
                <a:lnTo>
                  <a:pt x="139" y="93"/>
                </a:lnTo>
                <a:lnTo>
                  <a:pt x="149" y="74"/>
                </a:lnTo>
                <a:moveTo>
                  <a:pt x="168" y="84"/>
                </a:moveTo>
                <a:lnTo>
                  <a:pt x="187" y="93"/>
                </a:lnTo>
                <a:lnTo>
                  <a:pt x="177" y="112"/>
                </a:lnTo>
                <a:lnTo>
                  <a:pt x="158" y="103"/>
                </a:lnTo>
                <a:lnTo>
                  <a:pt x="168" y="84"/>
                </a:lnTo>
                <a:moveTo>
                  <a:pt x="187" y="93"/>
                </a:moveTo>
                <a:lnTo>
                  <a:pt x="206" y="103"/>
                </a:lnTo>
                <a:lnTo>
                  <a:pt x="196" y="123"/>
                </a:lnTo>
                <a:lnTo>
                  <a:pt x="177" y="112"/>
                </a:lnTo>
                <a:lnTo>
                  <a:pt x="187" y="93"/>
                </a:lnTo>
                <a:moveTo>
                  <a:pt x="206" y="103"/>
                </a:moveTo>
                <a:lnTo>
                  <a:pt x="224" y="112"/>
                </a:lnTo>
                <a:lnTo>
                  <a:pt x="215" y="132"/>
                </a:lnTo>
                <a:lnTo>
                  <a:pt x="196" y="123"/>
                </a:lnTo>
                <a:lnTo>
                  <a:pt x="206" y="103"/>
                </a:lnTo>
                <a:moveTo>
                  <a:pt x="224" y="112"/>
                </a:moveTo>
                <a:lnTo>
                  <a:pt x="247" y="124"/>
                </a:lnTo>
                <a:lnTo>
                  <a:pt x="212" y="141"/>
                </a:lnTo>
                <a:lnTo>
                  <a:pt x="203" y="123"/>
                </a:lnTo>
                <a:lnTo>
                  <a:pt x="218" y="114"/>
                </a:lnTo>
                <a:lnTo>
                  <a:pt x="223" y="124"/>
                </a:lnTo>
                <a:lnTo>
                  <a:pt x="218" y="134"/>
                </a:lnTo>
                <a:lnTo>
                  <a:pt x="215" y="132"/>
                </a:lnTo>
                <a:lnTo>
                  <a:pt x="224" y="112"/>
                </a:lnTo>
                <a:moveTo>
                  <a:pt x="212" y="141"/>
                </a:moveTo>
                <a:lnTo>
                  <a:pt x="193" y="151"/>
                </a:lnTo>
                <a:lnTo>
                  <a:pt x="184" y="132"/>
                </a:lnTo>
                <a:lnTo>
                  <a:pt x="203" y="123"/>
                </a:lnTo>
                <a:lnTo>
                  <a:pt x="212" y="141"/>
                </a:lnTo>
                <a:moveTo>
                  <a:pt x="193" y="151"/>
                </a:moveTo>
                <a:lnTo>
                  <a:pt x="175" y="160"/>
                </a:lnTo>
                <a:lnTo>
                  <a:pt x="165" y="141"/>
                </a:lnTo>
                <a:lnTo>
                  <a:pt x="184" y="132"/>
                </a:lnTo>
                <a:lnTo>
                  <a:pt x="193" y="151"/>
                </a:lnTo>
                <a:moveTo>
                  <a:pt x="175" y="160"/>
                </a:moveTo>
                <a:lnTo>
                  <a:pt x="156" y="170"/>
                </a:lnTo>
                <a:lnTo>
                  <a:pt x="146" y="151"/>
                </a:lnTo>
                <a:lnTo>
                  <a:pt x="165" y="141"/>
                </a:lnTo>
                <a:lnTo>
                  <a:pt x="175" y="160"/>
                </a:lnTo>
                <a:moveTo>
                  <a:pt x="156" y="170"/>
                </a:moveTo>
                <a:lnTo>
                  <a:pt x="137" y="179"/>
                </a:lnTo>
                <a:lnTo>
                  <a:pt x="127" y="160"/>
                </a:lnTo>
                <a:lnTo>
                  <a:pt x="146" y="151"/>
                </a:lnTo>
                <a:lnTo>
                  <a:pt x="156" y="170"/>
                </a:lnTo>
                <a:moveTo>
                  <a:pt x="137" y="179"/>
                </a:moveTo>
                <a:lnTo>
                  <a:pt x="118" y="189"/>
                </a:lnTo>
                <a:lnTo>
                  <a:pt x="108" y="170"/>
                </a:lnTo>
                <a:lnTo>
                  <a:pt x="127" y="160"/>
                </a:lnTo>
                <a:lnTo>
                  <a:pt x="137" y="179"/>
                </a:lnTo>
                <a:moveTo>
                  <a:pt x="118" y="189"/>
                </a:moveTo>
                <a:lnTo>
                  <a:pt x="99" y="198"/>
                </a:lnTo>
                <a:lnTo>
                  <a:pt x="89" y="179"/>
                </a:lnTo>
                <a:lnTo>
                  <a:pt x="108" y="170"/>
                </a:lnTo>
                <a:lnTo>
                  <a:pt x="118" y="189"/>
                </a:lnTo>
                <a:moveTo>
                  <a:pt x="99" y="198"/>
                </a:moveTo>
                <a:lnTo>
                  <a:pt x="80" y="208"/>
                </a:lnTo>
                <a:lnTo>
                  <a:pt x="70" y="189"/>
                </a:lnTo>
                <a:lnTo>
                  <a:pt x="89" y="179"/>
                </a:lnTo>
                <a:lnTo>
                  <a:pt x="99" y="198"/>
                </a:lnTo>
                <a:moveTo>
                  <a:pt x="80" y="208"/>
                </a:moveTo>
                <a:lnTo>
                  <a:pt x="61" y="217"/>
                </a:lnTo>
                <a:lnTo>
                  <a:pt x="51" y="198"/>
                </a:lnTo>
                <a:lnTo>
                  <a:pt x="70" y="189"/>
                </a:lnTo>
                <a:lnTo>
                  <a:pt x="80" y="208"/>
                </a:lnTo>
                <a:moveTo>
                  <a:pt x="61" y="217"/>
                </a:moveTo>
                <a:lnTo>
                  <a:pt x="41" y="227"/>
                </a:lnTo>
                <a:lnTo>
                  <a:pt x="32" y="208"/>
                </a:lnTo>
                <a:lnTo>
                  <a:pt x="51" y="198"/>
                </a:lnTo>
                <a:lnTo>
                  <a:pt x="61" y="217"/>
                </a:lnTo>
                <a:moveTo>
                  <a:pt x="41" y="227"/>
                </a:moveTo>
                <a:lnTo>
                  <a:pt x="22" y="236"/>
                </a:lnTo>
                <a:lnTo>
                  <a:pt x="13" y="217"/>
                </a:lnTo>
                <a:lnTo>
                  <a:pt x="32" y="208"/>
                </a:lnTo>
                <a:lnTo>
                  <a:pt x="41" y="227"/>
                </a:lnTo>
                <a:moveTo>
                  <a:pt x="22" y="236"/>
                </a:moveTo>
                <a:lnTo>
                  <a:pt x="0" y="247"/>
                </a:lnTo>
                <a:lnTo>
                  <a:pt x="0" y="216"/>
                </a:lnTo>
                <a:lnTo>
                  <a:pt x="21" y="216"/>
                </a:lnTo>
                <a:lnTo>
                  <a:pt x="21" y="230"/>
                </a:lnTo>
                <a:lnTo>
                  <a:pt x="11" y="230"/>
                </a:lnTo>
                <a:lnTo>
                  <a:pt x="6" y="221"/>
                </a:lnTo>
                <a:lnTo>
                  <a:pt x="13" y="217"/>
                </a:lnTo>
                <a:lnTo>
                  <a:pt x="22" y="236"/>
                </a:lnTo>
                <a:moveTo>
                  <a:pt x="0" y="216"/>
                </a:moveTo>
                <a:lnTo>
                  <a:pt x="0" y="195"/>
                </a:lnTo>
                <a:lnTo>
                  <a:pt x="21" y="195"/>
                </a:lnTo>
                <a:lnTo>
                  <a:pt x="21" y="216"/>
                </a:lnTo>
                <a:lnTo>
                  <a:pt x="0" y="216"/>
                </a:lnTo>
                <a:moveTo>
                  <a:pt x="0" y="195"/>
                </a:moveTo>
                <a:lnTo>
                  <a:pt x="0" y="174"/>
                </a:lnTo>
                <a:lnTo>
                  <a:pt x="21" y="174"/>
                </a:lnTo>
                <a:lnTo>
                  <a:pt x="21" y="195"/>
                </a:lnTo>
                <a:lnTo>
                  <a:pt x="0" y="195"/>
                </a:lnTo>
                <a:moveTo>
                  <a:pt x="0" y="174"/>
                </a:moveTo>
                <a:lnTo>
                  <a:pt x="0" y="153"/>
                </a:lnTo>
                <a:lnTo>
                  <a:pt x="21" y="153"/>
                </a:lnTo>
                <a:lnTo>
                  <a:pt x="21" y="174"/>
                </a:lnTo>
                <a:lnTo>
                  <a:pt x="0" y="174"/>
                </a:lnTo>
                <a:moveTo>
                  <a:pt x="0" y="153"/>
                </a:moveTo>
                <a:lnTo>
                  <a:pt x="0" y="132"/>
                </a:lnTo>
                <a:lnTo>
                  <a:pt x="21" y="132"/>
                </a:lnTo>
                <a:lnTo>
                  <a:pt x="21" y="153"/>
                </a:lnTo>
                <a:lnTo>
                  <a:pt x="0" y="153"/>
                </a:lnTo>
                <a:moveTo>
                  <a:pt x="0" y="132"/>
                </a:moveTo>
                <a:lnTo>
                  <a:pt x="0" y="110"/>
                </a:lnTo>
                <a:lnTo>
                  <a:pt x="21" y="110"/>
                </a:lnTo>
                <a:lnTo>
                  <a:pt x="21" y="132"/>
                </a:lnTo>
                <a:lnTo>
                  <a:pt x="0" y="132"/>
                </a:lnTo>
                <a:moveTo>
                  <a:pt x="0" y="110"/>
                </a:moveTo>
                <a:lnTo>
                  <a:pt x="0" y="89"/>
                </a:lnTo>
                <a:lnTo>
                  <a:pt x="21" y="89"/>
                </a:lnTo>
                <a:lnTo>
                  <a:pt x="21" y="110"/>
                </a:lnTo>
                <a:lnTo>
                  <a:pt x="0" y="110"/>
                </a:lnTo>
                <a:moveTo>
                  <a:pt x="0" y="89"/>
                </a:moveTo>
                <a:lnTo>
                  <a:pt x="0" y="67"/>
                </a:lnTo>
                <a:lnTo>
                  <a:pt x="21" y="67"/>
                </a:lnTo>
                <a:lnTo>
                  <a:pt x="21" y="89"/>
                </a:lnTo>
                <a:lnTo>
                  <a:pt x="0" y="89"/>
                </a:lnTo>
                <a:moveTo>
                  <a:pt x="0" y="67"/>
                </a:moveTo>
                <a:lnTo>
                  <a:pt x="0" y="46"/>
                </a:lnTo>
                <a:lnTo>
                  <a:pt x="21" y="46"/>
                </a:lnTo>
                <a:lnTo>
                  <a:pt x="21" y="67"/>
                </a:lnTo>
                <a:lnTo>
                  <a:pt x="0" y="67"/>
                </a:lnTo>
                <a:moveTo>
                  <a:pt x="0" y="46"/>
                </a:moveTo>
                <a:lnTo>
                  <a:pt x="0" y="25"/>
                </a:lnTo>
                <a:lnTo>
                  <a:pt x="21" y="25"/>
                </a:lnTo>
                <a:lnTo>
                  <a:pt x="21" y="46"/>
                </a:lnTo>
                <a:lnTo>
                  <a:pt x="0" y="46"/>
                </a:lnTo>
                <a:moveTo>
                  <a:pt x="0" y="25"/>
                </a:moveTo>
                <a:lnTo>
                  <a:pt x="0" y="0"/>
                </a:lnTo>
                <a:lnTo>
                  <a:pt x="34" y="17"/>
                </a:lnTo>
                <a:lnTo>
                  <a:pt x="25" y="36"/>
                </a:lnTo>
                <a:lnTo>
                  <a:pt x="6" y="27"/>
                </a:lnTo>
                <a:lnTo>
                  <a:pt x="11" y="17"/>
                </a:lnTo>
                <a:lnTo>
                  <a:pt x="21" y="17"/>
                </a:lnTo>
                <a:lnTo>
                  <a:pt x="21" y="25"/>
                </a:lnTo>
                <a:lnTo>
                  <a:pt x="0" y="25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1" name=""/>
          <p:cNvSpPr/>
          <p:nvPr/>
        </p:nvSpPr>
        <p:spPr>
          <a:xfrm>
            <a:off x="4164480" y="2426760"/>
            <a:ext cx="438120" cy="0"/>
          </a:xfrm>
          <a:custGeom>
            <a:avLst/>
            <a:gdLst/>
            <a:ahLst/>
            <a:rect l="0" t="0" r="r" b="b"/>
            <a:pathLst>
              <a:path fill="none" w="1217" h="0">
                <a:moveTo>
                  <a:pt x="0" y="0"/>
                </a:moveTo>
                <a:lnTo>
                  <a:pt x="110" y="0"/>
                </a:lnTo>
                <a:cubicBezTo>
                  <a:pt x="220" y="0"/>
                  <a:pt x="441" y="0"/>
                  <a:pt x="644" y="0"/>
                </a:cubicBezTo>
                <a:cubicBezTo>
                  <a:pt x="847" y="0"/>
                  <a:pt x="1032" y="0"/>
                  <a:pt x="1124" y="0"/>
                </a:cubicBezTo>
                <a:lnTo>
                  <a:pt x="1217" y="0"/>
                </a:lnTo>
              </a:path>
            </a:pathLst>
          </a:custGeom>
          <a:ln w="9360">
            <a:solidFill>
              <a:srgbClr val="333333"/>
            </a:solidFill>
            <a:miter/>
          </a:ln>
        </p:spPr>
        <p:txBody>
          <a:bodyPr lIns="4680" rIns="4680" tIns="-4680" bIns="-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" name=""/>
          <p:cNvSpPr/>
          <p:nvPr/>
        </p:nvSpPr>
        <p:spPr>
          <a:xfrm>
            <a:off x="4564440" y="238860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0" y="0"/>
                </a:moveTo>
                <a:lnTo>
                  <a:pt x="213" y="107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3" name=""/>
          <p:cNvSpPr/>
          <p:nvPr/>
        </p:nvSpPr>
        <p:spPr>
          <a:xfrm>
            <a:off x="4560840" y="2382480"/>
            <a:ext cx="88560" cy="88920"/>
          </a:xfrm>
          <a:custGeom>
            <a:avLst/>
            <a:gdLst/>
            <a:ahLst/>
            <a:rect l="0" t="0" r="r" b="b"/>
            <a:pathLst>
              <a:path w="246" h="247">
                <a:moveTo>
                  <a:pt x="34" y="17"/>
                </a:moveTo>
                <a:lnTo>
                  <a:pt x="53" y="27"/>
                </a:lnTo>
                <a:lnTo>
                  <a:pt x="43" y="46"/>
                </a:lnTo>
                <a:lnTo>
                  <a:pt x="24" y="36"/>
                </a:lnTo>
                <a:lnTo>
                  <a:pt x="34" y="17"/>
                </a:lnTo>
                <a:moveTo>
                  <a:pt x="53" y="27"/>
                </a:moveTo>
                <a:lnTo>
                  <a:pt x="72" y="36"/>
                </a:lnTo>
                <a:lnTo>
                  <a:pt x="62" y="55"/>
                </a:lnTo>
                <a:lnTo>
                  <a:pt x="43" y="46"/>
                </a:lnTo>
                <a:lnTo>
                  <a:pt x="53" y="27"/>
                </a:lnTo>
                <a:moveTo>
                  <a:pt x="72" y="36"/>
                </a:moveTo>
                <a:lnTo>
                  <a:pt x="91" y="46"/>
                </a:lnTo>
                <a:lnTo>
                  <a:pt x="81" y="65"/>
                </a:lnTo>
                <a:lnTo>
                  <a:pt x="62" y="55"/>
                </a:lnTo>
                <a:lnTo>
                  <a:pt x="72" y="36"/>
                </a:lnTo>
                <a:moveTo>
                  <a:pt x="91" y="46"/>
                </a:moveTo>
                <a:lnTo>
                  <a:pt x="109" y="55"/>
                </a:lnTo>
                <a:lnTo>
                  <a:pt x="100" y="74"/>
                </a:lnTo>
                <a:lnTo>
                  <a:pt x="81" y="65"/>
                </a:lnTo>
                <a:lnTo>
                  <a:pt x="91" y="46"/>
                </a:lnTo>
                <a:moveTo>
                  <a:pt x="109" y="55"/>
                </a:moveTo>
                <a:lnTo>
                  <a:pt x="128" y="65"/>
                </a:lnTo>
                <a:lnTo>
                  <a:pt x="119" y="84"/>
                </a:lnTo>
                <a:lnTo>
                  <a:pt x="100" y="74"/>
                </a:lnTo>
                <a:lnTo>
                  <a:pt x="109" y="55"/>
                </a:lnTo>
                <a:moveTo>
                  <a:pt x="128" y="65"/>
                </a:moveTo>
                <a:lnTo>
                  <a:pt x="147" y="74"/>
                </a:lnTo>
                <a:lnTo>
                  <a:pt x="138" y="93"/>
                </a:lnTo>
                <a:lnTo>
                  <a:pt x="119" y="84"/>
                </a:lnTo>
                <a:lnTo>
                  <a:pt x="128" y="65"/>
                </a:lnTo>
                <a:moveTo>
                  <a:pt x="147" y="74"/>
                </a:moveTo>
                <a:lnTo>
                  <a:pt x="166" y="84"/>
                </a:lnTo>
                <a:lnTo>
                  <a:pt x="157" y="103"/>
                </a:lnTo>
                <a:lnTo>
                  <a:pt x="138" y="93"/>
                </a:lnTo>
                <a:lnTo>
                  <a:pt x="147" y="74"/>
                </a:lnTo>
                <a:moveTo>
                  <a:pt x="166" y="84"/>
                </a:moveTo>
                <a:lnTo>
                  <a:pt x="185" y="93"/>
                </a:lnTo>
                <a:lnTo>
                  <a:pt x="176" y="112"/>
                </a:lnTo>
                <a:lnTo>
                  <a:pt x="157" y="103"/>
                </a:lnTo>
                <a:lnTo>
                  <a:pt x="166" y="84"/>
                </a:lnTo>
                <a:moveTo>
                  <a:pt x="185" y="93"/>
                </a:moveTo>
                <a:lnTo>
                  <a:pt x="205" y="103"/>
                </a:lnTo>
                <a:lnTo>
                  <a:pt x="196" y="123"/>
                </a:lnTo>
                <a:lnTo>
                  <a:pt x="176" y="112"/>
                </a:lnTo>
                <a:lnTo>
                  <a:pt x="185" y="93"/>
                </a:lnTo>
                <a:moveTo>
                  <a:pt x="205" y="103"/>
                </a:moveTo>
                <a:lnTo>
                  <a:pt x="224" y="112"/>
                </a:lnTo>
                <a:lnTo>
                  <a:pt x="215" y="132"/>
                </a:lnTo>
                <a:lnTo>
                  <a:pt x="196" y="123"/>
                </a:lnTo>
                <a:lnTo>
                  <a:pt x="205" y="103"/>
                </a:lnTo>
                <a:moveTo>
                  <a:pt x="224" y="112"/>
                </a:moveTo>
                <a:lnTo>
                  <a:pt x="246" y="124"/>
                </a:lnTo>
                <a:lnTo>
                  <a:pt x="212" y="141"/>
                </a:lnTo>
                <a:lnTo>
                  <a:pt x="203" y="123"/>
                </a:lnTo>
                <a:lnTo>
                  <a:pt x="218" y="114"/>
                </a:lnTo>
                <a:lnTo>
                  <a:pt x="223" y="124"/>
                </a:lnTo>
                <a:lnTo>
                  <a:pt x="218" y="134"/>
                </a:lnTo>
                <a:lnTo>
                  <a:pt x="215" y="132"/>
                </a:lnTo>
                <a:lnTo>
                  <a:pt x="224" y="112"/>
                </a:lnTo>
                <a:moveTo>
                  <a:pt x="212" y="141"/>
                </a:moveTo>
                <a:lnTo>
                  <a:pt x="192" y="151"/>
                </a:lnTo>
                <a:lnTo>
                  <a:pt x="183" y="132"/>
                </a:lnTo>
                <a:lnTo>
                  <a:pt x="203" y="123"/>
                </a:lnTo>
                <a:lnTo>
                  <a:pt x="212" y="141"/>
                </a:lnTo>
                <a:moveTo>
                  <a:pt x="192" y="151"/>
                </a:moveTo>
                <a:lnTo>
                  <a:pt x="173" y="160"/>
                </a:lnTo>
                <a:lnTo>
                  <a:pt x="164" y="141"/>
                </a:lnTo>
                <a:lnTo>
                  <a:pt x="183" y="132"/>
                </a:lnTo>
                <a:lnTo>
                  <a:pt x="192" y="151"/>
                </a:lnTo>
                <a:moveTo>
                  <a:pt x="173" y="160"/>
                </a:moveTo>
                <a:lnTo>
                  <a:pt x="154" y="170"/>
                </a:lnTo>
                <a:lnTo>
                  <a:pt x="145" y="151"/>
                </a:lnTo>
                <a:lnTo>
                  <a:pt x="164" y="141"/>
                </a:lnTo>
                <a:lnTo>
                  <a:pt x="173" y="160"/>
                </a:lnTo>
                <a:moveTo>
                  <a:pt x="154" y="170"/>
                </a:moveTo>
                <a:lnTo>
                  <a:pt x="135" y="179"/>
                </a:lnTo>
                <a:lnTo>
                  <a:pt x="126" y="160"/>
                </a:lnTo>
                <a:lnTo>
                  <a:pt x="145" y="151"/>
                </a:lnTo>
                <a:lnTo>
                  <a:pt x="154" y="170"/>
                </a:lnTo>
                <a:moveTo>
                  <a:pt x="135" y="179"/>
                </a:moveTo>
                <a:lnTo>
                  <a:pt x="116" y="189"/>
                </a:lnTo>
                <a:lnTo>
                  <a:pt x="107" y="170"/>
                </a:lnTo>
                <a:lnTo>
                  <a:pt x="126" y="160"/>
                </a:lnTo>
                <a:lnTo>
                  <a:pt x="135" y="179"/>
                </a:lnTo>
                <a:moveTo>
                  <a:pt x="116" y="189"/>
                </a:moveTo>
                <a:lnTo>
                  <a:pt x="97" y="198"/>
                </a:lnTo>
                <a:lnTo>
                  <a:pt x="88" y="179"/>
                </a:lnTo>
                <a:lnTo>
                  <a:pt x="107" y="170"/>
                </a:lnTo>
                <a:lnTo>
                  <a:pt x="116" y="189"/>
                </a:lnTo>
                <a:moveTo>
                  <a:pt x="97" y="198"/>
                </a:moveTo>
                <a:lnTo>
                  <a:pt x="78" y="208"/>
                </a:lnTo>
                <a:lnTo>
                  <a:pt x="69" y="189"/>
                </a:lnTo>
                <a:lnTo>
                  <a:pt x="88" y="179"/>
                </a:lnTo>
                <a:lnTo>
                  <a:pt x="97" y="198"/>
                </a:lnTo>
                <a:moveTo>
                  <a:pt x="78" y="208"/>
                </a:moveTo>
                <a:lnTo>
                  <a:pt x="60" y="217"/>
                </a:lnTo>
                <a:lnTo>
                  <a:pt x="50" y="198"/>
                </a:lnTo>
                <a:lnTo>
                  <a:pt x="69" y="189"/>
                </a:lnTo>
                <a:lnTo>
                  <a:pt x="78" y="208"/>
                </a:lnTo>
                <a:moveTo>
                  <a:pt x="60" y="217"/>
                </a:moveTo>
                <a:lnTo>
                  <a:pt x="41" y="227"/>
                </a:lnTo>
                <a:lnTo>
                  <a:pt x="31" y="208"/>
                </a:lnTo>
                <a:lnTo>
                  <a:pt x="50" y="198"/>
                </a:lnTo>
                <a:lnTo>
                  <a:pt x="60" y="217"/>
                </a:lnTo>
                <a:moveTo>
                  <a:pt x="41" y="227"/>
                </a:moveTo>
                <a:lnTo>
                  <a:pt x="22" y="236"/>
                </a:lnTo>
                <a:lnTo>
                  <a:pt x="12" y="217"/>
                </a:lnTo>
                <a:lnTo>
                  <a:pt x="31" y="208"/>
                </a:lnTo>
                <a:lnTo>
                  <a:pt x="41" y="227"/>
                </a:lnTo>
                <a:moveTo>
                  <a:pt x="22" y="236"/>
                </a:moveTo>
                <a:lnTo>
                  <a:pt x="0" y="247"/>
                </a:lnTo>
                <a:lnTo>
                  <a:pt x="0" y="216"/>
                </a:lnTo>
                <a:lnTo>
                  <a:pt x="21" y="216"/>
                </a:lnTo>
                <a:lnTo>
                  <a:pt x="21" y="230"/>
                </a:lnTo>
                <a:lnTo>
                  <a:pt x="10" y="230"/>
                </a:lnTo>
                <a:lnTo>
                  <a:pt x="5" y="221"/>
                </a:lnTo>
                <a:lnTo>
                  <a:pt x="12" y="217"/>
                </a:lnTo>
                <a:lnTo>
                  <a:pt x="22" y="236"/>
                </a:lnTo>
                <a:moveTo>
                  <a:pt x="0" y="216"/>
                </a:moveTo>
                <a:lnTo>
                  <a:pt x="0" y="195"/>
                </a:lnTo>
                <a:lnTo>
                  <a:pt x="21" y="195"/>
                </a:lnTo>
                <a:lnTo>
                  <a:pt x="21" y="216"/>
                </a:lnTo>
                <a:lnTo>
                  <a:pt x="0" y="216"/>
                </a:lnTo>
                <a:moveTo>
                  <a:pt x="0" y="195"/>
                </a:moveTo>
                <a:lnTo>
                  <a:pt x="0" y="174"/>
                </a:lnTo>
                <a:lnTo>
                  <a:pt x="21" y="174"/>
                </a:lnTo>
                <a:lnTo>
                  <a:pt x="21" y="195"/>
                </a:lnTo>
                <a:lnTo>
                  <a:pt x="0" y="195"/>
                </a:lnTo>
                <a:moveTo>
                  <a:pt x="0" y="174"/>
                </a:moveTo>
                <a:lnTo>
                  <a:pt x="0" y="153"/>
                </a:lnTo>
                <a:lnTo>
                  <a:pt x="21" y="153"/>
                </a:lnTo>
                <a:lnTo>
                  <a:pt x="21" y="174"/>
                </a:lnTo>
                <a:lnTo>
                  <a:pt x="0" y="174"/>
                </a:lnTo>
                <a:moveTo>
                  <a:pt x="0" y="153"/>
                </a:moveTo>
                <a:lnTo>
                  <a:pt x="0" y="132"/>
                </a:lnTo>
                <a:lnTo>
                  <a:pt x="21" y="132"/>
                </a:lnTo>
                <a:lnTo>
                  <a:pt x="21" y="153"/>
                </a:lnTo>
                <a:lnTo>
                  <a:pt x="0" y="153"/>
                </a:lnTo>
                <a:moveTo>
                  <a:pt x="0" y="132"/>
                </a:moveTo>
                <a:lnTo>
                  <a:pt x="0" y="110"/>
                </a:lnTo>
                <a:lnTo>
                  <a:pt x="21" y="110"/>
                </a:lnTo>
                <a:lnTo>
                  <a:pt x="21" y="132"/>
                </a:lnTo>
                <a:lnTo>
                  <a:pt x="0" y="132"/>
                </a:lnTo>
                <a:moveTo>
                  <a:pt x="0" y="110"/>
                </a:moveTo>
                <a:lnTo>
                  <a:pt x="0" y="89"/>
                </a:lnTo>
                <a:lnTo>
                  <a:pt x="21" y="89"/>
                </a:lnTo>
                <a:lnTo>
                  <a:pt x="21" y="110"/>
                </a:lnTo>
                <a:lnTo>
                  <a:pt x="0" y="110"/>
                </a:lnTo>
                <a:moveTo>
                  <a:pt x="0" y="89"/>
                </a:moveTo>
                <a:lnTo>
                  <a:pt x="0" y="67"/>
                </a:lnTo>
                <a:lnTo>
                  <a:pt x="21" y="67"/>
                </a:lnTo>
                <a:lnTo>
                  <a:pt x="21" y="89"/>
                </a:lnTo>
                <a:lnTo>
                  <a:pt x="0" y="89"/>
                </a:lnTo>
                <a:moveTo>
                  <a:pt x="0" y="67"/>
                </a:moveTo>
                <a:lnTo>
                  <a:pt x="0" y="46"/>
                </a:lnTo>
                <a:lnTo>
                  <a:pt x="21" y="46"/>
                </a:lnTo>
                <a:lnTo>
                  <a:pt x="21" y="67"/>
                </a:lnTo>
                <a:lnTo>
                  <a:pt x="0" y="67"/>
                </a:lnTo>
                <a:moveTo>
                  <a:pt x="0" y="46"/>
                </a:moveTo>
                <a:lnTo>
                  <a:pt x="0" y="25"/>
                </a:lnTo>
                <a:lnTo>
                  <a:pt x="21" y="25"/>
                </a:lnTo>
                <a:lnTo>
                  <a:pt x="21" y="46"/>
                </a:lnTo>
                <a:lnTo>
                  <a:pt x="0" y="46"/>
                </a:lnTo>
                <a:moveTo>
                  <a:pt x="0" y="25"/>
                </a:moveTo>
                <a:lnTo>
                  <a:pt x="0" y="0"/>
                </a:lnTo>
                <a:lnTo>
                  <a:pt x="34" y="17"/>
                </a:lnTo>
                <a:lnTo>
                  <a:pt x="24" y="36"/>
                </a:lnTo>
                <a:lnTo>
                  <a:pt x="5" y="27"/>
                </a:lnTo>
                <a:lnTo>
                  <a:pt x="10" y="17"/>
                </a:lnTo>
                <a:lnTo>
                  <a:pt x="21" y="17"/>
                </a:lnTo>
                <a:lnTo>
                  <a:pt x="21" y="25"/>
                </a:lnTo>
                <a:lnTo>
                  <a:pt x="0" y="25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4" name=""/>
          <p:cNvSpPr/>
          <p:nvPr/>
        </p:nvSpPr>
        <p:spPr>
          <a:xfrm>
            <a:off x="533520" y="2169720"/>
            <a:ext cx="1744920" cy="514440"/>
          </a:xfrm>
          <a:custGeom>
            <a:avLst/>
            <a:gdLst/>
            <a:ahLst/>
            <a:rect l="0" t="0" r="r" b="b"/>
            <a:pathLst>
              <a:path w="4847" h="1429">
                <a:moveTo>
                  <a:pt x="0" y="0"/>
                </a:moveTo>
                <a:lnTo>
                  <a:pt x="4847" y="0"/>
                </a:lnTo>
                <a:lnTo>
                  <a:pt x="4847" y="1429"/>
                </a:lnTo>
                <a:lnTo>
                  <a:pt x="0" y="142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" name=""/>
          <p:cNvSpPr/>
          <p:nvPr/>
        </p:nvSpPr>
        <p:spPr>
          <a:xfrm>
            <a:off x="533520" y="2169720"/>
            <a:ext cx="1744920" cy="514440"/>
          </a:xfrm>
          <a:custGeom>
            <a:avLst/>
            <a:gdLst/>
            <a:ahLst/>
            <a:rect l="0" t="0" r="r" b="b"/>
            <a:pathLst>
              <a:path w="4847" h="1429">
                <a:moveTo>
                  <a:pt x="0" y="0"/>
                </a:moveTo>
                <a:lnTo>
                  <a:pt x="4847" y="0"/>
                </a:lnTo>
                <a:lnTo>
                  <a:pt x="4847" y="1429"/>
                </a:lnTo>
                <a:lnTo>
                  <a:pt x="0" y="1429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94a3b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" name=""/>
          <p:cNvSpPr txBox="1"/>
          <p:nvPr/>
        </p:nvSpPr>
        <p:spPr>
          <a:xfrm>
            <a:off x="439920" y="1434240"/>
            <a:ext cx="55404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Een systeem, jaren negentig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" name=""/>
          <p:cNvSpPr/>
          <p:nvPr/>
        </p:nvSpPr>
        <p:spPr>
          <a:xfrm>
            <a:off x="2754360" y="2169720"/>
            <a:ext cx="1410480" cy="514440"/>
          </a:xfrm>
          <a:custGeom>
            <a:avLst/>
            <a:gdLst/>
            <a:ahLst/>
            <a:rect l="0" t="0" r="r" b="b"/>
            <a:pathLst>
              <a:path w="3918" h="1429">
                <a:moveTo>
                  <a:pt x="0" y="0"/>
                </a:moveTo>
                <a:lnTo>
                  <a:pt x="3918" y="0"/>
                </a:lnTo>
                <a:lnTo>
                  <a:pt x="3918" y="1429"/>
                </a:lnTo>
                <a:lnTo>
                  <a:pt x="0" y="142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" name=""/>
          <p:cNvSpPr/>
          <p:nvPr/>
        </p:nvSpPr>
        <p:spPr>
          <a:xfrm>
            <a:off x="2754360" y="2169720"/>
            <a:ext cx="1410480" cy="514440"/>
          </a:xfrm>
          <a:custGeom>
            <a:avLst/>
            <a:gdLst/>
            <a:ahLst/>
            <a:rect l="0" t="0" r="r" b="b"/>
            <a:pathLst>
              <a:path w="3918" h="1429">
                <a:moveTo>
                  <a:pt x="0" y="0"/>
                </a:moveTo>
                <a:lnTo>
                  <a:pt x="3918" y="0"/>
                </a:lnTo>
                <a:lnTo>
                  <a:pt x="3918" y="1429"/>
                </a:lnTo>
                <a:lnTo>
                  <a:pt x="0" y="1429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94a3b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" name=""/>
          <p:cNvSpPr txBox="1"/>
          <p:nvPr/>
        </p:nvSpPr>
        <p:spPr>
          <a:xfrm>
            <a:off x="819360" y="2333160"/>
            <a:ext cx="117864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f2937"/>
                </a:solidFill>
                <a:latin typeface="DejaVuSans"/>
                <a:ea typeface="DejaVuSans"/>
              </a:rPr>
              <a:t>Gebruikersschil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" name=""/>
          <p:cNvSpPr/>
          <p:nvPr/>
        </p:nvSpPr>
        <p:spPr>
          <a:xfrm>
            <a:off x="4640760" y="2047680"/>
            <a:ext cx="1407240" cy="758520"/>
          </a:xfrm>
          <a:custGeom>
            <a:avLst/>
            <a:gdLst/>
            <a:ahLst/>
            <a:rect l="0" t="0" r="r" b="b"/>
            <a:pathLst>
              <a:path w="3909" h="2107">
                <a:moveTo>
                  <a:pt x="0" y="358"/>
                </a:moveTo>
                <a:cubicBezTo>
                  <a:pt x="0" y="370"/>
                  <a:pt x="3" y="382"/>
                  <a:pt x="9" y="393"/>
                </a:cubicBezTo>
                <a:cubicBezTo>
                  <a:pt x="15" y="405"/>
                  <a:pt x="25" y="417"/>
                  <a:pt x="37" y="428"/>
                </a:cubicBezTo>
                <a:cubicBezTo>
                  <a:pt x="50" y="440"/>
                  <a:pt x="65" y="451"/>
                  <a:pt x="84" y="462"/>
                </a:cubicBezTo>
                <a:cubicBezTo>
                  <a:pt x="102" y="473"/>
                  <a:pt x="124" y="484"/>
                  <a:pt x="148" y="495"/>
                </a:cubicBezTo>
                <a:cubicBezTo>
                  <a:pt x="173" y="506"/>
                  <a:pt x="200" y="517"/>
                  <a:pt x="230" y="527"/>
                </a:cubicBezTo>
                <a:cubicBezTo>
                  <a:pt x="261" y="537"/>
                  <a:pt x="293" y="547"/>
                  <a:pt x="329" y="557"/>
                </a:cubicBezTo>
                <a:cubicBezTo>
                  <a:pt x="365" y="567"/>
                  <a:pt x="403" y="576"/>
                  <a:pt x="443" y="585"/>
                </a:cubicBezTo>
                <a:cubicBezTo>
                  <a:pt x="484" y="595"/>
                  <a:pt x="527" y="603"/>
                  <a:pt x="572" y="612"/>
                </a:cubicBezTo>
                <a:cubicBezTo>
                  <a:pt x="617" y="620"/>
                  <a:pt x="665" y="628"/>
                  <a:pt x="714" y="635"/>
                </a:cubicBezTo>
                <a:cubicBezTo>
                  <a:pt x="764" y="643"/>
                  <a:pt x="816" y="650"/>
                  <a:pt x="869" y="656"/>
                </a:cubicBezTo>
                <a:cubicBezTo>
                  <a:pt x="922" y="663"/>
                  <a:pt x="977" y="669"/>
                  <a:pt x="1034" y="674"/>
                </a:cubicBezTo>
                <a:cubicBezTo>
                  <a:pt x="1090" y="680"/>
                  <a:pt x="1148" y="685"/>
                  <a:pt x="1207" y="689"/>
                </a:cubicBezTo>
                <a:cubicBezTo>
                  <a:pt x="1266" y="694"/>
                  <a:pt x="1326" y="698"/>
                  <a:pt x="1387" y="701"/>
                </a:cubicBezTo>
                <a:cubicBezTo>
                  <a:pt x="1449" y="704"/>
                  <a:pt x="1511" y="707"/>
                  <a:pt x="1573" y="710"/>
                </a:cubicBezTo>
                <a:cubicBezTo>
                  <a:pt x="1636" y="712"/>
                  <a:pt x="1699" y="714"/>
                  <a:pt x="1763" y="715"/>
                </a:cubicBezTo>
                <a:cubicBezTo>
                  <a:pt x="1827" y="716"/>
                  <a:pt x="1891" y="716"/>
                  <a:pt x="1955" y="716"/>
                </a:cubicBezTo>
                <a:cubicBezTo>
                  <a:pt x="2019" y="716"/>
                  <a:pt x="2082" y="716"/>
                  <a:pt x="2146" y="715"/>
                </a:cubicBezTo>
                <a:cubicBezTo>
                  <a:pt x="2210" y="714"/>
                  <a:pt x="2273" y="712"/>
                  <a:pt x="2336" y="710"/>
                </a:cubicBezTo>
                <a:cubicBezTo>
                  <a:pt x="2399" y="707"/>
                  <a:pt x="2461" y="704"/>
                  <a:pt x="2522" y="701"/>
                </a:cubicBezTo>
                <a:cubicBezTo>
                  <a:pt x="2583" y="698"/>
                  <a:pt x="2643" y="694"/>
                  <a:pt x="2702" y="689"/>
                </a:cubicBezTo>
                <a:cubicBezTo>
                  <a:pt x="2761" y="685"/>
                  <a:pt x="2819" y="680"/>
                  <a:pt x="2876" y="674"/>
                </a:cubicBezTo>
                <a:cubicBezTo>
                  <a:pt x="2932" y="669"/>
                  <a:pt x="2987" y="663"/>
                  <a:pt x="3040" y="656"/>
                </a:cubicBezTo>
                <a:cubicBezTo>
                  <a:pt x="3093" y="650"/>
                  <a:pt x="3145" y="643"/>
                  <a:pt x="3194" y="635"/>
                </a:cubicBezTo>
                <a:cubicBezTo>
                  <a:pt x="3244" y="628"/>
                  <a:pt x="3291" y="620"/>
                  <a:pt x="3336" y="612"/>
                </a:cubicBezTo>
                <a:cubicBezTo>
                  <a:pt x="3382" y="603"/>
                  <a:pt x="3424" y="595"/>
                  <a:pt x="3465" y="585"/>
                </a:cubicBezTo>
                <a:cubicBezTo>
                  <a:pt x="3506" y="576"/>
                  <a:pt x="3544" y="567"/>
                  <a:pt x="3579" y="557"/>
                </a:cubicBezTo>
                <a:cubicBezTo>
                  <a:pt x="3615" y="547"/>
                  <a:pt x="3648" y="537"/>
                  <a:pt x="3678" y="527"/>
                </a:cubicBezTo>
                <a:cubicBezTo>
                  <a:pt x="3708" y="517"/>
                  <a:pt x="3735" y="506"/>
                  <a:pt x="3760" y="495"/>
                </a:cubicBezTo>
                <a:cubicBezTo>
                  <a:pt x="3784" y="484"/>
                  <a:pt x="3806" y="473"/>
                  <a:pt x="3824" y="462"/>
                </a:cubicBezTo>
                <a:cubicBezTo>
                  <a:pt x="3843" y="451"/>
                  <a:pt x="3859" y="440"/>
                  <a:pt x="3871" y="428"/>
                </a:cubicBezTo>
                <a:cubicBezTo>
                  <a:pt x="3883" y="417"/>
                  <a:pt x="3893" y="405"/>
                  <a:pt x="3899" y="393"/>
                </a:cubicBezTo>
                <a:cubicBezTo>
                  <a:pt x="3905" y="382"/>
                  <a:pt x="3909" y="370"/>
                  <a:pt x="3909" y="358"/>
                </a:cubicBezTo>
                <a:cubicBezTo>
                  <a:pt x="3909" y="347"/>
                  <a:pt x="3905" y="335"/>
                  <a:pt x="3899" y="323"/>
                </a:cubicBezTo>
                <a:cubicBezTo>
                  <a:pt x="3893" y="311"/>
                  <a:pt x="3883" y="300"/>
                  <a:pt x="3871" y="288"/>
                </a:cubicBezTo>
                <a:cubicBezTo>
                  <a:pt x="3859" y="277"/>
                  <a:pt x="3843" y="265"/>
                  <a:pt x="3824" y="254"/>
                </a:cubicBezTo>
                <a:cubicBezTo>
                  <a:pt x="3806" y="243"/>
                  <a:pt x="3784" y="232"/>
                  <a:pt x="3760" y="221"/>
                </a:cubicBezTo>
                <a:cubicBezTo>
                  <a:pt x="3735" y="210"/>
                  <a:pt x="3708" y="200"/>
                  <a:pt x="3678" y="189"/>
                </a:cubicBezTo>
                <a:cubicBezTo>
                  <a:pt x="3648" y="179"/>
                  <a:pt x="3615" y="169"/>
                  <a:pt x="3579" y="159"/>
                </a:cubicBezTo>
                <a:cubicBezTo>
                  <a:pt x="3544" y="149"/>
                  <a:pt x="3506" y="140"/>
                  <a:pt x="3465" y="131"/>
                </a:cubicBezTo>
                <a:cubicBezTo>
                  <a:pt x="3424" y="122"/>
                  <a:pt x="3382" y="113"/>
                  <a:pt x="3336" y="105"/>
                </a:cubicBezTo>
                <a:cubicBezTo>
                  <a:pt x="3291" y="97"/>
                  <a:pt x="3244" y="89"/>
                  <a:pt x="3194" y="81"/>
                </a:cubicBezTo>
                <a:cubicBezTo>
                  <a:pt x="3145" y="74"/>
                  <a:pt x="3093" y="67"/>
                  <a:pt x="3040" y="60"/>
                </a:cubicBezTo>
                <a:cubicBezTo>
                  <a:pt x="2987" y="54"/>
                  <a:pt x="2932" y="48"/>
                  <a:pt x="2876" y="42"/>
                </a:cubicBezTo>
                <a:cubicBezTo>
                  <a:pt x="2819" y="37"/>
                  <a:pt x="2761" y="32"/>
                  <a:pt x="2702" y="27"/>
                </a:cubicBezTo>
                <a:cubicBezTo>
                  <a:pt x="2643" y="23"/>
                  <a:pt x="2583" y="19"/>
                  <a:pt x="2522" y="15"/>
                </a:cubicBezTo>
                <a:cubicBezTo>
                  <a:pt x="2461" y="12"/>
                  <a:pt x="2399" y="9"/>
                  <a:pt x="2336" y="7"/>
                </a:cubicBezTo>
                <a:cubicBezTo>
                  <a:pt x="2273" y="5"/>
                  <a:pt x="2210" y="3"/>
                  <a:pt x="2146" y="2"/>
                </a:cubicBezTo>
                <a:cubicBezTo>
                  <a:pt x="2082" y="1"/>
                  <a:pt x="2019" y="0"/>
                  <a:pt x="1955" y="0"/>
                </a:cubicBezTo>
                <a:cubicBezTo>
                  <a:pt x="1891" y="0"/>
                  <a:pt x="1827" y="1"/>
                  <a:pt x="1763" y="2"/>
                </a:cubicBezTo>
                <a:cubicBezTo>
                  <a:pt x="1699" y="3"/>
                  <a:pt x="1636" y="5"/>
                  <a:pt x="1573" y="7"/>
                </a:cubicBezTo>
                <a:cubicBezTo>
                  <a:pt x="1511" y="9"/>
                  <a:pt x="1449" y="12"/>
                  <a:pt x="1387" y="15"/>
                </a:cubicBezTo>
                <a:cubicBezTo>
                  <a:pt x="1326" y="19"/>
                  <a:pt x="1266" y="23"/>
                  <a:pt x="1207" y="27"/>
                </a:cubicBezTo>
                <a:cubicBezTo>
                  <a:pt x="1148" y="32"/>
                  <a:pt x="1090" y="37"/>
                  <a:pt x="1034" y="42"/>
                </a:cubicBezTo>
                <a:cubicBezTo>
                  <a:pt x="977" y="48"/>
                  <a:pt x="922" y="54"/>
                  <a:pt x="869" y="60"/>
                </a:cubicBezTo>
                <a:cubicBezTo>
                  <a:pt x="816" y="67"/>
                  <a:pt x="764" y="74"/>
                  <a:pt x="714" y="81"/>
                </a:cubicBezTo>
                <a:cubicBezTo>
                  <a:pt x="665" y="89"/>
                  <a:pt x="617" y="97"/>
                  <a:pt x="572" y="105"/>
                </a:cubicBezTo>
                <a:cubicBezTo>
                  <a:pt x="527" y="113"/>
                  <a:pt x="484" y="122"/>
                  <a:pt x="443" y="131"/>
                </a:cubicBezTo>
                <a:cubicBezTo>
                  <a:pt x="403" y="140"/>
                  <a:pt x="365" y="149"/>
                  <a:pt x="329" y="159"/>
                </a:cubicBezTo>
                <a:cubicBezTo>
                  <a:pt x="293" y="169"/>
                  <a:pt x="261" y="179"/>
                  <a:pt x="230" y="189"/>
                </a:cubicBezTo>
                <a:cubicBezTo>
                  <a:pt x="200" y="200"/>
                  <a:pt x="173" y="210"/>
                  <a:pt x="148" y="221"/>
                </a:cubicBezTo>
                <a:cubicBezTo>
                  <a:pt x="124" y="232"/>
                  <a:pt x="102" y="243"/>
                  <a:pt x="84" y="254"/>
                </a:cubicBezTo>
                <a:cubicBezTo>
                  <a:pt x="65" y="265"/>
                  <a:pt x="50" y="277"/>
                  <a:pt x="37" y="288"/>
                </a:cubicBezTo>
                <a:cubicBezTo>
                  <a:pt x="25" y="300"/>
                  <a:pt x="15" y="311"/>
                  <a:pt x="9" y="323"/>
                </a:cubicBezTo>
                <a:cubicBezTo>
                  <a:pt x="3" y="335"/>
                  <a:pt x="0" y="347"/>
                  <a:pt x="0" y="358"/>
                </a:cubicBezTo>
                <a:lnTo>
                  <a:pt x="0" y="1749"/>
                </a:lnTo>
                <a:cubicBezTo>
                  <a:pt x="0" y="1761"/>
                  <a:pt x="3" y="1773"/>
                  <a:pt x="9" y="1784"/>
                </a:cubicBezTo>
                <a:cubicBezTo>
                  <a:pt x="15" y="1796"/>
                  <a:pt x="25" y="1808"/>
                  <a:pt x="37" y="1819"/>
                </a:cubicBezTo>
                <a:cubicBezTo>
                  <a:pt x="50" y="1831"/>
                  <a:pt x="65" y="1842"/>
                  <a:pt x="84" y="1853"/>
                </a:cubicBezTo>
                <a:cubicBezTo>
                  <a:pt x="102" y="1864"/>
                  <a:pt x="124" y="1875"/>
                  <a:pt x="148" y="1886"/>
                </a:cubicBezTo>
                <a:cubicBezTo>
                  <a:pt x="173" y="1897"/>
                  <a:pt x="200" y="1908"/>
                  <a:pt x="230" y="1918"/>
                </a:cubicBezTo>
                <a:cubicBezTo>
                  <a:pt x="261" y="1928"/>
                  <a:pt x="293" y="1938"/>
                  <a:pt x="329" y="1948"/>
                </a:cubicBezTo>
                <a:cubicBezTo>
                  <a:pt x="365" y="1958"/>
                  <a:pt x="403" y="1967"/>
                  <a:pt x="443" y="1976"/>
                </a:cubicBezTo>
                <a:cubicBezTo>
                  <a:pt x="484" y="1986"/>
                  <a:pt x="527" y="1994"/>
                  <a:pt x="572" y="2002"/>
                </a:cubicBezTo>
                <a:cubicBezTo>
                  <a:pt x="617" y="2011"/>
                  <a:pt x="665" y="2019"/>
                  <a:pt x="714" y="2026"/>
                </a:cubicBezTo>
                <a:cubicBezTo>
                  <a:pt x="764" y="2034"/>
                  <a:pt x="816" y="2041"/>
                  <a:pt x="869" y="2047"/>
                </a:cubicBezTo>
                <a:cubicBezTo>
                  <a:pt x="922" y="2054"/>
                  <a:pt x="977" y="2060"/>
                  <a:pt x="1034" y="2065"/>
                </a:cubicBezTo>
                <a:cubicBezTo>
                  <a:pt x="1090" y="2071"/>
                  <a:pt x="1148" y="2076"/>
                  <a:pt x="1207" y="2080"/>
                </a:cubicBezTo>
                <a:cubicBezTo>
                  <a:pt x="1266" y="2085"/>
                  <a:pt x="1326" y="2089"/>
                  <a:pt x="1387" y="2092"/>
                </a:cubicBezTo>
                <a:cubicBezTo>
                  <a:pt x="1449" y="2095"/>
                  <a:pt x="1511" y="2098"/>
                  <a:pt x="1573" y="2101"/>
                </a:cubicBezTo>
                <a:cubicBezTo>
                  <a:pt x="1636" y="2103"/>
                  <a:pt x="1699" y="2105"/>
                  <a:pt x="1763" y="2106"/>
                </a:cubicBezTo>
                <a:cubicBezTo>
                  <a:pt x="1827" y="2107"/>
                  <a:pt x="1891" y="2107"/>
                  <a:pt x="1955" y="2107"/>
                </a:cubicBezTo>
                <a:cubicBezTo>
                  <a:pt x="2019" y="2107"/>
                  <a:pt x="2082" y="2107"/>
                  <a:pt x="2146" y="2106"/>
                </a:cubicBezTo>
                <a:cubicBezTo>
                  <a:pt x="2210" y="2105"/>
                  <a:pt x="2273" y="2103"/>
                  <a:pt x="2336" y="2101"/>
                </a:cubicBezTo>
                <a:cubicBezTo>
                  <a:pt x="2399" y="2098"/>
                  <a:pt x="2461" y="2095"/>
                  <a:pt x="2522" y="2092"/>
                </a:cubicBezTo>
                <a:cubicBezTo>
                  <a:pt x="2583" y="2089"/>
                  <a:pt x="2643" y="2085"/>
                  <a:pt x="2702" y="2080"/>
                </a:cubicBezTo>
                <a:cubicBezTo>
                  <a:pt x="2761" y="2076"/>
                  <a:pt x="2819" y="2071"/>
                  <a:pt x="2876" y="2065"/>
                </a:cubicBezTo>
                <a:cubicBezTo>
                  <a:pt x="2932" y="2060"/>
                  <a:pt x="2987" y="2054"/>
                  <a:pt x="3040" y="2047"/>
                </a:cubicBezTo>
                <a:cubicBezTo>
                  <a:pt x="3093" y="2041"/>
                  <a:pt x="3145" y="2034"/>
                  <a:pt x="3194" y="2026"/>
                </a:cubicBezTo>
                <a:cubicBezTo>
                  <a:pt x="3244" y="2019"/>
                  <a:pt x="3291" y="2011"/>
                  <a:pt x="3336" y="2002"/>
                </a:cubicBezTo>
                <a:cubicBezTo>
                  <a:pt x="3382" y="1994"/>
                  <a:pt x="3424" y="1986"/>
                  <a:pt x="3465" y="1976"/>
                </a:cubicBezTo>
                <a:cubicBezTo>
                  <a:pt x="3506" y="1967"/>
                  <a:pt x="3544" y="1958"/>
                  <a:pt x="3579" y="1948"/>
                </a:cubicBezTo>
                <a:cubicBezTo>
                  <a:pt x="3615" y="1938"/>
                  <a:pt x="3648" y="1928"/>
                  <a:pt x="3678" y="1918"/>
                </a:cubicBezTo>
                <a:cubicBezTo>
                  <a:pt x="3708" y="1908"/>
                  <a:pt x="3735" y="1897"/>
                  <a:pt x="3760" y="1886"/>
                </a:cubicBezTo>
                <a:cubicBezTo>
                  <a:pt x="3784" y="1875"/>
                  <a:pt x="3806" y="1864"/>
                  <a:pt x="3824" y="1853"/>
                </a:cubicBezTo>
                <a:cubicBezTo>
                  <a:pt x="3843" y="1842"/>
                  <a:pt x="3859" y="1831"/>
                  <a:pt x="3871" y="1819"/>
                </a:cubicBezTo>
                <a:cubicBezTo>
                  <a:pt x="3883" y="1808"/>
                  <a:pt x="3893" y="1796"/>
                  <a:pt x="3899" y="1784"/>
                </a:cubicBezTo>
                <a:cubicBezTo>
                  <a:pt x="3905" y="1773"/>
                  <a:pt x="3909" y="1761"/>
                  <a:pt x="3909" y="1749"/>
                </a:cubicBezTo>
                <a:lnTo>
                  <a:pt x="3909" y="358"/>
                </a:lnTo>
                <a:lnTo>
                  <a:pt x="0" y="358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" name=""/>
          <p:cNvSpPr/>
          <p:nvPr/>
        </p:nvSpPr>
        <p:spPr>
          <a:xfrm>
            <a:off x="4640760" y="2047680"/>
            <a:ext cx="1407240" cy="758520"/>
          </a:xfrm>
          <a:custGeom>
            <a:avLst/>
            <a:gdLst/>
            <a:ahLst/>
            <a:rect l="0" t="0" r="r" b="b"/>
            <a:pathLst>
              <a:path fill="none" w="3909" h="2107">
                <a:moveTo>
                  <a:pt x="0" y="358"/>
                </a:moveTo>
                <a:cubicBezTo>
                  <a:pt x="0" y="370"/>
                  <a:pt x="3" y="382"/>
                  <a:pt x="9" y="393"/>
                </a:cubicBezTo>
                <a:cubicBezTo>
                  <a:pt x="15" y="405"/>
                  <a:pt x="25" y="417"/>
                  <a:pt x="37" y="428"/>
                </a:cubicBezTo>
                <a:cubicBezTo>
                  <a:pt x="50" y="440"/>
                  <a:pt x="65" y="451"/>
                  <a:pt x="84" y="462"/>
                </a:cubicBezTo>
                <a:cubicBezTo>
                  <a:pt x="102" y="473"/>
                  <a:pt x="124" y="484"/>
                  <a:pt x="148" y="495"/>
                </a:cubicBezTo>
                <a:cubicBezTo>
                  <a:pt x="173" y="506"/>
                  <a:pt x="200" y="517"/>
                  <a:pt x="230" y="527"/>
                </a:cubicBezTo>
                <a:cubicBezTo>
                  <a:pt x="261" y="537"/>
                  <a:pt x="293" y="547"/>
                  <a:pt x="329" y="557"/>
                </a:cubicBezTo>
                <a:cubicBezTo>
                  <a:pt x="365" y="567"/>
                  <a:pt x="403" y="576"/>
                  <a:pt x="443" y="585"/>
                </a:cubicBezTo>
                <a:cubicBezTo>
                  <a:pt x="484" y="595"/>
                  <a:pt x="527" y="603"/>
                  <a:pt x="572" y="612"/>
                </a:cubicBezTo>
                <a:cubicBezTo>
                  <a:pt x="617" y="620"/>
                  <a:pt x="665" y="628"/>
                  <a:pt x="714" y="635"/>
                </a:cubicBezTo>
                <a:cubicBezTo>
                  <a:pt x="764" y="643"/>
                  <a:pt x="816" y="650"/>
                  <a:pt x="869" y="656"/>
                </a:cubicBezTo>
                <a:cubicBezTo>
                  <a:pt x="922" y="663"/>
                  <a:pt x="977" y="669"/>
                  <a:pt x="1034" y="674"/>
                </a:cubicBezTo>
                <a:cubicBezTo>
                  <a:pt x="1090" y="680"/>
                  <a:pt x="1148" y="685"/>
                  <a:pt x="1207" y="689"/>
                </a:cubicBezTo>
                <a:cubicBezTo>
                  <a:pt x="1266" y="694"/>
                  <a:pt x="1326" y="698"/>
                  <a:pt x="1387" y="701"/>
                </a:cubicBezTo>
                <a:cubicBezTo>
                  <a:pt x="1449" y="704"/>
                  <a:pt x="1511" y="707"/>
                  <a:pt x="1573" y="710"/>
                </a:cubicBezTo>
                <a:cubicBezTo>
                  <a:pt x="1636" y="712"/>
                  <a:pt x="1699" y="714"/>
                  <a:pt x="1763" y="715"/>
                </a:cubicBezTo>
                <a:cubicBezTo>
                  <a:pt x="1827" y="716"/>
                  <a:pt x="1891" y="716"/>
                  <a:pt x="1955" y="716"/>
                </a:cubicBezTo>
                <a:cubicBezTo>
                  <a:pt x="2019" y="716"/>
                  <a:pt x="2082" y="716"/>
                  <a:pt x="2146" y="715"/>
                </a:cubicBezTo>
                <a:cubicBezTo>
                  <a:pt x="2210" y="714"/>
                  <a:pt x="2273" y="712"/>
                  <a:pt x="2336" y="710"/>
                </a:cubicBezTo>
                <a:cubicBezTo>
                  <a:pt x="2399" y="707"/>
                  <a:pt x="2461" y="704"/>
                  <a:pt x="2522" y="701"/>
                </a:cubicBezTo>
                <a:cubicBezTo>
                  <a:pt x="2583" y="698"/>
                  <a:pt x="2643" y="694"/>
                  <a:pt x="2702" y="689"/>
                </a:cubicBezTo>
                <a:cubicBezTo>
                  <a:pt x="2761" y="685"/>
                  <a:pt x="2819" y="680"/>
                  <a:pt x="2876" y="674"/>
                </a:cubicBezTo>
                <a:cubicBezTo>
                  <a:pt x="2932" y="669"/>
                  <a:pt x="2987" y="663"/>
                  <a:pt x="3040" y="656"/>
                </a:cubicBezTo>
                <a:cubicBezTo>
                  <a:pt x="3093" y="650"/>
                  <a:pt x="3145" y="643"/>
                  <a:pt x="3194" y="635"/>
                </a:cubicBezTo>
                <a:cubicBezTo>
                  <a:pt x="3244" y="628"/>
                  <a:pt x="3291" y="620"/>
                  <a:pt x="3336" y="612"/>
                </a:cubicBezTo>
                <a:cubicBezTo>
                  <a:pt x="3382" y="603"/>
                  <a:pt x="3424" y="595"/>
                  <a:pt x="3465" y="585"/>
                </a:cubicBezTo>
                <a:cubicBezTo>
                  <a:pt x="3506" y="576"/>
                  <a:pt x="3544" y="567"/>
                  <a:pt x="3579" y="557"/>
                </a:cubicBezTo>
                <a:cubicBezTo>
                  <a:pt x="3615" y="547"/>
                  <a:pt x="3648" y="537"/>
                  <a:pt x="3678" y="527"/>
                </a:cubicBezTo>
                <a:cubicBezTo>
                  <a:pt x="3708" y="517"/>
                  <a:pt x="3735" y="506"/>
                  <a:pt x="3760" y="495"/>
                </a:cubicBezTo>
                <a:cubicBezTo>
                  <a:pt x="3784" y="484"/>
                  <a:pt x="3806" y="473"/>
                  <a:pt x="3824" y="462"/>
                </a:cubicBezTo>
                <a:cubicBezTo>
                  <a:pt x="3843" y="451"/>
                  <a:pt x="3859" y="440"/>
                  <a:pt x="3871" y="428"/>
                </a:cubicBezTo>
                <a:cubicBezTo>
                  <a:pt x="3883" y="417"/>
                  <a:pt x="3893" y="405"/>
                  <a:pt x="3899" y="393"/>
                </a:cubicBezTo>
                <a:cubicBezTo>
                  <a:pt x="3905" y="382"/>
                  <a:pt x="3909" y="370"/>
                  <a:pt x="3909" y="358"/>
                </a:cubicBezTo>
                <a:cubicBezTo>
                  <a:pt x="3909" y="347"/>
                  <a:pt x="3905" y="335"/>
                  <a:pt x="3899" y="323"/>
                </a:cubicBezTo>
                <a:cubicBezTo>
                  <a:pt x="3893" y="311"/>
                  <a:pt x="3883" y="300"/>
                  <a:pt x="3871" y="288"/>
                </a:cubicBezTo>
                <a:cubicBezTo>
                  <a:pt x="3859" y="277"/>
                  <a:pt x="3843" y="265"/>
                  <a:pt x="3824" y="254"/>
                </a:cubicBezTo>
                <a:cubicBezTo>
                  <a:pt x="3806" y="243"/>
                  <a:pt x="3784" y="232"/>
                  <a:pt x="3760" y="221"/>
                </a:cubicBezTo>
                <a:cubicBezTo>
                  <a:pt x="3735" y="210"/>
                  <a:pt x="3708" y="200"/>
                  <a:pt x="3678" y="189"/>
                </a:cubicBezTo>
                <a:cubicBezTo>
                  <a:pt x="3648" y="179"/>
                  <a:pt x="3615" y="169"/>
                  <a:pt x="3579" y="159"/>
                </a:cubicBezTo>
                <a:cubicBezTo>
                  <a:pt x="3544" y="149"/>
                  <a:pt x="3506" y="140"/>
                  <a:pt x="3465" y="131"/>
                </a:cubicBezTo>
                <a:cubicBezTo>
                  <a:pt x="3424" y="122"/>
                  <a:pt x="3382" y="113"/>
                  <a:pt x="3336" y="105"/>
                </a:cubicBezTo>
                <a:cubicBezTo>
                  <a:pt x="3291" y="97"/>
                  <a:pt x="3244" y="89"/>
                  <a:pt x="3194" y="81"/>
                </a:cubicBezTo>
                <a:cubicBezTo>
                  <a:pt x="3145" y="74"/>
                  <a:pt x="3093" y="67"/>
                  <a:pt x="3040" y="60"/>
                </a:cubicBezTo>
                <a:cubicBezTo>
                  <a:pt x="2987" y="54"/>
                  <a:pt x="2932" y="48"/>
                  <a:pt x="2876" y="42"/>
                </a:cubicBezTo>
                <a:cubicBezTo>
                  <a:pt x="2819" y="37"/>
                  <a:pt x="2761" y="32"/>
                  <a:pt x="2702" y="27"/>
                </a:cubicBezTo>
                <a:cubicBezTo>
                  <a:pt x="2643" y="23"/>
                  <a:pt x="2583" y="19"/>
                  <a:pt x="2522" y="15"/>
                </a:cubicBezTo>
                <a:cubicBezTo>
                  <a:pt x="2461" y="12"/>
                  <a:pt x="2399" y="9"/>
                  <a:pt x="2336" y="7"/>
                </a:cubicBezTo>
                <a:cubicBezTo>
                  <a:pt x="2273" y="5"/>
                  <a:pt x="2210" y="3"/>
                  <a:pt x="2146" y="2"/>
                </a:cubicBezTo>
                <a:cubicBezTo>
                  <a:pt x="2082" y="1"/>
                  <a:pt x="2019" y="0"/>
                  <a:pt x="1955" y="0"/>
                </a:cubicBezTo>
                <a:cubicBezTo>
                  <a:pt x="1891" y="0"/>
                  <a:pt x="1827" y="1"/>
                  <a:pt x="1763" y="2"/>
                </a:cubicBezTo>
                <a:cubicBezTo>
                  <a:pt x="1699" y="3"/>
                  <a:pt x="1636" y="5"/>
                  <a:pt x="1573" y="7"/>
                </a:cubicBezTo>
                <a:cubicBezTo>
                  <a:pt x="1511" y="9"/>
                  <a:pt x="1449" y="12"/>
                  <a:pt x="1387" y="15"/>
                </a:cubicBezTo>
                <a:cubicBezTo>
                  <a:pt x="1326" y="19"/>
                  <a:pt x="1266" y="23"/>
                  <a:pt x="1207" y="27"/>
                </a:cubicBezTo>
                <a:cubicBezTo>
                  <a:pt x="1148" y="32"/>
                  <a:pt x="1090" y="37"/>
                  <a:pt x="1034" y="42"/>
                </a:cubicBezTo>
                <a:cubicBezTo>
                  <a:pt x="977" y="48"/>
                  <a:pt x="922" y="54"/>
                  <a:pt x="869" y="60"/>
                </a:cubicBezTo>
                <a:cubicBezTo>
                  <a:pt x="816" y="67"/>
                  <a:pt x="764" y="74"/>
                  <a:pt x="714" y="81"/>
                </a:cubicBezTo>
                <a:cubicBezTo>
                  <a:pt x="665" y="89"/>
                  <a:pt x="617" y="97"/>
                  <a:pt x="572" y="105"/>
                </a:cubicBezTo>
                <a:cubicBezTo>
                  <a:pt x="527" y="113"/>
                  <a:pt x="484" y="122"/>
                  <a:pt x="443" y="131"/>
                </a:cubicBezTo>
                <a:cubicBezTo>
                  <a:pt x="403" y="140"/>
                  <a:pt x="365" y="149"/>
                  <a:pt x="329" y="159"/>
                </a:cubicBezTo>
                <a:cubicBezTo>
                  <a:pt x="293" y="169"/>
                  <a:pt x="261" y="179"/>
                  <a:pt x="230" y="189"/>
                </a:cubicBezTo>
                <a:cubicBezTo>
                  <a:pt x="200" y="200"/>
                  <a:pt x="173" y="210"/>
                  <a:pt x="148" y="221"/>
                </a:cubicBezTo>
                <a:cubicBezTo>
                  <a:pt x="124" y="232"/>
                  <a:pt x="102" y="243"/>
                  <a:pt x="84" y="254"/>
                </a:cubicBezTo>
                <a:cubicBezTo>
                  <a:pt x="65" y="265"/>
                  <a:pt x="50" y="277"/>
                  <a:pt x="37" y="288"/>
                </a:cubicBezTo>
                <a:cubicBezTo>
                  <a:pt x="25" y="300"/>
                  <a:pt x="15" y="311"/>
                  <a:pt x="9" y="323"/>
                </a:cubicBezTo>
                <a:cubicBezTo>
                  <a:pt x="3" y="335"/>
                  <a:pt x="0" y="347"/>
                  <a:pt x="0" y="358"/>
                </a:cubicBezTo>
                <a:lnTo>
                  <a:pt x="0" y="1749"/>
                </a:lnTo>
                <a:cubicBezTo>
                  <a:pt x="0" y="1761"/>
                  <a:pt x="3" y="1773"/>
                  <a:pt x="9" y="1784"/>
                </a:cubicBezTo>
                <a:cubicBezTo>
                  <a:pt x="15" y="1796"/>
                  <a:pt x="25" y="1808"/>
                  <a:pt x="37" y="1819"/>
                </a:cubicBezTo>
                <a:cubicBezTo>
                  <a:pt x="50" y="1831"/>
                  <a:pt x="65" y="1842"/>
                  <a:pt x="84" y="1853"/>
                </a:cubicBezTo>
                <a:cubicBezTo>
                  <a:pt x="102" y="1864"/>
                  <a:pt x="124" y="1875"/>
                  <a:pt x="148" y="1886"/>
                </a:cubicBezTo>
                <a:cubicBezTo>
                  <a:pt x="173" y="1897"/>
                  <a:pt x="200" y="1908"/>
                  <a:pt x="230" y="1918"/>
                </a:cubicBezTo>
                <a:cubicBezTo>
                  <a:pt x="261" y="1928"/>
                  <a:pt x="293" y="1938"/>
                  <a:pt x="329" y="1948"/>
                </a:cubicBezTo>
                <a:cubicBezTo>
                  <a:pt x="365" y="1958"/>
                  <a:pt x="403" y="1967"/>
                  <a:pt x="443" y="1976"/>
                </a:cubicBezTo>
                <a:cubicBezTo>
                  <a:pt x="484" y="1986"/>
                  <a:pt x="527" y="1994"/>
                  <a:pt x="572" y="2002"/>
                </a:cubicBezTo>
                <a:cubicBezTo>
                  <a:pt x="617" y="2011"/>
                  <a:pt x="665" y="2019"/>
                  <a:pt x="714" y="2026"/>
                </a:cubicBezTo>
                <a:cubicBezTo>
                  <a:pt x="764" y="2034"/>
                  <a:pt x="816" y="2041"/>
                  <a:pt x="869" y="2047"/>
                </a:cubicBezTo>
                <a:cubicBezTo>
                  <a:pt x="922" y="2054"/>
                  <a:pt x="977" y="2060"/>
                  <a:pt x="1034" y="2065"/>
                </a:cubicBezTo>
                <a:cubicBezTo>
                  <a:pt x="1090" y="2071"/>
                  <a:pt x="1148" y="2076"/>
                  <a:pt x="1207" y="2080"/>
                </a:cubicBezTo>
                <a:cubicBezTo>
                  <a:pt x="1266" y="2085"/>
                  <a:pt x="1326" y="2089"/>
                  <a:pt x="1387" y="2092"/>
                </a:cubicBezTo>
                <a:cubicBezTo>
                  <a:pt x="1449" y="2095"/>
                  <a:pt x="1511" y="2098"/>
                  <a:pt x="1573" y="2101"/>
                </a:cubicBezTo>
                <a:cubicBezTo>
                  <a:pt x="1636" y="2103"/>
                  <a:pt x="1699" y="2105"/>
                  <a:pt x="1763" y="2106"/>
                </a:cubicBezTo>
                <a:cubicBezTo>
                  <a:pt x="1827" y="2107"/>
                  <a:pt x="1891" y="2107"/>
                  <a:pt x="1955" y="2107"/>
                </a:cubicBezTo>
                <a:cubicBezTo>
                  <a:pt x="2019" y="2107"/>
                  <a:pt x="2082" y="2107"/>
                  <a:pt x="2146" y="2106"/>
                </a:cubicBezTo>
                <a:cubicBezTo>
                  <a:pt x="2210" y="2105"/>
                  <a:pt x="2273" y="2103"/>
                  <a:pt x="2336" y="2101"/>
                </a:cubicBezTo>
                <a:cubicBezTo>
                  <a:pt x="2399" y="2098"/>
                  <a:pt x="2461" y="2095"/>
                  <a:pt x="2522" y="2092"/>
                </a:cubicBezTo>
                <a:cubicBezTo>
                  <a:pt x="2583" y="2089"/>
                  <a:pt x="2643" y="2085"/>
                  <a:pt x="2702" y="2080"/>
                </a:cubicBezTo>
                <a:cubicBezTo>
                  <a:pt x="2761" y="2076"/>
                  <a:pt x="2819" y="2071"/>
                  <a:pt x="2876" y="2065"/>
                </a:cubicBezTo>
                <a:cubicBezTo>
                  <a:pt x="2932" y="2060"/>
                  <a:pt x="2987" y="2054"/>
                  <a:pt x="3040" y="2047"/>
                </a:cubicBezTo>
                <a:cubicBezTo>
                  <a:pt x="3093" y="2041"/>
                  <a:pt x="3145" y="2034"/>
                  <a:pt x="3194" y="2026"/>
                </a:cubicBezTo>
                <a:cubicBezTo>
                  <a:pt x="3244" y="2019"/>
                  <a:pt x="3291" y="2011"/>
                  <a:pt x="3336" y="2002"/>
                </a:cubicBezTo>
                <a:cubicBezTo>
                  <a:pt x="3382" y="1994"/>
                  <a:pt x="3424" y="1986"/>
                  <a:pt x="3465" y="1976"/>
                </a:cubicBezTo>
                <a:cubicBezTo>
                  <a:pt x="3506" y="1967"/>
                  <a:pt x="3544" y="1958"/>
                  <a:pt x="3579" y="1948"/>
                </a:cubicBezTo>
                <a:cubicBezTo>
                  <a:pt x="3615" y="1938"/>
                  <a:pt x="3648" y="1928"/>
                  <a:pt x="3678" y="1918"/>
                </a:cubicBezTo>
                <a:cubicBezTo>
                  <a:pt x="3708" y="1908"/>
                  <a:pt x="3735" y="1897"/>
                  <a:pt x="3760" y="1886"/>
                </a:cubicBezTo>
                <a:cubicBezTo>
                  <a:pt x="3784" y="1875"/>
                  <a:pt x="3806" y="1864"/>
                  <a:pt x="3824" y="1853"/>
                </a:cubicBezTo>
                <a:cubicBezTo>
                  <a:pt x="3843" y="1842"/>
                  <a:pt x="3859" y="1831"/>
                  <a:pt x="3871" y="1819"/>
                </a:cubicBezTo>
                <a:cubicBezTo>
                  <a:pt x="3883" y="1808"/>
                  <a:pt x="3893" y="1796"/>
                  <a:pt x="3899" y="1784"/>
                </a:cubicBezTo>
                <a:cubicBezTo>
                  <a:pt x="3905" y="1773"/>
                  <a:pt x="3909" y="1761"/>
                  <a:pt x="3909" y="1749"/>
                </a:cubicBezTo>
                <a:lnTo>
                  <a:pt x="3909" y="358"/>
                </a:lnTo>
              </a:path>
            </a:pathLst>
          </a:custGeom>
          <a:ln w="9360">
            <a:solidFill>
              <a:srgbClr val="94a3b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" name=""/>
          <p:cNvSpPr txBox="1"/>
          <p:nvPr/>
        </p:nvSpPr>
        <p:spPr>
          <a:xfrm>
            <a:off x="3040200" y="2333160"/>
            <a:ext cx="86328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f2937"/>
                </a:solidFill>
                <a:latin typeface="DejaVuSans"/>
                <a:ea typeface="DejaVuSans"/>
              </a:rPr>
              <a:t>Toepassing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" name=""/>
          <p:cNvSpPr txBox="1"/>
          <p:nvPr/>
        </p:nvSpPr>
        <p:spPr>
          <a:xfrm>
            <a:off x="4712400" y="2428560"/>
            <a:ext cx="12625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f2937"/>
                </a:solidFill>
                <a:latin typeface="DejaVuSans"/>
                <a:ea typeface="DejaVuSans"/>
              </a:rPr>
              <a:t>Gegevensopslag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" name=""/>
          <p:cNvSpPr txBox="1"/>
          <p:nvPr/>
        </p:nvSpPr>
        <p:spPr>
          <a:xfrm>
            <a:off x="457200" y="3237480"/>
            <a:ext cx="83750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Drie delen. Een scherm waarmee iemand werkt, een toepassing die de logica draait, en een plek waar de gegevens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" name=""/>
          <p:cNvSpPr txBox="1"/>
          <p:nvPr/>
        </p:nvSpPr>
        <p:spPr>
          <a:xfrm>
            <a:off x="457200" y="3466080"/>
            <a:ext cx="40942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staan. Alles binnen een organisatie, alles onder een dak.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3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34" name=""/>
          <p:cNvSpPr/>
          <p:nvPr/>
        </p:nvSpPr>
        <p:spPr>
          <a:xfrm>
            <a:off x="2036880" y="2433240"/>
            <a:ext cx="380160" cy="0"/>
          </a:xfrm>
          <a:custGeom>
            <a:avLst/>
            <a:gdLst/>
            <a:ahLst/>
            <a:rect l="0" t="0" r="r" b="b"/>
            <a:pathLst>
              <a:path fill="none" w="1056" h="0">
                <a:moveTo>
                  <a:pt x="0" y="0"/>
                </a:moveTo>
                <a:lnTo>
                  <a:pt x="96" y="0"/>
                </a:lnTo>
                <a:cubicBezTo>
                  <a:pt x="191" y="0"/>
                  <a:pt x="382" y="0"/>
                  <a:pt x="558" y="0"/>
                </a:cubicBezTo>
                <a:cubicBezTo>
                  <a:pt x="734" y="0"/>
                  <a:pt x="895" y="0"/>
                  <a:pt x="975" y="0"/>
                </a:cubicBezTo>
                <a:lnTo>
                  <a:pt x="1056" y="0"/>
                </a:lnTo>
              </a:path>
            </a:pathLst>
          </a:custGeom>
          <a:ln w="7920">
            <a:solidFill>
              <a:srgbClr val="333333"/>
            </a:solidFill>
            <a:miter/>
          </a:ln>
        </p:spPr>
        <p:txBody>
          <a:bodyPr lIns="3960" rIns="3960" tIns="-3960" bIns="-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" name=""/>
          <p:cNvSpPr/>
          <p:nvPr/>
        </p:nvSpPr>
        <p:spPr>
          <a:xfrm>
            <a:off x="2383920" y="2400120"/>
            <a:ext cx="66240" cy="66600"/>
          </a:xfrm>
          <a:custGeom>
            <a:avLst/>
            <a:gdLst/>
            <a:ahLst/>
            <a:rect l="0" t="0" r="r" b="b"/>
            <a:pathLst>
              <a:path w="184" h="185">
                <a:moveTo>
                  <a:pt x="0" y="0"/>
                </a:moveTo>
                <a:lnTo>
                  <a:pt x="184" y="93"/>
                </a:lnTo>
                <a:lnTo>
                  <a:pt x="0" y="185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6" name=""/>
          <p:cNvSpPr/>
          <p:nvPr/>
        </p:nvSpPr>
        <p:spPr>
          <a:xfrm>
            <a:off x="2380680" y="2394720"/>
            <a:ext cx="77040" cy="77040"/>
          </a:xfrm>
          <a:custGeom>
            <a:avLst/>
            <a:gdLst/>
            <a:ahLst/>
            <a:rect l="0" t="0" r="r" b="b"/>
            <a:pathLst>
              <a:path w="214" h="214">
                <a:moveTo>
                  <a:pt x="29" y="15"/>
                </a:moveTo>
                <a:lnTo>
                  <a:pt x="46" y="23"/>
                </a:lnTo>
                <a:lnTo>
                  <a:pt x="38" y="40"/>
                </a:lnTo>
                <a:lnTo>
                  <a:pt x="21" y="31"/>
                </a:lnTo>
                <a:lnTo>
                  <a:pt x="29" y="15"/>
                </a:lnTo>
                <a:moveTo>
                  <a:pt x="46" y="23"/>
                </a:moveTo>
                <a:lnTo>
                  <a:pt x="62" y="31"/>
                </a:lnTo>
                <a:lnTo>
                  <a:pt x="54" y="48"/>
                </a:lnTo>
                <a:lnTo>
                  <a:pt x="38" y="40"/>
                </a:lnTo>
                <a:lnTo>
                  <a:pt x="46" y="23"/>
                </a:lnTo>
                <a:moveTo>
                  <a:pt x="62" y="31"/>
                </a:moveTo>
                <a:lnTo>
                  <a:pt x="79" y="40"/>
                </a:lnTo>
                <a:lnTo>
                  <a:pt x="70" y="56"/>
                </a:lnTo>
                <a:lnTo>
                  <a:pt x="54" y="48"/>
                </a:lnTo>
                <a:lnTo>
                  <a:pt x="62" y="31"/>
                </a:lnTo>
                <a:moveTo>
                  <a:pt x="79" y="40"/>
                </a:moveTo>
                <a:lnTo>
                  <a:pt x="95" y="48"/>
                </a:lnTo>
                <a:lnTo>
                  <a:pt x="87" y="65"/>
                </a:lnTo>
                <a:lnTo>
                  <a:pt x="70" y="56"/>
                </a:lnTo>
                <a:lnTo>
                  <a:pt x="79" y="40"/>
                </a:lnTo>
                <a:moveTo>
                  <a:pt x="95" y="48"/>
                </a:moveTo>
                <a:lnTo>
                  <a:pt x="112" y="56"/>
                </a:lnTo>
                <a:lnTo>
                  <a:pt x="104" y="73"/>
                </a:lnTo>
                <a:lnTo>
                  <a:pt x="87" y="65"/>
                </a:lnTo>
                <a:lnTo>
                  <a:pt x="95" y="48"/>
                </a:lnTo>
                <a:moveTo>
                  <a:pt x="112" y="56"/>
                </a:moveTo>
                <a:lnTo>
                  <a:pt x="129" y="65"/>
                </a:lnTo>
                <a:lnTo>
                  <a:pt x="121" y="82"/>
                </a:lnTo>
                <a:lnTo>
                  <a:pt x="104" y="73"/>
                </a:lnTo>
                <a:lnTo>
                  <a:pt x="112" y="56"/>
                </a:lnTo>
                <a:moveTo>
                  <a:pt x="129" y="65"/>
                </a:moveTo>
                <a:lnTo>
                  <a:pt x="145" y="73"/>
                </a:lnTo>
                <a:lnTo>
                  <a:pt x="137" y="90"/>
                </a:lnTo>
                <a:lnTo>
                  <a:pt x="121" y="82"/>
                </a:lnTo>
                <a:lnTo>
                  <a:pt x="129" y="65"/>
                </a:lnTo>
                <a:moveTo>
                  <a:pt x="145" y="73"/>
                </a:moveTo>
                <a:lnTo>
                  <a:pt x="162" y="82"/>
                </a:lnTo>
                <a:lnTo>
                  <a:pt x="153" y="98"/>
                </a:lnTo>
                <a:lnTo>
                  <a:pt x="137" y="90"/>
                </a:lnTo>
                <a:lnTo>
                  <a:pt x="145" y="73"/>
                </a:lnTo>
                <a:moveTo>
                  <a:pt x="162" y="82"/>
                </a:moveTo>
                <a:lnTo>
                  <a:pt x="178" y="90"/>
                </a:lnTo>
                <a:lnTo>
                  <a:pt x="170" y="106"/>
                </a:lnTo>
                <a:lnTo>
                  <a:pt x="153" y="98"/>
                </a:lnTo>
                <a:lnTo>
                  <a:pt x="162" y="82"/>
                </a:lnTo>
                <a:moveTo>
                  <a:pt x="178" y="90"/>
                </a:moveTo>
                <a:lnTo>
                  <a:pt x="195" y="98"/>
                </a:lnTo>
                <a:lnTo>
                  <a:pt x="186" y="115"/>
                </a:lnTo>
                <a:lnTo>
                  <a:pt x="170" y="106"/>
                </a:lnTo>
                <a:lnTo>
                  <a:pt x="178" y="90"/>
                </a:lnTo>
                <a:moveTo>
                  <a:pt x="195" y="98"/>
                </a:moveTo>
                <a:lnTo>
                  <a:pt x="214" y="108"/>
                </a:lnTo>
                <a:lnTo>
                  <a:pt x="184" y="123"/>
                </a:lnTo>
                <a:lnTo>
                  <a:pt x="176" y="106"/>
                </a:lnTo>
                <a:lnTo>
                  <a:pt x="189" y="100"/>
                </a:lnTo>
                <a:lnTo>
                  <a:pt x="193" y="108"/>
                </a:lnTo>
                <a:lnTo>
                  <a:pt x="189" y="116"/>
                </a:lnTo>
                <a:lnTo>
                  <a:pt x="186" y="115"/>
                </a:lnTo>
                <a:lnTo>
                  <a:pt x="195" y="98"/>
                </a:lnTo>
                <a:moveTo>
                  <a:pt x="184" y="123"/>
                </a:moveTo>
                <a:lnTo>
                  <a:pt x="168" y="131"/>
                </a:lnTo>
                <a:lnTo>
                  <a:pt x="159" y="115"/>
                </a:lnTo>
                <a:lnTo>
                  <a:pt x="176" y="106"/>
                </a:lnTo>
                <a:lnTo>
                  <a:pt x="184" y="123"/>
                </a:lnTo>
                <a:moveTo>
                  <a:pt x="168" y="131"/>
                </a:moveTo>
                <a:lnTo>
                  <a:pt x="151" y="139"/>
                </a:lnTo>
                <a:lnTo>
                  <a:pt x="143" y="123"/>
                </a:lnTo>
                <a:lnTo>
                  <a:pt x="159" y="115"/>
                </a:lnTo>
                <a:lnTo>
                  <a:pt x="168" y="131"/>
                </a:lnTo>
                <a:moveTo>
                  <a:pt x="151" y="139"/>
                </a:moveTo>
                <a:lnTo>
                  <a:pt x="135" y="147"/>
                </a:lnTo>
                <a:lnTo>
                  <a:pt x="127" y="131"/>
                </a:lnTo>
                <a:lnTo>
                  <a:pt x="143" y="123"/>
                </a:lnTo>
                <a:lnTo>
                  <a:pt x="151" y="139"/>
                </a:lnTo>
                <a:moveTo>
                  <a:pt x="135" y="147"/>
                </a:moveTo>
                <a:lnTo>
                  <a:pt x="118" y="156"/>
                </a:lnTo>
                <a:lnTo>
                  <a:pt x="110" y="139"/>
                </a:lnTo>
                <a:lnTo>
                  <a:pt x="127" y="131"/>
                </a:lnTo>
                <a:lnTo>
                  <a:pt x="135" y="147"/>
                </a:lnTo>
                <a:moveTo>
                  <a:pt x="118" y="156"/>
                </a:moveTo>
                <a:lnTo>
                  <a:pt x="102" y="164"/>
                </a:lnTo>
                <a:lnTo>
                  <a:pt x="93" y="147"/>
                </a:lnTo>
                <a:lnTo>
                  <a:pt x="110" y="139"/>
                </a:lnTo>
                <a:lnTo>
                  <a:pt x="118" y="156"/>
                </a:lnTo>
                <a:moveTo>
                  <a:pt x="102" y="164"/>
                </a:moveTo>
                <a:lnTo>
                  <a:pt x="85" y="172"/>
                </a:lnTo>
                <a:lnTo>
                  <a:pt x="76" y="156"/>
                </a:lnTo>
                <a:lnTo>
                  <a:pt x="93" y="147"/>
                </a:lnTo>
                <a:lnTo>
                  <a:pt x="102" y="164"/>
                </a:lnTo>
                <a:moveTo>
                  <a:pt x="85" y="172"/>
                </a:moveTo>
                <a:lnTo>
                  <a:pt x="68" y="180"/>
                </a:lnTo>
                <a:lnTo>
                  <a:pt x="60" y="164"/>
                </a:lnTo>
                <a:lnTo>
                  <a:pt x="76" y="156"/>
                </a:lnTo>
                <a:lnTo>
                  <a:pt x="85" y="172"/>
                </a:lnTo>
                <a:moveTo>
                  <a:pt x="68" y="180"/>
                </a:moveTo>
                <a:lnTo>
                  <a:pt x="52" y="188"/>
                </a:lnTo>
                <a:lnTo>
                  <a:pt x="43" y="172"/>
                </a:lnTo>
                <a:lnTo>
                  <a:pt x="60" y="164"/>
                </a:lnTo>
                <a:lnTo>
                  <a:pt x="68" y="180"/>
                </a:lnTo>
                <a:moveTo>
                  <a:pt x="52" y="188"/>
                </a:moveTo>
                <a:lnTo>
                  <a:pt x="35" y="197"/>
                </a:lnTo>
                <a:lnTo>
                  <a:pt x="27" y="180"/>
                </a:lnTo>
                <a:lnTo>
                  <a:pt x="43" y="172"/>
                </a:lnTo>
                <a:lnTo>
                  <a:pt x="52" y="188"/>
                </a:lnTo>
                <a:moveTo>
                  <a:pt x="35" y="197"/>
                </a:moveTo>
                <a:lnTo>
                  <a:pt x="19" y="205"/>
                </a:lnTo>
                <a:lnTo>
                  <a:pt x="11" y="188"/>
                </a:lnTo>
                <a:lnTo>
                  <a:pt x="27" y="180"/>
                </a:lnTo>
                <a:lnTo>
                  <a:pt x="35" y="197"/>
                </a:lnTo>
                <a:moveTo>
                  <a:pt x="19" y="205"/>
                </a:moveTo>
                <a:lnTo>
                  <a:pt x="0" y="214"/>
                </a:lnTo>
                <a:lnTo>
                  <a:pt x="0" y="188"/>
                </a:lnTo>
                <a:lnTo>
                  <a:pt x="18" y="188"/>
                </a:lnTo>
                <a:lnTo>
                  <a:pt x="18" y="200"/>
                </a:lnTo>
                <a:lnTo>
                  <a:pt x="9" y="200"/>
                </a:lnTo>
                <a:lnTo>
                  <a:pt x="5" y="191"/>
                </a:lnTo>
                <a:lnTo>
                  <a:pt x="11" y="188"/>
                </a:lnTo>
                <a:lnTo>
                  <a:pt x="19" y="205"/>
                </a:lnTo>
                <a:moveTo>
                  <a:pt x="0" y="188"/>
                </a:moveTo>
                <a:lnTo>
                  <a:pt x="0" y="169"/>
                </a:lnTo>
                <a:lnTo>
                  <a:pt x="18" y="169"/>
                </a:lnTo>
                <a:lnTo>
                  <a:pt x="18" y="188"/>
                </a:lnTo>
                <a:lnTo>
                  <a:pt x="0" y="188"/>
                </a:lnTo>
                <a:moveTo>
                  <a:pt x="0" y="169"/>
                </a:moveTo>
                <a:lnTo>
                  <a:pt x="0" y="151"/>
                </a:lnTo>
                <a:lnTo>
                  <a:pt x="18" y="151"/>
                </a:lnTo>
                <a:lnTo>
                  <a:pt x="18" y="169"/>
                </a:lnTo>
                <a:lnTo>
                  <a:pt x="0" y="169"/>
                </a:lnTo>
                <a:moveTo>
                  <a:pt x="0" y="151"/>
                </a:moveTo>
                <a:lnTo>
                  <a:pt x="0" y="133"/>
                </a:lnTo>
                <a:lnTo>
                  <a:pt x="18" y="133"/>
                </a:lnTo>
                <a:lnTo>
                  <a:pt x="18" y="151"/>
                </a:lnTo>
                <a:lnTo>
                  <a:pt x="0" y="151"/>
                </a:lnTo>
                <a:moveTo>
                  <a:pt x="0" y="133"/>
                </a:moveTo>
                <a:lnTo>
                  <a:pt x="0" y="114"/>
                </a:lnTo>
                <a:lnTo>
                  <a:pt x="18" y="114"/>
                </a:lnTo>
                <a:lnTo>
                  <a:pt x="18" y="133"/>
                </a:lnTo>
                <a:lnTo>
                  <a:pt x="0" y="133"/>
                </a:lnTo>
                <a:moveTo>
                  <a:pt x="0" y="114"/>
                </a:moveTo>
                <a:lnTo>
                  <a:pt x="0" y="96"/>
                </a:lnTo>
                <a:lnTo>
                  <a:pt x="18" y="96"/>
                </a:lnTo>
                <a:lnTo>
                  <a:pt x="18" y="114"/>
                </a:lnTo>
                <a:lnTo>
                  <a:pt x="0" y="114"/>
                </a:lnTo>
                <a:moveTo>
                  <a:pt x="0" y="96"/>
                </a:moveTo>
                <a:lnTo>
                  <a:pt x="0" y="78"/>
                </a:lnTo>
                <a:lnTo>
                  <a:pt x="18" y="78"/>
                </a:lnTo>
                <a:lnTo>
                  <a:pt x="18" y="96"/>
                </a:lnTo>
                <a:lnTo>
                  <a:pt x="0" y="96"/>
                </a:lnTo>
                <a:moveTo>
                  <a:pt x="0" y="78"/>
                </a:moveTo>
                <a:lnTo>
                  <a:pt x="0" y="59"/>
                </a:lnTo>
                <a:lnTo>
                  <a:pt x="18" y="59"/>
                </a:lnTo>
                <a:lnTo>
                  <a:pt x="18" y="78"/>
                </a:lnTo>
                <a:lnTo>
                  <a:pt x="0" y="78"/>
                </a:lnTo>
                <a:moveTo>
                  <a:pt x="0" y="59"/>
                </a:moveTo>
                <a:lnTo>
                  <a:pt x="0" y="40"/>
                </a:lnTo>
                <a:lnTo>
                  <a:pt x="18" y="40"/>
                </a:lnTo>
                <a:lnTo>
                  <a:pt x="18" y="59"/>
                </a:lnTo>
                <a:lnTo>
                  <a:pt x="0" y="59"/>
                </a:lnTo>
                <a:moveTo>
                  <a:pt x="0" y="40"/>
                </a:moveTo>
                <a:lnTo>
                  <a:pt x="0" y="22"/>
                </a:lnTo>
                <a:lnTo>
                  <a:pt x="18" y="22"/>
                </a:lnTo>
                <a:lnTo>
                  <a:pt x="18" y="40"/>
                </a:lnTo>
                <a:lnTo>
                  <a:pt x="0" y="40"/>
                </a:lnTo>
                <a:moveTo>
                  <a:pt x="0" y="22"/>
                </a:moveTo>
                <a:lnTo>
                  <a:pt x="0" y="0"/>
                </a:lnTo>
                <a:lnTo>
                  <a:pt x="29" y="15"/>
                </a:lnTo>
                <a:lnTo>
                  <a:pt x="21" y="31"/>
                </a:lnTo>
                <a:lnTo>
                  <a:pt x="5" y="23"/>
                </a:lnTo>
                <a:lnTo>
                  <a:pt x="9" y="15"/>
                </a:lnTo>
                <a:lnTo>
                  <a:pt x="18" y="15"/>
                </a:lnTo>
                <a:lnTo>
                  <a:pt x="18" y="22"/>
                </a:lnTo>
                <a:lnTo>
                  <a:pt x="0" y="2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7" name=""/>
          <p:cNvSpPr/>
          <p:nvPr/>
        </p:nvSpPr>
        <p:spPr>
          <a:xfrm>
            <a:off x="3673080" y="2433240"/>
            <a:ext cx="380160" cy="0"/>
          </a:xfrm>
          <a:custGeom>
            <a:avLst/>
            <a:gdLst/>
            <a:ahLst/>
            <a:rect l="0" t="0" r="r" b="b"/>
            <a:pathLst>
              <a:path fill="none" w="1056" h="0">
                <a:moveTo>
                  <a:pt x="0" y="0"/>
                </a:moveTo>
                <a:lnTo>
                  <a:pt x="96" y="0"/>
                </a:lnTo>
                <a:cubicBezTo>
                  <a:pt x="191" y="0"/>
                  <a:pt x="383" y="0"/>
                  <a:pt x="559" y="0"/>
                </a:cubicBezTo>
                <a:cubicBezTo>
                  <a:pt x="734" y="0"/>
                  <a:pt x="895" y="0"/>
                  <a:pt x="975" y="0"/>
                </a:cubicBezTo>
                <a:lnTo>
                  <a:pt x="1056" y="0"/>
                </a:lnTo>
              </a:path>
            </a:pathLst>
          </a:custGeom>
          <a:ln w="7920">
            <a:solidFill>
              <a:srgbClr val="333333"/>
            </a:solidFill>
            <a:miter/>
          </a:ln>
        </p:spPr>
        <p:txBody>
          <a:bodyPr lIns="3960" rIns="3960" tIns="-3960" bIns="-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" name=""/>
          <p:cNvSpPr/>
          <p:nvPr/>
        </p:nvSpPr>
        <p:spPr>
          <a:xfrm>
            <a:off x="4020120" y="2400120"/>
            <a:ext cx="66600" cy="66600"/>
          </a:xfrm>
          <a:custGeom>
            <a:avLst/>
            <a:gdLst/>
            <a:ahLst/>
            <a:rect l="0" t="0" r="r" b="b"/>
            <a:pathLst>
              <a:path w="185" h="185">
                <a:moveTo>
                  <a:pt x="0" y="0"/>
                </a:moveTo>
                <a:lnTo>
                  <a:pt x="185" y="93"/>
                </a:lnTo>
                <a:lnTo>
                  <a:pt x="0" y="185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9" name=""/>
          <p:cNvSpPr/>
          <p:nvPr/>
        </p:nvSpPr>
        <p:spPr>
          <a:xfrm>
            <a:off x="4016880" y="2394720"/>
            <a:ext cx="77040" cy="77040"/>
          </a:xfrm>
          <a:custGeom>
            <a:avLst/>
            <a:gdLst/>
            <a:ahLst/>
            <a:rect l="0" t="0" r="r" b="b"/>
            <a:pathLst>
              <a:path w="214" h="214">
                <a:moveTo>
                  <a:pt x="30" y="15"/>
                </a:moveTo>
                <a:lnTo>
                  <a:pt x="47" y="23"/>
                </a:lnTo>
                <a:lnTo>
                  <a:pt x="39" y="40"/>
                </a:lnTo>
                <a:lnTo>
                  <a:pt x="21" y="31"/>
                </a:lnTo>
                <a:lnTo>
                  <a:pt x="30" y="15"/>
                </a:lnTo>
                <a:moveTo>
                  <a:pt x="47" y="23"/>
                </a:moveTo>
                <a:lnTo>
                  <a:pt x="63" y="31"/>
                </a:lnTo>
                <a:lnTo>
                  <a:pt x="55" y="48"/>
                </a:lnTo>
                <a:lnTo>
                  <a:pt x="39" y="40"/>
                </a:lnTo>
                <a:lnTo>
                  <a:pt x="47" y="23"/>
                </a:lnTo>
                <a:moveTo>
                  <a:pt x="63" y="31"/>
                </a:moveTo>
                <a:lnTo>
                  <a:pt x="80" y="40"/>
                </a:lnTo>
                <a:lnTo>
                  <a:pt x="72" y="56"/>
                </a:lnTo>
                <a:lnTo>
                  <a:pt x="55" y="48"/>
                </a:lnTo>
                <a:lnTo>
                  <a:pt x="63" y="31"/>
                </a:lnTo>
                <a:moveTo>
                  <a:pt x="80" y="40"/>
                </a:moveTo>
                <a:lnTo>
                  <a:pt x="96" y="48"/>
                </a:lnTo>
                <a:lnTo>
                  <a:pt x="88" y="65"/>
                </a:lnTo>
                <a:lnTo>
                  <a:pt x="72" y="56"/>
                </a:lnTo>
                <a:lnTo>
                  <a:pt x="80" y="40"/>
                </a:lnTo>
                <a:moveTo>
                  <a:pt x="96" y="48"/>
                </a:moveTo>
                <a:lnTo>
                  <a:pt x="113" y="56"/>
                </a:lnTo>
                <a:lnTo>
                  <a:pt x="104" y="73"/>
                </a:lnTo>
                <a:lnTo>
                  <a:pt x="88" y="65"/>
                </a:lnTo>
                <a:lnTo>
                  <a:pt x="96" y="48"/>
                </a:lnTo>
                <a:moveTo>
                  <a:pt x="113" y="56"/>
                </a:moveTo>
                <a:lnTo>
                  <a:pt x="129" y="65"/>
                </a:lnTo>
                <a:lnTo>
                  <a:pt x="121" y="82"/>
                </a:lnTo>
                <a:lnTo>
                  <a:pt x="104" y="73"/>
                </a:lnTo>
                <a:lnTo>
                  <a:pt x="113" y="56"/>
                </a:lnTo>
                <a:moveTo>
                  <a:pt x="129" y="65"/>
                </a:moveTo>
                <a:lnTo>
                  <a:pt x="145" y="73"/>
                </a:lnTo>
                <a:lnTo>
                  <a:pt x="137" y="90"/>
                </a:lnTo>
                <a:lnTo>
                  <a:pt x="121" y="82"/>
                </a:lnTo>
                <a:lnTo>
                  <a:pt x="129" y="65"/>
                </a:lnTo>
                <a:moveTo>
                  <a:pt x="145" y="73"/>
                </a:moveTo>
                <a:lnTo>
                  <a:pt x="162" y="82"/>
                </a:lnTo>
                <a:lnTo>
                  <a:pt x="154" y="98"/>
                </a:lnTo>
                <a:lnTo>
                  <a:pt x="137" y="90"/>
                </a:lnTo>
                <a:lnTo>
                  <a:pt x="145" y="73"/>
                </a:lnTo>
                <a:moveTo>
                  <a:pt x="162" y="82"/>
                </a:moveTo>
                <a:lnTo>
                  <a:pt x="178" y="90"/>
                </a:lnTo>
                <a:lnTo>
                  <a:pt x="170" y="106"/>
                </a:lnTo>
                <a:lnTo>
                  <a:pt x="154" y="98"/>
                </a:lnTo>
                <a:lnTo>
                  <a:pt x="162" y="82"/>
                </a:lnTo>
                <a:moveTo>
                  <a:pt x="178" y="90"/>
                </a:moveTo>
                <a:lnTo>
                  <a:pt x="195" y="98"/>
                </a:lnTo>
                <a:lnTo>
                  <a:pt x="186" y="115"/>
                </a:lnTo>
                <a:lnTo>
                  <a:pt x="170" y="106"/>
                </a:lnTo>
                <a:lnTo>
                  <a:pt x="178" y="90"/>
                </a:lnTo>
                <a:moveTo>
                  <a:pt x="195" y="98"/>
                </a:moveTo>
                <a:lnTo>
                  <a:pt x="214" y="108"/>
                </a:lnTo>
                <a:lnTo>
                  <a:pt x="184" y="123"/>
                </a:lnTo>
                <a:lnTo>
                  <a:pt x="176" y="106"/>
                </a:lnTo>
                <a:lnTo>
                  <a:pt x="189" y="100"/>
                </a:lnTo>
                <a:lnTo>
                  <a:pt x="194" y="108"/>
                </a:lnTo>
                <a:lnTo>
                  <a:pt x="189" y="116"/>
                </a:lnTo>
                <a:lnTo>
                  <a:pt x="186" y="115"/>
                </a:lnTo>
                <a:lnTo>
                  <a:pt x="195" y="98"/>
                </a:lnTo>
                <a:moveTo>
                  <a:pt x="184" y="123"/>
                </a:moveTo>
                <a:lnTo>
                  <a:pt x="168" y="131"/>
                </a:lnTo>
                <a:lnTo>
                  <a:pt x="160" y="115"/>
                </a:lnTo>
                <a:lnTo>
                  <a:pt x="176" y="106"/>
                </a:lnTo>
                <a:lnTo>
                  <a:pt x="184" y="123"/>
                </a:lnTo>
                <a:moveTo>
                  <a:pt x="168" y="131"/>
                </a:moveTo>
                <a:lnTo>
                  <a:pt x="151" y="139"/>
                </a:lnTo>
                <a:lnTo>
                  <a:pt x="143" y="123"/>
                </a:lnTo>
                <a:lnTo>
                  <a:pt x="160" y="115"/>
                </a:lnTo>
                <a:lnTo>
                  <a:pt x="168" y="131"/>
                </a:lnTo>
                <a:moveTo>
                  <a:pt x="151" y="139"/>
                </a:moveTo>
                <a:lnTo>
                  <a:pt x="135" y="147"/>
                </a:lnTo>
                <a:lnTo>
                  <a:pt x="127" y="131"/>
                </a:lnTo>
                <a:lnTo>
                  <a:pt x="143" y="123"/>
                </a:lnTo>
                <a:lnTo>
                  <a:pt x="151" y="139"/>
                </a:lnTo>
                <a:moveTo>
                  <a:pt x="135" y="147"/>
                </a:moveTo>
                <a:lnTo>
                  <a:pt x="119" y="156"/>
                </a:lnTo>
                <a:lnTo>
                  <a:pt x="110" y="139"/>
                </a:lnTo>
                <a:lnTo>
                  <a:pt x="127" y="131"/>
                </a:lnTo>
                <a:lnTo>
                  <a:pt x="135" y="147"/>
                </a:lnTo>
                <a:moveTo>
                  <a:pt x="119" y="156"/>
                </a:moveTo>
                <a:lnTo>
                  <a:pt x="102" y="164"/>
                </a:lnTo>
                <a:lnTo>
                  <a:pt x="94" y="147"/>
                </a:lnTo>
                <a:lnTo>
                  <a:pt x="110" y="139"/>
                </a:lnTo>
                <a:lnTo>
                  <a:pt x="119" y="156"/>
                </a:lnTo>
                <a:moveTo>
                  <a:pt x="102" y="164"/>
                </a:moveTo>
                <a:lnTo>
                  <a:pt x="86" y="172"/>
                </a:lnTo>
                <a:lnTo>
                  <a:pt x="77" y="156"/>
                </a:lnTo>
                <a:lnTo>
                  <a:pt x="94" y="147"/>
                </a:lnTo>
                <a:lnTo>
                  <a:pt x="102" y="164"/>
                </a:lnTo>
                <a:moveTo>
                  <a:pt x="86" y="172"/>
                </a:moveTo>
                <a:lnTo>
                  <a:pt x="69" y="180"/>
                </a:lnTo>
                <a:lnTo>
                  <a:pt x="61" y="164"/>
                </a:lnTo>
                <a:lnTo>
                  <a:pt x="77" y="156"/>
                </a:lnTo>
                <a:lnTo>
                  <a:pt x="86" y="172"/>
                </a:lnTo>
                <a:moveTo>
                  <a:pt x="69" y="180"/>
                </a:moveTo>
                <a:lnTo>
                  <a:pt x="53" y="188"/>
                </a:lnTo>
                <a:lnTo>
                  <a:pt x="45" y="172"/>
                </a:lnTo>
                <a:lnTo>
                  <a:pt x="61" y="164"/>
                </a:lnTo>
                <a:lnTo>
                  <a:pt x="69" y="180"/>
                </a:lnTo>
                <a:moveTo>
                  <a:pt x="53" y="188"/>
                </a:moveTo>
                <a:lnTo>
                  <a:pt x="36" y="197"/>
                </a:lnTo>
                <a:lnTo>
                  <a:pt x="28" y="180"/>
                </a:lnTo>
                <a:lnTo>
                  <a:pt x="45" y="172"/>
                </a:lnTo>
                <a:lnTo>
                  <a:pt x="53" y="188"/>
                </a:lnTo>
                <a:moveTo>
                  <a:pt x="36" y="197"/>
                </a:moveTo>
                <a:lnTo>
                  <a:pt x="19" y="205"/>
                </a:lnTo>
                <a:lnTo>
                  <a:pt x="11" y="188"/>
                </a:lnTo>
                <a:lnTo>
                  <a:pt x="28" y="180"/>
                </a:lnTo>
                <a:lnTo>
                  <a:pt x="36" y="197"/>
                </a:lnTo>
                <a:moveTo>
                  <a:pt x="19" y="205"/>
                </a:moveTo>
                <a:lnTo>
                  <a:pt x="0" y="214"/>
                </a:lnTo>
                <a:lnTo>
                  <a:pt x="0" y="188"/>
                </a:lnTo>
                <a:lnTo>
                  <a:pt x="18" y="188"/>
                </a:lnTo>
                <a:lnTo>
                  <a:pt x="18" y="200"/>
                </a:lnTo>
                <a:lnTo>
                  <a:pt x="9" y="200"/>
                </a:lnTo>
                <a:lnTo>
                  <a:pt x="5" y="191"/>
                </a:lnTo>
                <a:lnTo>
                  <a:pt x="11" y="188"/>
                </a:lnTo>
                <a:lnTo>
                  <a:pt x="19" y="205"/>
                </a:lnTo>
                <a:moveTo>
                  <a:pt x="0" y="188"/>
                </a:moveTo>
                <a:lnTo>
                  <a:pt x="0" y="169"/>
                </a:lnTo>
                <a:lnTo>
                  <a:pt x="18" y="169"/>
                </a:lnTo>
                <a:lnTo>
                  <a:pt x="18" y="188"/>
                </a:lnTo>
                <a:lnTo>
                  <a:pt x="0" y="188"/>
                </a:lnTo>
                <a:moveTo>
                  <a:pt x="0" y="169"/>
                </a:moveTo>
                <a:lnTo>
                  <a:pt x="0" y="151"/>
                </a:lnTo>
                <a:lnTo>
                  <a:pt x="18" y="151"/>
                </a:lnTo>
                <a:lnTo>
                  <a:pt x="18" y="169"/>
                </a:lnTo>
                <a:lnTo>
                  <a:pt x="0" y="169"/>
                </a:lnTo>
                <a:moveTo>
                  <a:pt x="0" y="151"/>
                </a:moveTo>
                <a:lnTo>
                  <a:pt x="0" y="133"/>
                </a:lnTo>
                <a:lnTo>
                  <a:pt x="18" y="133"/>
                </a:lnTo>
                <a:lnTo>
                  <a:pt x="18" y="151"/>
                </a:lnTo>
                <a:lnTo>
                  <a:pt x="0" y="151"/>
                </a:lnTo>
                <a:moveTo>
                  <a:pt x="0" y="133"/>
                </a:moveTo>
                <a:lnTo>
                  <a:pt x="0" y="114"/>
                </a:lnTo>
                <a:lnTo>
                  <a:pt x="18" y="114"/>
                </a:lnTo>
                <a:lnTo>
                  <a:pt x="18" y="133"/>
                </a:lnTo>
                <a:lnTo>
                  <a:pt x="0" y="133"/>
                </a:lnTo>
                <a:moveTo>
                  <a:pt x="0" y="114"/>
                </a:moveTo>
                <a:lnTo>
                  <a:pt x="0" y="96"/>
                </a:lnTo>
                <a:lnTo>
                  <a:pt x="18" y="96"/>
                </a:lnTo>
                <a:lnTo>
                  <a:pt x="18" y="114"/>
                </a:lnTo>
                <a:lnTo>
                  <a:pt x="0" y="114"/>
                </a:lnTo>
                <a:moveTo>
                  <a:pt x="0" y="96"/>
                </a:moveTo>
                <a:lnTo>
                  <a:pt x="0" y="78"/>
                </a:lnTo>
                <a:lnTo>
                  <a:pt x="18" y="78"/>
                </a:lnTo>
                <a:lnTo>
                  <a:pt x="18" y="96"/>
                </a:lnTo>
                <a:lnTo>
                  <a:pt x="0" y="96"/>
                </a:lnTo>
                <a:moveTo>
                  <a:pt x="0" y="78"/>
                </a:moveTo>
                <a:lnTo>
                  <a:pt x="0" y="59"/>
                </a:lnTo>
                <a:lnTo>
                  <a:pt x="18" y="59"/>
                </a:lnTo>
                <a:lnTo>
                  <a:pt x="18" y="78"/>
                </a:lnTo>
                <a:lnTo>
                  <a:pt x="0" y="78"/>
                </a:lnTo>
                <a:moveTo>
                  <a:pt x="0" y="59"/>
                </a:moveTo>
                <a:lnTo>
                  <a:pt x="0" y="40"/>
                </a:lnTo>
                <a:lnTo>
                  <a:pt x="18" y="40"/>
                </a:lnTo>
                <a:lnTo>
                  <a:pt x="18" y="59"/>
                </a:lnTo>
                <a:lnTo>
                  <a:pt x="0" y="59"/>
                </a:lnTo>
                <a:moveTo>
                  <a:pt x="0" y="40"/>
                </a:moveTo>
                <a:lnTo>
                  <a:pt x="0" y="22"/>
                </a:lnTo>
                <a:lnTo>
                  <a:pt x="18" y="22"/>
                </a:lnTo>
                <a:lnTo>
                  <a:pt x="18" y="40"/>
                </a:lnTo>
                <a:lnTo>
                  <a:pt x="0" y="40"/>
                </a:lnTo>
                <a:moveTo>
                  <a:pt x="0" y="22"/>
                </a:moveTo>
                <a:lnTo>
                  <a:pt x="0" y="0"/>
                </a:lnTo>
                <a:lnTo>
                  <a:pt x="30" y="15"/>
                </a:lnTo>
                <a:lnTo>
                  <a:pt x="21" y="31"/>
                </a:lnTo>
                <a:lnTo>
                  <a:pt x="5" y="23"/>
                </a:lnTo>
                <a:lnTo>
                  <a:pt x="9" y="15"/>
                </a:lnTo>
                <a:lnTo>
                  <a:pt x="18" y="15"/>
                </a:lnTo>
                <a:lnTo>
                  <a:pt x="18" y="22"/>
                </a:lnTo>
                <a:lnTo>
                  <a:pt x="0" y="2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0" name=""/>
          <p:cNvSpPr/>
          <p:nvPr/>
        </p:nvSpPr>
        <p:spPr>
          <a:xfrm>
            <a:off x="5306400" y="2433240"/>
            <a:ext cx="380160" cy="0"/>
          </a:xfrm>
          <a:custGeom>
            <a:avLst/>
            <a:gdLst/>
            <a:ahLst/>
            <a:rect l="0" t="0" r="r" b="b"/>
            <a:pathLst>
              <a:path fill="none" w="1056" h="0">
                <a:moveTo>
                  <a:pt x="0" y="0"/>
                </a:moveTo>
                <a:lnTo>
                  <a:pt x="96" y="0"/>
                </a:lnTo>
                <a:cubicBezTo>
                  <a:pt x="192" y="0"/>
                  <a:pt x="383" y="0"/>
                  <a:pt x="559" y="0"/>
                </a:cubicBezTo>
                <a:cubicBezTo>
                  <a:pt x="735" y="0"/>
                  <a:pt x="895" y="0"/>
                  <a:pt x="976" y="0"/>
                </a:cubicBezTo>
                <a:lnTo>
                  <a:pt x="1056" y="0"/>
                </a:lnTo>
              </a:path>
            </a:pathLst>
          </a:custGeom>
          <a:ln w="7920">
            <a:solidFill>
              <a:srgbClr val="333333"/>
            </a:solidFill>
            <a:miter/>
          </a:ln>
        </p:spPr>
        <p:txBody>
          <a:bodyPr lIns="3960" rIns="3960" tIns="-3960" bIns="-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" name=""/>
          <p:cNvSpPr/>
          <p:nvPr/>
        </p:nvSpPr>
        <p:spPr>
          <a:xfrm>
            <a:off x="5653440" y="2400120"/>
            <a:ext cx="66600" cy="66600"/>
          </a:xfrm>
          <a:custGeom>
            <a:avLst/>
            <a:gdLst/>
            <a:ahLst/>
            <a:rect l="0" t="0" r="r" b="b"/>
            <a:pathLst>
              <a:path w="185" h="185">
                <a:moveTo>
                  <a:pt x="0" y="0"/>
                </a:moveTo>
                <a:lnTo>
                  <a:pt x="185" y="93"/>
                </a:lnTo>
                <a:lnTo>
                  <a:pt x="0" y="185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2" name=""/>
          <p:cNvSpPr/>
          <p:nvPr/>
        </p:nvSpPr>
        <p:spPr>
          <a:xfrm>
            <a:off x="5650200" y="2394720"/>
            <a:ext cx="77040" cy="77040"/>
          </a:xfrm>
          <a:custGeom>
            <a:avLst/>
            <a:gdLst/>
            <a:ahLst/>
            <a:rect l="0" t="0" r="r" b="b"/>
            <a:pathLst>
              <a:path w="214" h="214">
                <a:moveTo>
                  <a:pt x="30" y="15"/>
                </a:moveTo>
                <a:lnTo>
                  <a:pt x="46" y="23"/>
                </a:lnTo>
                <a:lnTo>
                  <a:pt x="38" y="40"/>
                </a:lnTo>
                <a:lnTo>
                  <a:pt x="22" y="31"/>
                </a:lnTo>
                <a:lnTo>
                  <a:pt x="30" y="15"/>
                </a:lnTo>
                <a:moveTo>
                  <a:pt x="46" y="23"/>
                </a:moveTo>
                <a:lnTo>
                  <a:pt x="63" y="31"/>
                </a:lnTo>
                <a:lnTo>
                  <a:pt x="54" y="48"/>
                </a:lnTo>
                <a:lnTo>
                  <a:pt x="38" y="40"/>
                </a:lnTo>
                <a:lnTo>
                  <a:pt x="46" y="23"/>
                </a:lnTo>
                <a:moveTo>
                  <a:pt x="63" y="31"/>
                </a:moveTo>
                <a:lnTo>
                  <a:pt x="79" y="40"/>
                </a:lnTo>
                <a:lnTo>
                  <a:pt x="71" y="56"/>
                </a:lnTo>
                <a:lnTo>
                  <a:pt x="54" y="48"/>
                </a:lnTo>
                <a:lnTo>
                  <a:pt x="63" y="31"/>
                </a:lnTo>
                <a:moveTo>
                  <a:pt x="79" y="40"/>
                </a:moveTo>
                <a:lnTo>
                  <a:pt x="95" y="48"/>
                </a:lnTo>
                <a:lnTo>
                  <a:pt x="87" y="65"/>
                </a:lnTo>
                <a:lnTo>
                  <a:pt x="71" y="56"/>
                </a:lnTo>
                <a:lnTo>
                  <a:pt x="79" y="40"/>
                </a:lnTo>
                <a:moveTo>
                  <a:pt x="95" y="48"/>
                </a:moveTo>
                <a:lnTo>
                  <a:pt x="112" y="56"/>
                </a:lnTo>
                <a:lnTo>
                  <a:pt x="104" y="73"/>
                </a:lnTo>
                <a:lnTo>
                  <a:pt x="87" y="65"/>
                </a:lnTo>
                <a:lnTo>
                  <a:pt x="95" y="48"/>
                </a:lnTo>
                <a:moveTo>
                  <a:pt x="112" y="56"/>
                </a:moveTo>
                <a:lnTo>
                  <a:pt x="128" y="65"/>
                </a:lnTo>
                <a:lnTo>
                  <a:pt x="120" y="82"/>
                </a:lnTo>
                <a:lnTo>
                  <a:pt x="104" y="73"/>
                </a:lnTo>
                <a:lnTo>
                  <a:pt x="112" y="56"/>
                </a:lnTo>
                <a:moveTo>
                  <a:pt x="128" y="65"/>
                </a:moveTo>
                <a:lnTo>
                  <a:pt x="145" y="73"/>
                </a:lnTo>
                <a:lnTo>
                  <a:pt x="136" y="90"/>
                </a:lnTo>
                <a:lnTo>
                  <a:pt x="120" y="82"/>
                </a:lnTo>
                <a:lnTo>
                  <a:pt x="128" y="65"/>
                </a:lnTo>
                <a:moveTo>
                  <a:pt x="145" y="73"/>
                </a:moveTo>
                <a:lnTo>
                  <a:pt x="161" y="82"/>
                </a:lnTo>
                <a:lnTo>
                  <a:pt x="153" y="98"/>
                </a:lnTo>
                <a:lnTo>
                  <a:pt x="136" y="90"/>
                </a:lnTo>
                <a:lnTo>
                  <a:pt x="145" y="73"/>
                </a:lnTo>
                <a:moveTo>
                  <a:pt x="161" y="82"/>
                </a:moveTo>
                <a:lnTo>
                  <a:pt x="179" y="90"/>
                </a:lnTo>
                <a:lnTo>
                  <a:pt x="169" y="106"/>
                </a:lnTo>
                <a:lnTo>
                  <a:pt x="153" y="98"/>
                </a:lnTo>
                <a:lnTo>
                  <a:pt x="161" y="82"/>
                </a:lnTo>
                <a:moveTo>
                  <a:pt x="179" y="90"/>
                </a:moveTo>
                <a:lnTo>
                  <a:pt x="195" y="98"/>
                </a:lnTo>
                <a:lnTo>
                  <a:pt x="187" y="115"/>
                </a:lnTo>
                <a:lnTo>
                  <a:pt x="169" y="106"/>
                </a:lnTo>
                <a:lnTo>
                  <a:pt x="179" y="90"/>
                </a:lnTo>
                <a:moveTo>
                  <a:pt x="195" y="98"/>
                </a:moveTo>
                <a:lnTo>
                  <a:pt x="214" y="108"/>
                </a:lnTo>
                <a:lnTo>
                  <a:pt x="184" y="123"/>
                </a:lnTo>
                <a:lnTo>
                  <a:pt x="176" y="106"/>
                </a:lnTo>
                <a:lnTo>
                  <a:pt x="190" y="100"/>
                </a:lnTo>
                <a:lnTo>
                  <a:pt x="194" y="108"/>
                </a:lnTo>
                <a:lnTo>
                  <a:pt x="190" y="116"/>
                </a:lnTo>
                <a:lnTo>
                  <a:pt x="187" y="115"/>
                </a:lnTo>
                <a:lnTo>
                  <a:pt x="195" y="98"/>
                </a:lnTo>
                <a:moveTo>
                  <a:pt x="184" y="123"/>
                </a:moveTo>
                <a:lnTo>
                  <a:pt x="167" y="131"/>
                </a:lnTo>
                <a:lnTo>
                  <a:pt x="159" y="115"/>
                </a:lnTo>
                <a:lnTo>
                  <a:pt x="176" y="106"/>
                </a:lnTo>
                <a:lnTo>
                  <a:pt x="184" y="123"/>
                </a:lnTo>
                <a:moveTo>
                  <a:pt x="167" y="131"/>
                </a:moveTo>
                <a:lnTo>
                  <a:pt x="151" y="139"/>
                </a:lnTo>
                <a:lnTo>
                  <a:pt x="142" y="123"/>
                </a:lnTo>
                <a:lnTo>
                  <a:pt x="159" y="115"/>
                </a:lnTo>
                <a:lnTo>
                  <a:pt x="167" y="131"/>
                </a:lnTo>
                <a:moveTo>
                  <a:pt x="151" y="139"/>
                </a:moveTo>
                <a:lnTo>
                  <a:pt x="134" y="147"/>
                </a:lnTo>
                <a:lnTo>
                  <a:pt x="126" y="131"/>
                </a:lnTo>
                <a:lnTo>
                  <a:pt x="142" y="123"/>
                </a:lnTo>
                <a:lnTo>
                  <a:pt x="151" y="139"/>
                </a:lnTo>
                <a:moveTo>
                  <a:pt x="134" y="147"/>
                </a:moveTo>
                <a:lnTo>
                  <a:pt x="118" y="156"/>
                </a:lnTo>
                <a:lnTo>
                  <a:pt x="110" y="139"/>
                </a:lnTo>
                <a:lnTo>
                  <a:pt x="126" y="131"/>
                </a:lnTo>
                <a:lnTo>
                  <a:pt x="134" y="147"/>
                </a:lnTo>
                <a:moveTo>
                  <a:pt x="118" y="156"/>
                </a:moveTo>
                <a:lnTo>
                  <a:pt x="101" y="164"/>
                </a:lnTo>
                <a:lnTo>
                  <a:pt x="93" y="147"/>
                </a:lnTo>
                <a:lnTo>
                  <a:pt x="110" y="139"/>
                </a:lnTo>
                <a:lnTo>
                  <a:pt x="118" y="156"/>
                </a:lnTo>
                <a:moveTo>
                  <a:pt x="101" y="164"/>
                </a:moveTo>
                <a:lnTo>
                  <a:pt x="85" y="172"/>
                </a:lnTo>
                <a:lnTo>
                  <a:pt x="77" y="156"/>
                </a:lnTo>
                <a:lnTo>
                  <a:pt x="93" y="147"/>
                </a:lnTo>
                <a:lnTo>
                  <a:pt x="101" y="164"/>
                </a:lnTo>
                <a:moveTo>
                  <a:pt x="85" y="172"/>
                </a:moveTo>
                <a:lnTo>
                  <a:pt x="69" y="180"/>
                </a:lnTo>
                <a:lnTo>
                  <a:pt x="60" y="164"/>
                </a:lnTo>
                <a:lnTo>
                  <a:pt x="77" y="156"/>
                </a:lnTo>
                <a:lnTo>
                  <a:pt x="85" y="172"/>
                </a:lnTo>
                <a:moveTo>
                  <a:pt x="69" y="180"/>
                </a:moveTo>
                <a:lnTo>
                  <a:pt x="52" y="188"/>
                </a:lnTo>
                <a:lnTo>
                  <a:pt x="44" y="172"/>
                </a:lnTo>
                <a:lnTo>
                  <a:pt x="60" y="164"/>
                </a:lnTo>
                <a:lnTo>
                  <a:pt x="69" y="180"/>
                </a:lnTo>
                <a:moveTo>
                  <a:pt x="52" y="188"/>
                </a:moveTo>
                <a:lnTo>
                  <a:pt x="36" y="197"/>
                </a:lnTo>
                <a:lnTo>
                  <a:pt x="27" y="180"/>
                </a:lnTo>
                <a:lnTo>
                  <a:pt x="44" y="172"/>
                </a:lnTo>
                <a:lnTo>
                  <a:pt x="52" y="188"/>
                </a:lnTo>
                <a:moveTo>
                  <a:pt x="36" y="197"/>
                </a:moveTo>
                <a:lnTo>
                  <a:pt x="19" y="205"/>
                </a:lnTo>
                <a:lnTo>
                  <a:pt x="11" y="188"/>
                </a:lnTo>
                <a:lnTo>
                  <a:pt x="27" y="180"/>
                </a:lnTo>
                <a:lnTo>
                  <a:pt x="36" y="197"/>
                </a:lnTo>
                <a:moveTo>
                  <a:pt x="19" y="205"/>
                </a:moveTo>
                <a:lnTo>
                  <a:pt x="0" y="214"/>
                </a:lnTo>
                <a:lnTo>
                  <a:pt x="0" y="188"/>
                </a:lnTo>
                <a:lnTo>
                  <a:pt x="18" y="188"/>
                </a:lnTo>
                <a:lnTo>
                  <a:pt x="18" y="200"/>
                </a:lnTo>
                <a:lnTo>
                  <a:pt x="9" y="200"/>
                </a:lnTo>
                <a:lnTo>
                  <a:pt x="5" y="191"/>
                </a:lnTo>
                <a:lnTo>
                  <a:pt x="11" y="188"/>
                </a:lnTo>
                <a:lnTo>
                  <a:pt x="19" y="205"/>
                </a:lnTo>
                <a:moveTo>
                  <a:pt x="0" y="188"/>
                </a:moveTo>
                <a:lnTo>
                  <a:pt x="0" y="169"/>
                </a:lnTo>
                <a:lnTo>
                  <a:pt x="18" y="169"/>
                </a:lnTo>
                <a:lnTo>
                  <a:pt x="18" y="188"/>
                </a:lnTo>
                <a:lnTo>
                  <a:pt x="0" y="188"/>
                </a:lnTo>
                <a:moveTo>
                  <a:pt x="0" y="169"/>
                </a:moveTo>
                <a:lnTo>
                  <a:pt x="0" y="151"/>
                </a:lnTo>
                <a:lnTo>
                  <a:pt x="18" y="151"/>
                </a:lnTo>
                <a:lnTo>
                  <a:pt x="18" y="169"/>
                </a:lnTo>
                <a:lnTo>
                  <a:pt x="0" y="169"/>
                </a:lnTo>
                <a:moveTo>
                  <a:pt x="0" y="151"/>
                </a:moveTo>
                <a:lnTo>
                  <a:pt x="0" y="133"/>
                </a:lnTo>
                <a:lnTo>
                  <a:pt x="18" y="133"/>
                </a:lnTo>
                <a:lnTo>
                  <a:pt x="18" y="151"/>
                </a:lnTo>
                <a:lnTo>
                  <a:pt x="0" y="151"/>
                </a:lnTo>
                <a:moveTo>
                  <a:pt x="0" y="133"/>
                </a:moveTo>
                <a:lnTo>
                  <a:pt x="0" y="114"/>
                </a:lnTo>
                <a:lnTo>
                  <a:pt x="18" y="114"/>
                </a:lnTo>
                <a:lnTo>
                  <a:pt x="18" y="133"/>
                </a:lnTo>
                <a:lnTo>
                  <a:pt x="0" y="133"/>
                </a:lnTo>
                <a:moveTo>
                  <a:pt x="0" y="114"/>
                </a:moveTo>
                <a:lnTo>
                  <a:pt x="0" y="96"/>
                </a:lnTo>
                <a:lnTo>
                  <a:pt x="18" y="96"/>
                </a:lnTo>
                <a:lnTo>
                  <a:pt x="18" y="114"/>
                </a:lnTo>
                <a:lnTo>
                  <a:pt x="0" y="114"/>
                </a:lnTo>
                <a:moveTo>
                  <a:pt x="0" y="96"/>
                </a:moveTo>
                <a:lnTo>
                  <a:pt x="0" y="78"/>
                </a:lnTo>
                <a:lnTo>
                  <a:pt x="18" y="78"/>
                </a:lnTo>
                <a:lnTo>
                  <a:pt x="18" y="96"/>
                </a:lnTo>
                <a:lnTo>
                  <a:pt x="0" y="96"/>
                </a:lnTo>
                <a:moveTo>
                  <a:pt x="0" y="78"/>
                </a:moveTo>
                <a:lnTo>
                  <a:pt x="0" y="59"/>
                </a:lnTo>
                <a:lnTo>
                  <a:pt x="18" y="59"/>
                </a:lnTo>
                <a:lnTo>
                  <a:pt x="18" y="78"/>
                </a:lnTo>
                <a:lnTo>
                  <a:pt x="0" y="78"/>
                </a:lnTo>
                <a:moveTo>
                  <a:pt x="0" y="59"/>
                </a:moveTo>
                <a:lnTo>
                  <a:pt x="0" y="40"/>
                </a:lnTo>
                <a:lnTo>
                  <a:pt x="18" y="40"/>
                </a:lnTo>
                <a:lnTo>
                  <a:pt x="18" y="59"/>
                </a:lnTo>
                <a:lnTo>
                  <a:pt x="0" y="59"/>
                </a:lnTo>
                <a:moveTo>
                  <a:pt x="0" y="40"/>
                </a:moveTo>
                <a:lnTo>
                  <a:pt x="0" y="22"/>
                </a:lnTo>
                <a:lnTo>
                  <a:pt x="18" y="22"/>
                </a:lnTo>
                <a:lnTo>
                  <a:pt x="18" y="40"/>
                </a:lnTo>
                <a:lnTo>
                  <a:pt x="0" y="40"/>
                </a:lnTo>
                <a:moveTo>
                  <a:pt x="0" y="22"/>
                </a:moveTo>
                <a:lnTo>
                  <a:pt x="0" y="0"/>
                </a:lnTo>
                <a:lnTo>
                  <a:pt x="30" y="15"/>
                </a:lnTo>
                <a:lnTo>
                  <a:pt x="22" y="31"/>
                </a:lnTo>
                <a:lnTo>
                  <a:pt x="5" y="23"/>
                </a:lnTo>
                <a:lnTo>
                  <a:pt x="9" y="15"/>
                </a:lnTo>
                <a:lnTo>
                  <a:pt x="18" y="15"/>
                </a:lnTo>
                <a:lnTo>
                  <a:pt x="18" y="22"/>
                </a:lnTo>
                <a:lnTo>
                  <a:pt x="0" y="2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3" name=""/>
          <p:cNvSpPr/>
          <p:nvPr/>
        </p:nvSpPr>
        <p:spPr>
          <a:xfrm>
            <a:off x="6879600" y="2433240"/>
            <a:ext cx="380160" cy="0"/>
          </a:xfrm>
          <a:custGeom>
            <a:avLst/>
            <a:gdLst/>
            <a:ahLst/>
            <a:rect l="0" t="0" r="r" b="b"/>
            <a:pathLst>
              <a:path fill="none" w="1056" h="0">
                <a:moveTo>
                  <a:pt x="0" y="0"/>
                </a:moveTo>
                <a:lnTo>
                  <a:pt x="96" y="0"/>
                </a:lnTo>
                <a:cubicBezTo>
                  <a:pt x="191" y="0"/>
                  <a:pt x="383" y="0"/>
                  <a:pt x="559" y="0"/>
                </a:cubicBezTo>
                <a:cubicBezTo>
                  <a:pt x="735" y="0"/>
                  <a:pt x="895" y="0"/>
                  <a:pt x="976" y="0"/>
                </a:cubicBezTo>
                <a:lnTo>
                  <a:pt x="1056" y="0"/>
                </a:lnTo>
              </a:path>
            </a:pathLst>
          </a:custGeom>
          <a:ln w="7920">
            <a:solidFill>
              <a:srgbClr val="333333"/>
            </a:solidFill>
            <a:miter/>
          </a:ln>
        </p:spPr>
        <p:txBody>
          <a:bodyPr lIns="3960" rIns="3960" tIns="-3960" bIns="-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" name=""/>
          <p:cNvSpPr/>
          <p:nvPr/>
        </p:nvSpPr>
        <p:spPr>
          <a:xfrm>
            <a:off x="7226640" y="2400120"/>
            <a:ext cx="66600" cy="66600"/>
          </a:xfrm>
          <a:custGeom>
            <a:avLst/>
            <a:gdLst/>
            <a:ahLst/>
            <a:rect l="0" t="0" r="r" b="b"/>
            <a:pathLst>
              <a:path w="185" h="185">
                <a:moveTo>
                  <a:pt x="0" y="0"/>
                </a:moveTo>
                <a:lnTo>
                  <a:pt x="185" y="93"/>
                </a:lnTo>
                <a:lnTo>
                  <a:pt x="0" y="185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5" name=""/>
          <p:cNvSpPr/>
          <p:nvPr/>
        </p:nvSpPr>
        <p:spPr>
          <a:xfrm>
            <a:off x="7223400" y="2394720"/>
            <a:ext cx="77040" cy="77040"/>
          </a:xfrm>
          <a:custGeom>
            <a:avLst/>
            <a:gdLst/>
            <a:ahLst/>
            <a:rect l="0" t="0" r="r" b="b"/>
            <a:pathLst>
              <a:path w="214" h="214">
                <a:moveTo>
                  <a:pt x="30" y="15"/>
                </a:moveTo>
                <a:lnTo>
                  <a:pt x="46" y="23"/>
                </a:lnTo>
                <a:lnTo>
                  <a:pt x="38" y="40"/>
                </a:lnTo>
                <a:lnTo>
                  <a:pt x="21" y="31"/>
                </a:lnTo>
                <a:lnTo>
                  <a:pt x="30" y="15"/>
                </a:lnTo>
                <a:moveTo>
                  <a:pt x="46" y="23"/>
                </a:moveTo>
                <a:lnTo>
                  <a:pt x="62" y="31"/>
                </a:lnTo>
                <a:lnTo>
                  <a:pt x="54" y="48"/>
                </a:lnTo>
                <a:lnTo>
                  <a:pt x="38" y="40"/>
                </a:lnTo>
                <a:lnTo>
                  <a:pt x="46" y="23"/>
                </a:lnTo>
                <a:moveTo>
                  <a:pt x="62" y="31"/>
                </a:moveTo>
                <a:lnTo>
                  <a:pt x="80" y="40"/>
                </a:lnTo>
                <a:lnTo>
                  <a:pt x="72" y="56"/>
                </a:lnTo>
                <a:lnTo>
                  <a:pt x="54" y="48"/>
                </a:lnTo>
                <a:lnTo>
                  <a:pt x="62" y="31"/>
                </a:lnTo>
                <a:moveTo>
                  <a:pt x="80" y="40"/>
                </a:moveTo>
                <a:lnTo>
                  <a:pt x="96" y="48"/>
                </a:lnTo>
                <a:lnTo>
                  <a:pt x="88" y="65"/>
                </a:lnTo>
                <a:lnTo>
                  <a:pt x="72" y="56"/>
                </a:lnTo>
                <a:lnTo>
                  <a:pt x="80" y="40"/>
                </a:lnTo>
                <a:moveTo>
                  <a:pt x="96" y="48"/>
                </a:moveTo>
                <a:lnTo>
                  <a:pt x="113" y="56"/>
                </a:lnTo>
                <a:lnTo>
                  <a:pt x="104" y="73"/>
                </a:lnTo>
                <a:lnTo>
                  <a:pt x="88" y="65"/>
                </a:lnTo>
                <a:lnTo>
                  <a:pt x="96" y="48"/>
                </a:lnTo>
                <a:moveTo>
                  <a:pt x="113" y="56"/>
                </a:moveTo>
                <a:lnTo>
                  <a:pt x="129" y="65"/>
                </a:lnTo>
                <a:lnTo>
                  <a:pt x="121" y="82"/>
                </a:lnTo>
                <a:lnTo>
                  <a:pt x="104" y="73"/>
                </a:lnTo>
                <a:lnTo>
                  <a:pt x="113" y="56"/>
                </a:lnTo>
                <a:moveTo>
                  <a:pt x="129" y="65"/>
                </a:moveTo>
                <a:lnTo>
                  <a:pt x="146" y="73"/>
                </a:lnTo>
                <a:lnTo>
                  <a:pt x="137" y="90"/>
                </a:lnTo>
                <a:lnTo>
                  <a:pt x="121" y="82"/>
                </a:lnTo>
                <a:lnTo>
                  <a:pt x="129" y="65"/>
                </a:lnTo>
                <a:moveTo>
                  <a:pt x="146" y="73"/>
                </a:moveTo>
                <a:lnTo>
                  <a:pt x="162" y="82"/>
                </a:lnTo>
                <a:lnTo>
                  <a:pt x="154" y="98"/>
                </a:lnTo>
                <a:lnTo>
                  <a:pt x="137" y="90"/>
                </a:lnTo>
                <a:lnTo>
                  <a:pt x="146" y="73"/>
                </a:lnTo>
                <a:moveTo>
                  <a:pt x="162" y="82"/>
                </a:moveTo>
                <a:lnTo>
                  <a:pt x="178" y="90"/>
                </a:lnTo>
                <a:lnTo>
                  <a:pt x="170" y="106"/>
                </a:lnTo>
                <a:lnTo>
                  <a:pt x="154" y="98"/>
                </a:lnTo>
                <a:lnTo>
                  <a:pt x="162" y="82"/>
                </a:lnTo>
                <a:moveTo>
                  <a:pt x="178" y="90"/>
                </a:moveTo>
                <a:lnTo>
                  <a:pt x="195" y="98"/>
                </a:lnTo>
                <a:lnTo>
                  <a:pt x="187" y="115"/>
                </a:lnTo>
                <a:lnTo>
                  <a:pt x="170" y="106"/>
                </a:lnTo>
                <a:lnTo>
                  <a:pt x="178" y="90"/>
                </a:lnTo>
                <a:moveTo>
                  <a:pt x="195" y="98"/>
                </a:moveTo>
                <a:lnTo>
                  <a:pt x="214" y="108"/>
                </a:lnTo>
                <a:lnTo>
                  <a:pt x="184" y="123"/>
                </a:lnTo>
                <a:lnTo>
                  <a:pt x="176" y="106"/>
                </a:lnTo>
                <a:lnTo>
                  <a:pt x="190" y="100"/>
                </a:lnTo>
                <a:lnTo>
                  <a:pt x="194" y="108"/>
                </a:lnTo>
                <a:lnTo>
                  <a:pt x="190" y="116"/>
                </a:lnTo>
                <a:lnTo>
                  <a:pt x="187" y="115"/>
                </a:lnTo>
                <a:lnTo>
                  <a:pt x="195" y="98"/>
                </a:lnTo>
                <a:moveTo>
                  <a:pt x="184" y="123"/>
                </a:moveTo>
                <a:lnTo>
                  <a:pt x="168" y="131"/>
                </a:lnTo>
                <a:lnTo>
                  <a:pt x="160" y="115"/>
                </a:lnTo>
                <a:lnTo>
                  <a:pt x="176" y="106"/>
                </a:lnTo>
                <a:lnTo>
                  <a:pt x="184" y="123"/>
                </a:lnTo>
                <a:moveTo>
                  <a:pt x="168" y="131"/>
                </a:moveTo>
                <a:lnTo>
                  <a:pt x="151" y="139"/>
                </a:lnTo>
                <a:lnTo>
                  <a:pt x="143" y="123"/>
                </a:lnTo>
                <a:lnTo>
                  <a:pt x="160" y="115"/>
                </a:lnTo>
                <a:lnTo>
                  <a:pt x="168" y="131"/>
                </a:lnTo>
                <a:moveTo>
                  <a:pt x="151" y="139"/>
                </a:moveTo>
                <a:lnTo>
                  <a:pt x="135" y="147"/>
                </a:lnTo>
                <a:lnTo>
                  <a:pt x="127" y="131"/>
                </a:lnTo>
                <a:lnTo>
                  <a:pt x="143" y="123"/>
                </a:lnTo>
                <a:lnTo>
                  <a:pt x="151" y="139"/>
                </a:lnTo>
                <a:moveTo>
                  <a:pt x="135" y="147"/>
                </a:moveTo>
                <a:lnTo>
                  <a:pt x="119" y="156"/>
                </a:lnTo>
                <a:lnTo>
                  <a:pt x="110" y="139"/>
                </a:lnTo>
                <a:lnTo>
                  <a:pt x="127" y="131"/>
                </a:lnTo>
                <a:lnTo>
                  <a:pt x="135" y="147"/>
                </a:lnTo>
                <a:moveTo>
                  <a:pt x="119" y="156"/>
                </a:moveTo>
                <a:lnTo>
                  <a:pt x="102" y="164"/>
                </a:lnTo>
                <a:lnTo>
                  <a:pt x="94" y="147"/>
                </a:lnTo>
                <a:lnTo>
                  <a:pt x="110" y="139"/>
                </a:lnTo>
                <a:lnTo>
                  <a:pt x="119" y="156"/>
                </a:lnTo>
                <a:moveTo>
                  <a:pt x="102" y="164"/>
                </a:moveTo>
                <a:lnTo>
                  <a:pt x="86" y="172"/>
                </a:lnTo>
                <a:lnTo>
                  <a:pt x="78" y="156"/>
                </a:lnTo>
                <a:lnTo>
                  <a:pt x="94" y="147"/>
                </a:lnTo>
                <a:lnTo>
                  <a:pt x="102" y="164"/>
                </a:lnTo>
                <a:moveTo>
                  <a:pt x="86" y="172"/>
                </a:moveTo>
                <a:lnTo>
                  <a:pt x="69" y="180"/>
                </a:lnTo>
                <a:lnTo>
                  <a:pt x="60" y="164"/>
                </a:lnTo>
                <a:lnTo>
                  <a:pt x="78" y="156"/>
                </a:lnTo>
                <a:lnTo>
                  <a:pt x="86" y="172"/>
                </a:lnTo>
                <a:moveTo>
                  <a:pt x="69" y="180"/>
                </a:moveTo>
                <a:lnTo>
                  <a:pt x="52" y="188"/>
                </a:lnTo>
                <a:lnTo>
                  <a:pt x="44" y="172"/>
                </a:lnTo>
                <a:lnTo>
                  <a:pt x="60" y="164"/>
                </a:lnTo>
                <a:lnTo>
                  <a:pt x="69" y="180"/>
                </a:lnTo>
                <a:moveTo>
                  <a:pt x="52" y="188"/>
                </a:moveTo>
                <a:lnTo>
                  <a:pt x="36" y="197"/>
                </a:lnTo>
                <a:lnTo>
                  <a:pt x="27" y="180"/>
                </a:lnTo>
                <a:lnTo>
                  <a:pt x="44" y="172"/>
                </a:lnTo>
                <a:lnTo>
                  <a:pt x="52" y="188"/>
                </a:lnTo>
                <a:moveTo>
                  <a:pt x="36" y="197"/>
                </a:moveTo>
                <a:lnTo>
                  <a:pt x="19" y="205"/>
                </a:lnTo>
                <a:lnTo>
                  <a:pt x="11" y="188"/>
                </a:lnTo>
                <a:lnTo>
                  <a:pt x="27" y="180"/>
                </a:lnTo>
                <a:lnTo>
                  <a:pt x="36" y="197"/>
                </a:lnTo>
                <a:moveTo>
                  <a:pt x="19" y="205"/>
                </a:moveTo>
                <a:lnTo>
                  <a:pt x="0" y="214"/>
                </a:lnTo>
                <a:lnTo>
                  <a:pt x="0" y="188"/>
                </a:lnTo>
                <a:lnTo>
                  <a:pt x="18" y="188"/>
                </a:lnTo>
                <a:lnTo>
                  <a:pt x="18" y="200"/>
                </a:lnTo>
                <a:lnTo>
                  <a:pt x="9" y="200"/>
                </a:lnTo>
                <a:lnTo>
                  <a:pt x="5" y="191"/>
                </a:lnTo>
                <a:lnTo>
                  <a:pt x="11" y="188"/>
                </a:lnTo>
                <a:lnTo>
                  <a:pt x="19" y="205"/>
                </a:lnTo>
                <a:moveTo>
                  <a:pt x="0" y="188"/>
                </a:moveTo>
                <a:lnTo>
                  <a:pt x="0" y="169"/>
                </a:lnTo>
                <a:lnTo>
                  <a:pt x="18" y="169"/>
                </a:lnTo>
                <a:lnTo>
                  <a:pt x="18" y="188"/>
                </a:lnTo>
                <a:lnTo>
                  <a:pt x="0" y="188"/>
                </a:lnTo>
                <a:moveTo>
                  <a:pt x="0" y="169"/>
                </a:moveTo>
                <a:lnTo>
                  <a:pt x="0" y="151"/>
                </a:lnTo>
                <a:lnTo>
                  <a:pt x="18" y="151"/>
                </a:lnTo>
                <a:lnTo>
                  <a:pt x="18" y="169"/>
                </a:lnTo>
                <a:lnTo>
                  <a:pt x="0" y="169"/>
                </a:lnTo>
                <a:moveTo>
                  <a:pt x="0" y="151"/>
                </a:moveTo>
                <a:lnTo>
                  <a:pt x="0" y="133"/>
                </a:lnTo>
                <a:lnTo>
                  <a:pt x="18" y="133"/>
                </a:lnTo>
                <a:lnTo>
                  <a:pt x="18" y="151"/>
                </a:lnTo>
                <a:lnTo>
                  <a:pt x="0" y="151"/>
                </a:lnTo>
                <a:moveTo>
                  <a:pt x="0" y="133"/>
                </a:moveTo>
                <a:lnTo>
                  <a:pt x="0" y="114"/>
                </a:lnTo>
                <a:lnTo>
                  <a:pt x="18" y="114"/>
                </a:lnTo>
                <a:lnTo>
                  <a:pt x="18" y="133"/>
                </a:lnTo>
                <a:lnTo>
                  <a:pt x="0" y="133"/>
                </a:lnTo>
                <a:moveTo>
                  <a:pt x="0" y="114"/>
                </a:moveTo>
                <a:lnTo>
                  <a:pt x="0" y="96"/>
                </a:lnTo>
                <a:lnTo>
                  <a:pt x="18" y="96"/>
                </a:lnTo>
                <a:lnTo>
                  <a:pt x="18" y="114"/>
                </a:lnTo>
                <a:lnTo>
                  <a:pt x="0" y="114"/>
                </a:lnTo>
                <a:moveTo>
                  <a:pt x="0" y="96"/>
                </a:moveTo>
                <a:lnTo>
                  <a:pt x="0" y="78"/>
                </a:lnTo>
                <a:lnTo>
                  <a:pt x="18" y="78"/>
                </a:lnTo>
                <a:lnTo>
                  <a:pt x="18" y="96"/>
                </a:lnTo>
                <a:lnTo>
                  <a:pt x="0" y="96"/>
                </a:lnTo>
                <a:moveTo>
                  <a:pt x="0" y="78"/>
                </a:moveTo>
                <a:lnTo>
                  <a:pt x="0" y="59"/>
                </a:lnTo>
                <a:lnTo>
                  <a:pt x="18" y="59"/>
                </a:lnTo>
                <a:lnTo>
                  <a:pt x="18" y="78"/>
                </a:lnTo>
                <a:lnTo>
                  <a:pt x="0" y="78"/>
                </a:lnTo>
                <a:moveTo>
                  <a:pt x="0" y="59"/>
                </a:moveTo>
                <a:lnTo>
                  <a:pt x="0" y="40"/>
                </a:lnTo>
                <a:lnTo>
                  <a:pt x="18" y="40"/>
                </a:lnTo>
                <a:lnTo>
                  <a:pt x="18" y="59"/>
                </a:lnTo>
                <a:lnTo>
                  <a:pt x="0" y="59"/>
                </a:lnTo>
                <a:moveTo>
                  <a:pt x="0" y="40"/>
                </a:moveTo>
                <a:lnTo>
                  <a:pt x="0" y="22"/>
                </a:lnTo>
                <a:lnTo>
                  <a:pt x="18" y="22"/>
                </a:lnTo>
                <a:lnTo>
                  <a:pt x="18" y="40"/>
                </a:lnTo>
                <a:lnTo>
                  <a:pt x="0" y="40"/>
                </a:lnTo>
                <a:moveTo>
                  <a:pt x="0" y="22"/>
                </a:moveTo>
                <a:lnTo>
                  <a:pt x="0" y="0"/>
                </a:lnTo>
                <a:lnTo>
                  <a:pt x="30" y="15"/>
                </a:lnTo>
                <a:lnTo>
                  <a:pt x="21" y="31"/>
                </a:lnTo>
                <a:lnTo>
                  <a:pt x="5" y="23"/>
                </a:lnTo>
                <a:lnTo>
                  <a:pt x="9" y="15"/>
                </a:lnTo>
                <a:lnTo>
                  <a:pt x="18" y="15"/>
                </a:lnTo>
                <a:lnTo>
                  <a:pt x="18" y="22"/>
                </a:lnTo>
                <a:lnTo>
                  <a:pt x="0" y="2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6" name=""/>
          <p:cNvSpPr/>
          <p:nvPr/>
        </p:nvSpPr>
        <p:spPr>
          <a:xfrm>
            <a:off x="523440" y="2210040"/>
            <a:ext cx="1513800" cy="446400"/>
          </a:xfrm>
          <a:custGeom>
            <a:avLst/>
            <a:gdLst/>
            <a:ahLst/>
            <a:rect l="0" t="0" r="r" b="b"/>
            <a:pathLst>
              <a:path w="4205" h="1240">
                <a:moveTo>
                  <a:pt x="0" y="0"/>
                </a:moveTo>
                <a:lnTo>
                  <a:pt x="4205" y="0"/>
                </a:lnTo>
                <a:lnTo>
                  <a:pt x="4205" y="1240"/>
                </a:lnTo>
                <a:lnTo>
                  <a:pt x="0" y="124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" name=""/>
          <p:cNvSpPr/>
          <p:nvPr/>
        </p:nvSpPr>
        <p:spPr>
          <a:xfrm>
            <a:off x="523440" y="2210040"/>
            <a:ext cx="1513800" cy="446400"/>
          </a:xfrm>
          <a:custGeom>
            <a:avLst/>
            <a:gdLst/>
            <a:ahLst/>
            <a:rect l="0" t="0" r="r" b="b"/>
            <a:pathLst>
              <a:path w="4205" h="1240">
                <a:moveTo>
                  <a:pt x="0" y="0"/>
                </a:moveTo>
                <a:lnTo>
                  <a:pt x="4205" y="0"/>
                </a:lnTo>
                <a:lnTo>
                  <a:pt x="4205" y="1240"/>
                </a:lnTo>
                <a:lnTo>
                  <a:pt x="0" y="1240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94a3b0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" name=""/>
          <p:cNvSpPr txBox="1"/>
          <p:nvPr/>
        </p:nvSpPr>
        <p:spPr>
          <a:xfrm>
            <a:off x="439920" y="1501200"/>
            <a:ext cx="64839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de dot-comjaren toevoegden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" name=""/>
          <p:cNvSpPr/>
          <p:nvPr/>
        </p:nvSpPr>
        <p:spPr>
          <a:xfrm>
            <a:off x="2449800" y="2210040"/>
            <a:ext cx="1223640" cy="446400"/>
          </a:xfrm>
          <a:custGeom>
            <a:avLst/>
            <a:gdLst/>
            <a:ahLst/>
            <a:rect l="0" t="0" r="r" b="b"/>
            <a:pathLst>
              <a:path w="3399" h="1240">
                <a:moveTo>
                  <a:pt x="0" y="0"/>
                </a:moveTo>
                <a:lnTo>
                  <a:pt x="3399" y="0"/>
                </a:lnTo>
                <a:lnTo>
                  <a:pt x="3399" y="1240"/>
                </a:lnTo>
                <a:lnTo>
                  <a:pt x="0" y="124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" name=""/>
          <p:cNvSpPr/>
          <p:nvPr/>
        </p:nvSpPr>
        <p:spPr>
          <a:xfrm>
            <a:off x="2449800" y="2210040"/>
            <a:ext cx="1223640" cy="446400"/>
          </a:xfrm>
          <a:custGeom>
            <a:avLst/>
            <a:gdLst/>
            <a:ahLst/>
            <a:rect l="0" t="0" r="r" b="b"/>
            <a:pathLst>
              <a:path w="3399" h="1240">
                <a:moveTo>
                  <a:pt x="0" y="0"/>
                </a:moveTo>
                <a:lnTo>
                  <a:pt x="3399" y="0"/>
                </a:lnTo>
                <a:lnTo>
                  <a:pt x="3399" y="1240"/>
                </a:lnTo>
                <a:lnTo>
                  <a:pt x="0" y="1240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94a3b0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" name=""/>
          <p:cNvSpPr txBox="1"/>
          <p:nvPr/>
        </p:nvSpPr>
        <p:spPr>
          <a:xfrm>
            <a:off x="771480" y="2351880"/>
            <a:ext cx="102492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40" spc="-1" strike="noStrike">
                <a:solidFill>
                  <a:srgbClr val="1f2937"/>
                </a:solidFill>
                <a:latin typeface="DejaVuSans"/>
                <a:ea typeface="DejaVuSans"/>
              </a:rPr>
              <a:t>Gebruikersschil</a:t>
            </a:r>
            <a:endParaRPr b="0" lang="en-US" sz="10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" name=""/>
          <p:cNvSpPr/>
          <p:nvPr/>
        </p:nvSpPr>
        <p:spPr>
          <a:xfrm>
            <a:off x="4086360" y="2104200"/>
            <a:ext cx="1220400" cy="658080"/>
          </a:xfrm>
          <a:custGeom>
            <a:avLst/>
            <a:gdLst/>
            <a:ahLst/>
            <a:rect l="0" t="0" r="r" b="b"/>
            <a:pathLst>
              <a:path w="3390" h="1828">
                <a:moveTo>
                  <a:pt x="0" y="311"/>
                </a:moveTo>
                <a:cubicBezTo>
                  <a:pt x="0" y="321"/>
                  <a:pt x="2" y="331"/>
                  <a:pt x="8" y="341"/>
                </a:cubicBezTo>
                <a:cubicBezTo>
                  <a:pt x="13" y="352"/>
                  <a:pt x="21" y="362"/>
                  <a:pt x="32" y="372"/>
                </a:cubicBezTo>
                <a:cubicBezTo>
                  <a:pt x="43" y="382"/>
                  <a:pt x="56" y="391"/>
                  <a:pt x="73" y="401"/>
                </a:cubicBezTo>
                <a:cubicBezTo>
                  <a:pt x="89" y="411"/>
                  <a:pt x="107" y="420"/>
                  <a:pt x="129" y="430"/>
                </a:cubicBezTo>
                <a:cubicBezTo>
                  <a:pt x="150" y="439"/>
                  <a:pt x="174" y="448"/>
                  <a:pt x="200" y="457"/>
                </a:cubicBezTo>
                <a:cubicBezTo>
                  <a:pt x="226" y="466"/>
                  <a:pt x="254" y="475"/>
                  <a:pt x="285" y="484"/>
                </a:cubicBezTo>
                <a:cubicBezTo>
                  <a:pt x="316" y="492"/>
                  <a:pt x="349" y="500"/>
                  <a:pt x="384" y="508"/>
                </a:cubicBezTo>
                <a:cubicBezTo>
                  <a:pt x="419" y="516"/>
                  <a:pt x="457" y="523"/>
                  <a:pt x="496" y="531"/>
                </a:cubicBezTo>
                <a:cubicBezTo>
                  <a:pt x="536" y="538"/>
                  <a:pt x="577" y="545"/>
                  <a:pt x="620" y="552"/>
                </a:cubicBezTo>
                <a:cubicBezTo>
                  <a:pt x="663" y="559"/>
                  <a:pt x="708" y="565"/>
                  <a:pt x="754" y="570"/>
                </a:cubicBezTo>
                <a:cubicBezTo>
                  <a:pt x="800" y="576"/>
                  <a:pt x="848" y="581"/>
                  <a:pt x="896" y="586"/>
                </a:cubicBezTo>
                <a:cubicBezTo>
                  <a:pt x="945" y="591"/>
                  <a:pt x="996" y="595"/>
                  <a:pt x="1047" y="599"/>
                </a:cubicBezTo>
                <a:cubicBezTo>
                  <a:pt x="1098" y="603"/>
                  <a:pt x="1150" y="606"/>
                  <a:pt x="1203" y="609"/>
                </a:cubicBezTo>
                <a:cubicBezTo>
                  <a:pt x="1257" y="612"/>
                  <a:pt x="1310" y="615"/>
                  <a:pt x="1365" y="617"/>
                </a:cubicBezTo>
                <a:cubicBezTo>
                  <a:pt x="1419" y="619"/>
                  <a:pt x="1474" y="620"/>
                  <a:pt x="1529" y="621"/>
                </a:cubicBezTo>
                <a:cubicBezTo>
                  <a:pt x="1585" y="622"/>
                  <a:pt x="1640" y="623"/>
                  <a:pt x="1695" y="623"/>
                </a:cubicBezTo>
                <a:cubicBezTo>
                  <a:pt x="1751" y="623"/>
                  <a:pt x="1806" y="622"/>
                  <a:pt x="1862" y="621"/>
                </a:cubicBezTo>
                <a:cubicBezTo>
                  <a:pt x="1917" y="620"/>
                  <a:pt x="1972" y="619"/>
                  <a:pt x="2026" y="617"/>
                </a:cubicBezTo>
                <a:cubicBezTo>
                  <a:pt x="2081" y="615"/>
                  <a:pt x="2134" y="612"/>
                  <a:pt x="2187" y="609"/>
                </a:cubicBezTo>
                <a:cubicBezTo>
                  <a:pt x="2241" y="606"/>
                  <a:pt x="2293" y="603"/>
                  <a:pt x="2344" y="599"/>
                </a:cubicBezTo>
                <a:cubicBezTo>
                  <a:pt x="2395" y="595"/>
                  <a:pt x="2446" y="591"/>
                  <a:pt x="2494" y="586"/>
                </a:cubicBezTo>
                <a:cubicBezTo>
                  <a:pt x="2543" y="581"/>
                  <a:pt x="2591" y="576"/>
                  <a:pt x="2637" y="570"/>
                </a:cubicBezTo>
                <a:cubicBezTo>
                  <a:pt x="2683" y="565"/>
                  <a:pt x="2728" y="559"/>
                  <a:pt x="2771" y="552"/>
                </a:cubicBezTo>
                <a:cubicBezTo>
                  <a:pt x="2814" y="545"/>
                  <a:pt x="2855" y="538"/>
                  <a:pt x="2894" y="531"/>
                </a:cubicBezTo>
                <a:cubicBezTo>
                  <a:pt x="2933" y="523"/>
                  <a:pt x="2970" y="516"/>
                  <a:pt x="3006" y="508"/>
                </a:cubicBezTo>
                <a:cubicBezTo>
                  <a:pt x="3041" y="500"/>
                  <a:pt x="3074" y="492"/>
                  <a:pt x="3105" y="484"/>
                </a:cubicBezTo>
                <a:cubicBezTo>
                  <a:pt x="3136" y="475"/>
                  <a:pt x="3164" y="466"/>
                  <a:pt x="3190" y="457"/>
                </a:cubicBezTo>
                <a:cubicBezTo>
                  <a:pt x="3216" y="448"/>
                  <a:pt x="3240" y="439"/>
                  <a:pt x="3261" y="430"/>
                </a:cubicBezTo>
                <a:cubicBezTo>
                  <a:pt x="3283" y="420"/>
                  <a:pt x="3301" y="411"/>
                  <a:pt x="3317" y="401"/>
                </a:cubicBezTo>
                <a:cubicBezTo>
                  <a:pt x="3334" y="391"/>
                  <a:pt x="3347" y="382"/>
                  <a:pt x="3358" y="372"/>
                </a:cubicBezTo>
                <a:cubicBezTo>
                  <a:pt x="3369" y="362"/>
                  <a:pt x="3377" y="352"/>
                  <a:pt x="3382" y="341"/>
                </a:cubicBezTo>
                <a:cubicBezTo>
                  <a:pt x="3388" y="331"/>
                  <a:pt x="3390" y="321"/>
                  <a:pt x="3390" y="311"/>
                </a:cubicBezTo>
                <a:cubicBezTo>
                  <a:pt x="3390" y="301"/>
                  <a:pt x="3388" y="291"/>
                  <a:pt x="3382" y="280"/>
                </a:cubicBezTo>
                <a:cubicBezTo>
                  <a:pt x="3377" y="270"/>
                  <a:pt x="3369" y="260"/>
                  <a:pt x="3358" y="250"/>
                </a:cubicBezTo>
                <a:cubicBezTo>
                  <a:pt x="3347" y="240"/>
                  <a:pt x="3334" y="230"/>
                  <a:pt x="3317" y="221"/>
                </a:cubicBezTo>
                <a:cubicBezTo>
                  <a:pt x="3301" y="211"/>
                  <a:pt x="3283" y="201"/>
                  <a:pt x="3261" y="192"/>
                </a:cubicBezTo>
                <a:cubicBezTo>
                  <a:pt x="3240" y="183"/>
                  <a:pt x="3216" y="173"/>
                  <a:pt x="3190" y="164"/>
                </a:cubicBezTo>
                <a:cubicBezTo>
                  <a:pt x="3164" y="155"/>
                  <a:pt x="3136" y="147"/>
                  <a:pt x="3105" y="138"/>
                </a:cubicBezTo>
                <a:cubicBezTo>
                  <a:pt x="3074" y="130"/>
                  <a:pt x="3041" y="122"/>
                  <a:pt x="3006" y="114"/>
                </a:cubicBezTo>
                <a:cubicBezTo>
                  <a:pt x="2970" y="106"/>
                  <a:pt x="2933" y="98"/>
                  <a:pt x="2894" y="91"/>
                </a:cubicBezTo>
                <a:cubicBezTo>
                  <a:pt x="2855" y="84"/>
                  <a:pt x="2814" y="77"/>
                  <a:pt x="2771" y="71"/>
                </a:cubicBezTo>
                <a:cubicBezTo>
                  <a:pt x="2728" y="64"/>
                  <a:pt x="2683" y="58"/>
                  <a:pt x="2637" y="53"/>
                </a:cubicBezTo>
                <a:cubicBezTo>
                  <a:pt x="2591" y="47"/>
                  <a:pt x="2543" y="42"/>
                  <a:pt x="2494" y="37"/>
                </a:cubicBezTo>
                <a:cubicBezTo>
                  <a:pt x="2446" y="32"/>
                  <a:pt x="2395" y="28"/>
                  <a:pt x="2344" y="24"/>
                </a:cubicBezTo>
                <a:cubicBezTo>
                  <a:pt x="2293" y="20"/>
                  <a:pt x="2241" y="17"/>
                  <a:pt x="2187" y="14"/>
                </a:cubicBezTo>
                <a:cubicBezTo>
                  <a:pt x="2134" y="11"/>
                  <a:pt x="2081" y="8"/>
                  <a:pt x="2026" y="6"/>
                </a:cubicBezTo>
                <a:cubicBezTo>
                  <a:pt x="1972" y="4"/>
                  <a:pt x="1917" y="3"/>
                  <a:pt x="1862" y="2"/>
                </a:cubicBezTo>
                <a:cubicBezTo>
                  <a:pt x="1806" y="1"/>
                  <a:pt x="1751" y="0"/>
                  <a:pt x="1695" y="0"/>
                </a:cubicBezTo>
                <a:cubicBezTo>
                  <a:pt x="1640" y="0"/>
                  <a:pt x="1585" y="1"/>
                  <a:pt x="1529" y="2"/>
                </a:cubicBezTo>
                <a:cubicBezTo>
                  <a:pt x="1474" y="3"/>
                  <a:pt x="1419" y="4"/>
                  <a:pt x="1365" y="6"/>
                </a:cubicBezTo>
                <a:cubicBezTo>
                  <a:pt x="1310" y="8"/>
                  <a:pt x="1257" y="11"/>
                  <a:pt x="1203" y="14"/>
                </a:cubicBezTo>
                <a:cubicBezTo>
                  <a:pt x="1150" y="17"/>
                  <a:pt x="1098" y="20"/>
                  <a:pt x="1047" y="24"/>
                </a:cubicBezTo>
                <a:cubicBezTo>
                  <a:pt x="996" y="28"/>
                  <a:pt x="945" y="32"/>
                  <a:pt x="896" y="37"/>
                </a:cubicBezTo>
                <a:cubicBezTo>
                  <a:pt x="848" y="42"/>
                  <a:pt x="800" y="47"/>
                  <a:pt x="754" y="53"/>
                </a:cubicBezTo>
                <a:cubicBezTo>
                  <a:pt x="708" y="58"/>
                  <a:pt x="663" y="64"/>
                  <a:pt x="620" y="71"/>
                </a:cubicBezTo>
                <a:cubicBezTo>
                  <a:pt x="577" y="77"/>
                  <a:pt x="536" y="84"/>
                  <a:pt x="496" y="91"/>
                </a:cubicBezTo>
                <a:cubicBezTo>
                  <a:pt x="457" y="98"/>
                  <a:pt x="419" y="106"/>
                  <a:pt x="384" y="114"/>
                </a:cubicBezTo>
                <a:cubicBezTo>
                  <a:pt x="349" y="122"/>
                  <a:pt x="316" y="130"/>
                  <a:pt x="285" y="138"/>
                </a:cubicBezTo>
                <a:cubicBezTo>
                  <a:pt x="254" y="147"/>
                  <a:pt x="226" y="155"/>
                  <a:pt x="200" y="164"/>
                </a:cubicBezTo>
                <a:cubicBezTo>
                  <a:pt x="174" y="173"/>
                  <a:pt x="150" y="183"/>
                  <a:pt x="129" y="192"/>
                </a:cubicBezTo>
                <a:cubicBezTo>
                  <a:pt x="107" y="201"/>
                  <a:pt x="89" y="211"/>
                  <a:pt x="73" y="221"/>
                </a:cubicBezTo>
                <a:cubicBezTo>
                  <a:pt x="56" y="230"/>
                  <a:pt x="43" y="240"/>
                  <a:pt x="32" y="250"/>
                </a:cubicBezTo>
                <a:cubicBezTo>
                  <a:pt x="21" y="260"/>
                  <a:pt x="13" y="270"/>
                  <a:pt x="8" y="280"/>
                </a:cubicBezTo>
                <a:cubicBezTo>
                  <a:pt x="2" y="291"/>
                  <a:pt x="0" y="301"/>
                  <a:pt x="0" y="311"/>
                </a:cubicBezTo>
                <a:lnTo>
                  <a:pt x="0" y="1518"/>
                </a:lnTo>
                <a:cubicBezTo>
                  <a:pt x="0" y="1528"/>
                  <a:pt x="2" y="1538"/>
                  <a:pt x="8" y="1548"/>
                </a:cubicBezTo>
                <a:cubicBezTo>
                  <a:pt x="13" y="1558"/>
                  <a:pt x="21" y="1568"/>
                  <a:pt x="32" y="1578"/>
                </a:cubicBezTo>
                <a:cubicBezTo>
                  <a:pt x="43" y="1588"/>
                  <a:pt x="56" y="1598"/>
                  <a:pt x="73" y="1608"/>
                </a:cubicBezTo>
                <a:cubicBezTo>
                  <a:pt x="89" y="1618"/>
                  <a:pt x="107" y="1627"/>
                  <a:pt x="129" y="1637"/>
                </a:cubicBezTo>
                <a:cubicBezTo>
                  <a:pt x="150" y="1646"/>
                  <a:pt x="174" y="1655"/>
                  <a:pt x="200" y="1664"/>
                </a:cubicBezTo>
                <a:cubicBezTo>
                  <a:pt x="226" y="1673"/>
                  <a:pt x="254" y="1682"/>
                  <a:pt x="285" y="1690"/>
                </a:cubicBezTo>
                <a:cubicBezTo>
                  <a:pt x="316" y="1699"/>
                  <a:pt x="349" y="1707"/>
                  <a:pt x="384" y="1715"/>
                </a:cubicBezTo>
                <a:cubicBezTo>
                  <a:pt x="419" y="1723"/>
                  <a:pt x="457" y="1730"/>
                  <a:pt x="496" y="1737"/>
                </a:cubicBezTo>
                <a:cubicBezTo>
                  <a:pt x="536" y="1745"/>
                  <a:pt x="577" y="1751"/>
                  <a:pt x="620" y="1758"/>
                </a:cubicBezTo>
                <a:cubicBezTo>
                  <a:pt x="663" y="1764"/>
                  <a:pt x="708" y="1770"/>
                  <a:pt x="754" y="1776"/>
                </a:cubicBezTo>
                <a:cubicBezTo>
                  <a:pt x="800" y="1782"/>
                  <a:pt x="848" y="1787"/>
                  <a:pt x="896" y="1792"/>
                </a:cubicBezTo>
                <a:cubicBezTo>
                  <a:pt x="945" y="1796"/>
                  <a:pt x="996" y="1801"/>
                  <a:pt x="1047" y="1805"/>
                </a:cubicBezTo>
                <a:cubicBezTo>
                  <a:pt x="1098" y="1809"/>
                  <a:pt x="1150" y="1812"/>
                  <a:pt x="1203" y="1815"/>
                </a:cubicBezTo>
                <a:cubicBezTo>
                  <a:pt x="1257" y="1818"/>
                  <a:pt x="1310" y="1820"/>
                  <a:pt x="1365" y="1822"/>
                </a:cubicBezTo>
                <a:cubicBezTo>
                  <a:pt x="1419" y="1824"/>
                  <a:pt x="1474" y="1826"/>
                  <a:pt x="1529" y="1827"/>
                </a:cubicBezTo>
                <a:cubicBezTo>
                  <a:pt x="1585" y="1828"/>
                  <a:pt x="1640" y="1828"/>
                  <a:pt x="1695" y="1828"/>
                </a:cubicBezTo>
                <a:cubicBezTo>
                  <a:pt x="1751" y="1828"/>
                  <a:pt x="1806" y="1828"/>
                  <a:pt x="1862" y="1827"/>
                </a:cubicBezTo>
                <a:cubicBezTo>
                  <a:pt x="1917" y="1826"/>
                  <a:pt x="1972" y="1824"/>
                  <a:pt x="2026" y="1822"/>
                </a:cubicBezTo>
                <a:cubicBezTo>
                  <a:pt x="2081" y="1820"/>
                  <a:pt x="2134" y="1818"/>
                  <a:pt x="2187" y="1815"/>
                </a:cubicBezTo>
                <a:cubicBezTo>
                  <a:pt x="2241" y="1812"/>
                  <a:pt x="2293" y="1809"/>
                  <a:pt x="2344" y="1805"/>
                </a:cubicBezTo>
                <a:cubicBezTo>
                  <a:pt x="2395" y="1801"/>
                  <a:pt x="2446" y="1796"/>
                  <a:pt x="2494" y="1792"/>
                </a:cubicBezTo>
                <a:cubicBezTo>
                  <a:pt x="2543" y="1787"/>
                  <a:pt x="2591" y="1782"/>
                  <a:pt x="2637" y="1776"/>
                </a:cubicBezTo>
                <a:cubicBezTo>
                  <a:pt x="2683" y="1770"/>
                  <a:pt x="2728" y="1764"/>
                  <a:pt x="2771" y="1758"/>
                </a:cubicBezTo>
                <a:cubicBezTo>
                  <a:pt x="2814" y="1751"/>
                  <a:pt x="2855" y="1745"/>
                  <a:pt x="2894" y="1737"/>
                </a:cubicBezTo>
                <a:cubicBezTo>
                  <a:pt x="2933" y="1730"/>
                  <a:pt x="2970" y="1723"/>
                  <a:pt x="3006" y="1715"/>
                </a:cubicBezTo>
                <a:cubicBezTo>
                  <a:pt x="3041" y="1707"/>
                  <a:pt x="3074" y="1699"/>
                  <a:pt x="3105" y="1690"/>
                </a:cubicBezTo>
                <a:cubicBezTo>
                  <a:pt x="3136" y="1682"/>
                  <a:pt x="3164" y="1673"/>
                  <a:pt x="3190" y="1664"/>
                </a:cubicBezTo>
                <a:cubicBezTo>
                  <a:pt x="3216" y="1655"/>
                  <a:pt x="3240" y="1646"/>
                  <a:pt x="3261" y="1637"/>
                </a:cubicBezTo>
                <a:cubicBezTo>
                  <a:pt x="3283" y="1627"/>
                  <a:pt x="3301" y="1618"/>
                  <a:pt x="3317" y="1608"/>
                </a:cubicBezTo>
                <a:cubicBezTo>
                  <a:pt x="3334" y="1598"/>
                  <a:pt x="3347" y="1588"/>
                  <a:pt x="3358" y="1578"/>
                </a:cubicBezTo>
                <a:cubicBezTo>
                  <a:pt x="3369" y="1568"/>
                  <a:pt x="3377" y="1558"/>
                  <a:pt x="3382" y="1548"/>
                </a:cubicBezTo>
                <a:cubicBezTo>
                  <a:pt x="3388" y="1538"/>
                  <a:pt x="3390" y="1528"/>
                  <a:pt x="3390" y="1518"/>
                </a:cubicBezTo>
                <a:lnTo>
                  <a:pt x="3390" y="311"/>
                </a:lnTo>
                <a:lnTo>
                  <a:pt x="0" y="311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" name=""/>
          <p:cNvSpPr/>
          <p:nvPr/>
        </p:nvSpPr>
        <p:spPr>
          <a:xfrm>
            <a:off x="4086360" y="2104200"/>
            <a:ext cx="1220400" cy="658080"/>
          </a:xfrm>
          <a:custGeom>
            <a:avLst/>
            <a:gdLst/>
            <a:ahLst/>
            <a:rect l="0" t="0" r="r" b="b"/>
            <a:pathLst>
              <a:path fill="none" w="3390" h="1828">
                <a:moveTo>
                  <a:pt x="0" y="311"/>
                </a:moveTo>
                <a:cubicBezTo>
                  <a:pt x="0" y="321"/>
                  <a:pt x="2" y="331"/>
                  <a:pt x="8" y="341"/>
                </a:cubicBezTo>
                <a:cubicBezTo>
                  <a:pt x="13" y="352"/>
                  <a:pt x="21" y="362"/>
                  <a:pt x="32" y="372"/>
                </a:cubicBezTo>
                <a:cubicBezTo>
                  <a:pt x="43" y="382"/>
                  <a:pt x="56" y="391"/>
                  <a:pt x="73" y="401"/>
                </a:cubicBezTo>
                <a:cubicBezTo>
                  <a:pt x="89" y="411"/>
                  <a:pt x="107" y="420"/>
                  <a:pt x="129" y="430"/>
                </a:cubicBezTo>
                <a:cubicBezTo>
                  <a:pt x="150" y="439"/>
                  <a:pt x="174" y="448"/>
                  <a:pt x="200" y="457"/>
                </a:cubicBezTo>
                <a:cubicBezTo>
                  <a:pt x="226" y="466"/>
                  <a:pt x="254" y="475"/>
                  <a:pt x="285" y="484"/>
                </a:cubicBezTo>
                <a:cubicBezTo>
                  <a:pt x="316" y="492"/>
                  <a:pt x="349" y="500"/>
                  <a:pt x="384" y="508"/>
                </a:cubicBezTo>
                <a:cubicBezTo>
                  <a:pt x="419" y="516"/>
                  <a:pt x="457" y="523"/>
                  <a:pt x="496" y="531"/>
                </a:cubicBezTo>
                <a:cubicBezTo>
                  <a:pt x="536" y="538"/>
                  <a:pt x="577" y="545"/>
                  <a:pt x="620" y="552"/>
                </a:cubicBezTo>
                <a:cubicBezTo>
                  <a:pt x="663" y="559"/>
                  <a:pt x="708" y="565"/>
                  <a:pt x="754" y="570"/>
                </a:cubicBezTo>
                <a:cubicBezTo>
                  <a:pt x="800" y="576"/>
                  <a:pt x="848" y="581"/>
                  <a:pt x="896" y="586"/>
                </a:cubicBezTo>
                <a:cubicBezTo>
                  <a:pt x="945" y="591"/>
                  <a:pt x="996" y="595"/>
                  <a:pt x="1047" y="599"/>
                </a:cubicBezTo>
                <a:cubicBezTo>
                  <a:pt x="1098" y="603"/>
                  <a:pt x="1150" y="606"/>
                  <a:pt x="1203" y="609"/>
                </a:cubicBezTo>
                <a:cubicBezTo>
                  <a:pt x="1257" y="612"/>
                  <a:pt x="1310" y="615"/>
                  <a:pt x="1365" y="617"/>
                </a:cubicBezTo>
                <a:cubicBezTo>
                  <a:pt x="1419" y="619"/>
                  <a:pt x="1474" y="620"/>
                  <a:pt x="1529" y="621"/>
                </a:cubicBezTo>
                <a:cubicBezTo>
                  <a:pt x="1585" y="622"/>
                  <a:pt x="1640" y="623"/>
                  <a:pt x="1695" y="623"/>
                </a:cubicBezTo>
                <a:cubicBezTo>
                  <a:pt x="1751" y="623"/>
                  <a:pt x="1806" y="622"/>
                  <a:pt x="1862" y="621"/>
                </a:cubicBezTo>
                <a:cubicBezTo>
                  <a:pt x="1917" y="620"/>
                  <a:pt x="1972" y="619"/>
                  <a:pt x="2026" y="617"/>
                </a:cubicBezTo>
                <a:cubicBezTo>
                  <a:pt x="2081" y="615"/>
                  <a:pt x="2134" y="612"/>
                  <a:pt x="2187" y="609"/>
                </a:cubicBezTo>
                <a:cubicBezTo>
                  <a:pt x="2241" y="606"/>
                  <a:pt x="2293" y="603"/>
                  <a:pt x="2344" y="599"/>
                </a:cubicBezTo>
                <a:cubicBezTo>
                  <a:pt x="2395" y="595"/>
                  <a:pt x="2446" y="591"/>
                  <a:pt x="2494" y="586"/>
                </a:cubicBezTo>
                <a:cubicBezTo>
                  <a:pt x="2543" y="581"/>
                  <a:pt x="2591" y="576"/>
                  <a:pt x="2637" y="570"/>
                </a:cubicBezTo>
                <a:cubicBezTo>
                  <a:pt x="2683" y="565"/>
                  <a:pt x="2728" y="559"/>
                  <a:pt x="2771" y="552"/>
                </a:cubicBezTo>
                <a:cubicBezTo>
                  <a:pt x="2814" y="545"/>
                  <a:pt x="2855" y="538"/>
                  <a:pt x="2894" y="531"/>
                </a:cubicBezTo>
                <a:cubicBezTo>
                  <a:pt x="2933" y="523"/>
                  <a:pt x="2970" y="516"/>
                  <a:pt x="3006" y="508"/>
                </a:cubicBezTo>
                <a:cubicBezTo>
                  <a:pt x="3041" y="500"/>
                  <a:pt x="3074" y="492"/>
                  <a:pt x="3105" y="484"/>
                </a:cubicBezTo>
                <a:cubicBezTo>
                  <a:pt x="3136" y="475"/>
                  <a:pt x="3164" y="466"/>
                  <a:pt x="3190" y="457"/>
                </a:cubicBezTo>
                <a:cubicBezTo>
                  <a:pt x="3216" y="448"/>
                  <a:pt x="3240" y="439"/>
                  <a:pt x="3261" y="430"/>
                </a:cubicBezTo>
                <a:cubicBezTo>
                  <a:pt x="3283" y="420"/>
                  <a:pt x="3301" y="411"/>
                  <a:pt x="3317" y="401"/>
                </a:cubicBezTo>
                <a:cubicBezTo>
                  <a:pt x="3334" y="391"/>
                  <a:pt x="3347" y="382"/>
                  <a:pt x="3358" y="372"/>
                </a:cubicBezTo>
                <a:cubicBezTo>
                  <a:pt x="3369" y="362"/>
                  <a:pt x="3377" y="352"/>
                  <a:pt x="3382" y="341"/>
                </a:cubicBezTo>
                <a:cubicBezTo>
                  <a:pt x="3388" y="331"/>
                  <a:pt x="3390" y="321"/>
                  <a:pt x="3390" y="311"/>
                </a:cubicBezTo>
                <a:cubicBezTo>
                  <a:pt x="3390" y="301"/>
                  <a:pt x="3388" y="291"/>
                  <a:pt x="3382" y="280"/>
                </a:cubicBezTo>
                <a:cubicBezTo>
                  <a:pt x="3377" y="270"/>
                  <a:pt x="3369" y="260"/>
                  <a:pt x="3358" y="250"/>
                </a:cubicBezTo>
                <a:cubicBezTo>
                  <a:pt x="3347" y="240"/>
                  <a:pt x="3334" y="230"/>
                  <a:pt x="3317" y="221"/>
                </a:cubicBezTo>
                <a:cubicBezTo>
                  <a:pt x="3301" y="211"/>
                  <a:pt x="3283" y="201"/>
                  <a:pt x="3261" y="192"/>
                </a:cubicBezTo>
                <a:cubicBezTo>
                  <a:pt x="3240" y="183"/>
                  <a:pt x="3216" y="173"/>
                  <a:pt x="3190" y="164"/>
                </a:cubicBezTo>
                <a:cubicBezTo>
                  <a:pt x="3164" y="155"/>
                  <a:pt x="3136" y="147"/>
                  <a:pt x="3105" y="138"/>
                </a:cubicBezTo>
                <a:cubicBezTo>
                  <a:pt x="3074" y="130"/>
                  <a:pt x="3041" y="122"/>
                  <a:pt x="3006" y="114"/>
                </a:cubicBezTo>
                <a:cubicBezTo>
                  <a:pt x="2970" y="106"/>
                  <a:pt x="2933" y="98"/>
                  <a:pt x="2894" y="91"/>
                </a:cubicBezTo>
                <a:cubicBezTo>
                  <a:pt x="2855" y="84"/>
                  <a:pt x="2814" y="77"/>
                  <a:pt x="2771" y="71"/>
                </a:cubicBezTo>
                <a:cubicBezTo>
                  <a:pt x="2728" y="64"/>
                  <a:pt x="2683" y="58"/>
                  <a:pt x="2637" y="53"/>
                </a:cubicBezTo>
                <a:cubicBezTo>
                  <a:pt x="2591" y="47"/>
                  <a:pt x="2543" y="42"/>
                  <a:pt x="2494" y="37"/>
                </a:cubicBezTo>
                <a:cubicBezTo>
                  <a:pt x="2446" y="32"/>
                  <a:pt x="2395" y="28"/>
                  <a:pt x="2344" y="24"/>
                </a:cubicBezTo>
                <a:cubicBezTo>
                  <a:pt x="2293" y="20"/>
                  <a:pt x="2241" y="17"/>
                  <a:pt x="2187" y="14"/>
                </a:cubicBezTo>
                <a:cubicBezTo>
                  <a:pt x="2134" y="11"/>
                  <a:pt x="2081" y="8"/>
                  <a:pt x="2026" y="6"/>
                </a:cubicBezTo>
                <a:cubicBezTo>
                  <a:pt x="1972" y="4"/>
                  <a:pt x="1917" y="3"/>
                  <a:pt x="1862" y="2"/>
                </a:cubicBezTo>
                <a:cubicBezTo>
                  <a:pt x="1806" y="1"/>
                  <a:pt x="1751" y="0"/>
                  <a:pt x="1695" y="0"/>
                </a:cubicBezTo>
                <a:cubicBezTo>
                  <a:pt x="1640" y="0"/>
                  <a:pt x="1585" y="1"/>
                  <a:pt x="1529" y="2"/>
                </a:cubicBezTo>
                <a:cubicBezTo>
                  <a:pt x="1474" y="3"/>
                  <a:pt x="1419" y="4"/>
                  <a:pt x="1365" y="6"/>
                </a:cubicBezTo>
                <a:cubicBezTo>
                  <a:pt x="1310" y="8"/>
                  <a:pt x="1257" y="11"/>
                  <a:pt x="1203" y="14"/>
                </a:cubicBezTo>
                <a:cubicBezTo>
                  <a:pt x="1150" y="17"/>
                  <a:pt x="1098" y="20"/>
                  <a:pt x="1047" y="24"/>
                </a:cubicBezTo>
                <a:cubicBezTo>
                  <a:pt x="996" y="28"/>
                  <a:pt x="945" y="32"/>
                  <a:pt x="896" y="37"/>
                </a:cubicBezTo>
                <a:cubicBezTo>
                  <a:pt x="848" y="42"/>
                  <a:pt x="800" y="47"/>
                  <a:pt x="754" y="53"/>
                </a:cubicBezTo>
                <a:cubicBezTo>
                  <a:pt x="708" y="58"/>
                  <a:pt x="663" y="64"/>
                  <a:pt x="620" y="71"/>
                </a:cubicBezTo>
                <a:cubicBezTo>
                  <a:pt x="577" y="77"/>
                  <a:pt x="536" y="84"/>
                  <a:pt x="496" y="91"/>
                </a:cubicBezTo>
                <a:cubicBezTo>
                  <a:pt x="457" y="98"/>
                  <a:pt x="419" y="106"/>
                  <a:pt x="384" y="114"/>
                </a:cubicBezTo>
                <a:cubicBezTo>
                  <a:pt x="349" y="122"/>
                  <a:pt x="316" y="130"/>
                  <a:pt x="285" y="138"/>
                </a:cubicBezTo>
                <a:cubicBezTo>
                  <a:pt x="254" y="147"/>
                  <a:pt x="226" y="155"/>
                  <a:pt x="200" y="164"/>
                </a:cubicBezTo>
                <a:cubicBezTo>
                  <a:pt x="174" y="173"/>
                  <a:pt x="150" y="183"/>
                  <a:pt x="129" y="192"/>
                </a:cubicBezTo>
                <a:cubicBezTo>
                  <a:pt x="107" y="201"/>
                  <a:pt x="89" y="211"/>
                  <a:pt x="73" y="221"/>
                </a:cubicBezTo>
                <a:cubicBezTo>
                  <a:pt x="56" y="230"/>
                  <a:pt x="43" y="240"/>
                  <a:pt x="32" y="250"/>
                </a:cubicBezTo>
                <a:cubicBezTo>
                  <a:pt x="21" y="260"/>
                  <a:pt x="13" y="270"/>
                  <a:pt x="8" y="280"/>
                </a:cubicBezTo>
                <a:cubicBezTo>
                  <a:pt x="2" y="291"/>
                  <a:pt x="0" y="301"/>
                  <a:pt x="0" y="311"/>
                </a:cubicBezTo>
                <a:lnTo>
                  <a:pt x="0" y="1518"/>
                </a:lnTo>
                <a:cubicBezTo>
                  <a:pt x="0" y="1528"/>
                  <a:pt x="2" y="1538"/>
                  <a:pt x="8" y="1548"/>
                </a:cubicBezTo>
                <a:cubicBezTo>
                  <a:pt x="13" y="1558"/>
                  <a:pt x="21" y="1568"/>
                  <a:pt x="32" y="1578"/>
                </a:cubicBezTo>
                <a:cubicBezTo>
                  <a:pt x="43" y="1588"/>
                  <a:pt x="56" y="1598"/>
                  <a:pt x="73" y="1608"/>
                </a:cubicBezTo>
                <a:cubicBezTo>
                  <a:pt x="89" y="1618"/>
                  <a:pt x="107" y="1627"/>
                  <a:pt x="129" y="1637"/>
                </a:cubicBezTo>
                <a:cubicBezTo>
                  <a:pt x="150" y="1646"/>
                  <a:pt x="174" y="1655"/>
                  <a:pt x="200" y="1664"/>
                </a:cubicBezTo>
                <a:cubicBezTo>
                  <a:pt x="226" y="1673"/>
                  <a:pt x="254" y="1682"/>
                  <a:pt x="285" y="1690"/>
                </a:cubicBezTo>
                <a:cubicBezTo>
                  <a:pt x="316" y="1699"/>
                  <a:pt x="349" y="1707"/>
                  <a:pt x="384" y="1715"/>
                </a:cubicBezTo>
                <a:cubicBezTo>
                  <a:pt x="419" y="1723"/>
                  <a:pt x="457" y="1730"/>
                  <a:pt x="496" y="1737"/>
                </a:cubicBezTo>
                <a:cubicBezTo>
                  <a:pt x="536" y="1745"/>
                  <a:pt x="577" y="1751"/>
                  <a:pt x="620" y="1758"/>
                </a:cubicBezTo>
                <a:cubicBezTo>
                  <a:pt x="663" y="1764"/>
                  <a:pt x="708" y="1770"/>
                  <a:pt x="754" y="1776"/>
                </a:cubicBezTo>
                <a:cubicBezTo>
                  <a:pt x="800" y="1782"/>
                  <a:pt x="848" y="1787"/>
                  <a:pt x="896" y="1792"/>
                </a:cubicBezTo>
                <a:cubicBezTo>
                  <a:pt x="945" y="1796"/>
                  <a:pt x="996" y="1801"/>
                  <a:pt x="1047" y="1805"/>
                </a:cubicBezTo>
                <a:cubicBezTo>
                  <a:pt x="1098" y="1809"/>
                  <a:pt x="1150" y="1812"/>
                  <a:pt x="1203" y="1815"/>
                </a:cubicBezTo>
                <a:cubicBezTo>
                  <a:pt x="1257" y="1818"/>
                  <a:pt x="1310" y="1820"/>
                  <a:pt x="1365" y="1822"/>
                </a:cubicBezTo>
                <a:cubicBezTo>
                  <a:pt x="1419" y="1824"/>
                  <a:pt x="1474" y="1826"/>
                  <a:pt x="1529" y="1827"/>
                </a:cubicBezTo>
                <a:cubicBezTo>
                  <a:pt x="1585" y="1828"/>
                  <a:pt x="1640" y="1828"/>
                  <a:pt x="1695" y="1828"/>
                </a:cubicBezTo>
                <a:cubicBezTo>
                  <a:pt x="1751" y="1828"/>
                  <a:pt x="1806" y="1828"/>
                  <a:pt x="1862" y="1827"/>
                </a:cubicBezTo>
                <a:cubicBezTo>
                  <a:pt x="1917" y="1826"/>
                  <a:pt x="1972" y="1824"/>
                  <a:pt x="2026" y="1822"/>
                </a:cubicBezTo>
                <a:cubicBezTo>
                  <a:pt x="2081" y="1820"/>
                  <a:pt x="2134" y="1818"/>
                  <a:pt x="2187" y="1815"/>
                </a:cubicBezTo>
                <a:cubicBezTo>
                  <a:pt x="2241" y="1812"/>
                  <a:pt x="2293" y="1809"/>
                  <a:pt x="2344" y="1805"/>
                </a:cubicBezTo>
                <a:cubicBezTo>
                  <a:pt x="2395" y="1801"/>
                  <a:pt x="2446" y="1796"/>
                  <a:pt x="2494" y="1792"/>
                </a:cubicBezTo>
                <a:cubicBezTo>
                  <a:pt x="2543" y="1787"/>
                  <a:pt x="2591" y="1782"/>
                  <a:pt x="2637" y="1776"/>
                </a:cubicBezTo>
                <a:cubicBezTo>
                  <a:pt x="2683" y="1770"/>
                  <a:pt x="2728" y="1764"/>
                  <a:pt x="2771" y="1758"/>
                </a:cubicBezTo>
                <a:cubicBezTo>
                  <a:pt x="2814" y="1751"/>
                  <a:pt x="2855" y="1745"/>
                  <a:pt x="2894" y="1737"/>
                </a:cubicBezTo>
                <a:cubicBezTo>
                  <a:pt x="2933" y="1730"/>
                  <a:pt x="2970" y="1723"/>
                  <a:pt x="3006" y="1715"/>
                </a:cubicBezTo>
                <a:cubicBezTo>
                  <a:pt x="3041" y="1707"/>
                  <a:pt x="3074" y="1699"/>
                  <a:pt x="3105" y="1690"/>
                </a:cubicBezTo>
                <a:cubicBezTo>
                  <a:pt x="3136" y="1682"/>
                  <a:pt x="3164" y="1673"/>
                  <a:pt x="3190" y="1664"/>
                </a:cubicBezTo>
                <a:cubicBezTo>
                  <a:pt x="3216" y="1655"/>
                  <a:pt x="3240" y="1646"/>
                  <a:pt x="3261" y="1637"/>
                </a:cubicBezTo>
                <a:cubicBezTo>
                  <a:pt x="3283" y="1627"/>
                  <a:pt x="3301" y="1618"/>
                  <a:pt x="3317" y="1608"/>
                </a:cubicBezTo>
                <a:cubicBezTo>
                  <a:pt x="3334" y="1598"/>
                  <a:pt x="3347" y="1588"/>
                  <a:pt x="3358" y="1578"/>
                </a:cubicBezTo>
                <a:cubicBezTo>
                  <a:pt x="3369" y="1568"/>
                  <a:pt x="3377" y="1558"/>
                  <a:pt x="3382" y="1548"/>
                </a:cubicBezTo>
                <a:cubicBezTo>
                  <a:pt x="3388" y="1538"/>
                  <a:pt x="3390" y="1528"/>
                  <a:pt x="3390" y="1518"/>
                </a:cubicBezTo>
                <a:lnTo>
                  <a:pt x="3390" y="311"/>
                </a:lnTo>
              </a:path>
            </a:pathLst>
          </a:custGeom>
          <a:ln w="7920">
            <a:solidFill>
              <a:srgbClr val="94a3b0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" name=""/>
          <p:cNvSpPr txBox="1"/>
          <p:nvPr/>
        </p:nvSpPr>
        <p:spPr>
          <a:xfrm>
            <a:off x="2697840" y="2351880"/>
            <a:ext cx="75060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40" spc="-1" strike="noStrike">
                <a:solidFill>
                  <a:srgbClr val="1f2937"/>
                </a:solidFill>
                <a:latin typeface="DejaVuSans"/>
                <a:ea typeface="DejaVuSans"/>
              </a:rPr>
              <a:t>Toepassing</a:t>
            </a:r>
            <a:endParaRPr b="0" lang="en-US" sz="10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" name=""/>
          <p:cNvSpPr/>
          <p:nvPr/>
        </p:nvSpPr>
        <p:spPr>
          <a:xfrm>
            <a:off x="5719680" y="2108160"/>
            <a:ext cx="1160280" cy="650520"/>
          </a:xfrm>
          <a:custGeom>
            <a:avLst/>
            <a:gdLst/>
            <a:ahLst/>
            <a:rect l="0" t="0" r="r" b="b"/>
            <a:pathLst>
              <a:path w="3223" h="1807">
                <a:moveTo>
                  <a:pt x="0" y="304"/>
                </a:moveTo>
                <a:cubicBezTo>
                  <a:pt x="0" y="313"/>
                  <a:pt x="2" y="323"/>
                  <a:pt x="8" y="333"/>
                </a:cubicBezTo>
                <a:cubicBezTo>
                  <a:pt x="13" y="343"/>
                  <a:pt x="20" y="353"/>
                  <a:pt x="31" y="363"/>
                </a:cubicBezTo>
                <a:cubicBezTo>
                  <a:pt x="41" y="372"/>
                  <a:pt x="54" y="382"/>
                  <a:pt x="69" y="392"/>
                </a:cubicBezTo>
                <a:cubicBezTo>
                  <a:pt x="85" y="401"/>
                  <a:pt x="102" y="410"/>
                  <a:pt x="122" y="420"/>
                </a:cubicBezTo>
                <a:cubicBezTo>
                  <a:pt x="143" y="429"/>
                  <a:pt x="165" y="438"/>
                  <a:pt x="190" y="447"/>
                </a:cubicBezTo>
                <a:cubicBezTo>
                  <a:pt x="215" y="455"/>
                  <a:pt x="242" y="465"/>
                  <a:pt x="271" y="473"/>
                </a:cubicBezTo>
                <a:cubicBezTo>
                  <a:pt x="301" y="481"/>
                  <a:pt x="332" y="489"/>
                  <a:pt x="366" y="497"/>
                </a:cubicBezTo>
                <a:cubicBezTo>
                  <a:pt x="399" y="505"/>
                  <a:pt x="434" y="512"/>
                  <a:pt x="472" y="519"/>
                </a:cubicBezTo>
                <a:cubicBezTo>
                  <a:pt x="509" y="526"/>
                  <a:pt x="548" y="533"/>
                  <a:pt x="589" y="539"/>
                </a:cubicBezTo>
                <a:cubicBezTo>
                  <a:pt x="630" y="545"/>
                  <a:pt x="672" y="551"/>
                  <a:pt x="716" y="557"/>
                </a:cubicBezTo>
                <a:cubicBezTo>
                  <a:pt x="760" y="562"/>
                  <a:pt x="805" y="568"/>
                  <a:pt x="852" y="572"/>
                </a:cubicBezTo>
                <a:cubicBezTo>
                  <a:pt x="898" y="577"/>
                  <a:pt x="946" y="581"/>
                  <a:pt x="994" y="585"/>
                </a:cubicBezTo>
                <a:cubicBezTo>
                  <a:pt x="1043" y="589"/>
                  <a:pt x="1093" y="592"/>
                  <a:pt x="1143" y="595"/>
                </a:cubicBezTo>
                <a:cubicBezTo>
                  <a:pt x="1194" y="598"/>
                  <a:pt x="1245" y="600"/>
                  <a:pt x="1297" y="602"/>
                </a:cubicBezTo>
                <a:cubicBezTo>
                  <a:pt x="1348" y="604"/>
                  <a:pt x="1401" y="606"/>
                  <a:pt x="1453" y="607"/>
                </a:cubicBezTo>
                <a:cubicBezTo>
                  <a:pt x="1506" y="608"/>
                  <a:pt x="1558" y="608"/>
                  <a:pt x="1611" y="608"/>
                </a:cubicBezTo>
                <a:cubicBezTo>
                  <a:pt x="1664" y="608"/>
                  <a:pt x="1716" y="608"/>
                  <a:pt x="1769" y="607"/>
                </a:cubicBezTo>
                <a:cubicBezTo>
                  <a:pt x="1821" y="606"/>
                  <a:pt x="1875" y="604"/>
                  <a:pt x="1926" y="602"/>
                </a:cubicBezTo>
                <a:cubicBezTo>
                  <a:pt x="1978" y="600"/>
                  <a:pt x="2029" y="598"/>
                  <a:pt x="2080" y="595"/>
                </a:cubicBezTo>
                <a:cubicBezTo>
                  <a:pt x="2130" y="592"/>
                  <a:pt x="2180" y="589"/>
                  <a:pt x="2229" y="585"/>
                </a:cubicBezTo>
                <a:cubicBezTo>
                  <a:pt x="2277" y="581"/>
                  <a:pt x="2325" y="577"/>
                  <a:pt x="2372" y="572"/>
                </a:cubicBezTo>
                <a:cubicBezTo>
                  <a:pt x="2418" y="568"/>
                  <a:pt x="2463" y="562"/>
                  <a:pt x="2507" y="557"/>
                </a:cubicBezTo>
                <a:cubicBezTo>
                  <a:pt x="2551" y="551"/>
                  <a:pt x="2593" y="545"/>
                  <a:pt x="2634" y="539"/>
                </a:cubicBezTo>
                <a:cubicBezTo>
                  <a:pt x="2675" y="533"/>
                  <a:pt x="2714" y="526"/>
                  <a:pt x="2751" y="519"/>
                </a:cubicBezTo>
                <a:cubicBezTo>
                  <a:pt x="2789" y="512"/>
                  <a:pt x="2824" y="505"/>
                  <a:pt x="2858" y="497"/>
                </a:cubicBezTo>
                <a:cubicBezTo>
                  <a:pt x="2891" y="489"/>
                  <a:pt x="2922" y="481"/>
                  <a:pt x="2952" y="473"/>
                </a:cubicBezTo>
                <a:cubicBezTo>
                  <a:pt x="2981" y="465"/>
                  <a:pt x="3008" y="455"/>
                  <a:pt x="3033" y="447"/>
                </a:cubicBezTo>
                <a:cubicBezTo>
                  <a:pt x="3058" y="438"/>
                  <a:pt x="3080" y="429"/>
                  <a:pt x="3101" y="420"/>
                </a:cubicBezTo>
                <a:cubicBezTo>
                  <a:pt x="3121" y="410"/>
                  <a:pt x="3139" y="401"/>
                  <a:pt x="3154" y="392"/>
                </a:cubicBezTo>
                <a:cubicBezTo>
                  <a:pt x="3169" y="382"/>
                  <a:pt x="3182" y="372"/>
                  <a:pt x="3192" y="363"/>
                </a:cubicBezTo>
                <a:cubicBezTo>
                  <a:pt x="3203" y="353"/>
                  <a:pt x="3210" y="343"/>
                  <a:pt x="3215" y="333"/>
                </a:cubicBezTo>
                <a:cubicBezTo>
                  <a:pt x="3221" y="323"/>
                  <a:pt x="3223" y="313"/>
                  <a:pt x="3223" y="304"/>
                </a:cubicBezTo>
                <a:cubicBezTo>
                  <a:pt x="3223" y="294"/>
                  <a:pt x="3221" y="284"/>
                  <a:pt x="3215" y="274"/>
                </a:cubicBezTo>
                <a:cubicBezTo>
                  <a:pt x="3210" y="264"/>
                  <a:pt x="3203" y="254"/>
                  <a:pt x="3192" y="244"/>
                </a:cubicBezTo>
                <a:cubicBezTo>
                  <a:pt x="3182" y="235"/>
                  <a:pt x="3169" y="225"/>
                  <a:pt x="3154" y="215"/>
                </a:cubicBezTo>
                <a:cubicBezTo>
                  <a:pt x="3139" y="206"/>
                  <a:pt x="3121" y="197"/>
                  <a:pt x="3101" y="187"/>
                </a:cubicBezTo>
                <a:cubicBezTo>
                  <a:pt x="3080" y="178"/>
                  <a:pt x="3058" y="169"/>
                  <a:pt x="3033" y="160"/>
                </a:cubicBezTo>
                <a:cubicBezTo>
                  <a:pt x="3008" y="152"/>
                  <a:pt x="2981" y="143"/>
                  <a:pt x="2952" y="135"/>
                </a:cubicBezTo>
                <a:cubicBezTo>
                  <a:pt x="2922" y="127"/>
                  <a:pt x="2891" y="119"/>
                  <a:pt x="2858" y="111"/>
                </a:cubicBezTo>
                <a:cubicBezTo>
                  <a:pt x="2824" y="103"/>
                  <a:pt x="2789" y="96"/>
                  <a:pt x="2751" y="89"/>
                </a:cubicBezTo>
                <a:cubicBezTo>
                  <a:pt x="2714" y="82"/>
                  <a:pt x="2675" y="75"/>
                  <a:pt x="2634" y="69"/>
                </a:cubicBezTo>
                <a:cubicBezTo>
                  <a:pt x="2593" y="63"/>
                  <a:pt x="2551" y="57"/>
                  <a:pt x="2507" y="51"/>
                </a:cubicBezTo>
                <a:cubicBezTo>
                  <a:pt x="2463" y="46"/>
                  <a:pt x="2418" y="41"/>
                  <a:pt x="2372" y="36"/>
                </a:cubicBezTo>
                <a:cubicBezTo>
                  <a:pt x="2325" y="31"/>
                  <a:pt x="2277" y="27"/>
                  <a:pt x="2229" y="23"/>
                </a:cubicBezTo>
                <a:cubicBezTo>
                  <a:pt x="2180" y="19"/>
                  <a:pt x="2130" y="16"/>
                  <a:pt x="2080" y="13"/>
                </a:cubicBezTo>
                <a:cubicBezTo>
                  <a:pt x="2029" y="10"/>
                  <a:pt x="1978" y="8"/>
                  <a:pt x="1926" y="6"/>
                </a:cubicBezTo>
                <a:cubicBezTo>
                  <a:pt x="1875" y="4"/>
                  <a:pt x="1821" y="2"/>
                  <a:pt x="1769" y="1"/>
                </a:cubicBezTo>
                <a:cubicBezTo>
                  <a:pt x="1716" y="0"/>
                  <a:pt x="1664" y="0"/>
                  <a:pt x="1611" y="0"/>
                </a:cubicBezTo>
                <a:cubicBezTo>
                  <a:pt x="1558" y="0"/>
                  <a:pt x="1506" y="0"/>
                  <a:pt x="1453" y="1"/>
                </a:cubicBezTo>
                <a:cubicBezTo>
                  <a:pt x="1401" y="2"/>
                  <a:pt x="1348" y="4"/>
                  <a:pt x="1297" y="6"/>
                </a:cubicBezTo>
                <a:cubicBezTo>
                  <a:pt x="1245" y="8"/>
                  <a:pt x="1194" y="10"/>
                  <a:pt x="1143" y="13"/>
                </a:cubicBezTo>
                <a:cubicBezTo>
                  <a:pt x="1093" y="16"/>
                  <a:pt x="1043" y="19"/>
                  <a:pt x="994" y="23"/>
                </a:cubicBezTo>
                <a:cubicBezTo>
                  <a:pt x="946" y="27"/>
                  <a:pt x="898" y="31"/>
                  <a:pt x="852" y="36"/>
                </a:cubicBezTo>
                <a:cubicBezTo>
                  <a:pt x="805" y="41"/>
                  <a:pt x="760" y="46"/>
                  <a:pt x="716" y="51"/>
                </a:cubicBezTo>
                <a:cubicBezTo>
                  <a:pt x="672" y="57"/>
                  <a:pt x="630" y="63"/>
                  <a:pt x="589" y="69"/>
                </a:cubicBezTo>
                <a:cubicBezTo>
                  <a:pt x="548" y="75"/>
                  <a:pt x="509" y="82"/>
                  <a:pt x="472" y="89"/>
                </a:cubicBezTo>
                <a:cubicBezTo>
                  <a:pt x="434" y="96"/>
                  <a:pt x="399" y="103"/>
                  <a:pt x="366" y="111"/>
                </a:cubicBezTo>
                <a:cubicBezTo>
                  <a:pt x="332" y="119"/>
                  <a:pt x="301" y="127"/>
                  <a:pt x="271" y="135"/>
                </a:cubicBezTo>
                <a:cubicBezTo>
                  <a:pt x="242" y="143"/>
                  <a:pt x="215" y="152"/>
                  <a:pt x="190" y="160"/>
                </a:cubicBezTo>
                <a:cubicBezTo>
                  <a:pt x="165" y="169"/>
                  <a:pt x="143" y="178"/>
                  <a:pt x="122" y="187"/>
                </a:cubicBezTo>
                <a:cubicBezTo>
                  <a:pt x="102" y="197"/>
                  <a:pt x="85" y="206"/>
                  <a:pt x="69" y="215"/>
                </a:cubicBezTo>
                <a:cubicBezTo>
                  <a:pt x="54" y="225"/>
                  <a:pt x="41" y="235"/>
                  <a:pt x="31" y="244"/>
                </a:cubicBezTo>
                <a:cubicBezTo>
                  <a:pt x="20" y="254"/>
                  <a:pt x="13" y="264"/>
                  <a:pt x="8" y="274"/>
                </a:cubicBezTo>
                <a:cubicBezTo>
                  <a:pt x="2" y="284"/>
                  <a:pt x="0" y="294"/>
                  <a:pt x="0" y="304"/>
                </a:cubicBezTo>
                <a:lnTo>
                  <a:pt x="0" y="1503"/>
                </a:lnTo>
                <a:cubicBezTo>
                  <a:pt x="0" y="1513"/>
                  <a:pt x="2" y="1523"/>
                  <a:pt x="8" y="1533"/>
                </a:cubicBezTo>
                <a:cubicBezTo>
                  <a:pt x="13" y="1543"/>
                  <a:pt x="20" y="1552"/>
                  <a:pt x="31" y="1562"/>
                </a:cubicBezTo>
                <a:cubicBezTo>
                  <a:pt x="41" y="1572"/>
                  <a:pt x="54" y="1582"/>
                  <a:pt x="69" y="1591"/>
                </a:cubicBezTo>
                <a:cubicBezTo>
                  <a:pt x="85" y="1601"/>
                  <a:pt x="102" y="1610"/>
                  <a:pt x="122" y="1619"/>
                </a:cubicBezTo>
                <a:cubicBezTo>
                  <a:pt x="143" y="1628"/>
                  <a:pt x="165" y="1637"/>
                  <a:pt x="190" y="1646"/>
                </a:cubicBezTo>
                <a:cubicBezTo>
                  <a:pt x="215" y="1655"/>
                  <a:pt x="242" y="1663"/>
                  <a:pt x="271" y="1672"/>
                </a:cubicBezTo>
                <a:cubicBezTo>
                  <a:pt x="301" y="1680"/>
                  <a:pt x="332" y="1688"/>
                  <a:pt x="366" y="1696"/>
                </a:cubicBezTo>
                <a:cubicBezTo>
                  <a:pt x="399" y="1703"/>
                  <a:pt x="434" y="1711"/>
                  <a:pt x="472" y="1718"/>
                </a:cubicBezTo>
                <a:cubicBezTo>
                  <a:pt x="509" y="1725"/>
                  <a:pt x="548" y="1731"/>
                  <a:pt x="589" y="1738"/>
                </a:cubicBezTo>
                <a:cubicBezTo>
                  <a:pt x="630" y="1744"/>
                  <a:pt x="672" y="1750"/>
                  <a:pt x="716" y="1755"/>
                </a:cubicBezTo>
                <a:cubicBezTo>
                  <a:pt x="760" y="1761"/>
                  <a:pt x="805" y="1766"/>
                  <a:pt x="852" y="1771"/>
                </a:cubicBezTo>
                <a:cubicBezTo>
                  <a:pt x="898" y="1775"/>
                  <a:pt x="946" y="1780"/>
                  <a:pt x="994" y="1783"/>
                </a:cubicBezTo>
                <a:cubicBezTo>
                  <a:pt x="1043" y="1787"/>
                  <a:pt x="1093" y="1791"/>
                  <a:pt x="1143" y="1793"/>
                </a:cubicBezTo>
                <a:cubicBezTo>
                  <a:pt x="1194" y="1796"/>
                  <a:pt x="1245" y="1799"/>
                  <a:pt x="1297" y="1801"/>
                </a:cubicBezTo>
                <a:cubicBezTo>
                  <a:pt x="1348" y="1803"/>
                  <a:pt x="1401" y="1804"/>
                  <a:pt x="1453" y="1805"/>
                </a:cubicBezTo>
                <a:cubicBezTo>
                  <a:pt x="1506" y="1806"/>
                  <a:pt x="1558" y="1807"/>
                  <a:pt x="1611" y="1807"/>
                </a:cubicBezTo>
                <a:cubicBezTo>
                  <a:pt x="1664" y="1807"/>
                  <a:pt x="1716" y="1806"/>
                  <a:pt x="1769" y="1805"/>
                </a:cubicBezTo>
                <a:cubicBezTo>
                  <a:pt x="1821" y="1804"/>
                  <a:pt x="1875" y="1803"/>
                  <a:pt x="1926" y="1801"/>
                </a:cubicBezTo>
                <a:cubicBezTo>
                  <a:pt x="1978" y="1799"/>
                  <a:pt x="2029" y="1796"/>
                  <a:pt x="2080" y="1793"/>
                </a:cubicBezTo>
                <a:cubicBezTo>
                  <a:pt x="2130" y="1791"/>
                  <a:pt x="2180" y="1787"/>
                  <a:pt x="2229" y="1783"/>
                </a:cubicBezTo>
                <a:cubicBezTo>
                  <a:pt x="2277" y="1780"/>
                  <a:pt x="2325" y="1775"/>
                  <a:pt x="2372" y="1771"/>
                </a:cubicBezTo>
                <a:cubicBezTo>
                  <a:pt x="2418" y="1766"/>
                  <a:pt x="2463" y="1761"/>
                  <a:pt x="2507" y="1755"/>
                </a:cubicBezTo>
                <a:cubicBezTo>
                  <a:pt x="2551" y="1750"/>
                  <a:pt x="2593" y="1744"/>
                  <a:pt x="2634" y="1738"/>
                </a:cubicBezTo>
                <a:cubicBezTo>
                  <a:pt x="2675" y="1731"/>
                  <a:pt x="2714" y="1725"/>
                  <a:pt x="2751" y="1718"/>
                </a:cubicBezTo>
                <a:cubicBezTo>
                  <a:pt x="2789" y="1711"/>
                  <a:pt x="2824" y="1703"/>
                  <a:pt x="2858" y="1696"/>
                </a:cubicBezTo>
                <a:cubicBezTo>
                  <a:pt x="2891" y="1688"/>
                  <a:pt x="2922" y="1680"/>
                  <a:pt x="2952" y="1672"/>
                </a:cubicBezTo>
                <a:cubicBezTo>
                  <a:pt x="2981" y="1663"/>
                  <a:pt x="3008" y="1655"/>
                  <a:pt x="3033" y="1646"/>
                </a:cubicBezTo>
                <a:cubicBezTo>
                  <a:pt x="3058" y="1637"/>
                  <a:pt x="3080" y="1628"/>
                  <a:pt x="3101" y="1619"/>
                </a:cubicBezTo>
                <a:cubicBezTo>
                  <a:pt x="3121" y="1610"/>
                  <a:pt x="3139" y="1601"/>
                  <a:pt x="3154" y="1591"/>
                </a:cubicBezTo>
                <a:cubicBezTo>
                  <a:pt x="3169" y="1582"/>
                  <a:pt x="3182" y="1572"/>
                  <a:pt x="3192" y="1562"/>
                </a:cubicBezTo>
                <a:cubicBezTo>
                  <a:pt x="3203" y="1552"/>
                  <a:pt x="3210" y="1543"/>
                  <a:pt x="3215" y="1533"/>
                </a:cubicBezTo>
                <a:cubicBezTo>
                  <a:pt x="3221" y="1523"/>
                  <a:pt x="3223" y="1513"/>
                  <a:pt x="3223" y="1503"/>
                </a:cubicBezTo>
                <a:lnTo>
                  <a:pt x="3223" y="304"/>
                </a:lnTo>
                <a:lnTo>
                  <a:pt x="0" y="304"/>
                </a:lnTo>
                <a:close/>
              </a:path>
            </a:pathLst>
          </a:custGeom>
          <a:solidFill>
            <a:srgbClr val="1d4e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" name=""/>
          <p:cNvSpPr/>
          <p:nvPr/>
        </p:nvSpPr>
        <p:spPr>
          <a:xfrm>
            <a:off x="5719680" y="2108160"/>
            <a:ext cx="1160280" cy="650520"/>
          </a:xfrm>
          <a:custGeom>
            <a:avLst/>
            <a:gdLst/>
            <a:ahLst/>
            <a:rect l="0" t="0" r="r" b="b"/>
            <a:pathLst>
              <a:path fill="none" w="3223" h="1807">
                <a:moveTo>
                  <a:pt x="0" y="304"/>
                </a:moveTo>
                <a:cubicBezTo>
                  <a:pt x="0" y="313"/>
                  <a:pt x="2" y="323"/>
                  <a:pt x="8" y="333"/>
                </a:cubicBezTo>
                <a:cubicBezTo>
                  <a:pt x="13" y="343"/>
                  <a:pt x="20" y="353"/>
                  <a:pt x="31" y="363"/>
                </a:cubicBezTo>
                <a:cubicBezTo>
                  <a:pt x="41" y="372"/>
                  <a:pt x="54" y="382"/>
                  <a:pt x="69" y="392"/>
                </a:cubicBezTo>
                <a:cubicBezTo>
                  <a:pt x="85" y="401"/>
                  <a:pt x="102" y="410"/>
                  <a:pt x="122" y="420"/>
                </a:cubicBezTo>
                <a:cubicBezTo>
                  <a:pt x="143" y="429"/>
                  <a:pt x="165" y="438"/>
                  <a:pt x="190" y="447"/>
                </a:cubicBezTo>
                <a:cubicBezTo>
                  <a:pt x="215" y="455"/>
                  <a:pt x="242" y="465"/>
                  <a:pt x="271" y="473"/>
                </a:cubicBezTo>
                <a:cubicBezTo>
                  <a:pt x="301" y="481"/>
                  <a:pt x="332" y="489"/>
                  <a:pt x="366" y="497"/>
                </a:cubicBezTo>
                <a:cubicBezTo>
                  <a:pt x="399" y="505"/>
                  <a:pt x="434" y="512"/>
                  <a:pt x="472" y="519"/>
                </a:cubicBezTo>
                <a:cubicBezTo>
                  <a:pt x="509" y="526"/>
                  <a:pt x="548" y="533"/>
                  <a:pt x="589" y="539"/>
                </a:cubicBezTo>
                <a:cubicBezTo>
                  <a:pt x="630" y="545"/>
                  <a:pt x="672" y="551"/>
                  <a:pt x="716" y="557"/>
                </a:cubicBezTo>
                <a:cubicBezTo>
                  <a:pt x="760" y="562"/>
                  <a:pt x="805" y="568"/>
                  <a:pt x="852" y="572"/>
                </a:cubicBezTo>
                <a:cubicBezTo>
                  <a:pt x="898" y="577"/>
                  <a:pt x="946" y="581"/>
                  <a:pt x="994" y="585"/>
                </a:cubicBezTo>
                <a:cubicBezTo>
                  <a:pt x="1043" y="589"/>
                  <a:pt x="1093" y="592"/>
                  <a:pt x="1143" y="595"/>
                </a:cubicBezTo>
                <a:cubicBezTo>
                  <a:pt x="1194" y="598"/>
                  <a:pt x="1245" y="600"/>
                  <a:pt x="1297" y="602"/>
                </a:cubicBezTo>
                <a:cubicBezTo>
                  <a:pt x="1348" y="604"/>
                  <a:pt x="1401" y="606"/>
                  <a:pt x="1453" y="607"/>
                </a:cubicBezTo>
                <a:cubicBezTo>
                  <a:pt x="1506" y="608"/>
                  <a:pt x="1558" y="608"/>
                  <a:pt x="1611" y="608"/>
                </a:cubicBezTo>
                <a:cubicBezTo>
                  <a:pt x="1664" y="608"/>
                  <a:pt x="1716" y="608"/>
                  <a:pt x="1769" y="607"/>
                </a:cubicBezTo>
                <a:cubicBezTo>
                  <a:pt x="1821" y="606"/>
                  <a:pt x="1875" y="604"/>
                  <a:pt x="1926" y="602"/>
                </a:cubicBezTo>
                <a:cubicBezTo>
                  <a:pt x="1978" y="600"/>
                  <a:pt x="2029" y="598"/>
                  <a:pt x="2080" y="595"/>
                </a:cubicBezTo>
                <a:cubicBezTo>
                  <a:pt x="2130" y="592"/>
                  <a:pt x="2180" y="589"/>
                  <a:pt x="2229" y="585"/>
                </a:cubicBezTo>
                <a:cubicBezTo>
                  <a:pt x="2277" y="581"/>
                  <a:pt x="2325" y="577"/>
                  <a:pt x="2372" y="572"/>
                </a:cubicBezTo>
                <a:cubicBezTo>
                  <a:pt x="2418" y="568"/>
                  <a:pt x="2463" y="562"/>
                  <a:pt x="2507" y="557"/>
                </a:cubicBezTo>
                <a:cubicBezTo>
                  <a:pt x="2551" y="551"/>
                  <a:pt x="2593" y="545"/>
                  <a:pt x="2634" y="539"/>
                </a:cubicBezTo>
                <a:cubicBezTo>
                  <a:pt x="2675" y="533"/>
                  <a:pt x="2714" y="526"/>
                  <a:pt x="2751" y="519"/>
                </a:cubicBezTo>
                <a:cubicBezTo>
                  <a:pt x="2789" y="512"/>
                  <a:pt x="2824" y="505"/>
                  <a:pt x="2858" y="497"/>
                </a:cubicBezTo>
                <a:cubicBezTo>
                  <a:pt x="2891" y="489"/>
                  <a:pt x="2922" y="481"/>
                  <a:pt x="2952" y="473"/>
                </a:cubicBezTo>
                <a:cubicBezTo>
                  <a:pt x="2981" y="465"/>
                  <a:pt x="3008" y="455"/>
                  <a:pt x="3033" y="447"/>
                </a:cubicBezTo>
                <a:cubicBezTo>
                  <a:pt x="3058" y="438"/>
                  <a:pt x="3080" y="429"/>
                  <a:pt x="3101" y="420"/>
                </a:cubicBezTo>
                <a:cubicBezTo>
                  <a:pt x="3121" y="410"/>
                  <a:pt x="3139" y="401"/>
                  <a:pt x="3154" y="392"/>
                </a:cubicBezTo>
                <a:cubicBezTo>
                  <a:pt x="3169" y="382"/>
                  <a:pt x="3182" y="372"/>
                  <a:pt x="3192" y="363"/>
                </a:cubicBezTo>
                <a:cubicBezTo>
                  <a:pt x="3203" y="353"/>
                  <a:pt x="3210" y="343"/>
                  <a:pt x="3215" y="333"/>
                </a:cubicBezTo>
                <a:cubicBezTo>
                  <a:pt x="3221" y="323"/>
                  <a:pt x="3223" y="313"/>
                  <a:pt x="3223" y="304"/>
                </a:cubicBezTo>
                <a:cubicBezTo>
                  <a:pt x="3223" y="294"/>
                  <a:pt x="3221" y="284"/>
                  <a:pt x="3215" y="274"/>
                </a:cubicBezTo>
                <a:cubicBezTo>
                  <a:pt x="3210" y="264"/>
                  <a:pt x="3203" y="254"/>
                  <a:pt x="3192" y="244"/>
                </a:cubicBezTo>
                <a:cubicBezTo>
                  <a:pt x="3182" y="235"/>
                  <a:pt x="3169" y="225"/>
                  <a:pt x="3154" y="215"/>
                </a:cubicBezTo>
                <a:cubicBezTo>
                  <a:pt x="3139" y="206"/>
                  <a:pt x="3121" y="197"/>
                  <a:pt x="3101" y="187"/>
                </a:cubicBezTo>
                <a:cubicBezTo>
                  <a:pt x="3080" y="178"/>
                  <a:pt x="3058" y="169"/>
                  <a:pt x="3033" y="160"/>
                </a:cubicBezTo>
                <a:cubicBezTo>
                  <a:pt x="3008" y="152"/>
                  <a:pt x="2981" y="143"/>
                  <a:pt x="2952" y="135"/>
                </a:cubicBezTo>
                <a:cubicBezTo>
                  <a:pt x="2922" y="127"/>
                  <a:pt x="2891" y="119"/>
                  <a:pt x="2858" y="111"/>
                </a:cubicBezTo>
                <a:cubicBezTo>
                  <a:pt x="2824" y="103"/>
                  <a:pt x="2789" y="96"/>
                  <a:pt x="2751" y="89"/>
                </a:cubicBezTo>
                <a:cubicBezTo>
                  <a:pt x="2714" y="82"/>
                  <a:pt x="2675" y="75"/>
                  <a:pt x="2634" y="69"/>
                </a:cubicBezTo>
                <a:cubicBezTo>
                  <a:pt x="2593" y="63"/>
                  <a:pt x="2551" y="57"/>
                  <a:pt x="2507" y="51"/>
                </a:cubicBezTo>
                <a:cubicBezTo>
                  <a:pt x="2463" y="46"/>
                  <a:pt x="2418" y="41"/>
                  <a:pt x="2372" y="36"/>
                </a:cubicBezTo>
                <a:cubicBezTo>
                  <a:pt x="2325" y="31"/>
                  <a:pt x="2277" y="27"/>
                  <a:pt x="2229" y="23"/>
                </a:cubicBezTo>
                <a:cubicBezTo>
                  <a:pt x="2180" y="19"/>
                  <a:pt x="2130" y="16"/>
                  <a:pt x="2080" y="13"/>
                </a:cubicBezTo>
                <a:cubicBezTo>
                  <a:pt x="2029" y="10"/>
                  <a:pt x="1978" y="8"/>
                  <a:pt x="1926" y="6"/>
                </a:cubicBezTo>
                <a:cubicBezTo>
                  <a:pt x="1875" y="4"/>
                  <a:pt x="1821" y="2"/>
                  <a:pt x="1769" y="1"/>
                </a:cubicBezTo>
                <a:cubicBezTo>
                  <a:pt x="1716" y="0"/>
                  <a:pt x="1664" y="0"/>
                  <a:pt x="1611" y="0"/>
                </a:cubicBezTo>
                <a:cubicBezTo>
                  <a:pt x="1558" y="0"/>
                  <a:pt x="1506" y="0"/>
                  <a:pt x="1453" y="1"/>
                </a:cubicBezTo>
                <a:cubicBezTo>
                  <a:pt x="1401" y="2"/>
                  <a:pt x="1348" y="4"/>
                  <a:pt x="1297" y="6"/>
                </a:cubicBezTo>
                <a:cubicBezTo>
                  <a:pt x="1245" y="8"/>
                  <a:pt x="1194" y="10"/>
                  <a:pt x="1143" y="13"/>
                </a:cubicBezTo>
                <a:cubicBezTo>
                  <a:pt x="1093" y="16"/>
                  <a:pt x="1043" y="19"/>
                  <a:pt x="994" y="23"/>
                </a:cubicBezTo>
                <a:cubicBezTo>
                  <a:pt x="946" y="27"/>
                  <a:pt x="898" y="31"/>
                  <a:pt x="852" y="36"/>
                </a:cubicBezTo>
                <a:cubicBezTo>
                  <a:pt x="805" y="41"/>
                  <a:pt x="760" y="46"/>
                  <a:pt x="716" y="51"/>
                </a:cubicBezTo>
                <a:cubicBezTo>
                  <a:pt x="672" y="57"/>
                  <a:pt x="630" y="63"/>
                  <a:pt x="589" y="69"/>
                </a:cubicBezTo>
                <a:cubicBezTo>
                  <a:pt x="548" y="75"/>
                  <a:pt x="509" y="82"/>
                  <a:pt x="472" y="89"/>
                </a:cubicBezTo>
                <a:cubicBezTo>
                  <a:pt x="434" y="96"/>
                  <a:pt x="399" y="103"/>
                  <a:pt x="366" y="111"/>
                </a:cubicBezTo>
                <a:cubicBezTo>
                  <a:pt x="332" y="119"/>
                  <a:pt x="301" y="127"/>
                  <a:pt x="271" y="135"/>
                </a:cubicBezTo>
                <a:cubicBezTo>
                  <a:pt x="242" y="143"/>
                  <a:pt x="215" y="152"/>
                  <a:pt x="190" y="160"/>
                </a:cubicBezTo>
                <a:cubicBezTo>
                  <a:pt x="165" y="169"/>
                  <a:pt x="143" y="178"/>
                  <a:pt x="122" y="187"/>
                </a:cubicBezTo>
                <a:cubicBezTo>
                  <a:pt x="102" y="197"/>
                  <a:pt x="85" y="206"/>
                  <a:pt x="69" y="215"/>
                </a:cubicBezTo>
                <a:cubicBezTo>
                  <a:pt x="54" y="225"/>
                  <a:pt x="41" y="235"/>
                  <a:pt x="31" y="244"/>
                </a:cubicBezTo>
                <a:cubicBezTo>
                  <a:pt x="20" y="254"/>
                  <a:pt x="13" y="264"/>
                  <a:pt x="8" y="274"/>
                </a:cubicBezTo>
                <a:cubicBezTo>
                  <a:pt x="2" y="284"/>
                  <a:pt x="0" y="294"/>
                  <a:pt x="0" y="304"/>
                </a:cubicBezTo>
                <a:lnTo>
                  <a:pt x="0" y="1503"/>
                </a:lnTo>
                <a:cubicBezTo>
                  <a:pt x="0" y="1513"/>
                  <a:pt x="2" y="1523"/>
                  <a:pt x="8" y="1533"/>
                </a:cubicBezTo>
                <a:cubicBezTo>
                  <a:pt x="13" y="1543"/>
                  <a:pt x="20" y="1552"/>
                  <a:pt x="31" y="1562"/>
                </a:cubicBezTo>
                <a:cubicBezTo>
                  <a:pt x="41" y="1572"/>
                  <a:pt x="54" y="1582"/>
                  <a:pt x="69" y="1591"/>
                </a:cubicBezTo>
                <a:cubicBezTo>
                  <a:pt x="85" y="1601"/>
                  <a:pt x="102" y="1610"/>
                  <a:pt x="122" y="1619"/>
                </a:cubicBezTo>
                <a:cubicBezTo>
                  <a:pt x="143" y="1628"/>
                  <a:pt x="165" y="1637"/>
                  <a:pt x="190" y="1646"/>
                </a:cubicBezTo>
                <a:cubicBezTo>
                  <a:pt x="215" y="1655"/>
                  <a:pt x="242" y="1663"/>
                  <a:pt x="271" y="1672"/>
                </a:cubicBezTo>
                <a:cubicBezTo>
                  <a:pt x="301" y="1680"/>
                  <a:pt x="332" y="1688"/>
                  <a:pt x="366" y="1696"/>
                </a:cubicBezTo>
                <a:cubicBezTo>
                  <a:pt x="399" y="1703"/>
                  <a:pt x="434" y="1711"/>
                  <a:pt x="472" y="1718"/>
                </a:cubicBezTo>
                <a:cubicBezTo>
                  <a:pt x="509" y="1725"/>
                  <a:pt x="548" y="1731"/>
                  <a:pt x="589" y="1738"/>
                </a:cubicBezTo>
                <a:cubicBezTo>
                  <a:pt x="630" y="1744"/>
                  <a:pt x="672" y="1750"/>
                  <a:pt x="716" y="1755"/>
                </a:cubicBezTo>
                <a:cubicBezTo>
                  <a:pt x="760" y="1761"/>
                  <a:pt x="805" y="1766"/>
                  <a:pt x="852" y="1771"/>
                </a:cubicBezTo>
                <a:cubicBezTo>
                  <a:pt x="898" y="1775"/>
                  <a:pt x="946" y="1780"/>
                  <a:pt x="994" y="1783"/>
                </a:cubicBezTo>
                <a:cubicBezTo>
                  <a:pt x="1043" y="1787"/>
                  <a:pt x="1093" y="1791"/>
                  <a:pt x="1143" y="1793"/>
                </a:cubicBezTo>
                <a:cubicBezTo>
                  <a:pt x="1194" y="1796"/>
                  <a:pt x="1245" y="1799"/>
                  <a:pt x="1297" y="1801"/>
                </a:cubicBezTo>
                <a:cubicBezTo>
                  <a:pt x="1348" y="1803"/>
                  <a:pt x="1401" y="1804"/>
                  <a:pt x="1453" y="1805"/>
                </a:cubicBezTo>
                <a:cubicBezTo>
                  <a:pt x="1506" y="1806"/>
                  <a:pt x="1558" y="1807"/>
                  <a:pt x="1611" y="1807"/>
                </a:cubicBezTo>
                <a:cubicBezTo>
                  <a:pt x="1664" y="1807"/>
                  <a:pt x="1716" y="1806"/>
                  <a:pt x="1769" y="1805"/>
                </a:cubicBezTo>
                <a:cubicBezTo>
                  <a:pt x="1821" y="1804"/>
                  <a:pt x="1875" y="1803"/>
                  <a:pt x="1926" y="1801"/>
                </a:cubicBezTo>
                <a:cubicBezTo>
                  <a:pt x="1978" y="1799"/>
                  <a:pt x="2029" y="1796"/>
                  <a:pt x="2080" y="1793"/>
                </a:cubicBezTo>
                <a:cubicBezTo>
                  <a:pt x="2130" y="1791"/>
                  <a:pt x="2180" y="1787"/>
                  <a:pt x="2229" y="1783"/>
                </a:cubicBezTo>
                <a:cubicBezTo>
                  <a:pt x="2277" y="1780"/>
                  <a:pt x="2325" y="1775"/>
                  <a:pt x="2372" y="1771"/>
                </a:cubicBezTo>
                <a:cubicBezTo>
                  <a:pt x="2418" y="1766"/>
                  <a:pt x="2463" y="1761"/>
                  <a:pt x="2507" y="1755"/>
                </a:cubicBezTo>
                <a:cubicBezTo>
                  <a:pt x="2551" y="1750"/>
                  <a:pt x="2593" y="1744"/>
                  <a:pt x="2634" y="1738"/>
                </a:cubicBezTo>
                <a:cubicBezTo>
                  <a:pt x="2675" y="1731"/>
                  <a:pt x="2714" y="1725"/>
                  <a:pt x="2751" y="1718"/>
                </a:cubicBezTo>
                <a:cubicBezTo>
                  <a:pt x="2789" y="1711"/>
                  <a:pt x="2824" y="1703"/>
                  <a:pt x="2858" y="1696"/>
                </a:cubicBezTo>
                <a:cubicBezTo>
                  <a:pt x="2891" y="1688"/>
                  <a:pt x="2922" y="1680"/>
                  <a:pt x="2952" y="1672"/>
                </a:cubicBezTo>
                <a:cubicBezTo>
                  <a:pt x="2981" y="1663"/>
                  <a:pt x="3008" y="1655"/>
                  <a:pt x="3033" y="1646"/>
                </a:cubicBezTo>
                <a:cubicBezTo>
                  <a:pt x="3058" y="1637"/>
                  <a:pt x="3080" y="1628"/>
                  <a:pt x="3101" y="1619"/>
                </a:cubicBezTo>
                <a:cubicBezTo>
                  <a:pt x="3121" y="1610"/>
                  <a:pt x="3139" y="1601"/>
                  <a:pt x="3154" y="1591"/>
                </a:cubicBezTo>
                <a:cubicBezTo>
                  <a:pt x="3169" y="1582"/>
                  <a:pt x="3182" y="1572"/>
                  <a:pt x="3192" y="1562"/>
                </a:cubicBezTo>
                <a:cubicBezTo>
                  <a:pt x="3203" y="1552"/>
                  <a:pt x="3210" y="1543"/>
                  <a:pt x="3215" y="1533"/>
                </a:cubicBezTo>
                <a:cubicBezTo>
                  <a:pt x="3221" y="1523"/>
                  <a:pt x="3223" y="1513"/>
                  <a:pt x="3223" y="1503"/>
                </a:cubicBezTo>
                <a:lnTo>
                  <a:pt x="3223" y="304"/>
                </a:lnTo>
              </a:path>
            </a:pathLst>
          </a:custGeom>
          <a:ln w="7920">
            <a:solidFill>
              <a:srgbClr val="1d4ed8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" name=""/>
          <p:cNvSpPr txBox="1"/>
          <p:nvPr/>
        </p:nvSpPr>
        <p:spPr>
          <a:xfrm>
            <a:off x="4148280" y="2434680"/>
            <a:ext cx="109800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40" spc="-1" strike="noStrike">
                <a:solidFill>
                  <a:srgbClr val="1f2937"/>
                </a:solidFill>
                <a:latin typeface="DejaVuSans"/>
                <a:ea typeface="DejaVuSans"/>
              </a:rPr>
              <a:t>Gegevensopslag</a:t>
            </a:r>
            <a:endParaRPr b="0" lang="en-US" sz="10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" name=""/>
          <p:cNvSpPr/>
          <p:nvPr/>
        </p:nvSpPr>
        <p:spPr>
          <a:xfrm>
            <a:off x="7292880" y="2111040"/>
            <a:ext cx="1518120" cy="644760"/>
          </a:xfrm>
          <a:custGeom>
            <a:avLst/>
            <a:gdLst/>
            <a:ahLst/>
            <a:rect l="0" t="0" r="r" b="b"/>
            <a:pathLst>
              <a:path w="4217" h="1791">
                <a:moveTo>
                  <a:pt x="0" y="0"/>
                </a:moveTo>
                <a:lnTo>
                  <a:pt x="4217" y="0"/>
                </a:lnTo>
                <a:lnTo>
                  <a:pt x="4217" y="1791"/>
                </a:lnTo>
                <a:lnTo>
                  <a:pt x="0" y="1791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7920">
            <a:solidFill>
              <a:srgbClr val="1d4ed8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" name=""/>
          <p:cNvSpPr txBox="1"/>
          <p:nvPr/>
        </p:nvSpPr>
        <p:spPr>
          <a:xfrm>
            <a:off x="5781600" y="2434680"/>
            <a:ext cx="104148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40" spc="-1" strike="noStrike">
                <a:solidFill>
                  <a:srgbClr val="ffffff"/>
                </a:solidFill>
                <a:latin typeface="DejaVuSans"/>
                <a:ea typeface="DejaVuSans"/>
              </a:rPr>
              <a:t>Datawarehouse</a:t>
            </a:r>
            <a:endParaRPr b="0" lang="en-US" sz="10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" name=""/>
          <p:cNvSpPr txBox="1"/>
          <p:nvPr/>
        </p:nvSpPr>
        <p:spPr>
          <a:xfrm>
            <a:off x="7562880" y="2252880"/>
            <a:ext cx="98388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40" spc="-1" strike="noStrike">
                <a:solidFill>
                  <a:srgbClr val="ffffff"/>
                </a:solidFill>
                <a:latin typeface="DejaVuSans"/>
                <a:ea typeface="DejaVuSans"/>
              </a:rPr>
              <a:t>Rapportage en</a:t>
            </a:r>
            <a:endParaRPr b="0" lang="en-US" sz="10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" name=""/>
          <p:cNvSpPr txBox="1"/>
          <p:nvPr/>
        </p:nvSpPr>
        <p:spPr>
          <a:xfrm>
            <a:off x="7540920" y="2451240"/>
            <a:ext cx="102780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40" spc="-1" strike="noStrike">
                <a:solidFill>
                  <a:srgbClr val="ffffff"/>
                </a:solidFill>
                <a:latin typeface="DejaVuSans"/>
                <a:ea typeface="DejaVuSans"/>
              </a:rPr>
              <a:t>stuurinformatie</a:t>
            </a:r>
            <a:endParaRPr b="0" lang="en-US" sz="10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" name=""/>
          <p:cNvSpPr txBox="1"/>
          <p:nvPr/>
        </p:nvSpPr>
        <p:spPr>
          <a:xfrm>
            <a:off x="457200" y="3170880"/>
            <a:ext cx="86785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Organisaties wilden weten wat er in hun gegevens zat. Er kwam een datawarehouse bij, en daarbovenop rapportage 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" name=""/>
          <p:cNvSpPr txBox="1"/>
          <p:nvPr/>
        </p:nvSpPr>
        <p:spPr>
          <a:xfrm>
            <a:off x="457200" y="3399480"/>
            <a:ext cx="84420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stuurinformatie. Een nieuwe laag, met een nieuwe vraag: hoe komen gegevens uit de bronsystemen daarin terecht?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8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7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71" name=""/>
          <p:cNvSpPr txBox="1"/>
          <p:nvPr/>
        </p:nvSpPr>
        <p:spPr>
          <a:xfrm>
            <a:off x="439920" y="786600"/>
            <a:ext cx="83995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cloud, platformen en machine learning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" name=""/>
          <p:cNvSpPr/>
          <p:nvPr/>
        </p:nvSpPr>
        <p:spPr>
          <a:xfrm>
            <a:off x="1635480" y="2055960"/>
            <a:ext cx="283320" cy="0"/>
          </a:xfrm>
          <a:custGeom>
            <a:avLst/>
            <a:gdLst/>
            <a:ahLst/>
            <a:rect l="0" t="0" r="r" b="b"/>
            <a:pathLst>
              <a:path fill="none" w="787" h="0">
                <a:moveTo>
                  <a:pt x="0" y="0"/>
                </a:moveTo>
                <a:lnTo>
                  <a:pt x="71" y="0"/>
                </a:lnTo>
                <a:cubicBezTo>
                  <a:pt x="142" y="0"/>
                  <a:pt x="285" y="0"/>
                  <a:pt x="416" y="0"/>
                </a:cubicBezTo>
                <a:cubicBezTo>
                  <a:pt x="547" y="0"/>
                  <a:pt x="667" y="0"/>
                  <a:pt x="727" y="0"/>
                </a:cubicBezTo>
                <a:lnTo>
                  <a:pt x="787" y="0"/>
                </a:lnTo>
              </a:path>
            </a:pathLst>
          </a:custGeom>
          <a:ln w="6120">
            <a:solidFill>
              <a:srgbClr val="333333"/>
            </a:solidFill>
            <a:miter/>
          </a:ln>
        </p:spPr>
        <p:txBody>
          <a:bodyPr lIns="2880" rIns="2880" tIns="-2880" bIns="-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" name=""/>
          <p:cNvSpPr/>
          <p:nvPr/>
        </p:nvSpPr>
        <p:spPr>
          <a:xfrm>
            <a:off x="1894320" y="2031480"/>
            <a:ext cx="49320" cy="50040"/>
          </a:xfrm>
          <a:custGeom>
            <a:avLst/>
            <a:gdLst/>
            <a:ahLst/>
            <a:rect l="0" t="0" r="r" b="b"/>
            <a:pathLst>
              <a:path w="137" h="139">
                <a:moveTo>
                  <a:pt x="0" y="0"/>
                </a:moveTo>
                <a:lnTo>
                  <a:pt x="137" y="69"/>
                </a:lnTo>
                <a:lnTo>
                  <a:pt x="0" y="139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4" name=""/>
          <p:cNvSpPr/>
          <p:nvPr/>
        </p:nvSpPr>
        <p:spPr>
          <a:xfrm>
            <a:off x="1891800" y="20275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22" y="11"/>
                </a:moveTo>
                <a:lnTo>
                  <a:pt x="34" y="18"/>
                </a:lnTo>
                <a:lnTo>
                  <a:pt x="28" y="30"/>
                </a:lnTo>
                <a:lnTo>
                  <a:pt x="16" y="24"/>
                </a:lnTo>
                <a:lnTo>
                  <a:pt x="22" y="11"/>
                </a:lnTo>
                <a:moveTo>
                  <a:pt x="34" y="18"/>
                </a:moveTo>
                <a:lnTo>
                  <a:pt x="46" y="24"/>
                </a:lnTo>
                <a:lnTo>
                  <a:pt x="40" y="36"/>
                </a:lnTo>
                <a:lnTo>
                  <a:pt x="28" y="30"/>
                </a:lnTo>
                <a:lnTo>
                  <a:pt x="34" y="18"/>
                </a:lnTo>
                <a:moveTo>
                  <a:pt x="46" y="24"/>
                </a:moveTo>
                <a:lnTo>
                  <a:pt x="59" y="30"/>
                </a:lnTo>
                <a:lnTo>
                  <a:pt x="52" y="42"/>
                </a:lnTo>
                <a:lnTo>
                  <a:pt x="40" y="36"/>
                </a:lnTo>
                <a:lnTo>
                  <a:pt x="46" y="24"/>
                </a:lnTo>
                <a:moveTo>
                  <a:pt x="59" y="30"/>
                </a:moveTo>
                <a:lnTo>
                  <a:pt x="71" y="36"/>
                </a:lnTo>
                <a:lnTo>
                  <a:pt x="65" y="49"/>
                </a:lnTo>
                <a:lnTo>
                  <a:pt x="52" y="42"/>
                </a:lnTo>
                <a:lnTo>
                  <a:pt x="59" y="30"/>
                </a:lnTo>
                <a:moveTo>
                  <a:pt x="71" y="36"/>
                </a:moveTo>
                <a:lnTo>
                  <a:pt x="84" y="42"/>
                </a:lnTo>
                <a:lnTo>
                  <a:pt x="78" y="55"/>
                </a:lnTo>
                <a:lnTo>
                  <a:pt x="65" y="49"/>
                </a:lnTo>
                <a:lnTo>
                  <a:pt x="71" y="36"/>
                </a:lnTo>
                <a:moveTo>
                  <a:pt x="84" y="42"/>
                </a:moveTo>
                <a:lnTo>
                  <a:pt x="96" y="49"/>
                </a:lnTo>
                <a:lnTo>
                  <a:pt x="90" y="61"/>
                </a:lnTo>
                <a:lnTo>
                  <a:pt x="78" y="55"/>
                </a:lnTo>
                <a:lnTo>
                  <a:pt x="84" y="42"/>
                </a:lnTo>
                <a:moveTo>
                  <a:pt x="96" y="49"/>
                </a:moveTo>
                <a:lnTo>
                  <a:pt x="109" y="55"/>
                </a:lnTo>
                <a:lnTo>
                  <a:pt x="102" y="67"/>
                </a:lnTo>
                <a:lnTo>
                  <a:pt x="90" y="61"/>
                </a:lnTo>
                <a:lnTo>
                  <a:pt x="96" y="49"/>
                </a:lnTo>
                <a:moveTo>
                  <a:pt x="109" y="55"/>
                </a:moveTo>
                <a:lnTo>
                  <a:pt x="121" y="61"/>
                </a:lnTo>
                <a:lnTo>
                  <a:pt x="115" y="73"/>
                </a:lnTo>
                <a:lnTo>
                  <a:pt x="102" y="67"/>
                </a:lnTo>
                <a:lnTo>
                  <a:pt x="109" y="55"/>
                </a:lnTo>
                <a:moveTo>
                  <a:pt x="121" y="61"/>
                </a:moveTo>
                <a:lnTo>
                  <a:pt x="133" y="67"/>
                </a:lnTo>
                <a:lnTo>
                  <a:pt x="127" y="79"/>
                </a:lnTo>
                <a:lnTo>
                  <a:pt x="115" y="73"/>
                </a:lnTo>
                <a:lnTo>
                  <a:pt x="121" y="61"/>
                </a:lnTo>
                <a:moveTo>
                  <a:pt x="133" y="67"/>
                </a:moveTo>
                <a:lnTo>
                  <a:pt x="145" y="73"/>
                </a:lnTo>
                <a:lnTo>
                  <a:pt x="139" y="85"/>
                </a:lnTo>
                <a:lnTo>
                  <a:pt x="127" y="79"/>
                </a:lnTo>
                <a:lnTo>
                  <a:pt x="133" y="67"/>
                </a:lnTo>
                <a:moveTo>
                  <a:pt x="145" y="73"/>
                </a:moveTo>
                <a:lnTo>
                  <a:pt x="160" y="80"/>
                </a:lnTo>
                <a:lnTo>
                  <a:pt x="137" y="91"/>
                </a:lnTo>
                <a:lnTo>
                  <a:pt x="131" y="79"/>
                </a:lnTo>
                <a:lnTo>
                  <a:pt x="141" y="74"/>
                </a:lnTo>
                <a:lnTo>
                  <a:pt x="144" y="80"/>
                </a:lnTo>
                <a:lnTo>
                  <a:pt x="141" y="86"/>
                </a:lnTo>
                <a:lnTo>
                  <a:pt x="139" y="85"/>
                </a:lnTo>
                <a:lnTo>
                  <a:pt x="145" y="73"/>
                </a:lnTo>
                <a:moveTo>
                  <a:pt x="137" y="91"/>
                </a:moveTo>
                <a:lnTo>
                  <a:pt x="125" y="98"/>
                </a:lnTo>
                <a:lnTo>
                  <a:pt x="119" y="85"/>
                </a:lnTo>
                <a:lnTo>
                  <a:pt x="131" y="79"/>
                </a:lnTo>
                <a:lnTo>
                  <a:pt x="137" y="91"/>
                </a:lnTo>
                <a:moveTo>
                  <a:pt x="125" y="98"/>
                </a:moveTo>
                <a:lnTo>
                  <a:pt x="113" y="104"/>
                </a:lnTo>
                <a:lnTo>
                  <a:pt x="107" y="91"/>
                </a:lnTo>
                <a:lnTo>
                  <a:pt x="119" y="85"/>
                </a:lnTo>
                <a:lnTo>
                  <a:pt x="125" y="98"/>
                </a:lnTo>
                <a:moveTo>
                  <a:pt x="113" y="104"/>
                </a:moveTo>
                <a:lnTo>
                  <a:pt x="101" y="110"/>
                </a:lnTo>
                <a:lnTo>
                  <a:pt x="95" y="98"/>
                </a:lnTo>
                <a:lnTo>
                  <a:pt x="107" y="91"/>
                </a:lnTo>
                <a:lnTo>
                  <a:pt x="113" y="104"/>
                </a:lnTo>
                <a:moveTo>
                  <a:pt x="101" y="110"/>
                </a:moveTo>
                <a:lnTo>
                  <a:pt x="88" y="116"/>
                </a:lnTo>
                <a:lnTo>
                  <a:pt x="82" y="104"/>
                </a:lnTo>
                <a:lnTo>
                  <a:pt x="95" y="98"/>
                </a:lnTo>
                <a:lnTo>
                  <a:pt x="101" y="110"/>
                </a:lnTo>
                <a:moveTo>
                  <a:pt x="88" y="116"/>
                </a:moveTo>
                <a:lnTo>
                  <a:pt x="76" y="122"/>
                </a:lnTo>
                <a:lnTo>
                  <a:pt x="69" y="110"/>
                </a:lnTo>
                <a:lnTo>
                  <a:pt x="82" y="104"/>
                </a:lnTo>
                <a:lnTo>
                  <a:pt x="88" y="116"/>
                </a:lnTo>
                <a:moveTo>
                  <a:pt x="76" y="122"/>
                </a:moveTo>
                <a:lnTo>
                  <a:pt x="63" y="128"/>
                </a:lnTo>
                <a:lnTo>
                  <a:pt x="57" y="116"/>
                </a:lnTo>
                <a:lnTo>
                  <a:pt x="69" y="110"/>
                </a:lnTo>
                <a:lnTo>
                  <a:pt x="76" y="122"/>
                </a:lnTo>
                <a:moveTo>
                  <a:pt x="63" y="128"/>
                </a:moveTo>
                <a:lnTo>
                  <a:pt x="51" y="134"/>
                </a:lnTo>
                <a:lnTo>
                  <a:pt x="45" y="122"/>
                </a:lnTo>
                <a:lnTo>
                  <a:pt x="57" y="116"/>
                </a:lnTo>
                <a:lnTo>
                  <a:pt x="63" y="128"/>
                </a:lnTo>
                <a:moveTo>
                  <a:pt x="51" y="134"/>
                </a:moveTo>
                <a:lnTo>
                  <a:pt x="39" y="140"/>
                </a:lnTo>
                <a:lnTo>
                  <a:pt x="32" y="128"/>
                </a:lnTo>
                <a:lnTo>
                  <a:pt x="45" y="122"/>
                </a:lnTo>
                <a:lnTo>
                  <a:pt x="51" y="134"/>
                </a:lnTo>
                <a:moveTo>
                  <a:pt x="39" y="140"/>
                </a:moveTo>
                <a:lnTo>
                  <a:pt x="26" y="147"/>
                </a:lnTo>
                <a:lnTo>
                  <a:pt x="20" y="134"/>
                </a:lnTo>
                <a:lnTo>
                  <a:pt x="32" y="128"/>
                </a:lnTo>
                <a:lnTo>
                  <a:pt x="39" y="140"/>
                </a:lnTo>
                <a:moveTo>
                  <a:pt x="26" y="147"/>
                </a:moveTo>
                <a:lnTo>
                  <a:pt x="14" y="153"/>
                </a:lnTo>
                <a:lnTo>
                  <a:pt x="8" y="140"/>
                </a:lnTo>
                <a:lnTo>
                  <a:pt x="20" y="134"/>
                </a:lnTo>
                <a:lnTo>
                  <a:pt x="26" y="147"/>
                </a:lnTo>
                <a:moveTo>
                  <a:pt x="14" y="153"/>
                </a:moveTo>
                <a:lnTo>
                  <a:pt x="0" y="160"/>
                </a:lnTo>
                <a:lnTo>
                  <a:pt x="0" y="140"/>
                </a:lnTo>
                <a:lnTo>
                  <a:pt x="13" y="140"/>
                </a:lnTo>
                <a:lnTo>
                  <a:pt x="13" y="149"/>
                </a:lnTo>
                <a:lnTo>
                  <a:pt x="7" y="149"/>
                </a:lnTo>
                <a:lnTo>
                  <a:pt x="3" y="143"/>
                </a:lnTo>
                <a:lnTo>
                  <a:pt x="8" y="140"/>
                </a:lnTo>
                <a:lnTo>
                  <a:pt x="14" y="153"/>
                </a:lnTo>
                <a:moveTo>
                  <a:pt x="0" y="140"/>
                </a:moveTo>
                <a:lnTo>
                  <a:pt x="0" y="126"/>
                </a:lnTo>
                <a:lnTo>
                  <a:pt x="13" y="126"/>
                </a:lnTo>
                <a:lnTo>
                  <a:pt x="13" y="140"/>
                </a:lnTo>
                <a:lnTo>
                  <a:pt x="0" y="140"/>
                </a:lnTo>
                <a:moveTo>
                  <a:pt x="0" y="126"/>
                </a:moveTo>
                <a:lnTo>
                  <a:pt x="0" y="113"/>
                </a:lnTo>
                <a:lnTo>
                  <a:pt x="13" y="113"/>
                </a:lnTo>
                <a:lnTo>
                  <a:pt x="13" y="126"/>
                </a:lnTo>
                <a:lnTo>
                  <a:pt x="0" y="126"/>
                </a:lnTo>
                <a:moveTo>
                  <a:pt x="0" y="113"/>
                </a:moveTo>
                <a:lnTo>
                  <a:pt x="0" y="99"/>
                </a:lnTo>
                <a:lnTo>
                  <a:pt x="13" y="99"/>
                </a:lnTo>
                <a:lnTo>
                  <a:pt x="13" y="113"/>
                </a:lnTo>
                <a:lnTo>
                  <a:pt x="0" y="113"/>
                </a:lnTo>
                <a:moveTo>
                  <a:pt x="0" y="99"/>
                </a:moveTo>
                <a:lnTo>
                  <a:pt x="0" y="85"/>
                </a:lnTo>
                <a:lnTo>
                  <a:pt x="13" y="85"/>
                </a:lnTo>
                <a:lnTo>
                  <a:pt x="13" y="99"/>
                </a:lnTo>
                <a:lnTo>
                  <a:pt x="0" y="99"/>
                </a:lnTo>
                <a:moveTo>
                  <a:pt x="0" y="85"/>
                </a:moveTo>
                <a:lnTo>
                  <a:pt x="0" y="72"/>
                </a:lnTo>
                <a:lnTo>
                  <a:pt x="13" y="72"/>
                </a:lnTo>
                <a:lnTo>
                  <a:pt x="13" y="85"/>
                </a:lnTo>
                <a:lnTo>
                  <a:pt x="0" y="85"/>
                </a:lnTo>
                <a:moveTo>
                  <a:pt x="0" y="72"/>
                </a:moveTo>
                <a:lnTo>
                  <a:pt x="0" y="58"/>
                </a:lnTo>
                <a:lnTo>
                  <a:pt x="13" y="58"/>
                </a:lnTo>
                <a:lnTo>
                  <a:pt x="13" y="72"/>
                </a:lnTo>
                <a:lnTo>
                  <a:pt x="0" y="72"/>
                </a:lnTo>
                <a:moveTo>
                  <a:pt x="0" y="58"/>
                </a:moveTo>
                <a:lnTo>
                  <a:pt x="0" y="44"/>
                </a:lnTo>
                <a:lnTo>
                  <a:pt x="13" y="44"/>
                </a:lnTo>
                <a:lnTo>
                  <a:pt x="13" y="58"/>
                </a:lnTo>
                <a:lnTo>
                  <a:pt x="0" y="58"/>
                </a:lnTo>
                <a:moveTo>
                  <a:pt x="0" y="44"/>
                </a:moveTo>
                <a:lnTo>
                  <a:pt x="0" y="30"/>
                </a:lnTo>
                <a:lnTo>
                  <a:pt x="13" y="30"/>
                </a:lnTo>
                <a:lnTo>
                  <a:pt x="13" y="44"/>
                </a:lnTo>
                <a:lnTo>
                  <a:pt x="0" y="44"/>
                </a:lnTo>
                <a:moveTo>
                  <a:pt x="0" y="30"/>
                </a:moveTo>
                <a:lnTo>
                  <a:pt x="0" y="17"/>
                </a:lnTo>
                <a:lnTo>
                  <a:pt x="13" y="17"/>
                </a:lnTo>
                <a:lnTo>
                  <a:pt x="13" y="30"/>
                </a:lnTo>
                <a:lnTo>
                  <a:pt x="0" y="30"/>
                </a:lnTo>
                <a:moveTo>
                  <a:pt x="0" y="17"/>
                </a:moveTo>
                <a:lnTo>
                  <a:pt x="0" y="0"/>
                </a:lnTo>
                <a:lnTo>
                  <a:pt x="22" y="11"/>
                </a:lnTo>
                <a:lnTo>
                  <a:pt x="16" y="24"/>
                </a:lnTo>
                <a:lnTo>
                  <a:pt x="3" y="18"/>
                </a:lnTo>
                <a:lnTo>
                  <a:pt x="7" y="11"/>
                </a:lnTo>
                <a:lnTo>
                  <a:pt x="13" y="11"/>
                </a:lnTo>
                <a:lnTo>
                  <a:pt x="13" y="17"/>
                </a:lnTo>
                <a:lnTo>
                  <a:pt x="0" y="1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5" name=""/>
          <p:cNvSpPr/>
          <p:nvPr/>
        </p:nvSpPr>
        <p:spPr>
          <a:xfrm>
            <a:off x="2855880" y="2055960"/>
            <a:ext cx="283680" cy="0"/>
          </a:xfrm>
          <a:custGeom>
            <a:avLst/>
            <a:gdLst/>
            <a:ahLst/>
            <a:rect l="0" t="0" r="r" b="b"/>
            <a:pathLst>
              <a:path fill="none" w="788" h="0">
                <a:moveTo>
                  <a:pt x="0" y="0"/>
                </a:moveTo>
                <a:lnTo>
                  <a:pt x="71" y="0"/>
                </a:lnTo>
                <a:cubicBezTo>
                  <a:pt x="143" y="0"/>
                  <a:pt x="285" y="0"/>
                  <a:pt x="417" y="0"/>
                </a:cubicBezTo>
                <a:cubicBezTo>
                  <a:pt x="548" y="0"/>
                  <a:pt x="668" y="0"/>
                  <a:pt x="728" y="0"/>
                </a:cubicBezTo>
                <a:lnTo>
                  <a:pt x="788" y="0"/>
                </a:lnTo>
              </a:path>
            </a:pathLst>
          </a:custGeom>
          <a:ln w="6120">
            <a:solidFill>
              <a:srgbClr val="333333"/>
            </a:solidFill>
            <a:miter/>
          </a:ln>
        </p:spPr>
        <p:txBody>
          <a:bodyPr lIns="2880" rIns="2880" tIns="-2880" bIns="-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" name=""/>
          <p:cNvSpPr/>
          <p:nvPr/>
        </p:nvSpPr>
        <p:spPr>
          <a:xfrm>
            <a:off x="3114720" y="2031480"/>
            <a:ext cx="49680" cy="50040"/>
          </a:xfrm>
          <a:custGeom>
            <a:avLst/>
            <a:gdLst/>
            <a:ahLst/>
            <a:rect l="0" t="0" r="r" b="b"/>
            <a:pathLst>
              <a:path w="138" h="139">
                <a:moveTo>
                  <a:pt x="0" y="0"/>
                </a:moveTo>
                <a:lnTo>
                  <a:pt x="138" y="69"/>
                </a:lnTo>
                <a:lnTo>
                  <a:pt x="0" y="139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7" name=""/>
          <p:cNvSpPr/>
          <p:nvPr/>
        </p:nvSpPr>
        <p:spPr>
          <a:xfrm>
            <a:off x="3112200" y="20275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23" y="11"/>
                </a:moveTo>
                <a:lnTo>
                  <a:pt x="36" y="18"/>
                </a:lnTo>
                <a:lnTo>
                  <a:pt x="30" y="30"/>
                </a:lnTo>
                <a:lnTo>
                  <a:pt x="16" y="24"/>
                </a:lnTo>
                <a:lnTo>
                  <a:pt x="23" y="11"/>
                </a:lnTo>
                <a:moveTo>
                  <a:pt x="36" y="18"/>
                </a:moveTo>
                <a:lnTo>
                  <a:pt x="48" y="24"/>
                </a:lnTo>
                <a:lnTo>
                  <a:pt x="42" y="36"/>
                </a:lnTo>
                <a:lnTo>
                  <a:pt x="30" y="30"/>
                </a:lnTo>
                <a:lnTo>
                  <a:pt x="36" y="18"/>
                </a:lnTo>
                <a:moveTo>
                  <a:pt x="48" y="24"/>
                </a:moveTo>
                <a:lnTo>
                  <a:pt x="60" y="30"/>
                </a:lnTo>
                <a:lnTo>
                  <a:pt x="54" y="42"/>
                </a:lnTo>
                <a:lnTo>
                  <a:pt x="42" y="36"/>
                </a:lnTo>
                <a:lnTo>
                  <a:pt x="48" y="24"/>
                </a:lnTo>
                <a:moveTo>
                  <a:pt x="60" y="30"/>
                </a:moveTo>
                <a:lnTo>
                  <a:pt x="72" y="36"/>
                </a:lnTo>
                <a:lnTo>
                  <a:pt x="66" y="49"/>
                </a:lnTo>
                <a:lnTo>
                  <a:pt x="54" y="42"/>
                </a:lnTo>
                <a:lnTo>
                  <a:pt x="60" y="30"/>
                </a:lnTo>
                <a:moveTo>
                  <a:pt x="72" y="36"/>
                </a:moveTo>
                <a:lnTo>
                  <a:pt x="85" y="42"/>
                </a:lnTo>
                <a:lnTo>
                  <a:pt x="78" y="55"/>
                </a:lnTo>
                <a:lnTo>
                  <a:pt x="66" y="49"/>
                </a:lnTo>
                <a:lnTo>
                  <a:pt x="72" y="36"/>
                </a:lnTo>
                <a:moveTo>
                  <a:pt x="85" y="42"/>
                </a:moveTo>
                <a:lnTo>
                  <a:pt x="97" y="49"/>
                </a:lnTo>
                <a:lnTo>
                  <a:pt x="91" y="61"/>
                </a:lnTo>
                <a:lnTo>
                  <a:pt x="78" y="55"/>
                </a:lnTo>
                <a:lnTo>
                  <a:pt x="85" y="42"/>
                </a:lnTo>
                <a:moveTo>
                  <a:pt x="97" y="49"/>
                </a:moveTo>
                <a:lnTo>
                  <a:pt x="109" y="55"/>
                </a:lnTo>
                <a:lnTo>
                  <a:pt x="103" y="67"/>
                </a:lnTo>
                <a:lnTo>
                  <a:pt x="91" y="61"/>
                </a:lnTo>
                <a:lnTo>
                  <a:pt x="97" y="49"/>
                </a:lnTo>
                <a:moveTo>
                  <a:pt x="109" y="55"/>
                </a:moveTo>
                <a:lnTo>
                  <a:pt x="121" y="61"/>
                </a:lnTo>
                <a:lnTo>
                  <a:pt x="115" y="73"/>
                </a:lnTo>
                <a:lnTo>
                  <a:pt x="103" y="67"/>
                </a:lnTo>
                <a:lnTo>
                  <a:pt x="109" y="55"/>
                </a:lnTo>
                <a:moveTo>
                  <a:pt x="121" y="61"/>
                </a:moveTo>
                <a:lnTo>
                  <a:pt x="134" y="67"/>
                </a:lnTo>
                <a:lnTo>
                  <a:pt x="127" y="79"/>
                </a:lnTo>
                <a:lnTo>
                  <a:pt x="115" y="73"/>
                </a:lnTo>
                <a:lnTo>
                  <a:pt x="121" y="61"/>
                </a:lnTo>
                <a:moveTo>
                  <a:pt x="134" y="67"/>
                </a:moveTo>
                <a:lnTo>
                  <a:pt x="146" y="73"/>
                </a:lnTo>
                <a:lnTo>
                  <a:pt x="140" y="85"/>
                </a:lnTo>
                <a:lnTo>
                  <a:pt x="127" y="79"/>
                </a:lnTo>
                <a:lnTo>
                  <a:pt x="134" y="67"/>
                </a:lnTo>
                <a:moveTo>
                  <a:pt x="146" y="73"/>
                </a:moveTo>
                <a:lnTo>
                  <a:pt x="160" y="80"/>
                </a:lnTo>
                <a:lnTo>
                  <a:pt x="138" y="91"/>
                </a:lnTo>
                <a:lnTo>
                  <a:pt x="132" y="79"/>
                </a:lnTo>
                <a:lnTo>
                  <a:pt x="142" y="74"/>
                </a:lnTo>
                <a:lnTo>
                  <a:pt x="145" y="80"/>
                </a:lnTo>
                <a:lnTo>
                  <a:pt x="142" y="86"/>
                </a:lnTo>
                <a:lnTo>
                  <a:pt x="140" y="85"/>
                </a:lnTo>
                <a:lnTo>
                  <a:pt x="146" y="73"/>
                </a:lnTo>
                <a:moveTo>
                  <a:pt x="138" y="91"/>
                </a:moveTo>
                <a:lnTo>
                  <a:pt x="126" y="98"/>
                </a:lnTo>
                <a:lnTo>
                  <a:pt x="120" y="85"/>
                </a:lnTo>
                <a:lnTo>
                  <a:pt x="132" y="79"/>
                </a:lnTo>
                <a:lnTo>
                  <a:pt x="138" y="91"/>
                </a:lnTo>
                <a:moveTo>
                  <a:pt x="126" y="98"/>
                </a:moveTo>
                <a:lnTo>
                  <a:pt x="114" y="104"/>
                </a:lnTo>
                <a:lnTo>
                  <a:pt x="107" y="91"/>
                </a:lnTo>
                <a:lnTo>
                  <a:pt x="120" y="85"/>
                </a:lnTo>
                <a:lnTo>
                  <a:pt x="126" y="98"/>
                </a:lnTo>
                <a:moveTo>
                  <a:pt x="114" y="104"/>
                </a:moveTo>
                <a:lnTo>
                  <a:pt x="101" y="110"/>
                </a:lnTo>
                <a:lnTo>
                  <a:pt x="95" y="98"/>
                </a:lnTo>
                <a:lnTo>
                  <a:pt x="107" y="91"/>
                </a:lnTo>
                <a:lnTo>
                  <a:pt x="114" y="104"/>
                </a:lnTo>
                <a:moveTo>
                  <a:pt x="101" y="110"/>
                </a:moveTo>
                <a:lnTo>
                  <a:pt x="89" y="116"/>
                </a:lnTo>
                <a:lnTo>
                  <a:pt x="83" y="104"/>
                </a:lnTo>
                <a:lnTo>
                  <a:pt x="95" y="98"/>
                </a:lnTo>
                <a:lnTo>
                  <a:pt x="101" y="110"/>
                </a:lnTo>
                <a:moveTo>
                  <a:pt x="89" y="116"/>
                </a:moveTo>
                <a:lnTo>
                  <a:pt x="77" y="122"/>
                </a:lnTo>
                <a:lnTo>
                  <a:pt x="71" y="110"/>
                </a:lnTo>
                <a:lnTo>
                  <a:pt x="83" y="104"/>
                </a:lnTo>
                <a:lnTo>
                  <a:pt x="89" y="116"/>
                </a:lnTo>
                <a:moveTo>
                  <a:pt x="77" y="122"/>
                </a:moveTo>
                <a:lnTo>
                  <a:pt x="65" y="128"/>
                </a:lnTo>
                <a:lnTo>
                  <a:pt x="58" y="116"/>
                </a:lnTo>
                <a:lnTo>
                  <a:pt x="71" y="110"/>
                </a:lnTo>
                <a:lnTo>
                  <a:pt x="77" y="122"/>
                </a:lnTo>
                <a:moveTo>
                  <a:pt x="65" y="128"/>
                </a:moveTo>
                <a:lnTo>
                  <a:pt x="52" y="134"/>
                </a:lnTo>
                <a:lnTo>
                  <a:pt x="46" y="122"/>
                </a:lnTo>
                <a:lnTo>
                  <a:pt x="58" y="116"/>
                </a:lnTo>
                <a:lnTo>
                  <a:pt x="65" y="128"/>
                </a:lnTo>
                <a:moveTo>
                  <a:pt x="52" y="134"/>
                </a:moveTo>
                <a:lnTo>
                  <a:pt x="40" y="140"/>
                </a:lnTo>
                <a:lnTo>
                  <a:pt x="34" y="128"/>
                </a:lnTo>
                <a:lnTo>
                  <a:pt x="46" y="122"/>
                </a:lnTo>
                <a:lnTo>
                  <a:pt x="52" y="134"/>
                </a:lnTo>
                <a:moveTo>
                  <a:pt x="40" y="140"/>
                </a:moveTo>
                <a:lnTo>
                  <a:pt x="28" y="147"/>
                </a:lnTo>
                <a:lnTo>
                  <a:pt x="22" y="134"/>
                </a:lnTo>
                <a:lnTo>
                  <a:pt x="34" y="128"/>
                </a:lnTo>
                <a:lnTo>
                  <a:pt x="40" y="140"/>
                </a:lnTo>
                <a:moveTo>
                  <a:pt x="28" y="147"/>
                </a:moveTo>
                <a:lnTo>
                  <a:pt x="15" y="153"/>
                </a:lnTo>
                <a:lnTo>
                  <a:pt x="8" y="140"/>
                </a:lnTo>
                <a:lnTo>
                  <a:pt x="22" y="134"/>
                </a:lnTo>
                <a:lnTo>
                  <a:pt x="28" y="147"/>
                </a:lnTo>
                <a:moveTo>
                  <a:pt x="15" y="153"/>
                </a:moveTo>
                <a:lnTo>
                  <a:pt x="0" y="160"/>
                </a:lnTo>
                <a:lnTo>
                  <a:pt x="0" y="140"/>
                </a:lnTo>
                <a:lnTo>
                  <a:pt x="14" y="140"/>
                </a:lnTo>
                <a:lnTo>
                  <a:pt x="14" y="149"/>
                </a:lnTo>
                <a:lnTo>
                  <a:pt x="7" y="149"/>
                </a:lnTo>
                <a:lnTo>
                  <a:pt x="4" y="143"/>
                </a:lnTo>
                <a:lnTo>
                  <a:pt x="8" y="140"/>
                </a:lnTo>
                <a:lnTo>
                  <a:pt x="15" y="153"/>
                </a:lnTo>
                <a:moveTo>
                  <a:pt x="0" y="140"/>
                </a:moveTo>
                <a:lnTo>
                  <a:pt x="0" y="126"/>
                </a:lnTo>
                <a:lnTo>
                  <a:pt x="14" y="126"/>
                </a:lnTo>
                <a:lnTo>
                  <a:pt x="14" y="140"/>
                </a:lnTo>
                <a:lnTo>
                  <a:pt x="0" y="140"/>
                </a:lnTo>
                <a:moveTo>
                  <a:pt x="0" y="126"/>
                </a:moveTo>
                <a:lnTo>
                  <a:pt x="0" y="113"/>
                </a:lnTo>
                <a:lnTo>
                  <a:pt x="14" y="113"/>
                </a:lnTo>
                <a:lnTo>
                  <a:pt x="14" y="126"/>
                </a:lnTo>
                <a:lnTo>
                  <a:pt x="0" y="126"/>
                </a:lnTo>
                <a:moveTo>
                  <a:pt x="0" y="113"/>
                </a:moveTo>
                <a:lnTo>
                  <a:pt x="0" y="99"/>
                </a:lnTo>
                <a:lnTo>
                  <a:pt x="14" y="99"/>
                </a:lnTo>
                <a:lnTo>
                  <a:pt x="14" y="113"/>
                </a:lnTo>
                <a:lnTo>
                  <a:pt x="0" y="113"/>
                </a:lnTo>
                <a:moveTo>
                  <a:pt x="0" y="99"/>
                </a:moveTo>
                <a:lnTo>
                  <a:pt x="0" y="85"/>
                </a:lnTo>
                <a:lnTo>
                  <a:pt x="14" y="85"/>
                </a:lnTo>
                <a:lnTo>
                  <a:pt x="14" y="99"/>
                </a:lnTo>
                <a:lnTo>
                  <a:pt x="0" y="99"/>
                </a:lnTo>
                <a:moveTo>
                  <a:pt x="0" y="85"/>
                </a:moveTo>
                <a:lnTo>
                  <a:pt x="0" y="72"/>
                </a:lnTo>
                <a:lnTo>
                  <a:pt x="14" y="72"/>
                </a:lnTo>
                <a:lnTo>
                  <a:pt x="14" y="85"/>
                </a:lnTo>
                <a:lnTo>
                  <a:pt x="0" y="85"/>
                </a:lnTo>
                <a:moveTo>
                  <a:pt x="0" y="72"/>
                </a:moveTo>
                <a:lnTo>
                  <a:pt x="0" y="58"/>
                </a:lnTo>
                <a:lnTo>
                  <a:pt x="14" y="58"/>
                </a:lnTo>
                <a:lnTo>
                  <a:pt x="14" y="72"/>
                </a:lnTo>
                <a:lnTo>
                  <a:pt x="0" y="72"/>
                </a:lnTo>
                <a:moveTo>
                  <a:pt x="0" y="58"/>
                </a:moveTo>
                <a:lnTo>
                  <a:pt x="0" y="44"/>
                </a:lnTo>
                <a:lnTo>
                  <a:pt x="14" y="44"/>
                </a:lnTo>
                <a:lnTo>
                  <a:pt x="14" y="58"/>
                </a:lnTo>
                <a:lnTo>
                  <a:pt x="0" y="58"/>
                </a:lnTo>
                <a:moveTo>
                  <a:pt x="0" y="44"/>
                </a:moveTo>
                <a:lnTo>
                  <a:pt x="0" y="30"/>
                </a:lnTo>
                <a:lnTo>
                  <a:pt x="14" y="30"/>
                </a:lnTo>
                <a:lnTo>
                  <a:pt x="14" y="44"/>
                </a:lnTo>
                <a:lnTo>
                  <a:pt x="0" y="44"/>
                </a:lnTo>
                <a:moveTo>
                  <a:pt x="0" y="30"/>
                </a:moveTo>
                <a:lnTo>
                  <a:pt x="0" y="17"/>
                </a:lnTo>
                <a:lnTo>
                  <a:pt x="14" y="17"/>
                </a:lnTo>
                <a:lnTo>
                  <a:pt x="14" y="30"/>
                </a:lnTo>
                <a:lnTo>
                  <a:pt x="0" y="30"/>
                </a:lnTo>
                <a:moveTo>
                  <a:pt x="0" y="17"/>
                </a:moveTo>
                <a:lnTo>
                  <a:pt x="0" y="0"/>
                </a:lnTo>
                <a:lnTo>
                  <a:pt x="23" y="11"/>
                </a:lnTo>
                <a:lnTo>
                  <a:pt x="16" y="24"/>
                </a:lnTo>
                <a:lnTo>
                  <a:pt x="4" y="18"/>
                </a:lnTo>
                <a:lnTo>
                  <a:pt x="7" y="11"/>
                </a:lnTo>
                <a:lnTo>
                  <a:pt x="14" y="11"/>
                </a:lnTo>
                <a:lnTo>
                  <a:pt x="14" y="17"/>
                </a:lnTo>
                <a:lnTo>
                  <a:pt x="0" y="1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8" name=""/>
          <p:cNvSpPr/>
          <p:nvPr/>
        </p:nvSpPr>
        <p:spPr>
          <a:xfrm>
            <a:off x="4074480" y="2055960"/>
            <a:ext cx="651960" cy="0"/>
          </a:xfrm>
          <a:custGeom>
            <a:avLst/>
            <a:gdLst/>
            <a:ahLst/>
            <a:rect l="0" t="0" r="r" b="b"/>
            <a:pathLst>
              <a:path fill="none" w="1811" h="0">
                <a:moveTo>
                  <a:pt x="0" y="0"/>
                </a:moveTo>
                <a:lnTo>
                  <a:pt x="71" y="0"/>
                </a:lnTo>
                <a:cubicBezTo>
                  <a:pt x="142" y="0"/>
                  <a:pt x="285" y="0"/>
                  <a:pt x="587" y="0"/>
                </a:cubicBezTo>
                <a:cubicBezTo>
                  <a:pt x="889" y="0"/>
                  <a:pt x="1350" y="0"/>
                  <a:pt x="1580" y="0"/>
                </a:cubicBezTo>
                <a:lnTo>
                  <a:pt x="1811" y="0"/>
                </a:lnTo>
              </a:path>
            </a:pathLst>
          </a:custGeom>
          <a:ln w="6120">
            <a:solidFill>
              <a:srgbClr val="333333"/>
            </a:solidFill>
            <a:miter/>
          </a:ln>
        </p:spPr>
        <p:txBody>
          <a:bodyPr lIns="2880" rIns="2880" tIns="-2880" bIns="-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" name=""/>
          <p:cNvSpPr/>
          <p:nvPr/>
        </p:nvSpPr>
        <p:spPr>
          <a:xfrm>
            <a:off x="4701600" y="2031480"/>
            <a:ext cx="49680" cy="50040"/>
          </a:xfrm>
          <a:custGeom>
            <a:avLst/>
            <a:gdLst/>
            <a:ahLst/>
            <a:rect l="0" t="0" r="r" b="b"/>
            <a:pathLst>
              <a:path w="138" h="139">
                <a:moveTo>
                  <a:pt x="0" y="0"/>
                </a:moveTo>
                <a:lnTo>
                  <a:pt x="138" y="69"/>
                </a:lnTo>
                <a:lnTo>
                  <a:pt x="0" y="139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0" name=""/>
          <p:cNvSpPr/>
          <p:nvPr/>
        </p:nvSpPr>
        <p:spPr>
          <a:xfrm>
            <a:off x="4699080" y="2027520"/>
            <a:ext cx="57960" cy="57600"/>
          </a:xfrm>
          <a:custGeom>
            <a:avLst/>
            <a:gdLst/>
            <a:ahLst/>
            <a:rect l="0" t="0" r="r" b="b"/>
            <a:pathLst>
              <a:path w="161" h="160">
                <a:moveTo>
                  <a:pt x="23" y="11"/>
                </a:moveTo>
                <a:lnTo>
                  <a:pt x="35" y="18"/>
                </a:lnTo>
                <a:lnTo>
                  <a:pt x="29" y="30"/>
                </a:lnTo>
                <a:lnTo>
                  <a:pt x="16" y="24"/>
                </a:lnTo>
                <a:lnTo>
                  <a:pt x="23" y="11"/>
                </a:lnTo>
                <a:moveTo>
                  <a:pt x="35" y="18"/>
                </a:moveTo>
                <a:lnTo>
                  <a:pt x="47" y="24"/>
                </a:lnTo>
                <a:lnTo>
                  <a:pt x="41" y="36"/>
                </a:lnTo>
                <a:lnTo>
                  <a:pt x="29" y="30"/>
                </a:lnTo>
                <a:lnTo>
                  <a:pt x="35" y="18"/>
                </a:lnTo>
                <a:moveTo>
                  <a:pt x="47" y="24"/>
                </a:moveTo>
                <a:lnTo>
                  <a:pt x="59" y="30"/>
                </a:lnTo>
                <a:lnTo>
                  <a:pt x="53" y="42"/>
                </a:lnTo>
                <a:lnTo>
                  <a:pt x="41" y="36"/>
                </a:lnTo>
                <a:lnTo>
                  <a:pt x="47" y="24"/>
                </a:lnTo>
                <a:moveTo>
                  <a:pt x="59" y="30"/>
                </a:moveTo>
                <a:lnTo>
                  <a:pt x="73" y="36"/>
                </a:lnTo>
                <a:lnTo>
                  <a:pt x="66" y="49"/>
                </a:lnTo>
                <a:lnTo>
                  <a:pt x="53" y="42"/>
                </a:lnTo>
                <a:lnTo>
                  <a:pt x="59" y="30"/>
                </a:lnTo>
                <a:moveTo>
                  <a:pt x="73" y="36"/>
                </a:moveTo>
                <a:lnTo>
                  <a:pt x="85" y="42"/>
                </a:lnTo>
                <a:lnTo>
                  <a:pt x="79" y="55"/>
                </a:lnTo>
                <a:lnTo>
                  <a:pt x="66" y="49"/>
                </a:lnTo>
                <a:lnTo>
                  <a:pt x="73" y="36"/>
                </a:lnTo>
                <a:moveTo>
                  <a:pt x="85" y="42"/>
                </a:moveTo>
                <a:lnTo>
                  <a:pt x="97" y="49"/>
                </a:lnTo>
                <a:lnTo>
                  <a:pt x="91" y="61"/>
                </a:lnTo>
                <a:lnTo>
                  <a:pt x="79" y="55"/>
                </a:lnTo>
                <a:lnTo>
                  <a:pt x="85" y="42"/>
                </a:lnTo>
                <a:moveTo>
                  <a:pt x="97" y="49"/>
                </a:moveTo>
                <a:lnTo>
                  <a:pt x="109" y="55"/>
                </a:lnTo>
                <a:lnTo>
                  <a:pt x="103" y="67"/>
                </a:lnTo>
                <a:lnTo>
                  <a:pt x="91" y="61"/>
                </a:lnTo>
                <a:lnTo>
                  <a:pt x="97" y="49"/>
                </a:lnTo>
                <a:moveTo>
                  <a:pt x="109" y="55"/>
                </a:moveTo>
                <a:lnTo>
                  <a:pt x="122" y="61"/>
                </a:lnTo>
                <a:lnTo>
                  <a:pt x="115" y="73"/>
                </a:lnTo>
                <a:lnTo>
                  <a:pt x="103" y="67"/>
                </a:lnTo>
                <a:lnTo>
                  <a:pt x="109" y="55"/>
                </a:lnTo>
                <a:moveTo>
                  <a:pt x="122" y="61"/>
                </a:moveTo>
                <a:lnTo>
                  <a:pt x="134" y="67"/>
                </a:lnTo>
                <a:lnTo>
                  <a:pt x="128" y="79"/>
                </a:lnTo>
                <a:lnTo>
                  <a:pt x="115" y="73"/>
                </a:lnTo>
                <a:lnTo>
                  <a:pt x="122" y="61"/>
                </a:lnTo>
                <a:moveTo>
                  <a:pt x="134" y="67"/>
                </a:moveTo>
                <a:lnTo>
                  <a:pt x="146" y="73"/>
                </a:lnTo>
                <a:lnTo>
                  <a:pt x="140" y="85"/>
                </a:lnTo>
                <a:lnTo>
                  <a:pt x="128" y="79"/>
                </a:lnTo>
                <a:lnTo>
                  <a:pt x="134" y="67"/>
                </a:lnTo>
                <a:moveTo>
                  <a:pt x="146" y="73"/>
                </a:moveTo>
                <a:lnTo>
                  <a:pt x="161" y="80"/>
                </a:lnTo>
                <a:lnTo>
                  <a:pt x="138" y="91"/>
                </a:lnTo>
                <a:lnTo>
                  <a:pt x="132" y="79"/>
                </a:lnTo>
                <a:lnTo>
                  <a:pt x="142" y="74"/>
                </a:lnTo>
                <a:lnTo>
                  <a:pt x="145" y="80"/>
                </a:lnTo>
                <a:lnTo>
                  <a:pt x="142" y="86"/>
                </a:lnTo>
                <a:lnTo>
                  <a:pt x="140" y="85"/>
                </a:lnTo>
                <a:lnTo>
                  <a:pt x="146" y="73"/>
                </a:lnTo>
                <a:moveTo>
                  <a:pt x="138" y="91"/>
                </a:moveTo>
                <a:lnTo>
                  <a:pt x="126" y="98"/>
                </a:lnTo>
                <a:lnTo>
                  <a:pt x="120" y="85"/>
                </a:lnTo>
                <a:lnTo>
                  <a:pt x="132" y="79"/>
                </a:lnTo>
                <a:lnTo>
                  <a:pt x="138" y="91"/>
                </a:lnTo>
                <a:moveTo>
                  <a:pt x="126" y="98"/>
                </a:moveTo>
                <a:lnTo>
                  <a:pt x="114" y="104"/>
                </a:lnTo>
                <a:lnTo>
                  <a:pt x="108" y="91"/>
                </a:lnTo>
                <a:lnTo>
                  <a:pt x="120" y="85"/>
                </a:lnTo>
                <a:lnTo>
                  <a:pt x="126" y="98"/>
                </a:lnTo>
                <a:moveTo>
                  <a:pt x="114" y="104"/>
                </a:moveTo>
                <a:lnTo>
                  <a:pt x="101" y="110"/>
                </a:lnTo>
                <a:lnTo>
                  <a:pt x="95" y="98"/>
                </a:lnTo>
                <a:lnTo>
                  <a:pt x="108" y="91"/>
                </a:lnTo>
                <a:lnTo>
                  <a:pt x="114" y="104"/>
                </a:lnTo>
                <a:moveTo>
                  <a:pt x="101" y="110"/>
                </a:moveTo>
                <a:lnTo>
                  <a:pt x="89" y="116"/>
                </a:lnTo>
                <a:lnTo>
                  <a:pt x="83" y="104"/>
                </a:lnTo>
                <a:lnTo>
                  <a:pt x="95" y="98"/>
                </a:lnTo>
                <a:lnTo>
                  <a:pt x="101" y="110"/>
                </a:lnTo>
                <a:moveTo>
                  <a:pt x="89" y="116"/>
                </a:moveTo>
                <a:lnTo>
                  <a:pt x="77" y="122"/>
                </a:lnTo>
                <a:lnTo>
                  <a:pt x="71" y="110"/>
                </a:lnTo>
                <a:lnTo>
                  <a:pt x="83" y="104"/>
                </a:lnTo>
                <a:lnTo>
                  <a:pt x="89" y="116"/>
                </a:lnTo>
                <a:moveTo>
                  <a:pt x="77" y="122"/>
                </a:moveTo>
                <a:lnTo>
                  <a:pt x="64" y="128"/>
                </a:lnTo>
                <a:lnTo>
                  <a:pt x="58" y="116"/>
                </a:lnTo>
                <a:lnTo>
                  <a:pt x="71" y="110"/>
                </a:lnTo>
                <a:lnTo>
                  <a:pt x="77" y="122"/>
                </a:lnTo>
                <a:moveTo>
                  <a:pt x="64" y="128"/>
                </a:moveTo>
                <a:lnTo>
                  <a:pt x="51" y="134"/>
                </a:lnTo>
                <a:lnTo>
                  <a:pt x="45" y="122"/>
                </a:lnTo>
                <a:lnTo>
                  <a:pt x="58" y="116"/>
                </a:lnTo>
                <a:lnTo>
                  <a:pt x="64" y="128"/>
                </a:lnTo>
                <a:moveTo>
                  <a:pt x="51" y="134"/>
                </a:moveTo>
                <a:lnTo>
                  <a:pt x="39" y="140"/>
                </a:lnTo>
                <a:lnTo>
                  <a:pt x="33" y="128"/>
                </a:lnTo>
                <a:lnTo>
                  <a:pt x="45" y="122"/>
                </a:lnTo>
                <a:lnTo>
                  <a:pt x="51" y="134"/>
                </a:lnTo>
                <a:moveTo>
                  <a:pt x="39" y="140"/>
                </a:moveTo>
                <a:lnTo>
                  <a:pt x="27" y="147"/>
                </a:lnTo>
                <a:lnTo>
                  <a:pt x="21" y="134"/>
                </a:lnTo>
                <a:lnTo>
                  <a:pt x="33" y="128"/>
                </a:lnTo>
                <a:lnTo>
                  <a:pt x="39" y="140"/>
                </a:lnTo>
                <a:moveTo>
                  <a:pt x="27" y="147"/>
                </a:moveTo>
                <a:lnTo>
                  <a:pt x="15" y="153"/>
                </a:lnTo>
                <a:lnTo>
                  <a:pt x="9" y="140"/>
                </a:lnTo>
                <a:lnTo>
                  <a:pt x="21" y="134"/>
                </a:lnTo>
                <a:lnTo>
                  <a:pt x="27" y="147"/>
                </a:lnTo>
                <a:moveTo>
                  <a:pt x="15" y="153"/>
                </a:moveTo>
                <a:lnTo>
                  <a:pt x="0" y="160"/>
                </a:lnTo>
                <a:lnTo>
                  <a:pt x="0" y="140"/>
                </a:lnTo>
                <a:lnTo>
                  <a:pt x="14" y="140"/>
                </a:lnTo>
                <a:lnTo>
                  <a:pt x="14" y="149"/>
                </a:lnTo>
                <a:lnTo>
                  <a:pt x="7" y="149"/>
                </a:lnTo>
                <a:lnTo>
                  <a:pt x="4" y="143"/>
                </a:lnTo>
                <a:lnTo>
                  <a:pt x="9" y="140"/>
                </a:lnTo>
                <a:lnTo>
                  <a:pt x="15" y="153"/>
                </a:lnTo>
                <a:moveTo>
                  <a:pt x="0" y="140"/>
                </a:moveTo>
                <a:lnTo>
                  <a:pt x="0" y="126"/>
                </a:lnTo>
                <a:lnTo>
                  <a:pt x="14" y="126"/>
                </a:lnTo>
                <a:lnTo>
                  <a:pt x="14" y="140"/>
                </a:lnTo>
                <a:lnTo>
                  <a:pt x="0" y="140"/>
                </a:lnTo>
                <a:moveTo>
                  <a:pt x="0" y="126"/>
                </a:moveTo>
                <a:lnTo>
                  <a:pt x="0" y="113"/>
                </a:lnTo>
                <a:lnTo>
                  <a:pt x="14" y="113"/>
                </a:lnTo>
                <a:lnTo>
                  <a:pt x="14" y="126"/>
                </a:lnTo>
                <a:lnTo>
                  <a:pt x="0" y="126"/>
                </a:lnTo>
                <a:moveTo>
                  <a:pt x="0" y="113"/>
                </a:moveTo>
                <a:lnTo>
                  <a:pt x="0" y="99"/>
                </a:lnTo>
                <a:lnTo>
                  <a:pt x="14" y="99"/>
                </a:lnTo>
                <a:lnTo>
                  <a:pt x="14" y="113"/>
                </a:lnTo>
                <a:lnTo>
                  <a:pt x="0" y="113"/>
                </a:lnTo>
                <a:moveTo>
                  <a:pt x="0" y="99"/>
                </a:moveTo>
                <a:lnTo>
                  <a:pt x="0" y="85"/>
                </a:lnTo>
                <a:lnTo>
                  <a:pt x="14" y="85"/>
                </a:lnTo>
                <a:lnTo>
                  <a:pt x="14" y="99"/>
                </a:lnTo>
                <a:lnTo>
                  <a:pt x="0" y="99"/>
                </a:lnTo>
                <a:moveTo>
                  <a:pt x="0" y="85"/>
                </a:moveTo>
                <a:lnTo>
                  <a:pt x="0" y="72"/>
                </a:lnTo>
                <a:lnTo>
                  <a:pt x="14" y="72"/>
                </a:lnTo>
                <a:lnTo>
                  <a:pt x="14" y="85"/>
                </a:lnTo>
                <a:lnTo>
                  <a:pt x="0" y="85"/>
                </a:lnTo>
                <a:moveTo>
                  <a:pt x="0" y="72"/>
                </a:moveTo>
                <a:lnTo>
                  <a:pt x="0" y="58"/>
                </a:lnTo>
                <a:lnTo>
                  <a:pt x="14" y="58"/>
                </a:lnTo>
                <a:lnTo>
                  <a:pt x="14" y="72"/>
                </a:lnTo>
                <a:lnTo>
                  <a:pt x="0" y="72"/>
                </a:lnTo>
                <a:moveTo>
                  <a:pt x="0" y="58"/>
                </a:moveTo>
                <a:lnTo>
                  <a:pt x="0" y="44"/>
                </a:lnTo>
                <a:lnTo>
                  <a:pt x="14" y="44"/>
                </a:lnTo>
                <a:lnTo>
                  <a:pt x="14" y="58"/>
                </a:lnTo>
                <a:lnTo>
                  <a:pt x="0" y="58"/>
                </a:lnTo>
                <a:moveTo>
                  <a:pt x="0" y="44"/>
                </a:moveTo>
                <a:lnTo>
                  <a:pt x="0" y="30"/>
                </a:lnTo>
                <a:lnTo>
                  <a:pt x="14" y="30"/>
                </a:lnTo>
                <a:lnTo>
                  <a:pt x="14" y="44"/>
                </a:lnTo>
                <a:lnTo>
                  <a:pt x="0" y="44"/>
                </a:lnTo>
                <a:moveTo>
                  <a:pt x="0" y="30"/>
                </a:moveTo>
                <a:lnTo>
                  <a:pt x="0" y="17"/>
                </a:lnTo>
                <a:lnTo>
                  <a:pt x="14" y="17"/>
                </a:lnTo>
                <a:lnTo>
                  <a:pt x="14" y="30"/>
                </a:lnTo>
                <a:lnTo>
                  <a:pt x="0" y="30"/>
                </a:lnTo>
                <a:moveTo>
                  <a:pt x="0" y="17"/>
                </a:moveTo>
                <a:lnTo>
                  <a:pt x="0" y="0"/>
                </a:lnTo>
                <a:lnTo>
                  <a:pt x="23" y="11"/>
                </a:lnTo>
                <a:lnTo>
                  <a:pt x="16" y="24"/>
                </a:lnTo>
                <a:lnTo>
                  <a:pt x="4" y="18"/>
                </a:lnTo>
                <a:lnTo>
                  <a:pt x="7" y="11"/>
                </a:lnTo>
                <a:lnTo>
                  <a:pt x="14" y="11"/>
                </a:lnTo>
                <a:lnTo>
                  <a:pt x="14" y="17"/>
                </a:lnTo>
                <a:lnTo>
                  <a:pt x="0" y="1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1" name=""/>
          <p:cNvSpPr/>
          <p:nvPr/>
        </p:nvSpPr>
        <p:spPr>
          <a:xfrm>
            <a:off x="5616360" y="1994400"/>
            <a:ext cx="652320" cy="34200"/>
          </a:xfrm>
          <a:custGeom>
            <a:avLst/>
            <a:gdLst/>
            <a:ahLst/>
            <a:rect l="0" t="0" r="r" b="b"/>
            <a:pathLst>
              <a:path fill="none" w="1812" h="95">
                <a:moveTo>
                  <a:pt x="0" y="95"/>
                </a:moveTo>
                <a:lnTo>
                  <a:pt x="242" y="78"/>
                </a:lnTo>
                <a:cubicBezTo>
                  <a:pt x="484" y="63"/>
                  <a:pt x="968" y="31"/>
                  <a:pt x="1269" y="16"/>
                </a:cubicBezTo>
                <a:cubicBezTo>
                  <a:pt x="1571" y="0"/>
                  <a:pt x="1692" y="0"/>
                  <a:pt x="1752" y="0"/>
                </a:cubicBezTo>
                <a:lnTo>
                  <a:pt x="1812" y="0"/>
                </a:lnTo>
              </a:path>
            </a:pathLst>
          </a:custGeom>
          <a:ln w="6120">
            <a:solidFill>
              <a:srgbClr val="3333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" name=""/>
          <p:cNvSpPr/>
          <p:nvPr/>
        </p:nvSpPr>
        <p:spPr>
          <a:xfrm>
            <a:off x="6243840" y="1969920"/>
            <a:ext cx="49320" cy="49680"/>
          </a:xfrm>
          <a:custGeom>
            <a:avLst/>
            <a:gdLst/>
            <a:ahLst/>
            <a:rect l="0" t="0" r="r" b="b"/>
            <a:pathLst>
              <a:path w="137" h="138">
                <a:moveTo>
                  <a:pt x="0" y="0"/>
                </a:moveTo>
                <a:lnTo>
                  <a:pt x="137" y="69"/>
                </a:lnTo>
                <a:lnTo>
                  <a:pt x="0" y="138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3" name=""/>
          <p:cNvSpPr/>
          <p:nvPr/>
        </p:nvSpPr>
        <p:spPr>
          <a:xfrm>
            <a:off x="6241320" y="196596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22" y="11"/>
                </a:moveTo>
                <a:lnTo>
                  <a:pt x="34" y="17"/>
                </a:lnTo>
                <a:lnTo>
                  <a:pt x="28" y="30"/>
                </a:lnTo>
                <a:lnTo>
                  <a:pt x="16" y="23"/>
                </a:lnTo>
                <a:lnTo>
                  <a:pt x="22" y="11"/>
                </a:lnTo>
                <a:moveTo>
                  <a:pt x="34" y="17"/>
                </a:moveTo>
                <a:lnTo>
                  <a:pt x="46" y="23"/>
                </a:lnTo>
                <a:lnTo>
                  <a:pt x="40" y="36"/>
                </a:lnTo>
                <a:lnTo>
                  <a:pt x="28" y="30"/>
                </a:lnTo>
                <a:lnTo>
                  <a:pt x="34" y="17"/>
                </a:lnTo>
                <a:moveTo>
                  <a:pt x="46" y="23"/>
                </a:moveTo>
                <a:lnTo>
                  <a:pt x="59" y="30"/>
                </a:lnTo>
                <a:lnTo>
                  <a:pt x="52" y="42"/>
                </a:lnTo>
                <a:lnTo>
                  <a:pt x="40" y="36"/>
                </a:lnTo>
                <a:lnTo>
                  <a:pt x="46" y="23"/>
                </a:lnTo>
                <a:moveTo>
                  <a:pt x="59" y="30"/>
                </a:moveTo>
                <a:lnTo>
                  <a:pt x="71" y="36"/>
                </a:lnTo>
                <a:lnTo>
                  <a:pt x="65" y="48"/>
                </a:lnTo>
                <a:lnTo>
                  <a:pt x="52" y="42"/>
                </a:lnTo>
                <a:lnTo>
                  <a:pt x="59" y="30"/>
                </a:lnTo>
                <a:moveTo>
                  <a:pt x="71" y="36"/>
                </a:moveTo>
                <a:lnTo>
                  <a:pt x="84" y="42"/>
                </a:lnTo>
                <a:lnTo>
                  <a:pt x="78" y="55"/>
                </a:lnTo>
                <a:lnTo>
                  <a:pt x="65" y="48"/>
                </a:lnTo>
                <a:lnTo>
                  <a:pt x="71" y="36"/>
                </a:lnTo>
                <a:moveTo>
                  <a:pt x="84" y="42"/>
                </a:moveTo>
                <a:lnTo>
                  <a:pt x="96" y="48"/>
                </a:lnTo>
                <a:lnTo>
                  <a:pt x="90" y="61"/>
                </a:lnTo>
                <a:lnTo>
                  <a:pt x="78" y="55"/>
                </a:lnTo>
                <a:lnTo>
                  <a:pt x="84" y="42"/>
                </a:lnTo>
                <a:moveTo>
                  <a:pt x="96" y="48"/>
                </a:moveTo>
                <a:lnTo>
                  <a:pt x="109" y="55"/>
                </a:lnTo>
                <a:lnTo>
                  <a:pt x="102" y="67"/>
                </a:lnTo>
                <a:lnTo>
                  <a:pt x="90" y="61"/>
                </a:lnTo>
                <a:lnTo>
                  <a:pt x="96" y="48"/>
                </a:lnTo>
                <a:moveTo>
                  <a:pt x="109" y="55"/>
                </a:moveTo>
                <a:lnTo>
                  <a:pt x="121" y="61"/>
                </a:lnTo>
                <a:lnTo>
                  <a:pt x="115" y="73"/>
                </a:lnTo>
                <a:lnTo>
                  <a:pt x="102" y="67"/>
                </a:lnTo>
                <a:lnTo>
                  <a:pt x="109" y="55"/>
                </a:lnTo>
                <a:moveTo>
                  <a:pt x="121" y="61"/>
                </a:moveTo>
                <a:lnTo>
                  <a:pt x="133" y="67"/>
                </a:lnTo>
                <a:lnTo>
                  <a:pt x="127" y="79"/>
                </a:lnTo>
                <a:lnTo>
                  <a:pt x="115" y="73"/>
                </a:lnTo>
                <a:lnTo>
                  <a:pt x="121" y="61"/>
                </a:lnTo>
                <a:moveTo>
                  <a:pt x="133" y="67"/>
                </a:moveTo>
                <a:lnTo>
                  <a:pt x="145" y="73"/>
                </a:lnTo>
                <a:lnTo>
                  <a:pt x="139" y="85"/>
                </a:lnTo>
                <a:lnTo>
                  <a:pt x="127" y="79"/>
                </a:lnTo>
                <a:lnTo>
                  <a:pt x="133" y="67"/>
                </a:lnTo>
                <a:moveTo>
                  <a:pt x="145" y="73"/>
                </a:moveTo>
                <a:lnTo>
                  <a:pt x="160" y="80"/>
                </a:lnTo>
                <a:lnTo>
                  <a:pt x="137" y="91"/>
                </a:lnTo>
                <a:lnTo>
                  <a:pt x="131" y="79"/>
                </a:lnTo>
                <a:lnTo>
                  <a:pt x="141" y="74"/>
                </a:lnTo>
                <a:lnTo>
                  <a:pt x="144" y="80"/>
                </a:lnTo>
                <a:lnTo>
                  <a:pt x="141" y="86"/>
                </a:lnTo>
                <a:lnTo>
                  <a:pt x="139" y="85"/>
                </a:lnTo>
                <a:lnTo>
                  <a:pt x="145" y="73"/>
                </a:lnTo>
                <a:moveTo>
                  <a:pt x="137" y="91"/>
                </a:moveTo>
                <a:lnTo>
                  <a:pt x="125" y="97"/>
                </a:lnTo>
                <a:lnTo>
                  <a:pt x="119" y="85"/>
                </a:lnTo>
                <a:lnTo>
                  <a:pt x="131" y="79"/>
                </a:lnTo>
                <a:lnTo>
                  <a:pt x="137" y="91"/>
                </a:lnTo>
                <a:moveTo>
                  <a:pt x="125" y="97"/>
                </a:moveTo>
                <a:lnTo>
                  <a:pt x="113" y="104"/>
                </a:lnTo>
                <a:lnTo>
                  <a:pt x="107" y="91"/>
                </a:lnTo>
                <a:lnTo>
                  <a:pt x="119" y="85"/>
                </a:lnTo>
                <a:lnTo>
                  <a:pt x="125" y="97"/>
                </a:lnTo>
                <a:moveTo>
                  <a:pt x="113" y="104"/>
                </a:moveTo>
                <a:lnTo>
                  <a:pt x="101" y="110"/>
                </a:lnTo>
                <a:lnTo>
                  <a:pt x="95" y="97"/>
                </a:lnTo>
                <a:lnTo>
                  <a:pt x="107" y="91"/>
                </a:lnTo>
                <a:lnTo>
                  <a:pt x="113" y="104"/>
                </a:lnTo>
                <a:moveTo>
                  <a:pt x="101" y="110"/>
                </a:moveTo>
                <a:lnTo>
                  <a:pt x="88" y="116"/>
                </a:lnTo>
                <a:lnTo>
                  <a:pt x="82" y="104"/>
                </a:lnTo>
                <a:lnTo>
                  <a:pt x="95" y="97"/>
                </a:lnTo>
                <a:lnTo>
                  <a:pt x="101" y="110"/>
                </a:lnTo>
                <a:moveTo>
                  <a:pt x="88" y="116"/>
                </a:moveTo>
                <a:lnTo>
                  <a:pt x="76" y="122"/>
                </a:lnTo>
                <a:lnTo>
                  <a:pt x="69" y="110"/>
                </a:lnTo>
                <a:lnTo>
                  <a:pt x="82" y="104"/>
                </a:lnTo>
                <a:lnTo>
                  <a:pt x="88" y="116"/>
                </a:lnTo>
                <a:moveTo>
                  <a:pt x="76" y="122"/>
                </a:moveTo>
                <a:lnTo>
                  <a:pt x="63" y="128"/>
                </a:lnTo>
                <a:lnTo>
                  <a:pt x="57" y="116"/>
                </a:lnTo>
                <a:lnTo>
                  <a:pt x="69" y="110"/>
                </a:lnTo>
                <a:lnTo>
                  <a:pt x="76" y="122"/>
                </a:lnTo>
                <a:moveTo>
                  <a:pt x="63" y="128"/>
                </a:moveTo>
                <a:lnTo>
                  <a:pt x="51" y="134"/>
                </a:lnTo>
                <a:lnTo>
                  <a:pt x="45" y="122"/>
                </a:lnTo>
                <a:lnTo>
                  <a:pt x="57" y="116"/>
                </a:lnTo>
                <a:lnTo>
                  <a:pt x="63" y="128"/>
                </a:lnTo>
                <a:moveTo>
                  <a:pt x="51" y="134"/>
                </a:moveTo>
                <a:lnTo>
                  <a:pt x="38" y="140"/>
                </a:lnTo>
                <a:lnTo>
                  <a:pt x="32" y="128"/>
                </a:lnTo>
                <a:lnTo>
                  <a:pt x="45" y="122"/>
                </a:lnTo>
                <a:lnTo>
                  <a:pt x="51" y="134"/>
                </a:lnTo>
                <a:moveTo>
                  <a:pt x="38" y="140"/>
                </a:moveTo>
                <a:lnTo>
                  <a:pt x="26" y="146"/>
                </a:lnTo>
                <a:lnTo>
                  <a:pt x="20" y="134"/>
                </a:lnTo>
                <a:lnTo>
                  <a:pt x="32" y="128"/>
                </a:lnTo>
                <a:lnTo>
                  <a:pt x="38" y="140"/>
                </a:lnTo>
                <a:moveTo>
                  <a:pt x="26" y="146"/>
                </a:moveTo>
                <a:lnTo>
                  <a:pt x="14" y="153"/>
                </a:lnTo>
                <a:lnTo>
                  <a:pt x="8" y="140"/>
                </a:lnTo>
                <a:lnTo>
                  <a:pt x="20" y="134"/>
                </a:lnTo>
                <a:lnTo>
                  <a:pt x="26" y="146"/>
                </a:lnTo>
                <a:moveTo>
                  <a:pt x="14" y="153"/>
                </a:moveTo>
                <a:lnTo>
                  <a:pt x="0" y="160"/>
                </a:lnTo>
                <a:lnTo>
                  <a:pt x="0" y="140"/>
                </a:lnTo>
                <a:lnTo>
                  <a:pt x="13" y="140"/>
                </a:lnTo>
                <a:lnTo>
                  <a:pt x="13" y="149"/>
                </a:lnTo>
                <a:lnTo>
                  <a:pt x="7" y="149"/>
                </a:lnTo>
                <a:lnTo>
                  <a:pt x="3" y="142"/>
                </a:lnTo>
                <a:lnTo>
                  <a:pt x="8" y="140"/>
                </a:lnTo>
                <a:lnTo>
                  <a:pt x="14" y="153"/>
                </a:lnTo>
                <a:moveTo>
                  <a:pt x="0" y="140"/>
                </a:moveTo>
                <a:lnTo>
                  <a:pt x="0" y="126"/>
                </a:lnTo>
                <a:lnTo>
                  <a:pt x="13" y="126"/>
                </a:lnTo>
                <a:lnTo>
                  <a:pt x="13" y="140"/>
                </a:lnTo>
                <a:lnTo>
                  <a:pt x="0" y="140"/>
                </a:lnTo>
                <a:moveTo>
                  <a:pt x="0" y="126"/>
                </a:moveTo>
                <a:lnTo>
                  <a:pt x="0" y="112"/>
                </a:lnTo>
                <a:lnTo>
                  <a:pt x="13" y="112"/>
                </a:lnTo>
                <a:lnTo>
                  <a:pt x="13" y="126"/>
                </a:lnTo>
                <a:lnTo>
                  <a:pt x="0" y="126"/>
                </a:lnTo>
                <a:moveTo>
                  <a:pt x="0" y="112"/>
                </a:moveTo>
                <a:lnTo>
                  <a:pt x="0" y="99"/>
                </a:lnTo>
                <a:lnTo>
                  <a:pt x="13" y="99"/>
                </a:lnTo>
                <a:lnTo>
                  <a:pt x="13" y="112"/>
                </a:lnTo>
                <a:lnTo>
                  <a:pt x="0" y="112"/>
                </a:lnTo>
                <a:moveTo>
                  <a:pt x="0" y="99"/>
                </a:moveTo>
                <a:lnTo>
                  <a:pt x="0" y="85"/>
                </a:lnTo>
                <a:lnTo>
                  <a:pt x="13" y="85"/>
                </a:lnTo>
                <a:lnTo>
                  <a:pt x="13" y="99"/>
                </a:lnTo>
                <a:lnTo>
                  <a:pt x="0" y="99"/>
                </a:lnTo>
                <a:moveTo>
                  <a:pt x="0" y="85"/>
                </a:moveTo>
                <a:lnTo>
                  <a:pt x="0" y="71"/>
                </a:lnTo>
                <a:lnTo>
                  <a:pt x="13" y="71"/>
                </a:lnTo>
                <a:lnTo>
                  <a:pt x="13" y="85"/>
                </a:lnTo>
                <a:lnTo>
                  <a:pt x="0" y="85"/>
                </a:lnTo>
                <a:moveTo>
                  <a:pt x="0" y="71"/>
                </a:moveTo>
                <a:lnTo>
                  <a:pt x="0" y="58"/>
                </a:lnTo>
                <a:lnTo>
                  <a:pt x="13" y="58"/>
                </a:lnTo>
                <a:lnTo>
                  <a:pt x="13" y="71"/>
                </a:lnTo>
                <a:lnTo>
                  <a:pt x="0" y="71"/>
                </a:lnTo>
                <a:moveTo>
                  <a:pt x="0" y="58"/>
                </a:moveTo>
                <a:lnTo>
                  <a:pt x="0" y="44"/>
                </a:lnTo>
                <a:lnTo>
                  <a:pt x="13" y="44"/>
                </a:lnTo>
                <a:lnTo>
                  <a:pt x="13" y="58"/>
                </a:lnTo>
                <a:lnTo>
                  <a:pt x="0" y="58"/>
                </a:lnTo>
                <a:moveTo>
                  <a:pt x="0" y="44"/>
                </a:moveTo>
                <a:lnTo>
                  <a:pt x="0" y="30"/>
                </a:lnTo>
                <a:lnTo>
                  <a:pt x="13" y="30"/>
                </a:lnTo>
                <a:lnTo>
                  <a:pt x="13" y="44"/>
                </a:lnTo>
                <a:lnTo>
                  <a:pt x="0" y="44"/>
                </a:lnTo>
                <a:moveTo>
                  <a:pt x="0" y="30"/>
                </a:moveTo>
                <a:lnTo>
                  <a:pt x="0" y="16"/>
                </a:lnTo>
                <a:lnTo>
                  <a:pt x="13" y="16"/>
                </a:lnTo>
                <a:lnTo>
                  <a:pt x="13" y="30"/>
                </a:lnTo>
                <a:lnTo>
                  <a:pt x="0" y="30"/>
                </a:lnTo>
                <a:moveTo>
                  <a:pt x="0" y="16"/>
                </a:moveTo>
                <a:lnTo>
                  <a:pt x="0" y="0"/>
                </a:lnTo>
                <a:lnTo>
                  <a:pt x="22" y="11"/>
                </a:lnTo>
                <a:lnTo>
                  <a:pt x="16" y="23"/>
                </a:lnTo>
                <a:lnTo>
                  <a:pt x="3" y="17"/>
                </a:lnTo>
                <a:lnTo>
                  <a:pt x="7" y="11"/>
                </a:lnTo>
                <a:lnTo>
                  <a:pt x="13" y="11"/>
                </a:lnTo>
                <a:lnTo>
                  <a:pt x="13" y="16"/>
                </a:lnTo>
                <a:lnTo>
                  <a:pt x="0" y="16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4" name=""/>
          <p:cNvSpPr/>
          <p:nvPr/>
        </p:nvSpPr>
        <p:spPr>
          <a:xfrm>
            <a:off x="5616360" y="2171160"/>
            <a:ext cx="770760" cy="545400"/>
          </a:xfrm>
          <a:custGeom>
            <a:avLst/>
            <a:gdLst/>
            <a:ahLst/>
            <a:rect l="0" t="0" r="r" b="b"/>
            <a:pathLst>
              <a:path fill="none" w="2141" h="1515">
                <a:moveTo>
                  <a:pt x="0" y="0"/>
                </a:moveTo>
                <a:lnTo>
                  <a:pt x="242" y="147"/>
                </a:lnTo>
                <a:cubicBezTo>
                  <a:pt x="485" y="295"/>
                  <a:pt x="969" y="590"/>
                  <a:pt x="1325" y="844"/>
                </a:cubicBezTo>
                <a:cubicBezTo>
                  <a:pt x="1682" y="1096"/>
                  <a:pt x="1911" y="1306"/>
                  <a:pt x="2026" y="1411"/>
                </a:cubicBezTo>
                <a:lnTo>
                  <a:pt x="2141" y="1515"/>
                </a:lnTo>
              </a:path>
            </a:pathLst>
          </a:custGeom>
          <a:ln w="6120">
            <a:solidFill>
              <a:srgbClr val="3333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" name=""/>
          <p:cNvSpPr/>
          <p:nvPr/>
        </p:nvSpPr>
        <p:spPr>
          <a:xfrm>
            <a:off x="6351840" y="2681640"/>
            <a:ext cx="53280" cy="51840"/>
          </a:xfrm>
          <a:custGeom>
            <a:avLst/>
            <a:gdLst/>
            <a:ahLst/>
            <a:rect l="0" t="0" r="r" b="b"/>
            <a:pathLst>
              <a:path w="148" h="144">
                <a:moveTo>
                  <a:pt x="93" y="0"/>
                </a:moveTo>
                <a:lnTo>
                  <a:pt x="148" y="144"/>
                </a:lnTo>
                <a:lnTo>
                  <a:pt x="0" y="102"/>
                </a:lnTo>
                <a:lnTo>
                  <a:pt x="93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6" name=""/>
          <p:cNvSpPr/>
          <p:nvPr/>
        </p:nvSpPr>
        <p:spPr>
          <a:xfrm>
            <a:off x="6347520" y="2676960"/>
            <a:ext cx="61920" cy="60120"/>
          </a:xfrm>
          <a:custGeom>
            <a:avLst/>
            <a:gdLst/>
            <a:ahLst/>
            <a:rect l="0" t="0" r="r" b="b"/>
            <a:pathLst>
              <a:path w="172" h="167">
                <a:moveTo>
                  <a:pt x="117" y="23"/>
                </a:moveTo>
                <a:lnTo>
                  <a:pt x="122" y="36"/>
                </a:lnTo>
                <a:lnTo>
                  <a:pt x="109" y="41"/>
                </a:lnTo>
                <a:lnTo>
                  <a:pt x="104" y="28"/>
                </a:lnTo>
                <a:lnTo>
                  <a:pt x="117" y="23"/>
                </a:lnTo>
                <a:moveTo>
                  <a:pt x="122" y="36"/>
                </a:moveTo>
                <a:lnTo>
                  <a:pt x="127" y="49"/>
                </a:lnTo>
                <a:lnTo>
                  <a:pt x="114" y="54"/>
                </a:lnTo>
                <a:lnTo>
                  <a:pt x="109" y="41"/>
                </a:lnTo>
                <a:lnTo>
                  <a:pt x="122" y="36"/>
                </a:lnTo>
                <a:moveTo>
                  <a:pt x="127" y="49"/>
                </a:moveTo>
                <a:lnTo>
                  <a:pt x="132" y="61"/>
                </a:lnTo>
                <a:lnTo>
                  <a:pt x="119" y="66"/>
                </a:lnTo>
                <a:lnTo>
                  <a:pt x="114" y="54"/>
                </a:lnTo>
                <a:lnTo>
                  <a:pt x="127" y="49"/>
                </a:lnTo>
                <a:moveTo>
                  <a:pt x="132" y="61"/>
                </a:moveTo>
                <a:lnTo>
                  <a:pt x="136" y="74"/>
                </a:lnTo>
                <a:lnTo>
                  <a:pt x="124" y="79"/>
                </a:lnTo>
                <a:lnTo>
                  <a:pt x="119" y="66"/>
                </a:lnTo>
                <a:lnTo>
                  <a:pt x="132" y="61"/>
                </a:lnTo>
                <a:moveTo>
                  <a:pt x="136" y="74"/>
                </a:moveTo>
                <a:lnTo>
                  <a:pt x="141" y="87"/>
                </a:lnTo>
                <a:lnTo>
                  <a:pt x="129" y="92"/>
                </a:lnTo>
                <a:lnTo>
                  <a:pt x="124" y="79"/>
                </a:lnTo>
                <a:lnTo>
                  <a:pt x="136" y="74"/>
                </a:lnTo>
                <a:moveTo>
                  <a:pt x="141" y="87"/>
                </a:moveTo>
                <a:lnTo>
                  <a:pt x="146" y="100"/>
                </a:lnTo>
                <a:lnTo>
                  <a:pt x="133" y="105"/>
                </a:lnTo>
                <a:lnTo>
                  <a:pt x="129" y="92"/>
                </a:lnTo>
                <a:lnTo>
                  <a:pt x="141" y="87"/>
                </a:lnTo>
                <a:moveTo>
                  <a:pt x="146" y="100"/>
                </a:moveTo>
                <a:lnTo>
                  <a:pt x="151" y="113"/>
                </a:lnTo>
                <a:lnTo>
                  <a:pt x="138" y="118"/>
                </a:lnTo>
                <a:lnTo>
                  <a:pt x="133" y="105"/>
                </a:lnTo>
                <a:lnTo>
                  <a:pt x="146" y="100"/>
                </a:lnTo>
                <a:moveTo>
                  <a:pt x="151" y="113"/>
                </a:moveTo>
                <a:lnTo>
                  <a:pt x="156" y="126"/>
                </a:lnTo>
                <a:lnTo>
                  <a:pt x="143" y="131"/>
                </a:lnTo>
                <a:lnTo>
                  <a:pt x="138" y="118"/>
                </a:lnTo>
                <a:lnTo>
                  <a:pt x="151" y="113"/>
                </a:lnTo>
                <a:moveTo>
                  <a:pt x="156" y="126"/>
                </a:moveTo>
                <a:lnTo>
                  <a:pt x="161" y="139"/>
                </a:lnTo>
                <a:lnTo>
                  <a:pt x="148" y="144"/>
                </a:lnTo>
                <a:lnTo>
                  <a:pt x="143" y="131"/>
                </a:lnTo>
                <a:lnTo>
                  <a:pt x="156" y="126"/>
                </a:lnTo>
                <a:moveTo>
                  <a:pt x="161" y="139"/>
                </a:moveTo>
                <a:lnTo>
                  <a:pt x="166" y="152"/>
                </a:lnTo>
                <a:lnTo>
                  <a:pt x="153" y="157"/>
                </a:lnTo>
                <a:lnTo>
                  <a:pt x="148" y="144"/>
                </a:lnTo>
                <a:lnTo>
                  <a:pt x="161" y="139"/>
                </a:lnTo>
                <a:moveTo>
                  <a:pt x="166" y="152"/>
                </a:moveTo>
                <a:lnTo>
                  <a:pt x="172" y="167"/>
                </a:lnTo>
                <a:lnTo>
                  <a:pt x="148" y="160"/>
                </a:lnTo>
                <a:lnTo>
                  <a:pt x="151" y="147"/>
                </a:lnTo>
                <a:lnTo>
                  <a:pt x="162" y="150"/>
                </a:lnTo>
                <a:lnTo>
                  <a:pt x="160" y="157"/>
                </a:lnTo>
                <a:lnTo>
                  <a:pt x="154" y="159"/>
                </a:lnTo>
                <a:lnTo>
                  <a:pt x="153" y="157"/>
                </a:lnTo>
                <a:lnTo>
                  <a:pt x="166" y="152"/>
                </a:lnTo>
                <a:moveTo>
                  <a:pt x="148" y="160"/>
                </a:moveTo>
                <a:lnTo>
                  <a:pt x="135" y="156"/>
                </a:lnTo>
                <a:lnTo>
                  <a:pt x="138" y="143"/>
                </a:lnTo>
                <a:lnTo>
                  <a:pt x="151" y="147"/>
                </a:lnTo>
                <a:lnTo>
                  <a:pt x="148" y="160"/>
                </a:lnTo>
                <a:moveTo>
                  <a:pt x="135" y="156"/>
                </a:moveTo>
                <a:lnTo>
                  <a:pt x="121" y="153"/>
                </a:lnTo>
                <a:lnTo>
                  <a:pt x="125" y="139"/>
                </a:lnTo>
                <a:lnTo>
                  <a:pt x="138" y="143"/>
                </a:lnTo>
                <a:lnTo>
                  <a:pt x="135" y="156"/>
                </a:lnTo>
                <a:moveTo>
                  <a:pt x="121" y="153"/>
                </a:moveTo>
                <a:lnTo>
                  <a:pt x="108" y="149"/>
                </a:lnTo>
                <a:lnTo>
                  <a:pt x="112" y="136"/>
                </a:lnTo>
                <a:lnTo>
                  <a:pt x="125" y="139"/>
                </a:lnTo>
                <a:lnTo>
                  <a:pt x="121" y="153"/>
                </a:lnTo>
                <a:moveTo>
                  <a:pt x="108" y="149"/>
                </a:moveTo>
                <a:lnTo>
                  <a:pt x="95" y="145"/>
                </a:lnTo>
                <a:lnTo>
                  <a:pt x="99" y="132"/>
                </a:lnTo>
                <a:lnTo>
                  <a:pt x="112" y="136"/>
                </a:lnTo>
                <a:lnTo>
                  <a:pt x="108" y="149"/>
                </a:lnTo>
                <a:moveTo>
                  <a:pt x="95" y="145"/>
                </a:moveTo>
                <a:lnTo>
                  <a:pt x="82" y="141"/>
                </a:lnTo>
                <a:lnTo>
                  <a:pt x="86" y="128"/>
                </a:lnTo>
                <a:lnTo>
                  <a:pt x="99" y="132"/>
                </a:lnTo>
                <a:lnTo>
                  <a:pt x="95" y="145"/>
                </a:lnTo>
                <a:moveTo>
                  <a:pt x="82" y="141"/>
                </a:moveTo>
                <a:lnTo>
                  <a:pt x="69" y="138"/>
                </a:lnTo>
                <a:lnTo>
                  <a:pt x="72" y="125"/>
                </a:lnTo>
                <a:lnTo>
                  <a:pt x="86" y="128"/>
                </a:lnTo>
                <a:lnTo>
                  <a:pt x="82" y="141"/>
                </a:lnTo>
                <a:moveTo>
                  <a:pt x="69" y="138"/>
                </a:moveTo>
                <a:lnTo>
                  <a:pt x="55" y="134"/>
                </a:lnTo>
                <a:lnTo>
                  <a:pt x="58" y="121"/>
                </a:lnTo>
                <a:lnTo>
                  <a:pt x="72" y="125"/>
                </a:lnTo>
                <a:lnTo>
                  <a:pt x="69" y="138"/>
                </a:lnTo>
                <a:moveTo>
                  <a:pt x="55" y="134"/>
                </a:moveTo>
                <a:lnTo>
                  <a:pt x="41" y="130"/>
                </a:lnTo>
                <a:lnTo>
                  <a:pt x="45" y="116"/>
                </a:lnTo>
                <a:lnTo>
                  <a:pt x="58" y="121"/>
                </a:lnTo>
                <a:lnTo>
                  <a:pt x="55" y="134"/>
                </a:lnTo>
                <a:moveTo>
                  <a:pt x="41" y="130"/>
                </a:moveTo>
                <a:lnTo>
                  <a:pt x="28" y="126"/>
                </a:lnTo>
                <a:lnTo>
                  <a:pt x="32" y="112"/>
                </a:lnTo>
                <a:lnTo>
                  <a:pt x="45" y="116"/>
                </a:lnTo>
                <a:lnTo>
                  <a:pt x="41" y="130"/>
                </a:lnTo>
                <a:moveTo>
                  <a:pt x="28" y="126"/>
                </a:moveTo>
                <a:lnTo>
                  <a:pt x="15" y="123"/>
                </a:lnTo>
                <a:lnTo>
                  <a:pt x="19" y="109"/>
                </a:lnTo>
                <a:lnTo>
                  <a:pt x="32" y="112"/>
                </a:lnTo>
                <a:lnTo>
                  <a:pt x="28" y="126"/>
                </a:lnTo>
                <a:moveTo>
                  <a:pt x="15" y="123"/>
                </a:moveTo>
                <a:lnTo>
                  <a:pt x="0" y="118"/>
                </a:lnTo>
                <a:lnTo>
                  <a:pt x="13" y="103"/>
                </a:lnTo>
                <a:lnTo>
                  <a:pt x="23" y="112"/>
                </a:lnTo>
                <a:lnTo>
                  <a:pt x="17" y="119"/>
                </a:lnTo>
                <a:lnTo>
                  <a:pt x="12" y="114"/>
                </a:lnTo>
                <a:lnTo>
                  <a:pt x="14" y="107"/>
                </a:lnTo>
                <a:lnTo>
                  <a:pt x="19" y="109"/>
                </a:lnTo>
                <a:lnTo>
                  <a:pt x="15" y="123"/>
                </a:lnTo>
                <a:moveTo>
                  <a:pt x="13" y="103"/>
                </a:moveTo>
                <a:lnTo>
                  <a:pt x="22" y="93"/>
                </a:lnTo>
                <a:lnTo>
                  <a:pt x="32" y="102"/>
                </a:lnTo>
                <a:lnTo>
                  <a:pt x="23" y="112"/>
                </a:lnTo>
                <a:lnTo>
                  <a:pt x="13" y="103"/>
                </a:lnTo>
                <a:moveTo>
                  <a:pt x="22" y="93"/>
                </a:moveTo>
                <a:lnTo>
                  <a:pt x="31" y="82"/>
                </a:lnTo>
                <a:lnTo>
                  <a:pt x="42" y="92"/>
                </a:lnTo>
                <a:lnTo>
                  <a:pt x="32" y="102"/>
                </a:lnTo>
                <a:lnTo>
                  <a:pt x="22" y="93"/>
                </a:lnTo>
                <a:moveTo>
                  <a:pt x="31" y="82"/>
                </a:moveTo>
                <a:lnTo>
                  <a:pt x="41" y="72"/>
                </a:lnTo>
                <a:lnTo>
                  <a:pt x="51" y="82"/>
                </a:lnTo>
                <a:lnTo>
                  <a:pt x="42" y="92"/>
                </a:lnTo>
                <a:lnTo>
                  <a:pt x="31" y="82"/>
                </a:lnTo>
                <a:moveTo>
                  <a:pt x="41" y="72"/>
                </a:moveTo>
                <a:lnTo>
                  <a:pt x="50" y="62"/>
                </a:lnTo>
                <a:lnTo>
                  <a:pt x="60" y="72"/>
                </a:lnTo>
                <a:lnTo>
                  <a:pt x="51" y="82"/>
                </a:lnTo>
                <a:lnTo>
                  <a:pt x="41" y="72"/>
                </a:lnTo>
                <a:moveTo>
                  <a:pt x="50" y="62"/>
                </a:moveTo>
                <a:lnTo>
                  <a:pt x="59" y="52"/>
                </a:lnTo>
                <a:lnTo>
                  <a:pt x="70" y="61"/>
                </a:lnTo>
                <a:lnTo>
                  <a:pt x="60" y="72"/>
                </a:lnTo>
                <a:lnTo>
                  <a:pt x="50" y="62"/>
                </a:lnTo>
                <a:moveTo>
                  <a:pt x="59" y="52"/>
                </a:moveTo>
                <a:lnTo>
                  <a:pt x="69" y="42"/>
                </a:lnTo>
                <a:lnTo>
                  <a:pt x="80" y="51"/>
                </a:lnTo>
                <a:lnTo>
                  <a:pt x="70" y="61"/>
                </a:lnTo>
                <a:lnTo>
                  <a:pt x="59" y="52"/>
                </a:lnTo>
                <a:moveTo>
                  <a:pt x="69" y="42"/>
                </a:moveTo>
                <a:lnTo>
                  <a:pt x="79" y="32"/>
                </a:lnTo>
                <a:lnTo>
                  <a:pt x="89" y="41"/>
                </a:lnTo>
                <a:lnTo>
                  <a:pt x="80" y="51"/>
                </a:lnTo>
                <a:lnTo>
                  <a:pt x="69" y="42"/>
                </a:lnTo>
                <a:moveTo>
                  <a:pt x="79" y="32"/>
                </a:moveTo>
                <a:lnTo>
                  <a:pt x="88" y="22"/>
                </a:lnTo>
                <a:lnTo>
                  <a:pt x="98" y="31"/>
                </a:lnTo>
                <a:lnTo>
                  <a:pt x="89" y="41"/>
                </a:lnTo>
                <a:lnTo>
                  <a:pt x="79" y="32"/>
                </a:lnTo>
                <a:moveTo>
                  <a:pt x="88" y="22"/>
                </a:moveTo>
                <a:lnTo>
                  <a:pt x="97" y="12"/>
                </a:lnTo>
                <a:lnTo>
                  <a:pt x="107" y="21"/>
                </a:lnTo>
                <a:lnTo>
                  <a:pt x="98" y="31"/>
                </a:lnTo>
                <a:lnTo>
                  <a:pt x="88" y="22"/>
                </a:lnTo>
                <a:moveTo>
                  <a:pt x="97" y="12"/>
                </a:moveTo>
                <a:lnTo>
                  <a:pt x="108" y="0"/>
                </a:lnTo>
                <a:lnTo>
                  <a:pt x="117" y="23"/>
                </a:lnTo>
                <a:lnTo>
                  <a:pt x="104" y="28"/>
                </a:lnTo>
                <a:lnTo>
                  <a:pt x="99" y="15"/>
                </a:lnTo>
                <a:lnTo>
                  <a:pt x="105" y="13"/>
                </a:lnTo>
                <a:lnTo>
                  <a:pt x="111" y="17"/>
                </a:lnTo>
                <a:lnTo>
                  <a:pt x="107" y="21"/>
                </a:lnTo>
                <a:lnTo>
                  <a:pt x="97" y="1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7" name=""/>
          <p:cNvSpPr/>
          <p:nvPr/>
        </p:nvSpPr>
        <p:spPr>
          <a:xfrm>
            <a:off x="7313400" y="2922480"/>
            <a:ext cx="395280" cy="0"/>
          </a:xfrm>
          <a:custGeom>
            <a:avLst/>
            <a:gdLst/>
            <a:ahLst/>
            <a:rect l="0" t="0" r="r" b="b"/>
            <a:pathLst>
              <a:path fill="none" w="1098" h="0">
                <a:moveTo>
                  <a:pt x="0" y="0"/>
                </a:moveTo>
                <a:lnTo>
                  <a:pt x="123" y="0"/>
                </a:lnTo>
                <a:cubicBezTo>
                  <a:pt x="246" y="0"/>
                  <a:pt x="492" y="0"/>
                  <a:pt x="675" y="0"/>
                </a:cubicBezTo>
                <a:cubicBezTo>
                  <a:pt x="859" y="0"/>
                  <a:pt x="978" y="0"/>
                  <a:pt x="1038" y="0"/>
                </a:cubicBezTo>
                <a:lnTo>
                  <a:pt x="1098" y="0"/>
                </a:lnTo>
              </a:path>
            </a:pathLst>
          </a:custGeom>
          <a:ln w="6120">
            <a:solidFill>
              <a:srgbClr val="333333"/>
            </a:solidFill>
            <a:miter/>
          </a:ln>
        </p:spPr>
        <p:txBody>
          <a:bodyPr lIns="2880" rIns="2880" tIns="-2880" bIns="-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" name=""/>
          <p:cNvSpPr/>
          <p:nvPr/>
        </p:nvSpPr>
        <p:spPr>
          <a:xfrm>
            <a:off x="7684200" y="2897640"/>
            <a:ext cx="49680" cy="49680"/>
          </a:xfrm>
          <a:custGeom>
            <a:avLst/>
            <a:gdLst/>
            <a:ahLst/>
            <a:rect l="0" t="0" r="r" b="b"/>
            <a:pathLst>
              <a:path w="138" h="138">
                <a:moveTo>
                  <a:pt x="0" y="0"/>
                </a:moveTo>
                <a:lnTo>
                  <a:pt x="138" y="70"/>
                </a:lnTo>
                <a:lnTo>
                  <a:pt x="0" y="138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9" name=""/>
          <p:cNvSpPr/>
          <p:nvPr/>
        </p:nvSpPr>
        <p:spPr>
          <a:xfrm>
            <a:off x="7681680" y="289368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22" y="11"/>
                </a:moveTo>
                <a:lnTo>
                  <a:pt x="34" y="17"/>
                </a:lnTo>
                <a:lnTo>
                  <a:pt x="28" y="29"/>
                </a:lnTo>
                <a:lnTo>
                  <a:pt x="16" y="23"/>
                </a:lnTo>
                <a:lnTo>
                  <a:pt x="22" y="11"/>
                </a:lnTo>
                <a:moveTo>
                  <a:pt x="34" y="17"/>
                </a:moveTo>
                <a:lnTo>
                  <a:pt x="47" y="23"/>
                </a:lnTo>
                <a:lnTo>
                  <a:pt x="40" y="36"/>
                </a:lnTo>
                <a:lnTo>
                  <a:pt x="28" y="29"/>
                </a:lnTo>
                <a:lnTo>
                  <a:pt x="34" y="17"/>
                </a:lnTo>
                <a:moveTo>
                  <a:pt x="47" y="23"/>
                </a:moveTo>
                <a:lnTo>
                  <a:pt x="60" y="29"/>
                </a:lnTo>
                <a:lnTo>
                  <a:pt x="54" y="42"/>
                </a:lnTo>
                <a:lnTo>
                  <a:pt x="40" y="36"/>
                </a:lnTo>
                <a:lnTo>
                  <a:pt x="47" y="23"/>
                </a:lnTo>
                <a:moveTo>
                  <a:pt x="60" y="29"/>
                </a:moveTo>
                <a:lnTo>
                  <a:pt x="72" y="36"/>
                </a:lnTo>
                <a:lnTo>
                  <a:pt x="66" y="48"/>
                </a:lnTo>
                <a:lnTo>
                  <a:pt x="54" y="42"/>
                </a:lnTo>
                <a:lnTo>
                  <a:pt x="60" y="29"/>
                </a:lnTo>
                <a:moveTo>
                  <a:pt x="72" y="36"/>
                </a:moveTo>
                <a:lnTo>
                  <a:pt x="84" y="42"/>
                </a:lnTo>
                <a:lnTo>
                  <a:pt x="78" y="54"/>
                </a:lnTo>
                <a:lnTo>
                  <a:pt x="66" y="48"/>
                </a:lnTo>
                <a:lnTo>
                  <a:pt x="72" y="36"/>
                </a:lnTo>
                <a:moveTo>
                  <a:pt x="84" y="42"/>
                </a:moveTo>
                <a:lnTo>
                  <a:pt x="97" y="48"/>
                </a:lnTo>
                <a:lnTo>
                  <a:pt x="90" y="60"/>
                </a:lnTo>
                <a:lnTo>
                  <a:pt x="78" y="54"/>
                </a:lnTo>
                <a:lnTo>
                  <a:pt x="84" y="42"/>
                </a:lnTo>
                <a:moveTo>
                  <a:pt x="97" y="48"/>
                </a:moveTo>
                <a:lnTo>
                  <a:pt x="109" y="54"/>
                </a:lnTo>
                <a:lnTo>
                  <a:pt x="103" y="66"/>
                </a:lnTo>
                <a:lnTo>
                  <a:pt x="90" y="60"/>
                </a:lnTo>
                <a:lnTo>
                  <a:pt x="97" y="48"/>
                </a:lnTo>
                <a:moveTo>
                  <a:pt x="109" y="54"/>
                </a:moveTo>
                <a:lnTo>
                  <a:pt x="121" y="60"/>
                </a:lnTo>
                <a:lnTo>
                  <a:pt x="115" y="72"/>
                </a:lnTo>
                <a:lnTo>
                  <a:pt x="103" y="66"/>
                </a:lnTo>
                <a:lnTo>
                  <a:pt x="109" y="54"/>
                </a:lnTo>
                <a:moveTo>
                  <a:pt x="121" y="60"/>
                </a:moveTo>
                <a:lnTo>
                  <a:pt x="133" y="66"/>
                </a:lnTo>
                <a:lnTo>
                  <a:pt x="127" y="78"/>
                </a:lnTo>
                <a:lnTo>
                  <a:pt x="115" y="72"/>
                </a:lnTo>
                <a:lnTo>
                  <a:pt x="121" y="60"/>
                </a:lnTo>
                <a:moveTo>
                  <a:pt x="133" y="66"/>
                </a:moveTo>
                <a:lnTo>
                  <a:pt x="146" y="72"/>
                </a:lnTo>
                <a:lnTo>
                  <a:pt x="139" y="85"/>
                </a:lnTo>
                <a:lnTo>
                  <a:pt x="127" y="78"/>
                </a:lnTo>
                <a:lnTo>
                  <a:pt x="133" y="66"/>
                </a:lnTo>
                <a:moveTo>
                  <a:pt x="146" y="72"/>
                </a:moveTo>
                <a:lnTo>
                  <a:pt x="160" y="80"/>
                </a:lnTo>
                <a:lnTo>
                  <a:pt x="138" y="91"/>
                </a:lnTo>
                <a:lnTo>
                  <a:pt x="132" y="78"/>
                </a:lnTo>
                <a:lnTo>
                  <a:pt x="142" y="73"/>
                </a:lnTo>
                <a:lnTo>
                  <a:pt x="145" y="80"/>
                </a:lnTo>
                <a:lnTo>
                  <a:pt x="142" y="86"/>
                </a:lnTo>
                <a:lnTo>
                  <a:pt x="139" y="85"/>
                </a:lnTo>
                <a:lnTo>
                  <a:pt x="146" y="72"/>
                </a:lnTo>
                <a:moveTo>
                  <a:pt x="138" y="91"/>
                </a:moveTo>
                <a:lnTo>
                  <a:pt x="125" y="97"/>
                </a:lnTo>
                <a:lnTo>
                  <a:pt x="119" y="85"/>
                </a:lnTo>
                <a:lnTo>
                  <a:pt x="132" y="78"/>
                </a:lnTo>
                <a:lnTo>
                  <a:pt x="138" y="91"/>
                </a:lnTo>
                <a:moveTo>
                  <a:pt x="125" y="97"/>
                </a:moveTo>
                <a:lnTo>
                  <a:pt x="113" y="103"/>
                </a:lnTo>
                <a:lnTo>
                  <a:pt x="107" y="91"/>
                </a:lnTo>
                <a:lnTo>
                  <a:pt x="119" y="85"/>
                </a:lnTo>
                <a:lnTo>
                  <a:pt x="125" y="97"/>
                </a:lnTo>
                <a:moveTo>
                  <a:pt x="113" y="103"/>
                </a:moveTo>
                <a:lnTo>
                  <a:pt x="101" y="109"/>
                </a:lnTo>
                <a:lnTo>
                  <a:pt x="95" y="97"/>
                </a:lnTo>
                <a:lnTo>
                  <a:pt x="107" y="91"/>
                </a:lnTo>
                <a:lnTo>
                  <a:pt x="113" y="103"/>
                </a:lnTo>
                <a:moveTo>
                  <a:pt x="101" y="109"/>
                </a:moveTo>
                <a:lnTo>
                  <a:pt x="89" y="115"/>
                </a:lnTo>
                <a:lnTo>
                  <a:pt x="83" y="103"/>
                </a:lnTo>
                <a:lnTo>
                  <a:pt x="95" y="97"/>
                </a:lnTo>
                <a:lnTo>
                  <a:pt x="101" y="109"/>
                </a:lnTo>
                <a:moveTo>
                  <a:pt x="89" y="115"/>
                </a:moveTo>
                <a:lnTo>
                  <a:pt x="76" y="121"/>
                </a:lnTo>
                <a:lnTo>
                  <a:pt x="70" y="109"/>
                </a:lnTo>
                <a:lnTo>
                  <a:pt x="83" y="103"/>
                </a:lnTo>
                <a:lnTo>
                  <a:pt x="89" y="115"/>
                </a:lnTo>
                <a:moveTo>
                  <a:pt x="76" y="121"/>
                </a:moveTo>
                <a:lnTo>
                  <a:pt x="64" y="127"/>
                </a:lnTo>
                <a:lnTo>
                  <a:pt x="58" y="115"/>
                </a:lnTo>
                <a:lnTo>
                  <a:pt x="70" y="109"/>
                </a:lnTo>
                <a:lnTo>
                  <a:pt x="76" y="121"/>
                </a:lnTo>
                <a:moveTo>
                  <a:pt x="64" y="127"/>
                </a:moveTo>
                <a:lnTo>
                  <a:pt x="52" y="134"/>
                </a:lnTo>
                <a:lnTo>
                  <a:pt x="45" y="121"/>
                </a:lnTo>
                <a:lnTo>
                  <a:pt x="58" y="115"/>
                </a:lnTo>
                <a:lnTo>
                  <a:pt x="64" y="127"/>
                </a:lnTo>
                <a:moveTo>
                  <a:pt x="52" y="134"/>
                </a:moveTo>
                <a:lnTo>
                  <a:pt x="39" y="140"/>
                </a:lnTo>
                <a:lnTo>
                  <a:pt x="33" y="127"/>
                </a:lnTo>
                <a:lnTo>
                  <a:pt x="45" y="121"/>
                </a:lnTo>
                <a:lnTo>
                  <a:pt x="52" y="134"/>
                </a:lnTo>
                <a:moveTo>
                  <a:pt x="39" y="140"/>
                </a:moveTo>
                <a:lnTo>
                  <a:pt x="26" y="146"/>
                </a:lnTo>
                <a:lnTo>
                  <a:pt x="20" y="134"/>
                </a:lnTo>
                <a:lnTo>
                  <a:pt x="33" y="127"/>
                </a:lnTo>
                <a:lnTo>
                  <a:pt x="39" y="140"/>
                </a:lnTo>
                <a:moveTo>
                  <a:pt x="26" y="146"/>
                </a:moveTo>
                <a:lnTo>
                  <a:pt x="14" y="153"/>
                </a:lnTo>
                <a:lnTo>
                  <a:pt x="8" y="140"/>
                </a:lnTo>
                <a:lnTo>
                  <a:pt x="20" y="134"/>
                </a:lnTo>
                <a:lnTo>
                  <a:pt x="26" y="146"/>
                </a:lnTo>
                <a:moveTo>
                  <a:pt x="14" y="153"/>
                </a:moveTo>
                <a:lnTo>
                  <a:pt x="0" y="160"/>
                </a:lnTo>
                <a:lnTo>
                  <a:pt x="0" y="139"/>
                </a:lnTo>
                <a:lnTo>
                  <a:pt x="14" y="139"/>
                </a:lnTo>
                <a:lnTo>
                  <a:pt x="14" y="148"/>
                </a:lnTo>
                <a:lnTo>
                  <a:pt x="7" y="148"/>
                </a:lnTo>
                <a:lnTo>
                  <a:pt x="4" y="142"/>
                </a:lnTo>
                <a:lnTo>
                  <a:pt x="8" y="140"/>
                </a:lnTo>
                <a:lnTo>
                  <a:pt x="14" y="153"/>
                </a:lnTo>
                <a:moveTo>
                  <a:pt x="0" y="139"/>
                </a:moveTo>
                <a:lnTo>
                  <a:pt x="0" y="126"/>
                </a:lnTo>
                <a:lnTo>
                  <a:pt x="14" y="126"/>
                </a:lnTo>
                <a:lnTo>
                  <a:pt x="14" y="139"/>
                </a:lnTo>
                <a:lnTo>
                  <a:pt x="0" y="139"/>
                </a:lnTo>
                <a:moveTo>
                  <a:pt x="0" y="126"/>
                </a:moveTo>
                <a:lnTo>
                  <a:pt x="0" y="112"/>
                </a:lnTo>
                <a:lnTo>
                  <a:pt x="14" y="112"/>
                </a:lnTo>
                <a:lnTo>
                  <a:pt x="14" y="126"/>
                </a:lnTo>
                <a:lnTo>
                  <a:pt x="0" y="126"/>
                </a:lnTo>
                <a:moveTo>
                  <a:pt x="0" y="112"/>
                </a:moveTo>
                <a:lnTo>
                  <a:pt x="0" y="98"/>
                </a:lnTo>
                <a:lnTo>
                  <a:pt x="14" y="98"/>
                </a:lnTo>
                <a:lnTo>
                  <a:pt x="14" y="112"/>
                </a:lnTo>
                <a:lnTo>
                  <a:pt x="0" y="112"/>
                </a:lnTo>
                <a:moveTo>
                  <a:pt x="0" y="98"/>
                </a:moveTo>
                <a:lnTo>
                  <a:pt x="0" y="85"/>
                </a:lnTo>
                <a:lnTo>
                  <a:pt x="14" y="85"/>
                </a:lnTo>
                <a:lnTo>
                  <a:pt x="14" y="98"/>
                </a:lnTo>
                <a:lnTo>
                  <a:pt x="0" y="98"/>
                </a:lnTo>
                <a:moveTo>
                  <a:pt x="0" y="85"/>
                </a:moveTo>
                <a:lnTo>
                  <a:pt x="0" y="71"/>
                </a:lnTo>
                <a:lnTo>
                  <a:pt x="14" y="71"/>
                </a:lnTo>
                <a:lnTo>
                  <a:pt x="14" y="85"/>
                </a:lnTo>
                <a:lnTo>
                  <a:pt x="0" y="85"/>
                </a:lnTo>
                <a:moveTo>
                  <a:pt x="0" y="71"/>
                </a:moveTo>
                <a:lnTo>
                  <a:pt x="0" y="57"/>
                </a:lnTo>
                <a:lnTo>
                  <a:pt x="14" y="57"/>
                </a:lnTo>
                <a:lnTo>
                  <a:pt x="14" y="71"/>
                </a:lnTo>
                <a:lnTo>
                  <a:pt x="0" y="71"/>
                </a:lnTo>
                <a:moveTo>
                  <a:pt x="0" y="57"/>
                </a:moveTo>
                <a:lnTo>
                  <a:pt x="0" y="43"/>
                </a:lnTo>
                <a:lnTo>
                  <a:pt x="14" y="43"/>
                </a:lnTo>
                <a:lnTo>
                  <a:pt x="14" y="57"/>
                </a:lnTo>
                <a:lnTo>
                  <a:pt x="0" y="57"/>
                </a:lnTo>
                <a:moveTo>
                  <a:pt x="0" y="43"/>
                </a:moveTo>
                <a:lnTo>
                  <a:pt x="0" y="30"/>
                </a:lnTo>
                <a:lnTo>
                  <a:pt x="14" y="30"/>
                </a:lnTo>
                <a:lnTo>
                  <a:pt x="14" y="43"/>
                </a:lnTo>
                <a:lnTo>
                  <a:pt x="0" y="43"/>
                </a:lnTo>
                <a:moveTo>
                  <a:pt x="0" y="30"/>
                </a:moveTo>
                <a:lnTo>
                  <a:pt x="0" y="16"/>
                </a:lnTo>
                <a:lnTo>
                  <a:pt x="14" y="16"/>
                </a:lnTo>
                <a:lnTo>
                  <a:pt x="14" y="30"/>
                </a:lnTo>
                <a:lnTo>
                  <a:pt x="0" y="30"/>
                </a:lnTo>
                <a:moveTo>
                  <a:pt x="0" y="16"/>
                </a:moveTo>
                <a:lnTo>
                  <a:pt x="0" y="0"/>
                </a:lnTo>
                <a:lnTo>
                  <a:pt x="22" y="11"/>
                </a:lnTo>
                <a:lnTo>
                  <a:pt x="16" y="23"/>
                </a:lnTo>
                <a:lnTo>
                  <a:pt x="4" y="17"/>
                </a:lnTo>
                <a:lnTo>
                  <a:pt x="7" y="11"/>
                </a:lnTo>
                <a:lnTo>
                  <a:pt x="14" y="11"/>
                </a:lnTo>
                <a:lnTo>
                  <a:pt x="14" y="16"/>
                </a:lnTo>
                <a:lnTo>
                  <a:pt x="0" y="16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0" name=""/>
          <p:cNvSpPr/>
          <p:nvPr/>
        </p:nvSpPr>
        <p:spPr>
          <a:xfrm>
            <a:off x="5985000" y="2963160"/>
            <a:ext cx="395640" cy="21240"/>
          </a:xfrm>
          <a:custGeom>
            <a:avLst/>
            <a:gdLst/>
            <a:ahLst/>
            <a:rect l="0" t="0" r="r" b="b"/>
            <a:pathLst>
              <a:path fill="none" w="1099" h="59">
                <a:moveTo>
                  <a:pt x="0" y="59"/>
                </a:moveTo>
                <a:lnTo>
                  <a:pt x="71" y="59"/>
                </a:lnTo>
                <a:cubicBezTo>
                  <a:pt x="142" y="59"/>
                  <a:pt x="285" y="59"/>
                  <a:pt x="469" y="49"/>
                </a:cubicBezTo>
                <a:cubicBezTo>
                  <a:pt x="652" y="40"/>
                  <a:pt x="876" y="21"/>
                  <a:pt x="987" y="11"/>
                </a:cubicBezTo>
                <a:lnTo>
                  <a:pt x="1099" y="0"/>
                </a:lnTo>
              </a:path>
            </a:pathLst>
          </a:custGeom>
          <a:ln w="6120">
            <a:solidFill>
              <a:srgbClr val="3333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" name=""/>
          <p:cNvSpPr/>
          <p:nvPr/>
        </p:nvSpPr>
        <p:spPr>
          <a:xfrm>
            <a:off x="6353640" y="2940840"/>
            <a:ext cx="51480" cy="49320"/>
          </a:xfrm>
          <a:custGeom>
            <a:avLst/>
            <a:gdLst/>
            <a:ahLst/>
            <a:rect l="0" t="0" r="r" b="b"/>
            <a:pathLst>
              <a:path w="143" h="137">
                <a:moveTo>
                  <a:pt x="0" y="0"/>
                </a:moveTo>
                <a:lnTo>
                  <a:pt x="143" y="57"/>
                </a:lnTo>
                <a:lnTo>
                  <a:pt x="12" y="137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2" name=""/>
          <p:cNvSpPr/>
          <p:nvPr/>
        </p:nvSpPr>
        <p:spPr>
          <a:xfrm>
            <a:off x="6350760" y="2937240"/>
            <a:ext cx="60120" cy="57240"/>
          </a:xfrm>
          <a:custGeom>
            <a:avLst/>
            <a:gdLst/>
            <a:ahLst/>
            <a:rect l="0" t="0" r="r" b="b"/>
            <a:pathLst>
              <a:path w="167" h="159">
                <a:moveTo>
                  <a:pt x="23" y="9"/>
                </a:moveTo>
                <a:lnTo>
                  <a:pt x="36" y="14"/>
                </a:lnTo>
                <a:lnTo>
                  <a:pt x="31" y="26"/>
                </a:lnTo>
                <a:lnTo>
                  <a:pt x="18" y="21"/>
                </a:lnTo>
                <a:lnTo>
                  <a:pt x="23" y="9"/>
                </a:lnTo>
                <a:moveTo>
                  <a:pt x="36" y="14"/>
                </a:moveTo>
                <a:lnTo>
                  <a:pt x="49" y="19"/>
                </a:lnTo>
                <a:lnTo>
                  <a:pt x="44" y="32"/>
                </a:lnTo>
                <a:lnTo>
                  <a:pt x="31" y="26"/>
                </a:lnTo>
                <a:lnTo>
                  <a:pt x="36" y="14"/>
                </a:lnTo>
                <a:moveTo>
                  <a:pt x="49" y="19"/>
                </a:moveTo>
                <a:lnTo>
                  <a:pt x="62" y="24"/>
                </a:lnTo>
                <a:lnTo>
                  <a:pt x="56" y="37"/>
                </a:lnTo>
                <a:lnTo>
                  <a:pt x="44" y="32"/>
                </a:lnTo>
                <a:lnTo>
                  <a:pt x="49" y="19"/>
                </a:lnTo>
                <a:moveTo>
                  <a:pt x="62" y="24"/>
                </a:moveTo>
                <a:lnTo>
                  <a:pt x="74" y="29"/>
                </a:lnTo>
                <a:lnTo>
                  <a:pt x="69" y="42"/>
                </a:lnTo>
                <a:lnTo>
                  <a:pt x="56" y="37"/>
                </a:lnTo>
                <a:lnTo>
                  <a:pt x="62" y="24"/>
                </a:lnTo>
                <a:moveTo>
                  <a:pt x="74" y="29"/>
                </a:moveTo>
                <a:lnTo>
                  <a:pt x="87" y="34"/>
                </a:lnTo>
                <a:lnTo>
                  <a:pt x="82" y="47"/>
                </a:lnTo>
                <a:lnTo>
                  <a:pt x="69" y="42"/>
                </a:lnTo>
                <a:lnTo>
                  <a:pt x="74" y="29"/>
                </a:lnTo>
                <a:moveTo>
                  <a:pt x="87" y="34"/>
                </a:moveTo>
                <a:lnTo>
                  <a:pt x="101" y="39"/>
                </a:lnTo>
                <a:lnTo>
                  <a:pt x="95" y="52"/>
                </a:lnTo>
                <a:lnTo>
                  <a:pt x="82" y="47"/>
                </a:lnTo>
                <a:lnTo>
                  <a:pt x="87" y="34"/>
                </a:lnTo>
                <a:moveTo>
                  <a:pt x="101" y="39"/>
                </a:moveTo>
                <a:lnTo>
                  <a:pt x="113" y="44"/>
                </a:lnTo>
                <a:lnTo>
                  <a:pt x="108" y="57"/>
                </a:lnTo>
                <a:lnTo>
                  <a:pt x="95" y="52"/>
                </a:lnTo>
                <a:lnTo>
                  <a:pt x="101" y="39"/>
                </a:lnTo>
                <a:moveTo>
                  <a:pt x="113" y="44"/>
                </a:moveTo>
                <a:lnTo>
                  <a:pt x="126" y="49"/>
                </a:lnTo>
                <a:lnTo>
                  <a:pt x="121" y="62"/>
                </a:lnTo>
                <a:lnTo>
                  <a:pt x="108" y="57"/>
                </a:lnTo>
                <a:lnTo>
                  <a:pt x="113" y="44"/>
                </a:lnTo>
                <a:moveTo>
                  <a:pt x="126" y="49"/>
                </a:moveTo>
                <a:lnTo>
                  <a:pt x="139" y="54"/>
                </a:lnTo>
                <a:lnTo>
                  <a:pt x="134" y="67"/>
                </a:lnTo>
                <a:lnTo>
                  <a:pt x="121" y="62"/>
                </a:lnTo>
                <a:lnTo>
                  <a:pt x="126" y="49"/>
                </a:lnTo>
                <a:moveTo>
                  <a:pt x="139" y="54"/>
                </a:moveTo>
                <a:lnTo>
                  <a:pt x="152" y="59"/>
                </a:lnTo>
                <a:lnTo>
                  <a:pt x="147" y="72"/>
                </a:lnTo>
                <a:lnTo>
                  <a:pt x="134" y="67"/>
                </a:lnTo>
                <a:lnTo>
                  <a:pt x="139" y="54"/>
                </a:lnTo>
                <a:moveTo>
                  <a:pt x="152" y="59"/>
                </a:moveTo>
                <a:lnTo>
                  <a:pt x="167" y="65"/>
                </a:lnTo>
                <a:lnTo>
                  <a:pt x="145" y="78"/>
                </a:lnTo>
                <a:lnTo>
                  <a:pt x="138" y="67"/>
                </a:lnTo>
                <a:lnTo>
                  <a:pt x="148" y="61"/>
                </a:lnTo>
                <a:lnTo>
                  <a:pt x="151" y="67"/>
                </a:lnTo>
                <a:lnTo>
                  <a:pt x="149" y="73"/>
                </a:lnTo>
                <a:lnTo>
                  <a:pt x="147" y="72"/>
                </a:lnTo>
                <a:lnTo>
                  <a:pt x="152" y="59"/>
                </a:lnTo>
                <a:moveTo>
                  <a:pt x="145" y="78"/>
                </a:moveTo>
                <a:lnTo>
                  <a:pt x="134" y="85"/>
                </a:lnTo>
                <a:lnTo>
                  <a:pt x="127" y="74"/>
                </a:lnTo>
                <a:lnTo>
                  <a:pt x="138" y="67"/>
                </a:lnTo>
                <a:lnTo>
                  <a:pt x="145" y="78"/>
                </a:lnTo>
                <a:moveTo>
                  <a:pt x="134" y="85"/>
                </a:moveTo>
                <a:lnTo>
                  <a:pt x="122" y="93"/>
                </a:lnTo>
                <a:lnTo>
                  <a:pt x="115" y="81"/>
                </a:lnTo>
                <a:lnTo>
                  <a:pt x="127" y="74"/>
                </a:lnTo>
                <a:lnTo>
                  <a:pt x="134" y="85"/>
                </a:lnTo>
                <a:moveTo>
                  <a:pt x="122" y="93"/>
                </a:moveTo>
                <a:lnTo>
                  <a:pt x="110" y="100"/>
                </a:lnTo>
                <a:lnTo>
                  <a:pt x="103" y="88"/>
                </a:lnTo>
                <a:lnTo>
                  <a:pt x="115" y="81"/>
                </a:lnTo>
                <a:lnTo>
                  <a:pt x="122" y="93"/>
                </a:lnTo>
                <a:moveTo>
                  <a:pt x="110" y="100"/>
                </a:moveTo>
                <a:lnTo>
                  <a:pt x="99" y="107"/>
                </a:lnTo>
                <a:lnTo>
                  <a:pt x="91" y="95"/>
                </a:lnTo>
                <a:lnTo>
                  <a:pt x="103" y="88"/>
                </a:lnTo>
                <a:lnTo>
                  <a:pt x="110" y="100"/>
                </a:lnTo>
                <a:moveTo>
                  <a:pt x="99" y="107"/>
                </a:moveTo>
                <a:lnTo>
                  <a:pt x="86" y="114"/>
                </a:lnTo>
                <a:lnTo>
                  <a:pt x="79" y="102"/>
                </a:lnTo>
                <a:lnTo>
                  <a:pt x="91" y="95"/>
                </a:lnTo>
                <a:lnTo>
                  <a:pt x="99" y="107"/>
                </a:lnTo>
                <a:moveTo>
                  <a:pt x="86" y="114"/>
                </a:moveTo>
                <a:lnTo>
                  <a:pt x="74" y="121"/>
                </a:lnTo>
                <a:lnTo>
                  <a:pt x="67" y="109"/>
                </a:lnTo>
                <a:lnTo>
                  <a:pt x="79" y="102"/>
                </a:lnTo>
                <a:lnTo>
                  <a:pt x="86" y="114"/>
                </a:lnTo>
                <a:moveTo>
                  <a:pt x="74" y="121"/>
                </a:moveTo>
                <a:lnTo>
                  <a:pt x="63" y="128"/>
                </a:lnTo>
                <a:lnTo>
                  <a:pt x="55" y="117"/>
                </a:lnTo>
                <a:lnTo>
                  <a:pt x="67" y="109"/>
                </a:lnTo>
                <a:lnTo>
                  <a:pt x="74" y="121"/>
                </a:lnTo>
                <a:moveTo>
                  <a:pt x="63" y="128"/>
                </a:moveTo>
                <a:lnTo>
                  <a:pt x="51" y="135"/>
                </a:lnTo>
                <a:lnTo>
                  <a:pt x="44" y="124"/>
                </a:lnTo>
                <a:lnTo>
                  <a:pt x="55" y="117"/>
                </a:lnTo>
                <a:lnTo>
                  <a:pt x="63" y="128"/>
                </a:lnTo>
                <a:moveTo>
                  <a:pt x="51" y="135"/>
                </a:moveTo>
                <a:lnTo>
                  <a:pt x="39" y="144"/>
                </a:lnTo>
                <a:lnTo>
                  <a:pt x="32" y="131"/>
                </a:lnTo>
                <a:lnTo>
                  <a:pt x="44" y="124"/>
                </a:lnTo>
                <a:lnTo>
                  <a:pt x="51" y="135"/>
                </a:lnTo>
                <a:moveTo>
                  <a:pt x="39" y="144"/>
                </a:moveTo>
                <a:lnTo>
                  <a:pt x="28" y="151"/>
                </a:lnTo>
                <a:lnTo>
                  <a:pt x="20" y="139"/>
                </a:lnTo>
                <a:lnTo>
                  <a:pt x="32" y="131"/>
                </a:lnTo>
                <a:lnTo>
                  <a:pt x="39" y="144"/>
                </a:lnTo>
                <a:moveTo>
                  <a:pt x="28" y="151"/>
                </a:moveTo>
                <a:lnTo>
                  <a:pt x="14" y="159"/>
                </a:lnTo>
                <a:lnTo>
                  <a:pt x="12" y="139"/>
                </a:lnTo>
                <a:lnTo>
                  <a:pt x="26" y="138"/>
                </a:lnTo>
                <a:lnTo>
                  <a:pt x="27" y="147"/>
                </a:lnTo>
                <a:lnTo>
                  <a:pt x="20" y="147"/>
                </a:lnTo>
                <a:lnTo>
                  <a:pt x="16" y="142"/>
                </a:lnTo>
                <a:lnTo>
                  <a:pt x="20" y="139"/>
                </a:lnTo>
                <a:lnTo>
                  <a:pt x="28" y="151"/>
                </a:lnTo>
                <a:moveTo>
                  <a:pt x="12" y="139"/>
                </a:moveTo>
                <a:lnTo>
                  <a:pt x="11" y="125"/>
                </a:lnTo>
                <a:lnTo>
                  <a:pt x="25" y="123"/>
                </a:lnTo>
                <a:lnTo>
                  <a:pt x="26" y="138"/>
                </a:lnTo>
                <a:lnTo>
                  <a:pt x="12" y="139"/>
                </a:lnTo>
                <a:moveTo>
                  <a:pt x="11" y="125"/>
                </a:moveTo>
                <a:lnTo>
                  <a:pt x="10" y="111"/>
                </a:lnTo>
                <a:lnTo>
                  <a:pt x="24" y="110"/>
                </a:lnTo>
                <a:lnTo>
                  <a:pt x="25" y="123"/>
                </a:lnTo>
                <a:lnTo>
                  <a:pt x="11" y="125"/>
                </a:lnTo>
                <a:moveTo>
                  <a:pt x="10" y="111"/>
                </a:moveTo>
                <a:lnTo>
                  <a:pt x="9" y="97"/>
                </a:lnTo>
                <a:lnTo>
                  <a:pt x="22" y="96"/>
                </a:lnTo>
                <a:lnTo>
                  <a:pt x="24" y="110"/>
                </a:lnTo>
                <a:lnTo>
                  <a:pt x="10" y="111"/>
                </a:lnTo>
                <a:moveTo>
                  <a:pt x="9" y="97"/>
                </a:moveTo>
                <a:lnTo>
                  <a:pt x="8" y="84"/>
                </a:lnTo>
                <a:lnTo>
                  <a:pt x="21" y="83"/>
                </a:lnTo>
                <a:lnTo>
                  <a:pt x="22" y="96"/>
                </a:lnTo>
                <a:lnTo>
                  <a:pt x="9" y="97"/>
                </a:lnTo>
                <a:moveTo>
                  <a:pt x="8" y="84"/>
                </a:moveTo>
                <a:lnTo>
                  <a:pt x="6" y="70"/>
                </a:lnTo>
                <a:lnTo>
                  <a:pt x="20" y="69"/>
                </a:lnTo>
                <a:lnTo>
                  <a:pt x="21" y="83"/>
                </a:lnTo>
                <a:lnTo>
                  <a:pt x="8" y="84"/>
                </a:lnTo>
                <a:moveTo>
                  <a:pt x="6" y="70"/>
                </a:moveTo>
                <a:lnTo>
                  <a:pt x="5" y="56"/>
                </a:lnTo>
                <a:lnTo>
                  <a:pt x="19" y="55"/>
                </a:lnTo>
                <a:lnTo>
                  <a:pt x="20" y="69"/>
                </a:lnTo>
                <a:lnTo>
                  <a:pt x="6" y="70"/>
                </a:lnTo>
                <a:moveTo>
                  <a:pt x="5" y="56"/>
                </a:moveTo>
                <a:lnTo>
                  <a:pt x="4" y="43"/>
                </a:lnTo>
                <a:lnTo>
                  <a:pt x="18" y="42"/>
                </a:lnTo>
                <a:lnTo>
                  <a:pt x="19" y="55"/>
                </a:lnTo>
                <a:lnTo>
                  <a:pt x="5" y="56"/>
                </a:lnTo>
                <a:moveTo>
                  <a:pt x="4" y="43"/>
                </a:moveTo>
                <a:lnTo>
                  <a:pt x="3" y="29"/>
                </a:lnTo>
                <a:lnTo>
                  <a:pt x="17" y="28"/>
                </a:lnTo>
                <a:lnTo>
                  <a:pt x="18" y="42"/>
                </a:lnTo>
                <a:lnTo>
                  <a:pt x="4" y="43"/>
                </a:lnTo>
                <a:moveTo>
                  <a:pt x="3" y="29"/>
                </a:moveTo>
                <a:lnTo>
                  <a:pt x="2" y="16"/>
                </a:lnTo>
                <a:lnTo>
                  <a:pt x="15" y="14"/>
                </a:lnTo>
                <a:lnTo>
                  <a:pt x="17" y="28"/>
                </a:lnTo>
                <a:lnTo>
                  <a:pt x="3" y="29"/>
                </a:lnTo>
                <a:moveTo>
                  <a:pt x="2" y="16"/>
                </a:moveTo>
                <a:lnTo>
                  <a:pt x="0" y="0"/>
                </a:lnTo>
                <a:lnTo>
                  <a:pt x="23" y="9"/>
                </a:lnTo>
                <a:lnTo>
                  <a:pt x="18" y="21"/>
                </a:lnTo>
                <a:lnTo>
                  <a:pt x="6" y="16"/>
                </a:lnTo>
                <a:lnTo>
                  <a:pt x="8" y="10"/>
                </a:lnTo>
                <a:lnTo>
                  <a:pt x="15" y="9"/>
                </a:lnTo>
                <a:lnTo>
                  <a:pt x="15" y="14"/>
                </a:lnTo>
                <a:lnTo>
                  <a:pt x="2" y="16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3" name=""/>
          <p:cNvSpPr/>
          <p:nvPr/>
        </p:nvSpPr>
        <p:spPr>
          <a:xfrm>
            <a:off x="506520" y="1889640"/>
            <a:ext cx="1129320" cy="333360"/>
          </a:xfrm>
          <a:custGeom>
            <a:avLst/>
            <a:gdLst/>
            <a:ahLst/>
            <a:rect l="0" t="0" r="r" b="b"/>
            <a:pathLst>
              <a:path w="3137" h="926">
                <a:moveTo>
                  <a:pt x="0" y="0"/>
                </a:moveTo>
                <a:lnTo>
                  <a:pt x="3137" y="0"/>
                </a:lnTo>
                <a:lnTo>
                  <a:pt x="3137" y="926"/>
                </a:lnTo>
                <a:lnTo>
                  <a:pt x="0" y="926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" name=""/>
          <p:cNvSpPr/>
          <p:nvPr/>
        </p:nvSpPr>
        <p:spPr>
          <a:xfrm>
            <a:off x="506520" y="1889640"/>
            <a:ext cx="1129320" cy="333360"/>
          </a:xfrm>
          <a:custGeom>
            <a:avLst/>
            <a:gdLst/>
            <a:ahLst/>
            <a:rect l="0" t="0" r="r" b="b"/>
            <a:pathLst>
              <a:path w="3137" h="926">
                <a:moveTo>
                  <a:pt x="0" y="0"/>
                </a:moveTo>
                <a:lnTo>
                  <a:pt x="3137" y="0"/>
                </a:lnTo>
                <a:lnTo>
                  <a:pt x="3137" y="926"/>
                </a:lnTo>
                <a:lnTo>
                  <a:pt x="0" y="926"/>
                </a:lnTo>
                <a:lnTo>
                  <a:pt x="0" y="0"/>
                </a:lnTo>
                <a:close/>
              </a:path>
            </a:pathLst>
          </a:custGeom>
          <a:noFill/>
          <a:ln w="6120">
            <a:solidFill>
              <a:srgbClr val="94a3b0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" name=""/>
          <p:cNvSpPr txBox="1"/>
          <p:nvPr/>
        </p:nvSpPr>
        <p:spPr>
          <a:xfrm>
            <a:off x="439920" y="1167840"/>
            <a:ext cx="22957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toevoegden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" name=""/>
          <p:cNvSpPr/>
          <p:nvPr/>
        </p:nvSpPr>
        <p:spPr>
          <a:xfrm>
            <a:off x="1943280" y="1889640"/>
            <a:ext cx="912960" cy="333360"/>
          </a:xfrm>
          <a:custGeom>
            <a:avLst/>
            <a:gdLst/>
            <a:ahLst/>
            <a:rect l="0" t="0" r="r" b="b"/>
            <a:pathLst>
              <a:path w="2536" h="926">
                <a:moveTo>
                  <a:pt x="0" y="0"/>
                </a:moveTo>
                <a:lnTo>
                  <a:pt x="2536" y="0"/>
                </a:lnTo>
                <a:lnTo>
                  <a:pt x="2536" y="926"/>
                </a:lnTo>
                <a:lnTo>
                  <a:pt x="0" y="926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" name=""/>
          <p:cNvSpPr/>
          <p:nvPr/>
        </p:nvSpPr>
        <p:spPr>
          <a:xfrm>
            <a:off x="1943280" y="1889640"/>
            <a:ext cx="912960" cy="333360"/>
          </a:xfrm>
          <a:custGeom>
            <a:avLst/>
            <a:gdLst/>
            <a:ahLst/>
            <a:rect l="0" t="0" r="r" b="b"/>
            <a:pathLst>
              <a:path w="2536" h="926">
                <a:moveTo>
                  <a:pt x="0" y="0"/>
                </a:moveTo>
                <a:lnTo>
                  <a:pt x="2536" y="0"/>
                </a:lnTo>
                <a:lnTo>
                  <a:pt x="2536" y="926"/>
                </a:lnTo>
                <a:lnTo>
                  <a:pt x="0" y="926"/>
                </a:lnTo>
                <a:lnTo>
                  <a:pt x="0" y="0"/>
                </a:lnTo>
                <a:close/>
              </a:path>
            </a:pathLst>
          </a:custGeom>
          <a:noFill/>
          <a:ln w="6120">
            <a:solidFill>
              <a:srgbClr val="94a3b0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" name=""/>
          <p:cNvSpPr txBox="1"/>
          <p:nvPr/>
        </p:nvSpPr>
        <p:spPr>
          <a:xfrm>
            <a:off x="691560" y="1995480"/>
            <a:ext cx="7552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1f2937"/>
                </a:solidFill>
                <a:latin typeface="DejaVuSans"/>
                <a:ea typeface="DejaVuSans"/>
              </a:rPr>
              <a:t>Gebruikersschil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" name=""/>
          <p:cNvSpPr/>
          <p:nvPr/>
        </p:nvSpPr>
        <p:spPr>
          <a:xfrm>
            <a:off x="3164040" y="1810800"/>
            <a:ext cx="910800" cy="491040"/>
          </a:xfrm>
          <a:custGeom>
            <a:avLst/>
            <a:gdLst/>
            <a:ahLst/>
            <a:rect l="0" t="0" r="r" b="b"/>
            <a:pathLst>
              <a:path w="2530" h="1364">
                <a:moveTo>
                  <a:pt x="0" y="232"/>
                </a:moveTo>
                <a:cubicBezTo>
                  <a:pt x="0" y="239"/>
                  <a:pt x="2" y="247"/>
                  <a:pt x="6" y="254"/>
                </a:cubicBezTo>
                <a:cubicBezTo>
                  <a:pt x="10" y="262"/>
                  <a:pt x="16" y="269"/>
                  <a:pt x="24" y="277"/>
                </a:cubicBezTo>
                <a:cubicBezTo>
                  <a:pt x="32" y="284"/>
                  <a:pt x="42" y="292"/>
                  <a:pt x="54" y="299"/>
                </a:cubicBezTo>
                <a:cubicBezTo>
                  <a:pt x="67" y="306"/>
                  <a:pt x="81" y="313"/>
                  <a:pt x="97" y="320"/>
                </a:cubicBezTo>
                <a:cubicBezTo>
                  <a:pt x="113" y="327"/>
                  <a:pt x="131" y="334"/>
                  <a:pt x="150" y="341"/>
                </a:cubicBezTo>
                <a:cubicBezTo>
                  <a:pt x="170" y="348"/>
                  <a:pt x="191" y="354"/>
                  <a:pt x="214" y="360"/>
                </a:cubicBezTo>
                <a:cubicBezTo>
                  <a:pt x="237" y="367"/>
                  <a:pt x="262" y="373"/>
                  <a:pt x="288" y="379"/>
                </a:cubicBezTo>
                <a:cubicBezTo>
                  <a:pt x="314" y="385"/>
                  <a:pt x="342" y="390"/>
                  <a:pt x="371" y="395"/>
                </a:cubicBezTo>
                <a:cubicBezTo>
                  <a:pt x="401" y="401"/>
                  <a:pt x="431" y="406"/>
                  <a:pt x="463" y="411"/>
                </a:cubicBezTo>
                <a:cubicBezTo>
                  <a:pt x="495" y="416"/>
                  <a:pt x="529" y="420"/>
                  <a:pt x="563" y="424"/>
                </a:cubicBezTo>
                <a:cubicBezTo>
                  <a:pt x="597" y="429"/>
                  <a:pt x="633" y="432"/>
                  <a:pt x="669" y="436"/>
                </a:cubicBezTo>
                <a:cubicBezTo>
                  <a:pt x="706" y="440"/>
                  <a:pt x="743" y="443"/>
                  <a:pt x="782" y="446"/>
                </a:cubicBezTo>
                <a:cubicBezTo>
                  <a:pt x="820" y="449"/>
                  <a:pt x="859" y="451"/>
                  <a:pt x="898" y="453"/>
                </a:cubicBezTo>
                <a:cubicBezTo>
                  <a:pt x="938" y="456"/>
                  <a:pt x="978" y="457"/>
                  <a:pt x="1019" y="459"/>
                </a:cubicBezTo>
                <a:cubicBezTo>
                  <a:pt x="1059" y="460"/>
                  <a:pt x="1100" y="462"/>
                  <a:pt x="1141" y="462"/>
                </a:cubicBezTo>
                <a:cubicBezTo>
                  <a:pt x="1183" y="463"/>
                  <a:pt x="1224" y="463"/>
                  <a:pt x="1265" y="463"/>
                </a:cubicBezTo>
                <a:cubicBezTo>
                  <a:pt x="1307" y="463"/>
                  <a:pt x="1348" y="463"/>
                  <a:pt x="1389" y="462"/>
                </a:cubicBezTo>
                <a:cubicBezTo>
                  <a:pt x="1431" y="462"/>
                  <a:pt x="1471" y="460"/>
                  <a:pt x="1512" y="459"/>
                </a:cubicBezTo>
                <a:cubicBezTo>
                  <a:pt x="1553" y="457"/>
                  <a:pt x="1593" y="456"/>
                  <a:pt x="1632" y="453"/>
                </a:cubicBezTo>
                <a:cubicBezTo>
                  <a:pt x="1672" y="451"/>
                  <a:pt x="1711" y="449"/>
                  <a:pt x="1749" y="446"/>
                </a:cubicBezTo>
                <a:cubicBezTo>
                  <a:pt x="1787" y="443"/>
                  <a:pt x="1825" y="440"/>
                  <a:pt x="1861" y="436"/>
                </a:cubicBezTo>
                <a:cubicBezTo>
                  <a:pt x="1898" y="432"/>
                  <a:pt x="1933" y="429"/>
                  <a:pt x="1968" y="424"/>
                </a:cubicBezTo>
                <a:cubicBezTo>
                  <a:pt x="2002" y="420"/>
                  <a:pt x="2035" y="416"/>
                  <a:pt x="2067" y="411"/>
                </a:cubicBezTo>
                <a:cubicBezTo>
                  <a:pt x="2100" y="406"/>
                  <a:pt x="2130" y="401"/>
                  <a:pt x="2159" y="395"/>
                </a:cubicBezTo>
                <a:cubicBezTo>
                  <a:pt x="2189" y="390"/>
                  <a:pt x="2216" y="385"/>
                  <a:pt x="2243" y="379"/>
                </a:cubicBezTo>
                <a:cubicBezTo>
                  <a:pt x="2269" y="373"/>
                  <a:pt x="2294" y="367"/>
                  <a:pt x="2317" y="360"/>
                </a:cubicBezTo>
                <a:cubicBezTo>
                  <a:pt x="2340" y="354"/>
                  <a:pt x="2361" y="348"/>
                  <a:pt x="2380" y="341"/>
                </a:cubicBezTo>
                <a:cubicBezTo>
                  <a:pt x="2400" y="334"/>
                  <a:pt x="2418" y="327"/>
                  <a:pt x="2434" y="320"/>
                </a:cubicBezTo>
                <a:cubicBezTo>
                  <a:pt x="2449" y="313"/>
                  <a:pt x="2463" y="306"/>
                  <a:pt x="2475" y="299"/>
                </a:cubicBezTo>
                <a:cubicBezTo>
                  <a:pt x="2487" y="292"/>
                  <a:pt x="2497" y="284"/>
                  <a:pt x="2505" y="277"/>
                </a:cubicBezTo>
                <a:cubicBezTo>
                  <a:pt x="2514" y="269"/>
                  <a:pt x="2520" y="262"/>
                  <a:pt x="2524" y="254"/>
                </a:cubicBezTo>
                <a:cubicBezTo>
                  <a:pt x="2528" y="247"/>
                  <a:pt x="2530" y="239"/>
                  <a:pt x="2530" y="232"/>
                </a:cubicBezTo>
                <a:cubicBezTo>
                  <a:pt x="2530" y="224"/>
                  <a:pt x="2528" y="216"/>
                  <a:pt x="2524" y="209"/>
                </a:cubicBezTo>
                <a:cubicBezTo>
                  <a:pt x="2520" y="201"/>
                  <a:pt x="2514" y="194"/>
                  <a:pt x="2505" y="186"/>
                </a:cubicBezTo>
                <a:cubicBezTo>
                  <a:pt x="2497" y="179"/>
                  <a:pt x="2487" y="172"/>
                  <a:pt x="2475" y="164"/>
                </a:cubicBezTo>
                <a:cubicBezTo>
                  <a:pt x="2463" y="157"/>
                  <a:pt x="2449" y="150"/>
                  <a:pt x="2434" y="143"/>
                </a:cubicBezTo>
                <a:cubicBezTo>
                  <a:pt x="2418" y="136"/>
                  <a:pt x="2400" y="129"/>
                  <a:pt x="2380" y="122"/>
                </a:cubicBezTo>
                <a:cubicBezTo>
                  <a:pt x="2361" y="116"/>
                  <a:pt x="2340" y="109"/>
                  <a:pt x="2317" y="103"/>
                </a:cubicBezTo>
                <a:cubicBezTo>
                  <a:pt x="2294" y="96"/>
                  <a:pt x="2269" y="90"/>
                  <a:pt x="2243" y="85"/>
                </a:cubicBezTo>
                <a:cubicBezTo>
                  <a:pt x="2216" y="79"/>
                  <a:pt x="2189" y="73"/>
                  <a:pt x="2159" y="68"/>
                </a:cubicBezTo>
                <a:cubicBezTo>
                  <a:pt x="2130" y="62"/>
                  <a:pt x="2100" y="57"/>
                  <a:pt x="2067" y="52"/>
                </a:cubicBezTo>
                <a:cubicBezTo>
                  <a:pt x="2035" y="48"/>
                  <a:pt x="2002" y="43"/>
                  <a:pt x="1968" y="39"/>
                </a:cubicBezTo>
                <a:cubicBezTo>
                  <a:pt x="1933" y="35"/>
                  <a:pt x="1898" y="31"/>
                  <a:pt x="1861" y="27"/>
                </a:cubicBezTo>
                <a:cubicBezTo>
                  <a:pt x="1825" y="24"/>
                  <a:pt x="1787" y="20"/>
                  <a:pt x="1749" y="17"/>
                </a:cubicBezTo>
                <a:cubicBezTo>
                  <a:pt x="1711" y="15"/>
                  <a:pt x="1672" y="12"/>
                  <a:pt x="1632" y="10"/>
                </a:cubicBezTo>
                <a:cubicBezTo>
                  <a:pt x="1593" y="8"/>
                  <a:pt x="1553" y="6"/>
                  <a:pt x="1512" y="4"/>
                </a:cubicBezTo>
                <a:cubicBezTo>
                  <a:pt x="1471" y="3"/>
                  <a:pt x="1431" y="2"/>
                  <a:pt x="1389" y="1"/>
                </a:cubicBezTo>
                <a:cubicBezTo>
                  <a:pt x="1348" y="0"/>
                  <a:pt x="1307" y="0"/>
                  <a:pt x="1265" y="0"/>
                </a:cubicBezTo>
                <a:cubicBezTo>
                  <a:pt x="1224" y="0"/>
                  <a:pt x="1183" y="0"/>
                  <a:pt x="1141" y="1"/>
                </a:cubicBezTo>
                <a:cubicBezTo>
                  <a:pt x="1100" y="2"/>
                  <a:pt x="1059" y="3"/>
                  <a:pt x="1019" y="4"/>
                </a:cubicBezTo>
                <a:cubicBezTo>
                  <a:pt x="978" y="6"/>
                  <a:pt x="938" y="8"/>
                  <a:pt x="898" y="10"/>
                </a:cubicBezTo>
                <a:cubicBezTo>
                  <a:pt x="859" y="12"/>
                  <a:pt x="820" y="15"/>
                  <a:pt x="782" y="17"/>
                </a:cubicBezTo>
                <a:cubicBezTo>
                  <a:pt x="743" y="20"/>
                  <a:pt x="706" y="24"/>
                  <a:pt x="669" y="27"/>
                </a:cubicBezTo>
                <a:cubicBezTo>
                  <a:pt x="633" y="31"/>
                  <a:pt x="597" y="35"/>
                  <a:pt x="563" y="39"/>
                </a:cubicBezTo>
                <a:cubicBezTo>
                  <a:pt x="529" y="43"/>
                  <a:pt x="495" y="48"/>
                  <a:pt x="463" y="52"/>
                </a:cubicBezTo>
                <a:cubicBezTo>
                  <a:pt x="431" y="57"/>
                  <a:pt x="401" y="62"/>
                  <a:pt x="371" y="68"/>
                </a:cubicBezTo>
                <a:cubicBezTo>
                  <a:pt x="342" y="73"/>
                  <a:pt x="314" y="79"/>
                  <a:pt x="288" y="85"/>
                </a:cubicBezTo>
                <a:cubicBezTo>
                  <a:pt x="262" y="90"/>
                  <a:pt x="237" y="96"/>
                  <a:pt x="214" y="103"/>
                </a:cubicBezTo>
                <a:cubicBezTo>
                  <a:pt x="191" y="109"/>
                  <a:pt x="170" y="116"/>
                  <a:pt x="150" y="122"/>
                </a:cubicBezTo>
                <a:cubicBezTo>
                  <a:pt x="131" y="129"/>
                  <a:pt x="113" y="136"/>
                  <a:pt x="97" y="143"/>
                </a:cubicBezTo>
                <a:cubicBezTo>
                  <a:pt x="81" y="150"/>
                  <a:pt x="67" y="157"/>
                  <a:pt x="54" y="164"/>
                </a:cubicBezTo>
                <a:cubicBezTo>
                  <a:pt x="42" y="172"/>
                  <a:pt x="32" y="179"/>
                  <a:pt x="24" y="186"/>
                </a:cubicBezTo>
                <a:cubicBezTo>
                  <a:pt x="16" y="194"/>
                  <a:pt x="10" y="201"/>
                  <a:pt x="6" y="209"/>
                </a:cubicBezTo>
                <a:cubicBezTo>
                  <a:pt x="2" y="216"/>
                  <a:pt x="0" y="224"/>
                  <a:pt x="0" y="232"/>
                </a:cubicBezTo>
                <a:lnTo>
                  <a:pt x="0" y="1132"/>
                </a:lnTo>
                <a:cubicBezTo>
                  <a:pt x="0" y="1140"/>
                  <a:pt x="2" y="1147"/>
                  <a:pt x="6" y="1155"/>
                </a:cubicBezTo>
                <a:cubicBezTo>
                  <a:pt x="10" y="1162"/>
                  <a:pt x="16" y="1170"/>
                  <a:pt x="24" y="1177"/>
                </a:cubicBezTo>
                <a:cubicBezTo>
                  <a:pt x="32" y="1185"/>
                  <a:pt x="42" y="1192"/>
                  <a:pt x="54" y="1199"/>
                </a:cubicBezTo>
                <a:cubicBezTo>
                  <a:pt x="67" y="1207"/>
                  <a:pt x="81" y="1214"/>
                  <a:pt x="97" y="1221"/>
                </a:cubicBezTo>
                <a:cubicBezTo>
                  <a:pt x="113" y="1228"/>
                  <a:pt x="131" y="1235"/>
                  <a:pt x="150" y="1241"/>
                </a:cubicBezTo>
                <a:cubicBezTo>
                  <a:pt x="170" y="1248"/>
                  <a:pt x="191" y="1254"/>
                  <a:pt x="214" y="1261"/>
                </a:cubicBezTo>
                <a:cubicBezTo>
                  <a:pt x="237" y="1267"/>
                  <a:pt x="262" y="1273"/>
                  <a:pt x="288" y="1279"/>
                </a:cubicBezTo>
                <a:cubicBezTo>
                  <a:pt x="314" y="1285"/>
                  <a:pt x="342" y="1291"/>
                  <a:pt x="371" y="1296"/>
                </a:cubicBezTo>
                <a:cubicBezTo>
                  <a:pt x="401" y="1301"/>
                  <a:pt x="431" y="1306"/>
                  <a:pt x="463" y="1311"/>
                </a:cubicBezTo>
                <a:cubicBezTo>
                  <a:pt x="495" y="1316"/>
                  <a:pt x="529" y="1321"/>
                  <a:pt x="563" y="1325"/>
                </a:cubicBezTo>
                <a:cubicBezTo>
                  <a:pt x="597" y="1329"/>
                  <a:pt x="633" y="1333"/>
                  <a:pt x="669" y="1336"/>
                </a:cubicBezTo>
                <a:cubicBezTo>
                  <a:pt x="706" y="1340"/>
                  <a:pt x="743" y="1343"/>
                  <a:pt x="782" y="1346"/>
                </a:cubicBezTo>
                <a:cubicBezTo>
                  <a:pt x="820" y="1349"/>
                  <a:pt x="859" y="1352"/>
                  <a:pt x="898" y="1354"/>
                </a:cubicBezTo>
                <a:cubicBezTo>
                  <a:pt x="938" y="1356"/>
                  <a:pt x="978" y="1358"/>
                  <a:pt x="1019" y="1359"/>
                </a:cubicBezTo>
                <a:cubicBezTo>
                  <a:pt x="1059" y="1361"/>
                  <a:pt x="1100" y="1362"/>
                  <a:pt x="1141" y="1363"/>
                </a:cubicBezTo>
                <a:cubicBezTo>
                  <a:pt x="1183" y="1363"/>
                  <a:pt x="1224" y="1364"/>
                  <a:pt x="1265" y="1364"/>
                </a:cubicBezTo>
                <a:cubicBezTo>
                  <a:pt x="1307" y="1364"/>
                  <a:pt x="1348" y="1363"/>
                  <a:pt x="1389" y="1363"/>
                </a:cubicBezTo>
                <a:cubicBezTo>
                  <a:pt x="1431" y="1362"/>
                  <a:pt x="1471" y="1361"/>
                  <a:pt x="1512" y="1359"/>
                </a:cubicBezTo>
                <a:cubicBezTo>
                  <a:pt x="1553" y="1358"/>
                  <a:pt x="1593" y="1356"/>
                  <a:pt x="1632" y="1354"/>
                </a:cubicBezTo>
                <a:cubicBezTo>
                  <a:pt x="1672" y="1352"/>
                  <a:pt x="1711" y="1349"/>
                  <a:pt x="1749" y="1346"/>
                </a:cubicBezTo>
                <a:cubicBezTo>
                  <a:pt x="1787" y="1343"/>
                  <a:pt x="1825" y="1340"/>
                  <a:pt x="1861" y="1336"/>
                </a:cubicBezTo>
                <a:cubicBezTo>
                  <a:pt x="1898" y="1333"/>
                  <a:pt x="1933" y="1329"/>
                  <a:pt x="1968" y="1325"/>
                </a:cubicBezTo>
                <a:cubicBezTo>
                  <a:pt x="2002" y="1321"/>
                  <a:pt x="2035" y="1316"/>
                  <a:pt x="2067" y="1311"/>
                </a:cubicBezTo>
                <a:cubicBezTo>
                  <a:pt x="2100" y="1306"/>
                  <a:pt x="2130" y="1301"/>
                  <a:pt x="2159" y="1296"/>
                </a:cubicBezTo>
                <a:cubicBezTo>
                  <a:pt x="2189" y="1291"/>
                  <a:pt x="2216" y="1285"/>
                  <a:pt x="2243" y="1279"/>
                </a:cubicBezTo>
                <a:cubicBezTo>
                  <a:pt x="2269" y="1273"/>
                  <a:pt x="2294" y="1267"/>
                  <a:pt x="2317" y="1261"/>
                </a:cubicBezTo>
                <a:cubicBezTo>
                  <a:pt x="2340" y="1254"/>
                  <a:pt x="2361" y="1248"/>
                  <a:pt x="2380" y="1241"/>
                </a:cubicBezTo>
                <a:cubicBezTo>
                  <a:pt x="2400" y="1235"/>
                  <a:pt x="2418" y="1228"/>
                  <a:pt x="2434" y="1221"/>
                </a:cubicBezTo>
                <a:cubicBezTo>
                  <a:pt x="2449" y="1214"/>
                  <a:pt x="2463" y="1207"/>
                  <a:pt x="2475" y="1199"/>
                </a:cubicBezTo>
                <a:cubicBezTo>
                  <a:pt x="2487" y="1192"/>
                  <a:pt x="2497" y="1185"/>
                  <a:pt x="2505" y="1177"/>
                </a:cubicBezTo>
                <a:cubicBezTo>
                  <a:pt x="2514" y="1170"/>
                  <a:pt x="2520" y="1162"/>
                  <a:pt x="2524" y="1155"/>
                </a:cubicBezTo>
                <a:cubicBezTo>
                  <a:pt x="2528" y="1147"/>
                  <a:pt x="2530" y="1140"/>
                  <a:pt x="2530" y="1132"/>
                </a:cubicBezTo>
                <a:lnTo>
                  <a:pt x="2530" y="232"/>
                </a:lnTo>
                <a:lnTo>
                  <a:pt x="0" y="232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" name=""/>
          <p:cNvSpPr/>
          <p:nvPr/>
        </p:nvSpPr>
        <p:spPr>
          <a:xfrm>
            <a:off x="3164040" y="1810800"/>
            <a:ext cx="910800" cy="491040"/>
          </a:xfrm>
          <a:custGeom>
            <a:avLst/>
            <a:gdLst/>
            <a:ahLst/>
            <a:rect l="0" t="0" r="r" b="b"/>
            <a:pathLst>
              <a:path fill="none" w="2530" h="1364">
                <a:moveTo>
                  <a:pt x="0" y="232"/>
                </a:moveTo>
                <a:cubicBezTo>
                  <a:pt x="0" y="239"/>
                  <a:pt x="2" y="247"/>
                  <a:pt x="6" y="254"/>
                </a:cubicBezTo>
                <a:cubicBezTo>
                  <a:pt x="10" y="262"/>
                  <a:pt x="16" y="269"/>
                  <a:pt x="24" y="277"/>
                </a:cubicBezTo>
                <a:cubicBezTo>
                  <a:pt x="32" y="284"/>
                  <a:pt x="42" y="292"/>
                  <a:pt x="54" y="299"/>
                </a:cubicBezTo>
                <a:cubicBezTo>
                  <a:pt x="67" y="306"/>
                  <a:pt x="81" y="313"/>
                  <a:pt x="97" y="320"/>
                </a:cubicBezTo>
                <a:cubicBezTo>
                  <a:pt x="113" y="327"/>
                  <a:pt x="131" y="334"/>
                  <a:pt x="150" y="341"/>
                </a:cubicBezTo>
                <a:cubicBezTo>
                  <a:pt x="170" y="348"/>
                  <a:pt x="191" y="354"/>
                  <a:pt x="214" y="360"/>
                </a:cubicBezTo>
                <a:cubicBezTo>
                  <a:pt x="237" y="367"/>
                  <a:pt x="262" y="373"/>
                  <a:pt x="288" y="379"/>
                </a:cubicBezTo>
                <a:cubicBezTo>
                  <a:pt x="314" y="385"/>
                  <a:pt x="342" y="390"/>
                  <a:pt x="371" y="395"/>
                </a:cubicBezTo>
                <a:cubicBezTo>
                  <a:pt x="401" y="401"/>
                  <a:pt x="431" y="406"/>
                  <a:pt x="463" y="411"/>
                </a:cubicBezTo>
                <a:cubicBezTo>
                  <a:pt x="495" y="416"/>
                  <a:pt x="529" y="420"/>
                  <a:pt x="563" y="424"/>
                </a:cubicBezTo>
                <a:cubicBezTo>
                  <a:pt x="597" y="429"/>
                  <a:pt x="633" y="432"/>
                  <a:pt x="669" y="436"/>
                </a:cubicBezTo>
                <a:cubicBezTo>
                  <a:pt x="706" y="440"/>
                  <a:pt x="743" y="443"/>
                  <a:pt x="782" y="446"/>
                </a:cubicBezTo>
                <a:cubicBezTo>
                  <a:pt x="820" y="449"/>
                  <a:pt x="859" y="451"/>
                  <a:pt x="898" y="453"/>
                </a:cubicBezTo>
                <a:cubicBezTo>
                  <a:pt x="938" y="456"/>
                  <a:pt x="978" y="457"/>
                  <a:pt x="1019" y="459"/>
                </a:cubicBezTo>
                <a:cubicBezTo>
                  <a:pt x="1059" y="460"/>
                  <a:pt x="1100" y="462"/>
                  <a:pt x="1141" y="462"/>
                </a:cubicBezTo>
                <a:cubicBezTo>
                  <a:pt x="1183" y="463"/>
                  <a:pt x="1224" y="463"/>
                  <a:pt x="1265" y="463"/>
                </a:cubicBezTo>
                <a:cubicBezTo>
                  <a:pt x="1307" y="463"/>
                  <a:pt x="1348" y="463"/>
                  <a:pt x="1389" y="462"/>
                </a:cubicBezTo>
                <a:cubicBezTo>
                  <a:pt x="1431" y="462"/>
                  <a:pt x="1471" y="460"/>
                  <a:pt x="1512" y="459"/>
                </a:cubicBezTo>
                <a:cubicBezTo>
                  <a:pt x="1553" y="457"/>
                  <a:pt x="1593" y="456"/>
                  <a:pt x="1632" y="453"/>
                </a:cubicBezTo>
                <a:cubicBezTo>
                  <a:pt x="1672" y="451"/>
                  <a:pt x="1711" y="449"/>
                  <a:pt x="1749" y="446"/>
                </a:cubicBezTo>
                <a:cubicBezTo>
                  <a:pt x="1787" y="443"/>
                  <a:pt x="1825" y="440"/>
                  <a:pt x="1861" y="436"/>
                </a:cubicBezTo>
                <a:cubicBezTo>
                  <a:pt x="1898" y="432"/>
                  <a:pt x="1933" y="429"/>
                  <a:pt x="1968" y="424"/>
                </a:cubicBezTo>
                <a:cubicBezTo>
                  <a:pt x="2002" y="420"/>
                  <a:pt x="2035" y="416"/>
                  <a:pt x="2067" y="411"/>
                </a:cubicBezTo>
                <a:cubicBezTo>
                  <a:pt x="2100" y="406"/>
                  <a:pt x="2130" y="401"/>
                  <a:pt x="2159" y="395"/>
                </a:cubicBezTo>
                <a:cubicBezTo>
                  <a:pt x="2189" y="390"/>
                  <a:pt x="2216" y="385"/>
                  <a:pt x="2243" y="379"/>
                </a:cubicBezTo>
                <a:cubicBezTo>
                  <a:pt x="2269" y="373"/>
                  <a:pt x="2294" y="367"/>
                  <a:pt x="2317" y="360"/>
                </a:cubicBezTo>
                <a:cubicBezTo>
                  <a:pt x="2340" y="354"/>
                  <a:pt x="2361" y="348"/>
                  <a:pt x="2380" y="341"/>
                </a:cubicBezTo>
                <a:cubicBezTo>
                  <a:pt x="2400" y="334"/>
                  <a:pt x="2418" y="327"/>
                  <a:pt x="2434" y="320"/>
                </a:cubicBezTo>
                <a:cubicBezTo>
                  <a:pt x="2449" y="313"/>
                  <a:pt x="2463" y="306"/>
                  <a:pt x="2475" y="299"/>
                </a:cubicBezTo>
                <a:cubicBezTo>
                  <a:pt x="2487" y="292"/>
                  <a:pt x="2497" y="284"/>
                  <a:pt x="2505" y="277"/>
                </a:cubicBezTo>
                <a:cubicBezTo>
                  <a:pt x="2514" y="269"/>
                  <a:pt x="2520" y="262"/>
                  <a:pt x="2524" y="254"/>
                </a:cubicBezTo>
                <a:cubicBezTo>
                  <a:pt x="2528" y="247"/>
                  <a:pt x="2530" y="239"/>
                  <a:pt x="2530" y="232"/>
                </a:cubicBezTo>
                <a:cubicBezTo>
                  <a:pt x="2530" y="224"/>
                  <a:pt x="2528" y="216"/>
                  <a:pt x="2524" y="209"/>
                </a:cubicBezTo>
                <a:cubicBezTo>
                  <a:pt x="2520" y="201"/>
                  <a:pt x="2514" y="194"/>
                  <a:pt x="2505" y="186"/>
                </a:cubicBezTo>
                <a:cubicBezTo>
                  <a:pt x="2497" y="179"/>
                  <a:pt x="2487" y="172"/>
                  <a:pt x="2475" y="164"/>
                </a:cubicBezTo>
                <a:cubicBezTo>
                  <a:pt x="2463" y="157"/>
                  <a:pt x="2449" y="150"/>
                  <a:pt x="2434" y="143"/>
                </a:cubicBezTo>
                <a:cubicBezTo>
                  <a:pt x="2418" y="136"/>
                  <a:pt x="2400" y="129"/>
                  <a:pt x="2380" y="122"/>
                </a:cubicBezTo>
                <a:cubicBezTo>
                  <a:pt x="2361" y="116"/>
                  <a:pt x="2340" y="109"/>
                  <a:pt x="2317" y="103"/>
                </a:cubicBezTo>
                <a:cubicBezTo>
                  <a:pt x="2294" y="96"/>
                  <a:pt x="2269" y="90"/>
                  <a:pt x="2243" y="85"/>
                </a:cubicBezTo>
                <a:cubicBezTo>
                  <a:pt x="2216" y="79"/>
                  <a:pt x="2189" y="73"/>
                  <a:pt x="2159" y="68"/>
                </a:cubicBezTo>
                <a:cubicBezTo>
                  <a:pt x="2130" y="62"/>
                  <a:pt x="2100" y="57"/>
                  <a:pt x="2067" y="52"/>
                </a:cubicBezTo>
                <a:cubicBezTo>
                  <a:pt x="2035" y="48"/>
                  <a:pt x="2002" y="43"/>
                  <a:pt x="1968" y="39"/>
                </a:cubicBezTo>
                <a:cubicBezTo>
                  <a:pt x="1933" y="35"/>
                  <a:pt x="1898" y="31"/>
                  <a:pt x="1861" y="27"/>
                </a:cubicBezTo>
                <a:cubicBezTo>
                  <a:pt x="1825" y="24"/>
                  <a:pt x="1787" y="20"/>
                  <a:pt x="1749" y="17"/>
                </a:cubicBezTo>
                <a:cubicBezTo>
                  <a:pt x="1711" y="15"/>
                  <a:pt x="1672" y="12"/>
                  <a:pt x="1632" y="10"/>
                </a:cubicBezTo>
                <a:cubicBezTo>
                  <a:pt x="1593" y="8"/>
                  <a:pt x="1553" y="6"/>
                  <a:pt x="1512" y="4"/>
                </a:cubicBezTo>
                <a:cubicBezTo>
                  <a:pt x="1471" y="3"/>
                  <a:pt x="1431" y="2"/>
                  <a:pt x="1389" y="1"/>
                </a:cubicBezTo>
                <a:cubicBezTo>
                  <a:pt x="1348" y="0"/>
                  <a:pt x="1307" y="0"/>
                  <a:pt x="1265" y="0"/>
                </a:cubicBezTo>
                <a:cubicBezTo>
                  <a:pt x="1224" y="0"/>
                  <a:pt x="1183" y="0"/>
                  <a:pt x="1141" y="1"/>
                </a:cubicBezTo>
                <a:cubicBezTo>
                  <a:pt x="1100" y="2"/>
                  <a:pt x="1059" y="3"/>
                  <a:pt x="1019" y="4"/>
                </a:cubicBezTo>
                <a:cubicBezTo>
                  <a:pt x="978" y="6"/>
                  <a:pt x="938" y="8"/>
                  <a:pt x="898" y="10"/>
                </a:cubicBezTo>
                <a:cubicBezTo>
                  <a:pt x="859" y="12"/>
                  <a:pt x="820" y="15"/>
                  <a:pt x="782" y="17"/>
                </a:cubicBezTo>
                <a:cubicBezTo>
                  <a:pt x="743" y="20"/>
                  <a:pt x="706" y="24"/>
                  <a:pt x="669" y="27"/>
                </a:cubicBezTo>
                <a:cubicBezTo>
                  <a:pt x="633" y="31"/>
                  <a:pt x="597" y="35"/>
                  <a:pt x="563" y="39"/>
                </a:cubicBezTo>
                <a:cubicBezTo>
                  <a:pt x="529" y="43"/>
                  <a:pt x="495" y="48"/>
                  <a:pt x="463" y="52"/>
                </a:cubicBezTo>
                <a:cubicBezTo>
                  <a:pt x="431" y="57"/>
                  <a:pt x="401" y="62"/>
                  <a:pt x="371" y="68"/>
                </a:cubicBezTo>
                <a:cubicBezTo>
                  <a:pt x="342" y="73"/>
                  <a:pt x="314" y="79"/>
                  <a:pt x="288" y="85"/>
                </a:cubicBezTo>
                <a:cubicBezTo>
                  <a:pt x="262" y="90"/>
                  <a:pt x="237" y="96"/>
                  <a:pt x="214" y="103"/>
                </a:cubicBezTo>
                <a:cubicBezTo>
                  <a:pt x="191" y="109"/>
                  <a:pt x="170" y="116"/>
                  <a:pt x="150" y="122"/>
                </a:cubicBezTo>
                <a:cubicBezTo>
                  <a:pt x="131" y="129"/>
                  <a:pt x="113" y="136"/>
                  <a:pt x="97" y="143"/>
                </a:cubicBezTo>
                <a:cubicBezTo>
                  <a:pt x="81" y="150"/>
                  <a:pt x="67" y="157"/>
                  <a:pt x="54" y="164"/>
                </a:cubicBezTo>
                <a:cubicBezTo>
                  <a:pt x="42" y="172"/>
                  <a:pt x="32" y="179"/>
                  <a:pt x="24" y="186"/>
                </a:cubicBezTo>
                <a:cubicBezTo>
                  <a:pt x="16" y="194"/>
                  <a:pt x="10" y="201"/>
                  <a:pt x="6" y="209"/>
                </a:cubicBezTo>
                <a:cubicBezTo>
                  <a:pt x="2" y="216"/>
                  <a:pt x="0" y="224"/>
                  <a:pt x="0" y="232"/>
                </a:cubicBezTo>
                <a:lnTo>
                  <a:pt x="0" y="1132"/>
                </a:lnTo>
                <a:cubicBezTo>
                  <a:pt x="0" y="1140"/>
                  <a:pt x="2" y="1147"/>
                  <a:pt x="6" y="1155"/>
                </a:cubicBezTo>
                <a:cubicBezTo>
                  <a:pt x="10" y="1162"/>
                  <a:pt x="16" y="1170"/>
                  <a:pt x="24" y="1177"/>
                </a:cubicBezTo>
                <a:cubicBezTo>
                  <a:pt x="32" y="1185"/>
                  <a:pt x="42" y="1192"/>
                  <a:pt x="54" y="1199"/>
                </a:cubicBezTo>
                <a:cubicBezTo>
                  <a:pt x="67" y="1207"/>
                  <a:pt x="81" y="1214"/>
                  <a:pt x="97" y="1221"/>
                </a:cubicBezTo>
                <a:cubicBezTo>
                  <a:pt x="113" y="1228"/>
                  <a:pt x="131" y="1235"/>
                  <a:pt x="150" y="1241"/>
                </a:cubicBezTo>
                <a:cubicBezTo>
                  <a:pt x="170" y="1248"/>
                  <a:pt x="191" y="1254"/>
                  <a:pt x="214" y="1261"/>
                </a:cubicBezTo>
                <a:cubicBezTo>
                  <a:pt x="237" y="1267"/>
                  <a:pt x="262" y="1273"/>
                  <a:pt x="288" y="1279"/>
                </a:cubicBezTo>
                <a:cubicBezTo>
                  <a:pt x="314" y="1285"/>
                  <a:pt x="342" y="1291"/>
                  <a:pt x="371" y="1296"/>
                </a:cubicBezTo>
                <a:cubicBezTo>
                  <a:pt x="401" y="1301"/>
                  <a:pt x="431" y="1306"/>
                  <a:pt x="463" y="1311"/>
                </a:cubicBezTo>
                <a:cubicBezTo>
                  <a:pt x="495" y="1316"/>
                  <a:pt x="529" y="1321"/>
                  <a:pt x="563" y="1325"/>
                </a:cubicBezTo>
                <a:cubicBezTo>
                  <a:pt x="597" y="1329"/>
                  <a:pt x="633" y="1333"/>
                  <a:pt x="669" y="1336"/>
                </a:cubicBezTo>
                <a:cubicBezTo>
                  <a:pt x="706" y="1340"/>
                  <a:pt x="743" y="1343"/>
                  <a:pt x="782" y="1346"/>
                </a:cubicBezTo>
                <a:cubicBezTo>
                  <a:pt x="820" y="1349"/>
                  <a:pt x="859" y="1352"/>
                  <a:pt x="898" y="1354"/>
                </a:cubicBezTo>
                <a:cubicBezTo>
                  <a:pt x="938" y="1356"/>
                  <a:pt x="978" y="1358"/>
                  <a:pt x="1019" y="1359"/>
                </a:cubicBezTo>
                <a:cubicBezTo>
                  <a:pt x="1059" y="1361"/>
                  <a:pt x="1100" y="1362"/>
                  <a:pt x="1141" y="1363"/>
                </a:cubicBezTo>
                <a:cubicBezTo>
                  <a:pt x="1183" y="1363"/>
                  <a:pt x="1224" y="1364"/>
                  <a:pt x="1265" y="1364"/>
                </a:cubicBezTo>
                <a:cubicBezTo>
                  <a:pt x="1307" y="1364"/>
                  <a:pt x="1348" y="1363"/>
                  <a:pt x="1389" y="1363"/>
                </a:cubicBezTo>
                <a:cubicBezTo>
                  <a:pt x="1431" y="1362"/>
                  <a:pt x="1471" y="1361"/>
                  <a:pt x="1512" y="1359"/>
                </a:cubicBezTo>
                <a:cubicBezTo>
                  <a:pt x="1553" y="1358"/>
                  <a:pt x="1593" y="1356"/>
                  <a:pt x="1632" y="1354"/>
                </a:cubicBezTo>
                <a:cubicBezTo>
                  <a:pt x="1672" y="1352"/>
                  <a:pt x="1711" y="1349"/>
                  <a:pt x="1749" y="1346"/>
                </a:cubicBezTo>
                <a:cubicBezTo>
                  <a:pt x="1787" y="1343"/>
                  <a:pt x="1825" y="1340"/>
                  <a:pt x="1861" y="1336"/>
                </a:cubicBezTo>
                <a:cubicBezTo>
                  <a:pt x="1898" y="1333"/>
                  <a:pt x="1933" y="1329"/>
                  <a:pt x="1968" y="1325"/>
                </a:cubicBezTo>
                <a:cubicBezTo>
                  <a:pt x="2002" y="1321"/>
                  <a:pt x="2035" y="1316"/>
                  <a:pt x="2067" y="1311"/>
                </a:cubicBezTo>
                <a:cubicBezTo>
                  <a:pt x="2100" y="1306"/>
                  <a:pt x="2130" y="1301"/>
                  <a:pt x="2159" y="1296"/>
                </a:cubicBezTo>
                <a:cubicBezTo>
                  <a:pt x="2189" y="1291"/>
                  <a:pt x="2216" y="1285"/>
                  <a:pt x="2243" y="1279"/>
                </a:cubicBezTo>
                <a:cubicBezTo>
                  <a:pt x="2269" y="1273"/>
                  <a:pt x="2294" y="1267"/>
                  <a:pt x="2317" y="1261"/>
                </a:cubicBezTo>
                <a:cubicBezTo>
                  <a:pt x="2340" y="1254"/>
                  <a:pt x="2361" y="1248"/>
                  <a:pt x="2380" y="1241"/>
                </a:cubicBezTo>
                <a:cubicBezTo>
                  <a:pt x="2400" y="1235"/>
                  <a:pt x="2418" y="1228"/>
                  <a:pt x="2434" y="1221"/>
                </a:cubicBezTo>
                <a:cubicBezTo>
                  <a:pt x="2449" y="1214"/>
                  <a:pt x="2463" y="1207"/>
                  <a:pt x="2475" y="1199"/>
                </a:cubicBezTo>
                <a:cubicBezTo>
                  <a:pt x="2487" y="1192"/>
                  <a:pt x="2497" y="1185"/>
                  <a:pt x="2505" y="1177"/>
                </a:cubicBezTo>
                <a:cubicBezTo>
                  <a:pt x="2514" y="1170"/>
                  <a:pt x="2520" y="1162"/>
                  <a:pt x="2524" y="1155"/>
                </a:cubicBezTo>
                <a:cubicBezTo>
                  <a:pt x="2528" y="1147"/>
                  <a:pt x="2530" y="1140"/>
                  <a:pt x="2530" y="1132"/>
                </a:cubicBezTo>
                <a:lnTo>
                  <a:pt x="2530" y="232"/>
                </a:lnTo>
              </a:path>
            </a:pathLst>
          </a:custGeom>
          <a:ln w="6120">
            <a:solidFill>
              <a:srgbClr val="94a3b0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" name=""/>
          <p:cNvSpPr txBox="1"/>
          <p:nvPr/>
        </p:nvSpPr>
        <p:spPr>
          <a:xfrm>
            <a:off x="2128680" y="1995480"/>
            <a:ext cx="5540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1f2937"/>
                </a:solidFill>
                <a:latin typeface="DejaVuSans"/>
                <a:ea typeface="DejaVuSans"/>
              </a:rPr>
              <a:t>Toepassing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" name=""/>
          <p:cNvSpPr/>
          <p:nvPr/>
        </p:nvSpPr>
        <p:spPr>
          <a:xfrm>
            <a:off x="4750920" y="1813680"/>
            <a:ext cx="865800" cy="485280"/>
          </a:xfrm>
          <a:custGeom>
            <a:avLst/>
            <a:gdLst/>
            <a:ahLst/>
            <a:rect l="0" t="0" r="r" b="b"/>
            <a:pathLst>
              <a:path w="2405" h="1348">
                <a:moveTo>
                  <a:pt x="0" y="226"/>
                </a:moveTo>
                <a:cubicBezTo>
                  <a:pt x="0" y="234"/>
                  <a:pt x="2" y="241"/>
                  <a:pt x="6" y="248"/>
                </a:cubicBezTo>
                <a:cubicBezTo>
                  <a:pt x="10" y="256"/>
                  <a:pt x="16" y="263"/>
                  <a:pt x="24" y="270"/>
                </a:cubicBezTo>
                <a:cubicBezTo>
                  <a:pt x="32" y="278"/>
                  <a:pt x="42" y="285"/>
                  <a:pt x="53" y="292"/>
                </a:cubicBezTo>
                <a:cubicBezTo>
                  <a:pt x="64" y="299"/>
                  <a:pt x="78" y="306"/>
                  <a:pt x="93" y="313"/>
                </a:cubicBezTo>
                <a:cubicBezTo>
                  <a:pt x="108" y="320"/>
                  <a:pt x="125" y="326"/>
                  <a:pt x="143" y="333"/>
                </a:cubicBezTo>
                <a:cubicBezTo>
                  <a:pt x="162" y="340"/>
                  <a:pt x="182" y="346"/>
                  <a:pt x="204" y="352"/>
                </a:cubicBezTo>
                <a:cubicBezTo>
                  <a:pt x="226" y="358"/>
                  <a:pt x="249" y="364"/>
                  <a:pt x="274" y="370"/>
                </a:cubicBezTo>
                <a:cubicBezTo>
                  <a:pt x="299" y="376"/>
                  <a:pt x="325" y="381"/>
                  <a:pt x="353" y="386"/>
                </a:cubicBezTo>
                <a:cubicBezTo>
                  <a:pt x="381" y="392"/>
                  <a:pt x="410" y="397"/>
                  <a:pt x="441" y="401"/>
                </a:cubicBezTo>
                <a:cubicBezTo>
                  <a:pt x="471" y="406"/>
                  <a:pt x="503" y="410"/>
                  <a:pt x="535" y="415"/>
                </a:cubicBezTo>
                <a:cubicBezTo>
                  <a:pt x="568" y="419"/>
                  <a:pt x="602" y="422"/>
                  <a:pt x="637" y="426"/>
                </a:cubicBezTo>
                <a:cubicBezTo>
                  <a:pt x="671" y="429"/>
                  <a:pt x="707" y="433"/>
                  <a:pt x="743" y="435"/>
                </a:cubicBezTo>
                <a:cubicBezTo>
                  <a:pt x="780" y="438"/>
                  <a:pt x="817" y="441"/>
                  <a:pt x="854" y="443"/>
                </a:cubicBezTo>
                <a:cubicBezTo>
                  <a:pt x="892" y="445"/>
                  <a:pt x="930" y="447"/>
                  <a:pt x="969" y="448"/>
                </a:cubicBezTo>
                <a:cubicBezTo>
                  <a:pt x="1007" y="450"/>
                  <a:pt x="1046" y="451"/>
                  <a:pt x="1085" y="452"/>
                </a:cubicBezTo>
                <a:cubicBezTo>
                  <a:pt x="1124" y="452"/>
                  <a:pt x="1164" y="453"/>
                  <a:pt x="1203" y="453"/>
                </a:cubicBezTo>
                <a:cubicBezTo>
                  <a:pt x="1242" y="453"/>
                  <a:pt x="1282" y="452"/>
                  <a:pt x="1321" y="452"/>
                </a:cubicBezTo>
                <a:cubicBezTo>
                  <a:pt x="1360" y="451"/>
                  <a:pt x="1399" y="450"/>
                  <a:pt x="1438" y="448"/>
                </a:cubicBezTo>
                <a:cubicBezTo>
                  <a:pt x="1476" y="447"/>
                  <a:pt x="1514" y="445"/>
                  <a:pt x="1552" y="443"/>
                </a:cubicBezTo>
                <a:cubicBezTo>
                  <a:pt x="1590" y="441"/>
                  <a:pt x="1627" y="438"/>
                  <a:pt x="1663" y="435"/>
                </a:cubicBezTo>
                <a:cubicBezTo>
                  <a:pt x="1699" y="433"/>
                  <a:pt x="1735" y="429"/>
                  <a:pt x="1770" y="426"/>
                </a:cubicBezTo>
                <a:cubicBezTo>
                  <a:pt x="1804" y="422"/>
                  <a:pt x="1838" y="419"/>
                  <a:pt x="1871" y="415"/>
                </a:cubicBezTo>
                <a:cubicBezTo>
                  <a:pt x="1904" y="410"/>
                  <a:pt x="1935" y="406"/>
                  <a:pt x="1966" y="401"/>
                </a:cubicBezTo>
                <a:cubicBezTo>
                  <a:pt x="1996" y="397"/>
                  <a:pt x="2025" y="392"/>
                  <a:pt x="2053" y="386"/>
                </a:cubicBezTo>
                <a:cubicBezTo>
                  <a:pt x="2081" y="381"/>
                  <a:pt x="2107" y="376"/>
                  <a:pt x="2132" y="370"/>
                </a:cubicBezTo>
                <a:cubicBezTo>
                  <a:pt x="2157" y="364"/>
                  <a:pt x="2181" y="358"/>
                  <a:pt x="2202" y="352"/>
                </a:cubicBezTo>
                <a:cubicBezTo>
                  <a:pt x="2224" y="346"/>
                  <a:pt x="2245" y="340"/>
                  <a:pt x="2263" y="333"/>
                </a:cubicBezTo>
                <a:cubicBezTo>
                  <a:pt x="2282" y="326"/>
                  <a:pt x="2298" y="320"/>
                  <a:pt x="2314" y="313"/>
                </a:cubicBezTo>
                <a:cubicBezTo>
                  <a:pt x="2329" y="306"/>
                  <a:pt x="2342" y="299"/>
                  <a:pt x="2353" y="292"/>
                </a:cubicBezTo>
                <a:cubicBezTo>
                  <a:pt x="2365" y="285"/>
                  <a:pt x="2374" y="278"/>
                  <a:pt x="2382" y="270"/>
                </a:cubicBezTo>
                <a:cubicBezTo>
                  <a:pt x="2390" y="263"/>
                  <a:pt x="2395" y="256"/>
                  <a:pt x="2399" y="248"/>
                </a:cubicBezTo>
                <a:cubicBezTo>
                  <a:pt x="2403" y="241"/>
                  <a:pt x="2405" y="234"/>
                  <a:pt x="2405" y="226"/>
                </a:cubicBezTo>
                <a:cubicBezTo>
                  <a:pt x="2405" y="219"/>
                  <a:pt x="2403" y="211"/>
                  <a:pt x="2399" y="204"/>
                </a:cubicBezTo>
                <a:cubicBezTo>
                  <a:pt x="2395" y="197"/>
                  <a:pt x="2390" y="189"/>
                  <a:pt x="2382" y="182"/>
                </a:cubicBezTo>
                <a:cubicBezTo>
                  <a:pt x="2374" y="175"/>
                  <a:pt x="2365" y="168"/>
                  <a:pt x="2353" y="161"/>
                </a:cubicBezTo>
                <a:cubicBezTo>
                  <a:pt x="2342" y="153"/>
                  <a:pt x="2329" y="146"/>
                  <a:pt x="2314" y="140"/>
                </a:cubicBezTo>
                <a:cubicBezTo>
                  <a:pt x="2298" y="133"/>
                  <a:pt x="2282" y="126"/>
                  <a:pt x="2263" y="120"/>
                </a:cubicBezTo>
                <a:cubicBezTo>
                  <a:pt x="2245" y="113"/>
                  <a:pt x="2224" y="107"/>
                  <a:pt x="2202" y="100"/>
                </a:cubicBezTo>
                <a:cubicBezTo>
                  <a:pt x="2181" y="94"/>
                  <a:pt x="2157" y="88"/>
                  <a:pt x="2132" y="83"/>
                </a:cubicBezTo>
                <a:cubicBezTo>
                  <a:pt x="2107" y="77"/>
                  <a:pt x="2081" y="71"/>
                  <a:pt x="2053" y="66"/>
                </a:cubicBezTo>
                <a:cubicBezTo>
                  <a:pt x="2025" y="61"/>
                  <a:pt x="1996" y="56"/>
                  <a:pt x="1966" y="51"/>
                </a:cubicBezTo>
                <a:cubicBezTo>
                  <a:pt x="1935" y="47"/>
                  <a:pt x="1904" y="42"/>
                  <a:pt x="1871" y="38"/>
                </a:cubicBezTo>
                <a:cubicBezTo>
                  <a:pt x="1838" y="34"/>
                  <a:pt x="1804" y="30"/>
                  <a:pt x="1770" y="27"/>
                </a:cubicBezTo>
                <a:cubicBezTo>
                  <a:pt x="1735" y="23"/>
                  <a:pt x="1699" y="20"/>
                  <a:pt x="1663" y="17"/>
                </a:cubicBezTo>
                <a:cubicBezTo>
                  <a:pt x="1627" y="14"/>
                  <a:pt x="1590" y="12"/>
                  <a:pt x="1552" y="10"/>
                </a:cubicBezTo>
                <a:cubicBezTo>
                  <a:pt x="1514" y="7"/>
                  <a:pt x="1476" y="6"/>
                  <a:pt x="1438" y="4"/>
                </a:cubicBezTo>
                <a:cubicBezTo>
                  <a:pt x="1399" y="3"/>
                  <a:pt x="1360" y="2"/>
                  <a:pt x="1321" y="1"/>
                </a:cubicBezTo>
                <a:cubicBezTo>
                  <a:pt x="1282" y="0"/>
                  <a:pt x="1242" y="0"/>
                  <a:pt x="1203" y="0"/>
                </a:cubicBezTo>
                <a:cubicBezTo>
                  <a:pt x="1164" y="0"/>
                  <a:pt x="1124" y="0"/>
                  <a:pt x="1085" y="1"/>
                </a:cubicBezTo>
                <a:cubicBezTo>
                  <a:pt x="1046" y="2"/>
                  <a:pt x="1007" y="3"/>
                  <a:pt x="969" y="4"/>
                </a:cubicBezTo>
                <a:cubicBezTo>
                  <a:pt x="930" y="6"/>
                  <a:pt x="892" y="7"/>
                  <a:pt x="854" y="10"/>
                </a:cubicBezTo>
                <a:cubicBezTo>
                  <a:pt x="817" y="12"/>
                  <a:pt x="780" y="14"/>
                  <a:pt x="743" y="17"/>
                </a:cubicBezTo>
                <a:cubicBezTo>
                  <a:pt x="707" y="20"/>
                  <a:pt x="671" y="23"/>
                  <a:pt x="637" y="27"/>
                </a:cubicBezTo>
                <a:cubicBezTo>
                  <a:pt x="602" y="30"/>
                  <a:pt x="568" y="34"/>
                  <a:pt x="535" y="38"/>
                </a:cubicBezTo>
                <a:cubicBezTo>
                  <a:pt x="503" y="42"/>
                  <a:pt x="471" y="47"/>
                  <a:pt x="441" y="51"/>
                </a:cubicBezTo>
                <a:cubicBezTo>
                  <a:pt x="410" y="56"/>
                  <a:pt x="381" y="61"/>
                  <a:pt x="353" y="66"/>
                </a:cubicBezTo>
                <a:cubicBezTo>
                  <a:pt x="325" y="71"/>
                  <a:pt x="299" y="77"/>
                  <a:pt x="274" y="83"/>
                </a:cubicBezTo>
                <a:cubicBezTo>
                  <a:pt x="249" y="88"/>
                  <a:pt x="226" y="94"/>
                  <a:pt x="204" y="100"/>
                </a:cubicBezTo>
                <a:cubicBezTo>
                  <a:pt x="182" y="107"/>
                  <a:pt x="162" y="113"/>
                  <a:pt x="143" y="120"/>
                </a:cubicBezTo>
                <a:cubicBezTo>
                  <a:pt x="125" y="126"/>
                  <a:pt x="108" y="133"/>
                  <a:pt x="93" y="140"/>
                </a:cubicBezTo>
                <a:cubicBezTo>
                  <a:pt x="78" y="146"/>
                  <a:pt x="64" y="153"/>
                  <a:pt x="53" y="161"/>
                </a:cubicBezTo>
                <a:cubicBezTo>
                  <a:pt x="42" y="168"/>
                  <a:pt x="32" y="175"/>
                  <a:pt x="24" y="182"/>
                </a:cubicBezTo>
                <a:cubicBezTo>
                  <a:pt x="16" y="189"/>
                  <a:pt x="10" y="197"/>
                  <a:pt x="6" y="204"/>
                </a:cubicBezTo>
                <a:cubicBezTo>
                  <a:pt x="2" y="211"/>
                  <a:pt x="0" y="219"/>
                  <a:pt x="0" y="226"/>
                </a:cubicBezTo>
                <a:lnTo>
                  <a:pt x="0" y="1121"/>
                </a:lnTo>
                <a:cubicBezTo>
                  <a:pt x="0" y="1129"/>
                  <a:pt x="2" y="1136"/>
                  <a:pt x="6" y="1144"/>
                </a:cubicBezTo>
                <a:cubicBezTo>
                  <a:pt x="10" y="1151"/>
                  <a:pt x="16" y="1158"/>
                  <a:pt x="24" y="1165"/>
                </a:cubicBezTo>
                <a:cubicBezTo>
                  <a:pt x="32" y="1173"/>
                  <a:pt x="42" y="1180"/>
                  <a:pt x="53" y="1187"/>
                </a:cubicBezTo>
                <a:cubicBezTo>
                  <a:pt x="64" y="1194"/>
                  <a:pt x="78" y="1201"/>
                  <a:pt x="93" y="1208"/>
                </a:cubicBezTo>
                <a:cubicBezTo>
                  <a:pt x="108" y="1215"/>
                  <a:pt x="125" y="1222"/>
                  <a:pt x="143" y="1228"/>
                </a:cubicBezTo>
                <a:cubicBezTo>
                  <a:pt x="162" y="1235"/>
                  <a:pt x="182" y="1241"/>
                  <a:pt x="204" y="1247"/>
                </a:cubicBezTo>
                <a:cubicBezTo>
                  <a:pt x="226" y="1253"/>
                  <a:pt x="249" y="1259"/>
                  <a:pt x="274" y="1265"/>
                </a:cubicBezTo>
                <a:cubicBezTo>
                  <a:pt x="299" y="1271"/>
                  <a:pt x="325" y="1276"/>
                  <a:pt x="353" y="1281"/>
                </a:cubicBezTo>
                <a:cubicBezTo>
                  <a:pt x="381" y="1287"/>
                  <a:pt x="410" y="1292"/>
                  <a:pt x="441" y="1296"/>
                </a:cubicBezTo>
                <a:cubicBezTo>
                  <a:pt x="471" y="1301"/>
                  <a:pt x="503" y="1305"/>
                  <a:pt x="535" y="1310"/>
                </a:cubicBezTo>
                <a:cubicBezTo>
                  <a:pt x="568" y="1314"/>
                  <a:pt x="602" y="1318"/>
                  <a:pt x="637" y="1321"/>
                </a:cubicBezTo>
                <a:cubicBezTo>
                  <a:pt x="671" y="1324"/>
                  <a:pt x="707" y="1328"/>
                  <a:pt x="743" y="1331"/>
                </a:cubicBezTo>
                <a:cubicBezTo>
                  <a:pt x="780" y="1333"/>
                  <a:pt x="817" y="1336"/>
                  <a:pt x="854" y="1338"/>
                </a:cubicBezTo>
                <a:cubicBezTo>
                  <a:pt x="892" y="1340"/>
                  <a:pt x="930" y="1342"/>
                  <a:pt x="969" y="1343"/>
                </a:cubicBezTo>
                <a:cubicBezTo>
                  <a:pt x="1007" y="1345"/>
                  <a:pt x="1046" y="1346"/>
                  <a:pt x="1085" y="1347"/>
                </a:cubicBezTo>
                <a:cubicBezTo>
                  <a:pt x="1124" y="1347"/>
                  <a:pt x="1164" y="1348"/>
                  <a:pt x="1203" y="1348"/>
                </a:cubicBezTo>
                <a:cubicBezTo>
                  <a:pt x="1242" y="1348"/>
                  <a:pt x="1282" y="1347"/>
                  <a:pt x="1321" y="1347"/>
                </a:cubicBezTo>
                <a:cubicBezTo>
                  <a:pt x="1360" y="1346"/>
                  <a:pt x="1399" y="1345"/>
                  <a:pt x="1438" y="1343"/>
                </a:cubicBezTo>
                <a:cubicBezTo>
                  <a:pt x="1476" y="1342"/>
                  <a:pt x="1514" y="1340"/>
                  <a:pt x="1552" y="1338"/>
                </a:cubicBezTo>
                <a:cubicBezTo>
                  <a:pt x="1590" y="1336"/>
                  <a:pt x="1627" y="1333"/>
                  <a:pt x="1663" y="1331"/>
                </a:cubicBezTo>
                <a:cubicBezTo>
                  <a:pt x="1699" y="1328"/>
                  <a:pt x="1735" y="1324"/>
                  <a:pt x="1770" y="1321"/>
                </a:cubicBezTo>
                <a:cubicBezTo>
                  <a:pt x="1804" y="1318"/>
                  <a:pt x="1838" y="1314"/>
                  <a:pt x="1871" y="1310"/>
                </a:cubicBezTo>
                <a:cubicBezTo>
                  <a:pt x="1904" y="1305"/>
                  <a:pt x="1935" y="1301"/>
                  <a:pt x="1966" y="1296"/>
                </a:cubicBezTo>
                <a:cubicBezTo>
                  <a:pt x="1996" y="1292"/>
                  <a:pt x="2025" y="1287"/>
                  <a:pt x="2053" y="1281"/>
                </a:cubicBezTo>
                <a:cubicBezTo>
                  <a:pt x="2081" y="1276"/>
                  <a:pt x="2107" y="1271"/>
                  <a:pt x="2132" y="1265"/>
                </a:cubicBezTo>
                <a:cubicBezTo>
                  <a:pt x="2157" y="1259"/>
                  <a:pt x="2181" y="1253"/>
                  <a:pt x="2202" y="1247"/>
                </a:cubicBezTo>
                <a:cubicBezTo>
                  <a:pt x="2224" y="1241"/>
                  <a:pt x="2245" y="1235"/>
                  <a:pt x="2263" y="1228"/>
                </a:cubicBezTo>
                <a:cubicBezTo>
                  <a:pt x="2282" y="1222"/>
                  <a:pt x="2298" y="1215"/>
                  <a:pt x="2314" y="1208"/>
                </a:cubicBezTo>
                <a:cubicBezTo>
                  <a:pt x="2329" y="1201"/>
                  <a:pt x="2342" y="1194"/>
                  <a:pt x="2353" y="1187"/>
                </a:cubicBezTo>
                <a:cubicBezTo>
                  <a:pt x="2365" y="1180"/>
                  <a:pt x="2374" y="1173"/>
                  <a:pt x="2382" y="1165"/>
                </a:cubicBezTo>
                <a:cubicBezTo>
                  <a:pt x="2390" y="1158"/>
                  <a:pt x="2395" y="1151"/>
                  <a:pt x="2399" y="1144"/>
                </a:cubicBezTo>
                <a:cubicBezTo>
                  <a:pt x="2403" y="1136"/>
                  <a:pt x="2405" y="1129"/>
                  <a:pt x="2405" y="1121"/>
                </a:cubicBezTo>
                <a:lnTo>
                  <a:pt x="2405" y="226"/>
                </a:lnTo>
                <a:lnTo>
                  <a:pt x="0" y="226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" name=""/>
          <p:cNvSpPr/>
          <p:nvPr/>
        </p:nvSpPr>
        <p:spPr>
          <a:xfrm>
            <a:off x="4750920" y="1813680"/>
            <a:ext cx="865800" cy="485280"/>
          </a:xfrm>
          <a:custGeom>
            <a:avLst/>
            <a:gdLst/>
            <a:ahLst/>
            <a:rect l="0" t="0" r="r" b="b"/>
            <a:pathLst>
              <a:path fill="none" w="2405" h="1348">
                <a:moveTo>
                  <a:pt x="0" y="226"/>
                </a:moveTo>
                <a:cubicBezTo>
                  <a:pt x="0" y="234"/>
                  <a:pt x="2" y="241"/>
                  <a:pt x="6" y="248"/>
                </a:cubicBezTo>
                <a:cubicBezTo>
                  <a:pt x="10" y="256"/>
                  <a:pt x="16" y="263"/>
                  <a:pt x="24" y="270"/>
                </a:cubicBezTo>
                <a:cubicBezTo>
                  <a:pt x="32" y="278"/>
                  <a:pt x="42" y="285"/>
                  <a:pt x="53" y="292"/>
                </a:cubicBezTo>
                <a:cubicBezTo>
                  <a:pt x="64" y="299"/>
                  <a:pt x="78" y="306"/>
                  <a:pt x="93" y="313"/>
                </a:cubicBezTo>
                <a:cubicBezTo>
                  <a:pt x="108" y="320"/>
                  <a:pt x="125" y="326"/>
                  <a:pt x="143" y="333"/>
                </a:cubicBezTo>
                <a:cubicBezTo>
                  <a:pt x="162" y="340"/>
                  <a:pt x="182" y="346"/>
                  <a:pt x="204" y="352"/>
                </a:cubicBezTo>
                <a:cubicBezTo>
                  <a:pt x="226" y="358"/>
                  <a:pt x="249" y="364"/>
                  <a:pt x="274" y="370"/>
                </a:cubicBezTo>
                <a:cubicBezTo>
                  <a:pt x="299" y="376"/>
                  <a:pt x="325" y="381"/>
                  <a:pt x="353" y="386"/>
                </a:cubicBezTo>
                <a:cubicBezTo>
                  <a:pt x="381" y="392"/>
                  <a:pt x="410" y="397"/>
                  <a:pt x="441" y="401"/>
                </a:cubicBezTo>
                <a:cubicBezTo>
                  <a:pt x="471" y="406"/>
                  <a:pt x="503" y="410"/>
                  <a:pt x="535" y="415"/>
                </a:cubicBezTo>
                <a:cubicBezTo>
                  <a:pt x="568" y="419"/>
                  <a:pt x="602" y="422"/>
                  <a:pt x="637" y="426"/>
                </a:cubicBezTo>
                <a:cubicBezTo>
                  <a:pt x="671" y="429"/>
                  <a:pt x="707" y="433"/>
                  <a:pt x="743" y="435"/>
                </a:cubicBezTo>
                <a:cubicBezTo>
                  <a:pt x="780" y="438"/>
                  <a:pt x="817" y="441"/>
                  <a:pt x="854" y="443"/>
                </a:cubicBezTo>
                <a:cubicBezTo>
                  <a:pt x="892" y="445"/>
                  <a:pt x="930" y="447"/>
                  <a:pt x="969" y="448"/>
                </a:cubicBezTo>
                <a:cubicBezTo>
                  <a:pt x="1007" y="450"/>
                  <a:pt x="1046" y="451"/>
                  <a:pt x="1085" y="452"/>
                </a:cubicBezTo>
                <a:cubicBezTo>
                  <a:pt x="1124" y="452"/>
                  <a:pt x="1164" y="453"/>
                  <a:pt x="1203" y="453"/>
                </a:cubicBezTo>
                <a:cubicBezTo>
                  <a:pt x="1242" y="453"/>
                  <a:pt x="1282" y="452"/>
                  <a:pt x="1321" y="452"/>
                </a:cubicBezTo>
                <a:cubicBezTo>
                  <a:pt x="1360" y="451"/>
                  <a:pt x="1399" y="450"/>
                  <a:pt x="1438" y="448"/>
                </a:cubicBezTo>
                <a:cubicBezTo>
                  <a:pt x="1476" y="447"/>
                  <a:pt x="1514" y="445"/>
                  <a:pt x="1552" y="443"/>
                </a:cubicBezTo>
                <a:cubicBezTo>
                  <a:pt x="1590" y="441"/>
                  <a:pt x="1627" y="438"/>
                  <a:pt x="1663" y="435"/>
                </a:cubicBezTo>
                <a:cubicBezTo>
                  <a:pt x="1699" y="433"/>
                  <a:pt x="1735" y="429"/>
                  <a:pt x="1770" y="426"/>
                </a:cubicBezTo>
                <a:cubicBezTo>
                  <a:pt x="1804" y="422"/>
                  <a:pt x="1838" y="419"/>
                  <a:pt x="1871" y="415"/>
                </a:cubicBezTo>
                <a:cubicBezTo>
                  <a:pt x="1904" y="410"/>
                  <a:pt x="1935" y="406"/>
                  <a:pt x="1966" y="401"/>
                </a:cubicBezTo>
                <a:cubicBezTo>
                  <a:pt x="1996" y="397"/>
                  <a:pt x="2025" y="392"/>
                  <a:pt x="2053" y="386"/>
                </a:cubicBezTo>
                <a:cubicBezTo>
                  <a:pt x="2081" y="381"/>
                  <a:pt x="2107" y="376"/>
                  <a:pt x="2132" y="370"/>
                </a:cubicBezTo>
                <a:cubicBezTo>
                  <a:pt x="2157" y="364"/>
                  <a:pt x="2181" y="358"/>
                  <a:pt x="2202" y="352"/>
                </a:cubicBezTo>
                <a:cubicBezTo>
                  <a:pt x="2224" y="346"/>
                  <a:pt x="2245" y="340"/>
                  <a:pt x="2263" y="333"/>
                </a:cubicBezTo>
                <a:cubicBezTo>
                  <a:pt x="2282" y="326"/>
                  <a:pt x="2298" y="320"/>
                  <a:pt x="2314" y="313"/>
                </a:cubicBezTo>
                <a:cubicBezTo>
                  <a:pt x="2329" y="306"/>
                  <a:pt x="2342" y="299"/>
                  <a:pt x="2353" y="292"/>
                </a:cubicBezTo>
                <a:cubicBezTo>
                  <a:pt x="2365" y="285"/>
                  <a:pt x="2374" y="278"/>
                  <a:pt x="2382" y="270"/>
                </a:cubicBezTo>
                <a:cubicBezTo>
                  <a:pt x="2390" y="263"/>
                  <a:pt x="2395" y="256"/>
                  <a:pt x="2399" y="248"/>
                </a:cubicBezTo>
                <a:cubicBezTo>
                  <a:pt x="2403" y="241"/>
                  <a:pt x="2405" y="234"/>
                  <a:pt x="2405" y="226"/>
                </a:cubicBezTo>
                <a:cubicBezTo>
                  <a:pt x="2405" y="219"/>
                  <a:pt x="2403" y="211"/>
                  <a:pt x="2399" y="204"/>
                </a:cubicBezTo>
                <a:cubicBezTo>
                  <a:pt x="2395" y="197"/>
                  <a:pt x="2390" y="189"/>
                  <a:pt x="2382" y="182"/>
                </a:cubicBezTo>
                <a:cubicBezTo>
                  <a:pt x="2374" y="175"/>
                  <a:pt x="2365" y="168"/>
                  <a:pt x="2353" y="161"/>
                </a:cubicBezTo>
                <a:cubicBezTo>
                  <a:pt x="2342" y="153"/>
                  <a:pt x="2329" y="146"/>
                  <a:pt x="2314" y="140"/>
                </a:cubicBezTo>
                <a:cubicBezTo>
                  <a:pt x="2298" y="133"/>
                  <a:pt x="2282" y="126"/>
                  <a:pt x="2263" y="120"/>
                </a:cubicBezTo>
                <a:cubicBezTo>
                  <a:pt x="2245" y="113"/>
                  <a:pt x="2224" y="107"/>
                  <a:pt x="2202" y="100"/>
                </a:cubicBezTo>
                <a:cubicBezTo>
                  <a:pt x="2181" y="94"/>
                  <a:pt x="2157" y="88"/>
                  <a:pt x="2132" y="83"/>
                </a:cubicBezTo>
                <a:cubicBezTo>
                  <a:pt x="2107" y="77"/>
                  <a:pt x="2081" y="71"/>
                  <a:pt x="2053" y="66"/>
                </a:cubicBezTo>
                <a:cubicBezTo>
                  <a:pt x="2025" y="61"/>
                  <a:pt x="1996" y="56"/>
                  <a:pt x="1966" y="51"/>
                </a:cubicBezTo>
                <a:cubicBezTo>
                  <a:pt x="1935" y="47"/>
                  <a:pt x="1904" y="42"/>
                  <a:pt x="1871" y="38"/>
                </a:cubicBezTo>
                <a:cubicBezTo>
                  <a:pt x="1838" y="34"/>
                  <a:pt x="1804" y="30"/>
                  <a:pt x="1770" y="27"/>
                </a:cubicBezTo>
                <a:cubicBezTo>
                  <a:pt x="1735" y="23"/>
                  <a:pt x="1699" y="20"/>
                  <a:pt x="1663" y="17"/>
                </a:cubicBezTo>
                <a:cubicBezTo>
                  <a:pt x="1627" y="14"/>
                  <a:pt x="1590" y="12"/>
                  <a:pt x="1552" y="10"/>
                </a:cubicBezTo>
                <a:cubicBezTo>
                  <a:pt x="1514" y="7"/>
                  <a:pt x="1476" y="6"/>
                  <a:pt x="1438" y="4"/>
                </a:cubicBezTo>
                <a:cubicBezTo>
                  <a:pt x="1399" y="3"/>
                  <a:pt x="1360" y="2"/>
                  <a:pt x="1321" y="1"/>
                </a:cubicBezTo>
                <a:cubicBezTo>
                  <a:pt x="1282" y="0"/>
                  <a:pt x="1242" y="0"/>
                  <a:pt x="1203" y="0"/>
                </a:cubicBezTo>
                <a:cubicBezTo>
                  <a:pt x="1164" y="0"/>
                  <a:pt x="1124" y="0"/>
                  <a:pt x="1085" y="1"/>
                </a:cubicBezTo>
                <a:cubicBezTo>
                  <a:pt x="1046" y="2"/>
                  <a:pt x="1007" y="3"/>
                  <a:pt x="969" y="4"/>
                </a:cubicBezTo>
                <a:cubicBezTo>
                  <a:pt x="930" y="6"/>
                  <a:pt x="892" y="7"/>
                  <a:pt x="854" y="10"/>
                </a:cubicBezTo>
                <a:cubicBezTo>
                  <a:pt x="817" y="12"/>
                  <a:pt x="780" y="14"/>
                  <a:pt x="743" y="17"/>
                </a:cubicBezTo>
                <a:cubicBezTo>
                  <a:pt x="707" y="20"/>
                  <a:pt x="671" y="23"/>
                  <a:pt x="637" y="27"/>
                </a:cubicBezTo>
                <a:cubicBezTo>
                  <a:pt x="602" y="30"/>
                  <a:pt x="568" y="34"/>
                  <a:pt x="535" y="38"/>
                </a:cubicBezTo>
                <a:cubicBezTo>
                  <a:pt x="503" y="42"/>
                  <a:pt x="471" y="47"/>
                  <a:pt x="441" y="51"/>
                </a:cubicBezTo>
                <a:cubicBezTo>
                  <a:pt x="410" y="56"/>
                  <a:pt x="381" y="61"/>
                  <a:pt x="353" y="66"/>
                </a:cubicBezTo>
                <a:cubicBezTo>
                  <a:pt x="325" y="71"/>
                  <a:pt x="299" y="77"/>
                  <a:pt x="274" y="83"/>
                </a:cubicBezTo>
                <a:cubicBezTo>
                  <a:pt x="249" y="88"/>
                  <a:pt x="226" y="94"/>
                  <a:pt x="204" y="100"/>
                </a:cubicBezTo>
                <a:cubicBezTo>
                  <a:pt x="182" y="107"/>
                  <a:pt x="162" y="113"/>
                  <a:pt x="143" y="120"/>
                </a:cubicBezTo>
                <a:cubicBezTo>
                  <a:pt x="125" y="126"/>
                  <a:pt x="108" y="133"/>
                  <a:pt x="93" y="140"/>
                </a:cubicBezTo>
                <a:cubicBezTo>
                  <a:pt x="78" y="146"/>
                  <a:pt x="64" y="153"/>
                  <a:pt x="53" y="161"/>
                </a:cubicBezTo>
                <a:cubicBezTo>
                  <a:pt x="42" y="168"/>
                  <a:pt x="32" y="175"/>
                  <a:pt x="24" y="182"/>
                </a:cubicBezTo>
                <a:cubicBezTo>
                  <a:pt x="16" y="189"/>
                  <a:pt x="10" y="197"/>
                  <a:pt x="6" y="204"/>
                </a:cubicBezTo>
                <a:cubicBezTo>
                  <a:pt x="2" y="211"/>
                  <a:pt x="0" y="219"/>
                  <a:pt x="0" y="226"/>
                </a:cubicBezTo>
                <a:lnTo>
                  <a:pt x="0" y="1121"/>
                </a:lnTo>
                <a:cubicBezTo>
                  <a:pt x="0" y="1129"/>
                  <a:pt x="2" y="1136"/>
                  <a:pt x="6" y="1144"/>
                </a:cubicBezTo>
                <a:cubicBezTo>
                  <a:pt x="10" y="1151"/>
                  <a:pt x="16" y="1158"/>
                  <a:pt x="24" y="1165"/>
                </a:cubicBezTo>
                <a:cubicBezTo>
                  <a:pt x="32" y="1173"/>
                  <a:pt x="42" y="1180"/>
                  <a:pt x="53" y="1187"/>
                </a:cubicBezTo>
                <a:cubicBezTo>
                  <a:pt x="64" y="1194"/>
                  <a:pt x="78" y="1201"/>
                  <a:pt x="93" y="1208"/>
                </a:cubicBezTo>
                <a:cubicBezTo>
                  <a:pt x="108" y="1215"/>
                  <a:pt x="125" y="1222"/>
                  <a:pt x="143" y="1228"/>
                </a:cubicBezTo>
                <a:cubicBezTo>
                  <a:pt x="162" y="1235"/>
                  <a:pt x="182" y="1241"/>
                  <a:pt x="204" y="1247"/>
                </a:cubicBezTo>
                <a:cubicBezTo>
                  <a:pt x="226" y="1253"/>
                  <a:pt x="249" y="1259"/>
                  <a:pt x="274" y="1265"/>
                </a:cubicBezTo>
                <a:cubicBezTo>
                  <a:pt x="299" y="1271"/>
                  <a:pt x="325" y="1276"/>
                  <a:pt x="353" y="1281"/>
                </a:cubicBezTo>
                <a:cubicBezTo>
                  <a:pt x="381" y="1287"/>
                  <a:pt x="410" y="1292"/>
                  <a:pt x="441" y="1296"/>
                </a:cubicBezTo>
                <a:cubicBezTo>
                  <a:pt x="471" y="1301"/>
                  <a:pt x="503" y="1305"/>
                  <a:pt x="535" y="1310"/>
                </a:cubicBezTo>
                <a:cubicBezTo>
                  <a:pt x="568" y="1314"/>
                  <a:pt x="602" y="1318"/>
                  <a:pt x="637" y="1321"/>
                </a:cubicBezTo>
                <a:cubicBezTo>
                  <a:pt x="671" y="1324"/>
                  <a:pt x="707" y="1328"/>
                  <a:pt x="743" y="1331"/>
                </a:cubicBezTo>
                <a:cubicBezTo>
                  <a:pt x="780" y="1333"/>
                  <a:pt x="817" y="1336"/>
                  <a:pt x="854" y="1338"/>
                </a:cubicBezTo>
                <a:cubicBezTo>
                  <a:pt x="892" y="1340"/>
                  <a:pt x="930" y="1342"/>
                  <a:pt x="969" y="1343"/>
                </a:cubicBezTo>
                <a:cubicBezTo>
                  <a:pt x="1007" y="1345"/>
                  <a:pt x="1046" y="1346"/>
                  <a:pt x="1085" y="1347"/>
                </a:cubicBezTo>
                <a:cubicBezTo>
                  <a:pt x="1124" y="1347"/>
                  <a:pt x="1164" y="1348"/>
                  <a:pt x="1203" y="1348"/>
                </a:cubicBezTo>
                <a:cubicBezTo>
                  <a:pt x="1242" y="1348"/>
                  <a:pt x="1282" y="1347"/>
                  <a:pt x="1321" y="1347"/>
                </a:cubicBezTo>
                <a:cubicBezTo>
                  <a:pt x="1360" y="1346"/>
                  <a:pt x="1399" y="1345"/>
                  <a:pt x="1438" y="1343"/>
                </a:cubicBezTo>
                <a:cubicBezTo>
                  <a:pt x="1476" y="1342"/>
                  <a:pt x="1514" y="1340"/>
                  <a:pt x="1552" y="1338"/>
                </a:cubicBezTo>
                <a:cubicBezTo>
                  <a:pt x="1590" y="1336"/>
                  <a:pt x="1627" y="1333"/>
                  <a:pt x="1663" y="1331"/>
                </a:cubicBezTo>
                <a:cubicBezTo>
                  <a:pt x="1699" y="1328"/>
                  <a:pt x="1735" y="1324"/>
                  <a:pt x="1770" y="1321"/>
                </a:cubicBezTo>
                <a:cubicBezTo>
                  <a:pt x="1804" y="1318"/>
                  <a:pt x="1838" y="1314"/>
                  <a:pt x="1871" y="1310"/>
                </a:cubicBezTo>
                <a:cubicBezTo>
                  <a:pt x="1904" y="1305"/>
                  <a:pt x="1935" y="1301"/>
                  <a:pt x="1966" y="1296"/>
                </a:cubicBezTo>
                <a:cubicBezTo>
                  <a:pt x="1996" y="1292"/>
                  <a:pt x="2025" y="1287"/>
                  <a:pt x="2053" y="1281"/>
                </a:cubicBezTo>
                <a:cubicBezTo>
                  <a:pt x="2081" y="1276"/>
                  <a:pt x="2107" y="1271"/>
                  <a:pt x="2132" y="1265"/>
                </a:cubicBezTo>
                <a:cubicBezTo>
                  <a:pt x="2157" y="1259"/>
                  <a:pt x="2181" y="1253"/>
                  <a:pt x="2202" y="1247"/>
                </a:cubicBezTo>
                <a:cubicBezTo>
                  <a:pt x="2224" y="1241"/>
                  <a:pt x="2245" y="1235"/>
                  <a:pt x="2263" y="1228"/>
                </a:cubicBezTo>
                <a:cubicBezTo>
                  <a:pt x="2282" y="1222"/>
                  <a:pt x="2298" y="1215"/>
                  <a:pt x="2314" y="1208"/>
                </a:cubicBezTo>
                <a:cubicBezTo>
                  <a:pt x="2329" y="1201"/>
                  <a:pt x="2342" y="1194"/>
                  <a:pt x="2353" y="1187"/>
                </a:cubicBezTo>
                <a:cubicBezTo>
                  <a:pt x="2365" y="1180"/>
                  <a:pt x="2374" y="1173"/>
                  <a:pt x="2382" y="1165"/>
                </a:cubicBezTo>
                <a:cubicBezTo>
                  <a:pt x="2390" y="1158"/>
                  <a:pt x="2395" y="1151"/>
                  <a:pt x="2399" y="1144"/>
                </a:cubicBezTo>
                <a:cubicBezTo>
                  <a:pt x="2403" y="1136"/>
                  <a:pt x="2405" y="1129"/>
                  <a:pt x="2405" y="1121"/>
                </a:cubicBezTo>
                <a:lnTo>
                  <a:pt x="2405" y="226"/>
                </a:lnTo>
              </a:path>
            </a:pathLst>
          </a:custGeom>
          <a:ln w="6120">
            <a:solidFill>
              <a:srgbClr val="94a3b0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" name=""/>
          <p:cNvSpPr txBox="1"/>
          <p:nvPr/>
        </p:nvSpPr>
        <p:spPr>
          <a:xfrm>
            <a:off x="3210480" y="2057040"/>
            <a:ext cx="8100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1f2937"/>
                </a:solidFill>
                <a:latin typeface="DejaVuSans"/>
                <a:ea typeface="DejaVuSans"/>
              </a:rPr>
              <a:t>Gegevensopslag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5" name=""/>
          <p:cNvSpPr/>
          <p:nvPr/>
        </p:nvSpPr>
        <p:spPr>
          <a:xfrm>
            <a:off x="6292800" y="1753920"/>
            <a:ext cx="1132920" cy="481320"/>
          </a:xfrm>
          <a:custGeom>
            <a:avLst/>
            <a:gdLst/>
            <a:ahLst/>
            <a:rect l="0" t="0" r="r" b="b"/>
            <a:pathLst>
              <a:path w="3147" h="1337">
                <a:moveTo>
                  <a:pt x="0" y="0"/>
                </a:moveTo>
                <a:lnTo>
                  <a:pt x="3147" y="0"/>
                </a:lnTo>
                <a:lnTo>
                  <a:pt x="3147" y="1337"/>
                </a:lnTo>
                <a:lnTo>
                  <a:pt x="0" y="1337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" name=""/>
          <p:cNvSpPr/>
          <p:nvPr/>
        </p:nvSpPr>
        <p:spPr>
          <a:xfrm>
            <a:off x="6292800" y="1753920"/>
            <a:ext cx="1132920" cy="481320"/>
          </a:xfrm>
          <a:custGeom>
            <a:avLst/>
            <a:gdLst/>
            <a:ahLst/>
            <a:rect l="0" t="0" r="r" b="b"/>
            <a:pathLst>
              <a:path w="3147" h="1337">
                <a:moveTo>
                  <a:pt x="0" y="0"/>
                </a:moveTo>
                <a:lnTo>
                  <a:pt x="3147" y="0"/>
                </a:lnTo>
                <a:lnTo>
                  <a:pt x="3147" y="1337"/>
                </a:lnTo>
                <a:lnTo>
                  <a:pt x="0" y="1337"/>
                </a:lnTo>
                <a:lnTo>
                  <a:pt x="0" y="0"/>
                </a:lnTo>
                <a:close/>
              </a:path>
            </a:pathLst>
          </a:custGeom>
          <a:noFill/>
          <a:ln w="6120">
            <a:solidFill>
              <a:srgbClr val="94a3b0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" name=""/>
          <p:cNvSpPr txBox="1"/>
          <p:nvPr/>
        </p:nvSpPr>
        <p:spPr>
          <a:xfrm>
            <a:off x="4797360" y="2057040"/>
            <a:ext cx="7642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1f2937"/>
                </a:solidFill>
                <a:latin typeface="DejaVuSans"/>
                <a:ea typeface="DejaVuSans"/>
              </a:rPr>
              <a:t>Datawarehouse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" name=""/>
          <p:cNvSpPr txBox="1"/>
          <p:nvPr/>
        </p:nvSpPr>
        <p:spPr>
          <a:xfrm>
            <a:off x="6494400" y="1860120"/>
            <a:ext cx="7232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1f2937"/>
                </a:solidFill>
                <a:latin typeface="DejaVuSans"/>
                <a:ea typeface="DejaVuSans"/>
              </a:rPr>
              <a:t>Rapportage en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" name=""/>
          <p:cNvSpPr/>
          <p:nvPr/>
        </p:nvSpPr>
        <p:spPr>
          <a:xfrm>
            <a:off x="6404760" y="2603160"/>
            <a:ext cx="909000" cy="638640"/>
          </a:xfrm>
          <a:custGeom>
            <a:avLst/>
            <a:gdLst/>
            <a:ahLst/>
            <a:rect l="0" t="0" r="r" b="b"/>
            <a:pathLst>
              <a:path w="2525" h="1774">
                <a:moveTo>
                  <a:pt x="0" y="232"/>
                </a:moveTo>
                <a:cubicBezTo>
                  <a:pt x="0" y="239"/>
                  <a:pt x="2" y="247"/>
                  <a:pt x="6" y="254"/>
                </a:cubicBezTo>
                <a:cubicBezTo>
                  <a:pt x="11" y="262"/>
                  <a:pt x="17" y="269"/>
                  <a:pt x="25" y="277"/>
                </a:cubicBezTo>
                <a:cubicBezTo>
                  <a:pt x="33" y="284"/>
                  <a:pt x="43" y="292"/>
                  <a:pt x="55" y="299"/>
                </a:cubicBezTo>
                <a:cubicBezTo>
                  <a:pt x="67" y="306"/>
                  <a:pt x="81" y="313"/>
                  <a:pt x="96" y="320"/>
                </a:cubicBezTo>
                <a:cubicBezTo>
                  <a:pt x="112" y="327"/>
                  <a:pt x="130" y="334"/>
                  <a:pt x="149" y="341"/>
                </a:cubicBezTo>
                <a:cubicBezTo>
                  <a:pt x="169" y="347"/>
                  <a:pt x="190" y="354"/>
                  <a:pt x="213" y="360"/>
                </a:cubicBezTo>
                <a:cubicBezTo>
                  <a:pt x="236" y="367"/>
                  <a:pt x="261" y="373"/>
                  <a:pt x="287" y="378"/>
                </a:cubicBezTo>
                <a:cubicBezTo>
                  <a:pt x="313" y="384"/>
                  <a:pt x="341" y="390"/>
                  <a:pt x="370" y="395"/>
                </a:cubicBezTo>
                <a:cubicBezTo>
                  <a:pt x="399" y="401"/>
                  <a:pt x="430" y="406"/>
                  <a:pt x="462" y="411"/>
                </a:cubicBezTo>
                <a:cubicBezTo>
                  <a:pt x="494" y="415"/>
                  <a:pt x="527" y="420"/>
                  <a:pt x="561" y="424"/>
                </a:cubicBezTo>
                <a:cubicBezTo>
                  <a:pt x="595" y="428"/>
                  <a:pt x="631" y="432"/>
                  <a:pt x="667" y="436"/>
                </a:cubicBezTo>
                <a:cubicBezTo>
                  <a:pt x="704" y="439"/>
                  <a:pt x="741" y="443"/>
                  <a:pt x="779" y="446"/>
                </a:cubicBezTo>
                <a:cubicBezTo>
                  <a:pt x="817" y="448"/>
                  <a:pt x="856" y="451"/>
                  <a:pt x="896" y="453"/>
                </a:cubicBezTo>
                <a:cubicBezTo>
                  <a:pt x="935" y="455"/>
                  <a:pt x="975" y="457"/>
                  <a:pt x="1016" y="459"/>
                </a:cubicBezTo>
                <a:cubicBezTo>
                  <a:pt x="1056" y="460"/>
                  <a:pt x="1097" y="461"/>
                  <a:pt x="1139" y="462"/>
                </a:cubicBezTo>
                <a:cubicBezTo>
                  <a:pt x="1181" y="463"/>
                  <a:pt x="1222" y="463"/>
                  <a:pt x="1263" y="463"/>
                </a:cubicBezTo>
                <a:cubicBezTo>
                  <a:pt x="1304" y="463"/>
                  <a:pt x="1346" y="463"/>
                  <a:pt x="1387" y="462"/>
                </a:cubicBezTo>
                <a:cubicBezTo>
                  <a:pt x="1428" y="461"/>
                  <a:pt x="1469" y="460"/>
                  <a:pt x="1509" y="459"/>
                </a:cubicBezTo>
                <a:cubicBezTo>
                  <a:pt x="1550" y="457"/>
                  <a:pt x="1590" y="455"/>
                  <a:pt x="1629" y="453"/>
                </a:cubicBezTo>
                <a:cubicBezTo>
                  <a:pt x="1669" y="451"/>
                  <a:pt x="1708" y="448"/>
                  <a:pt x="1746" y="446"/>
                </a:cubicBezTo>
                <a:cubicBezTo>
                  <a:pt x="1784" y="443"/>
                  <a:pt x="1821" y="439"/>
                  <a:pt x="1858" y="436"/>
                </a:cubicBezTo>
                <a:cubicBezTo>
                  <a:pt x="1894" y="432"/>
                  <a:pt x="1930" y="428"/>
                  <a:pt x="1964" y="424"/>
                </a:cubicBezTo>
                <a:cubicBezTo>
                  <a:pt x="1998" y="420"/>
                  <a:pt x="2032" y="415"/>
                  <a:pt x="2064" y="411"/>
                </a:cubicBezTo>
                <a:cubicBezTo>
                  <a:pt x="2095" y="406"/>
                  <a:pt x="2126" y="401"/>
                  <a:pt x="2155" y="395"/>
                </a:cubicBezTo>
                <a:cubicBezTo>
                  <a:pt x="2184" y="390"/>
                  <a:pt x="2212" y="384"/>
                  <a:pt x="2238" y="378"/>
                </a:cubicBezTo>
                <a:cubicBezTo>
                  <a:pt x="2265" y="373"/>
                  <a:pt x="2289" y="367"/>
                  <a:pt x="2312" y="360"/>
                </a:cubicBezTo>
                <a:cubicBezTo>
                  <a:pt x="2335" y="354"/>
                  <a:pt x="2356" y="347"/>
                  <a:pt x="2376" y="341"/>
                </a:cubicBezTo>
                <a:cubicBezTo>
                  <a:pt x="2395" y="334"/>
                  <a:pt x="2413" y="327"/>
                  <a:pt x="2429" y="320"/>
                </a:cubicBezTo>
                <a:cubicBezTo>
                  <a:pt x="2445" y="313"/>
                  <a:pt x="2458" y="306"/>
                  <a:pt x="2470" y="299"/>
                </a:cubicBezTo>
                <a:cubicBezTo>
                  <a:pt x="2482" y="292"/>
                  <a:pt x="2492" y="284"/>
                  <a:pt x="2501" y="277"/>
                </a:cubicBezTo>
                <a:cubicBezTo>
                  <a:pt x="2509" y="269"/>
                  <a:pt x="2515" y="262"/>
                  <a:pt x="2519" y="254"/>
                </a:cubicBezTo>
                <a:cubicBezTo>
                  <a:pt x="2523" y="247"/>
                  <a:pt x="2525" y="239"/>
                  <a:pt x="2525" y="232"/>
                </a:cubicBezTo>
                <a:cubicBezTo>
                  <a:pt x="2525" y="224"/>
                  <a:pt x="2523" y="216"/>
                  <a:pt x="2519" y="209"/>
                </a:cubicBezTo>
                <a:cubicBezTo>
                  <a:pt x="2515" y="201"/>
                  <a:pt x="2509" y="194"/>
                  <a:pt x="2501" y="186"/>
                </a:cubicBezTo>
                <a:cubicBezTo>
                  <a:pt x="2492" y="179"/>
                  <a:pt x="2482" y="172"/>
                  <a:pt x="2470" y="164"/>
                </a:cubicBezTo>
                <a:cubicBezTo>
                  <a:pt x="2458" y="157"/>
                  <a:pt x="2445" y="150"/>
                  <a:pt x="2429" y="143"/>
                </a:cubicBezTo>
                <a:cubicBezTo>
                  <a:pt x="2413" y="136"/>
                  <a:pt x="2395" y="129"/>
                  <a:pt x="2376" y="122"/>
                </a:cubicBezTo>
                <a:cubicBezTo>
                  <a:pt x="2356" y="116"/>
                  <a:pt x="2335" y="109"/>
                  <a:pt x="2312" y="103"/>
                </a:cubicBezTo>
                <a:cubicBezTo>
                  <a:pt x="2289" y="97"/>
                  <a:pt x="2265" y="91"/>
                  <a:pt x="2238" y="85"/>
                </a:cubicBezTo>
                <a:cubicBezTo>
                  <a:pt x="2212" y="79"/>
                  <a:pt x="2184" y="73"/>
                  <a:pt x="2155" y="68"/>
                </a:cubicBezTo>
                <a:cubicBezTo>
                  <a:pt x="2126" y="62"/>
                  <a:pt x="2095" y="57"/>
                  <a:pt x="2064" y="53"/>
                </a:cubicBezTo>
                <a:cubicBezTo>
                  <a:pt x="2032" y="48"/>
                  <a:pt x="1998" y="43"/>
                  <a:pt x="1964" y="39"/>
                </a:cubicBezTo>
                <a:cubicBezTo>
                  <a:pt x="1930" y="35"/>
                  <a:pt x="1894" y="31"/>
                  <a:pt x="1858" y="27"/>
                </a:cubicBezTo>
                <a:cubicBezTo>
                  <a:pt x="1821" y="24"/>
                  <a:pt x="1784" y="21"/>
                  <a:pt x="1746" y="18"/>
                </a:cubicBezTo>
                <a:cubicBezTo>
                  <a:pt x="1708" y="15"/>
                  <a:pt x="1669" y="12"/>
                  <a:pt x="1629" y="10"/>
                </a:cubicBezTo>
                <a:cubicBezTo>
                  <a:pt x="1590" y="8"/>
                  <a:pt x="1550" y="6"/>
                  <a:pt x="1509" y="4"/>
                </a:cubicBezTo>
                <a:cubicBezTo>
                  <a:pt x="1469" y="3"/>
                  <a:pt x="1428" y="2"/>
                  <a:pt x="1387" y="1"/>
                </a:cubicBezTo>
                <a:cubicBezTo>
                  <a:pt x="1346" y="0"/>
                  <a:pt x="1304" y="0"/>
                  <a:pt x="1263" y="0"/>
                </a:cubicBezTo>
                <a:cubicBezTo>
                  <a:pt x="1222" y="0"/>
                  <a:pt x="1181" y="0"/>
                  <a:pt x="1139" y="1"/>
                </a:cubicBezTo>
                <a:cubicBezTo>
                  <a:pt x="1097" y="2"/>
                  <a:pt x="1056" y="3"/>
                  <a:pt x="1016" y="4"/>
                </a:cubicBezTo>
                <a:cubicBezTo>
                  <a:pt x="975" y="6"/>
                  <a:pt x="935" y="8"/>
                  <a:pt x="896" y="10"/>
                </a:cubicBezTo>
                <a:cubicBezTo>
                  <a:pt x="856" y="12"/>
                  <a:pt x="817" y="15"/>
                  <a:pt x="779" y="18"/>
                </a:cubicBezTo>
                <a:cubicBezTo>
                  <a:pt x="741" y="21"/>
                  <a:pt x="704" y="24"/>
                  <a:pt x="667" y="27"/>
                </a:cubicBezTo>
                <a:cubicBezTo>
                  <a:pt x="631" y="31"/>
                  <a:pt x="595" y="35"/>
                  <a:pt x="561" y="39"/>
                </a:cubicBezTo>
                <a:cubicBezTo>
                  <a:pt x="527" y="43"/>
                  <a:pt x="494" y="48"/>
                  <a:pt x="462" y="53"/>
                </a:cubicBezTo>
                <a:cubicBezTo>
                  <a:pt x="430" y="57"/>
                  <a:pt x="399" y="62"/>
                  <a:pt x="370" y="68"/>
                </a:cubicBezTo>
                <a:cubicBezTo>
                  <a:pt x="341" y="73"/>
                  <a:pt x="313" y="79"/>
                  <a:pt x="287" y="85"/>
                </a:cubicBezTo>
                <a:cubicBezTo>
                  <a:pt x="261" y="91"/>
                  <a:pt x="236" y="97"/>
                  <a:pt x="213" y="103"/>
                </a:cubicBezTo>
                <a:cubicBezTo>
                  <a:pt x="190" y="109"/>
                  <a:pt x="169" y="116"/>
                  <a:pt x="149" y="122"/>
                </a:cubicBezTo>
                <a:cubicBezTo>
                  <a:pt x="130" y="129"/>
                  <a:pt x="112" y="136"/>
                  <a:pt x="96" y="143"/>
                </a:cubicBezTo>
                <a:cubicBezTo>
                  <a:pt x="81" y="150"/>
                  <a:pt x="67" y="157"/>
                  <a:pt x="55" y="164"/>
                </a:cubicBezTo>
                <a:cubicBezTo>
                  <a:pt x="43" y="172"/>
                  <a:pt x="33" y="179"/>
                  <a:pt x="25" y="186"/>
                </a:cubicBezTo>
                <a:cubicBezTo>
                  <a:pt x="17" y="194"/>
                  <a:pt x="11" y="201"/>
                  <a:pt x="6" y="209"/>
                </a:cubicBezTo>
                <a:cubicBezTo>
                  <a:pt x="2" y="216"/>
                  <a:pt x="0" y="224"/>
                  <a:pt x="0" y="232"/>
                </a:cubicBezTo>
                <a:lnTo>
                  <a:pt x="0" y="1543"/>
                </a:lnTo>
                <a:cubicBezTo>
                  <a:pt x="0" y="1550"/>
                  <a:pt x="2" y="1558"/>
                  <a:pt x="6" y="1565"/>
                </a:cubicBezTo>
                <a:cubicBezTo>
                  <a:pt x="11" y="1573"/>
                  <a:pt x="17" y="1580"/>
                  <a:pt x="25" y="1588"/>
                </a:cubicBezTo>
                <a:cubicBezTo>
                  <a:pt x="33" y="1595"/>
                  <a:pt x="43" y="1603"/>
                  <a:pt x="55" y="1610"/>
                </a:cubicBezTo>
                <a:cubicBezTo>
                  <a:pt x="67" y="1617"/>
                  <a:pt x="81" y="1624"/>
                  <a:pt x="96" y="1631"/>
                </a:cubicBezTo>
                <a:cubicBezTo>
                  <a:pt x="112" y="1638"/>
                  <a:pt x="130" y="1645"/>
                  <a:pt x="149" y="1652"/>
                </a:cubicBezTo>
                <a:cubicBezTo>
                  <a:pt x="169" y="1658"/>
                  <a:pt x="190" y="1665"/>
                  <a:pt x="213" y="1671"/>
                </a:cubicBezTo>
                <a:cubicBezTo>
                  <a:pt x="236" y="1678"/>
                  <a:pt x="261" y="1684"/>
                  <a:pt x="287" y="1690"/>
                </a:cubicBezTo>
                <a:cubicBezTo>
                  <a:pt x="313" y="1695"/>
                  <a:pt x="341" y="1701"/>
                  <a:pt x="370" y="1706"/>
                </a:cubicBezTo>
                <a:cubicBezTo>
                  <a:pt x="399" y="1712"/>
                  <a:pt x="430" y="1717"/>
                  <a:pt x="462" y="1722"/>
                </a:cubicBezTo>
                <a:cubicBezTo>
                  <a:pt x="494" y="1726"/>
                  <a:pt x="527" y="1731"/>
                  <a:pt x="561" y="1735"/>
                </a:cubicBezTo>
                <a:cubicBezTo>
                  <a:pt x="595" y="1739"/>
                  <a:pt x="631" y="1743"/>
                  <a:pt x="667" y="1747"/>
                </a:cubicBezTo>
                <a:cubicBezTo>
                  <a:pt x="704" y="1750"/>
                  <a:pt x="741" y="1754"/>
                  <a:pt x="779" y="1757"/>
                </a:cubicBezTo>
                <a:cubicBezTo>
                  <a:pt x="817" y="1759"/>
                  <a:pt x="856" y="1762"/>
                  <a:pt x="896" y="1764"/>
                </a:cubicBezTo>
                <a:cubicBezTo>
                  <a:pt x="935" y="1766"/>
                  <a:pt x="975" y="1768"/>
                  <a:pt x="1016" y="1770"/>
                </a:cubicBezTo>
                <a:cubicBezTo>
                  <a:pt x="1056" y="1771"/>
                  <a:pt x="1097" y="1772"/>
                  <a:pt x="1139" y="1773"/>
                </a:cubicBezTo>
                <a:cubicBezTo>
                  <a:pt x="1181" y="1774"/>
                  <a:pt x="1222" y="1774"/>
                  <a:pt x="1263" y="1774"/>
                </a:cubicBezTo>
                <a:cubicBezTo>
                  <a:pt x="1304" y="1774"/>
                  <a:pt x="1346" y="1774"/>
                  <a:pt x="1387" y="1773"/>
                </a:cubicBezTo>
                <a:cubicBezTo>
                  <a:pt x="1428" y="1772"/>
                  <a:pt x="1469" y="1771"/>
                  <a:pt x="1509" y="1770"/>
                </a:cubicBezTo>
                <a:cubicBezTo>
                  <a:pt x="1550" y="1768"/>
                  <a:pt x="1590" y="1766"/>
                  <a:pt x="1629" y="1764"/>
                </a:cubicBezTo>
                <a:cubicBezTo>
                  <a:pt x="1669" y="1762"/>
                  <a:pt x="1708" y="1759"/>
                  <a:pt x="1746" y="1757"/>
                </a:cubicBezTo>
                <a:cubicBezTo>
                  <a:pt x="1784" y="1754"/>
                  <a:pt x="1821" y="1750"/>
                  <a:pt x="1858" y="1747"/>
                </a:cubicBezTo>
                <a:cubicBezTo>
                  <a:pt x="1894" y="1743"/>
                  <a:pt x="1930" y="1739"/>
                  <a:pt x="1964" y="1735"/>
                </a:cubicBezTo>
                <a:cubicBezTo>
                  <a:pt x="1998" y="1731"/>
                  <a:pt x="2032" y="1726"/>
                  <a:pt x="2064" y="1722"/>
                </a:cubicBezTo>
                <a:cubicBezTo>
                  <a:pt x="2095" y="1717"/>
                  <a:pt x="2126" y="1712"/>
                  <a:pt x="2155" y="1706"/>
                </a:cubicBezTo>
                <a:cubicBezTo>
                  <a:pt x="2184" y="1701"/>
                  <a:pt x="2212" y="1695"/>
                  <a:pt x="2238" y="1690"/>
                </a:cubicBezTo>
                <a:cubicBezTo>
                  <a:pt x="2265" y="1684"/>
                  <a:pt x="2289" y="1678"/>
                  <a:pt x="2312" y="1671"/>
                </a:cubicBezTo>
                <a:cubicBezTo>
                  <a:pt x="2335" y="1665"/>
                  <a:pt x="2356" y="1658"/>
                  <a:pt x="2376" y="1652"/>
                </a:cubicBezTo>
                <a:cubicBezTo>
                  <a:pt x="2395" y="1645"/>
                  <a:pt x="2413" y="1638"/>
                  <a:pt x="2429" y="1631"/>
                </a:cubicBezTo>
                <a:cubicBezTo>
                  <a:pt x="2445" y="1624"/>
                  <a:pt x="2458" y="1617"/>
                  <a:pt x="2470" y="1610"/>
                </a:cubicBezTo>
                <a:cubicBezTo>
                  <a:pt x="2482" y="1603"/>
                  <a:pt x="2492" y="1595"/>
                  <a:pt x="2501" y="1588"/>
                </a:cubicBezTo>
                <a:cubicBezTo>
                  <a:pt x="2509" y="1580"/>
                  <a:pt x="2515" y="1573"/>
                  <a:pt x="2519" y="1565"/>
                </a:cubicBezTo>
                <a:cubicBezTo>
                  <a:pt x="2523" y="1558"/>
                  <a:pt x="2525" y="1550"/>
                  <a:pt x="2525" y="1543"/>
                </a:cubicBezTo>
                <a:lnTo>
                  <a:pt x="2525" y="232"/>
                </a:lnTo>
                <a:lnTo>
                  <a:pt x="0" y="232"/>
                </a:lnTo>
                <a:close/>
              </a:path>
            </a:pathLst>
          </a:custGeom>
          <a:solidFill>
            <a:srgbClr val="1d4e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" name=""/>
          <p:cNvSpPr/>
          <p:nvPr/>
        </p:nvSpPr>
        <p:spPr>
          <a:xfrm>
            <a:off x="6404760" y="2603160"/>
            <a:ext cx="909000" cy="638640"/>
          </a:xfrm>
          <a:custGeom>
            <a:avLst/>
            <a:gdLst/>
            <a:ahLst/>
            <a:rect l="0" t="0" r="r" b="b"/>
            <a:pathLst>
              <a:path fill="none" w="2525" h="1774">
                <a:moveTo>
                  <a:pt x="0" y="232"/>
                </a:moveTo>
                <a:cubicBezTo>
                  <a:pt x="0" y="239"/>
                  <a:pt x="2" y="247"/>
                  <a:pt x="6" y="254"/>
                </a:cubicBezTo>
                <a:cubicBezTo>
                  <a:pt x="11" y="262"/>
                  <a:pt x="17" y="269"/>
                  <a:pt x="25" y="277"/>
                </a:cubicBezTo>
                <a:cubicBezTo>
                  <a:pt x="33" y="284"/>
                  <a:pt x="43" y="292"/>
                  <a:pt x="55" y="299"/>
                </a:cubicBezTo>
                <a:cubicBezTo>
                  <a:pt x="67" y="306"/>
                  <a:pt x="81" y="313"/>
                  <a:pt x="96" y="320"/>
                </a:cubicBezTo>
                <a:cubicBezTo>
                  <a:pt x="112" y="327"/>
                  <a:pt x="130" y="334"/>
                  <a:pt x="149" y="341"/>
                </a:cubicBezTo>
                <a:cubicBezTo>
                  <a:pt x="169" y="347"/>
                  <a:pt x="190" y="354"/>
                  <a:pt x="213" y="360"/>
                </a:cubicBezTo>
                <a:cubicBezTo>
                  <a:pt x="236" y="367"/>
                  <a:pt x="261" y="373"/>
                  <a:pt x="287" y="378"/>
                </a:cubicBezTo>
                <a:cubicBezTo>
                  <a:pt x="313" y="384"/>
                  <a:pt x="341" y="390"/>
                  <a:pt x="370" y="395"/>
                </a:cubicBezTo>
                <a:cubicBezTo>
                  <a:pt x="399" y="401"/>
                  <a:pt x="430" y="406"/>
                  <a:pt x="462" y="411"/>
                </a:cubicBezTo>
                <a:cubicBezTo>
                  <a:pt x="494" y="415"/>
                  <a:pt x="527" y="420"/>
                  <a:pt x="561" y="424"/>
                </a:cubicBezTo>
                <a:cubicBezTo>
                  <a:pt x="595" y="428"/>
                  <a:pt x="631" y="432"/>
                  <a:pt x="667" y="436"/>
                </a:cubicBezTo>
                <a:cubicBezTo>
                  <a:pt x="704" y="439"/>
                  <a:pt x="741" y="443"/>
                  <a:pt x="779" y="446"/>
                </a:cubicBezTo>
                <a:cubicBezTo>
                  <a:pt x="817" y="448"/>
                  <a:pt x="856" y="451"/>
                  <a:pt x="896" y="453"/>
                </a:cubicBezTo>
                <a:cubicBezTo>
                  <a:pt x="935" y="455"/>
                  <a:pt x="975" y="457"/>
                  <a:pt x="1016" y="459"/>
                </a:cubicBezTo>
                <a:cubicBezTo>
                  <a:pt x="1056" y="460"/>
                  <a:pt x="1097" y="461"/>
                  <a:pt x="1139" y="462"/>
                </a:cubicBezTo>
                <a:cubicBezTo>
                  <a:pt x="1181" y="463"/>
                  <a:pt x="1222" y="463"/>
                  <a:pt x="1263" y="463"/>
                </a:cubicBezTo>
                <a:cubicBezTo>
                  <a:pt x="1304" y="463"/>
                  <a:pt x="1346" y="463"/>
                  <a:pt x="1387" y="462"/>
                </a:cubicBezTo>
                <a:cubicBezTo>
                  <a:pt x="1428" y="461"/>
                  <a:pt x="1469" y="460"/>
                  <a:pt x="1509" y="459"/>
                </a:cubicBezTo>
                <a:cubicBezTo>
                  <a:pt x="1550" y="457"/>
                  <a:pt x="1590" y="455"/>
                  <a:pt x="1629" y="453"/>
                </a:cubicBezTo>
                <a:cubicBezTo>
                  <a:pt x="1669" y="451"/>
                  <a:pt x="1708" y="448"/>
                  <a:pt x="1746" y="446"/>
                </a:cubicBezTo>
                <a:cubicBezTo>
                  <a:pt x="1784" y="443"/>
                  <a:pt x="1821" y="439"/>
                  <a:pt x="1858" y="436"/>
                </a:cubicBezTo>
                <a:cubicBezTo>
                  <a:pt x="1894" y="432"/>
                  <a:pt x="1930" y="428"/>
                  <a:pt x="1964" y="424"/>
                </a:cubicBezTo>
                <a:cubicBezTo>
                  <a:pt x="1998" y="420"/>
                  <a:pt x="2032" y="415"/>
                  <a:pt x="2064" y="411"/>
                </a:cubicBezTo>
                <a:cubicBezTo>
                  <a:pt x="2095" y="406"/>
                  <a:pt x="2126" y="401"/>
                  <a:pt x="2155" y="395"/>
                </a:cubicBezTo>
                <a:cubicBezTo>
                  <a:pt x="2184" y="390"/>
                  <a:pt x="2212" y="384"/>
                  <a:pt x="2238" y="378"/>
                </a:cubicBezTo>
                <a:cubicBezTo>
                  <a:pt x="2265" y="373"/>
                  <a:pt x="2289" y="367"/>
                  <a:pt x="2312" y="360"/>
                </a:cubicBezTo>
                <a:cubicBezTo>
                  <a:pt x="2335" y="354"/>
                  <a:pt x="2356" y="347"/>
                  <a:pt x="2376" y="341"/>
                </a:cubicBezTo>
                <a:cubicBezTo>
                  <a:pt x="2395" y="334"/>
                  <a:pt x="2413" y="327"/>
                  <a:pt x="2429" y="320"/>
                </a:cubicBezTo>
                <a:cubicBezTo>
                  <a:pt x="2445" y="313"/>
                  <a:pt x="2458" y="306"/>
                  <a:pt x="2470" y="299"/>
                </a:cubicBezTo>
                <a:cubicBezTo>
                  <a:pt x="2482" y="292"/>
                  <a:pt x="2492" y="284"/>
                  <a:pt x="2501" y="277"/>
                </a:cubicBezTo>
                <a:cubicBezTo>
                  <a:pt x="2509" y="269"/>
                  <a:pt x="2515" y="262"/>
                  <a:pt x="2519" y="254"/>
                </a:cubicBezTo>
                <a:cubicBezTo>
                  <a:pt x="2523" y="247"/>
                  <a:pt x="2525" y="239"/>
                  <a:pt x="2525" y="232"/>
                </a:cubicBezTo>
                <a:cubicBezTo>
                  <a:pt x="2525" y="224"/>
                  <a:pt x="2523" y="216"/>
                  <a:pt x="2519" y="209"/>
                </a:cubicBezTo>
                <a:cubicBezTo>
                  <a:pt x="2515" y="201"/>
                  <a:pt x="2509" y="194"/>
                  <a:pt x="2501" y="186"/>
                </a:cubicBezTo>
                <a:cubicBezTo>
                  <a:pt x="2492" y="179"/>
                  <a:pt x="2482" y="172"/>
                  <a:pt x="2470" y="164"/>
                </a:cubicBezTo>
                <a:cubicBezTo>
                  <a:pt x="2458" y="157"/>
                  <a:pt x="2445" y="150"/>
                  <a:pt x="2429" y="143"/>
                </a:cubicBezTo>
                <a:cubicBezTo>
                  <a:pt x="2413" y="136"/>
                  <a:pt x="2395" y="129"/>
                  <a:pt x="2376" y="122"/>
                </a:cubicBezTo>
                <a:cubicBezTo>
                  <a:pt x="2356" y="116"/>
                  <a:pt x="2335" y="109"/>
                  <a:pt x="2312" y="103"/>
                </a:cubicBezTo>
                <a:cubicBezTo>
                  <a:pt x="2289" y="97"/>
                  <a:pt x="2265" y="91"/>
                  <a:pt x="2238" y="85"/>
                </a:cubicBezTo>
                <a:cubicBezTo>
                  <a:pt x="2212" y="79"/>
                  <a:pt x="2184" y="73"/>
                  <a:pt x="2155" y="68"/>
                </a:cubicBezTo>
                <a:cubicBezTo>
                  <a:pt x="2126" y="62"/>
                  <a:pt x="2095" y="57"/>
                  <a:pt x="2064" y="53"/>
                </a:cubicBezTo>
                <a:cubicBezTo>
                  <a:pt x="2032" y="48"/>
                  <a:pt x="1998" y="43"/>
                  <a:pt x="1964" y="39"/>
                </a:cubicBezTo>
                <a:cubicBezTo>
                  <a:pt x="1930" y="35"/>
                  <a:pt x="1894" y="31"/>
                  <a:pt x="1858" y="27"/>
                </a:cubicBezTo>
                <a:cubicBezTo>
                  <a:pt x="1821" y="24"/>
                  <a:pt x="1784" y="21"/>
                  <a:pt x="1746" y="18"/>
                </a:cubicBezTo>
                <a:cubicBezTo>
                  <a:pt x="1708" y="15"/>
                  <a:pt x="1669" y="12"/>
                  <a:pt x="1629" y="10"/>
                </a:cubicBezTo>
                <a:cubicBezTo>
                  <a:pt x="1590" y="8"/>
                  <a:pt x="1550" y="6"/>
                  <a:pt x="1509" y="4"/>
                </a:cubicBezTo>
                <a:cubicBezTo>
                  <a:pt x="1469" y="3"/>
                  <a:pt x="1428" y="2"/>
                  <a:pt x="1387" y="1"/>
                </a:cubicBezTo>
                <a:cubicBezTo>
                  <a:pt x="1346" y="0"/>
                  <a:pt x="1304" y="0"/>
                  <a:pt x="1263" y="0"/>
                </a:cubicBezTo>
                <a:cubicBezTo>
                  <a:pt x="1222" y="0"/>
                  <a:pt x="1181" y="0"/>
                  <a:pt x="1139" y="1"/>
                </a:cubicBezTo>
                <a:cubicBezTo>
                  <a:pt x="1097" y="2"/>
                  <a:pt x="1056" y="3"/>
                  <a:pt x="1016" y="4"/>
                </a:cubicBezTo>
                <a:cubicBezTo>
                  <a:pt x="975" y="6"/>
                  <a:pt x="935" y="8"/>
                  <a:pt x="896" y="10"/>
                </a:cubicBezTo>
                <a:cubicBezTo>
                  <a:pt x="856" y="12"/>
                  <a:pt x="817" y="15"/>
                  <a:pt x="779" y="18"/>
                </a:cubicBezTo>
                <a:cubicBezTo>
                  <a:pt x="741" y="21"/>
                  <a:pt x="704" y="24"/>
                  <a:pt x="667" y="27"/>
                </a:cubicBezTo>
                <a:cubicBezTo>
                  <a:pt x="631" y="31"/>
                  <a:pt x="595" y="35"/>
                  <a:pt x="561" y="39"/>
                </a:cubicBezTo>
                <a:cubicBezTo>
                  <a:pt x="527" y="43"/>
                  <a:pt x="494" y="48"/>
                  <a:pt x="462" y="53"/>
                </a:cubicBezTo>
                <a:cubicBezTo>
                  <a:pt x="430" y="57"/>
                  <a:pt x="399" y="62"/>
                  <a:pt x="370" y="68"/>
                </a:cubicBezTo>
                <a:cubicBezTo>
                  <a:pt x="341" y="73"/>
                  <a:pt x="313" y="79"/>
                  <a:pt x="287" y="85"/>
                </a:cubicBezTo>
                <a:cubicBezTo>
                  <a:pt x="261" y="91"/>
                  <a:pt x="236" y="97"/>
                  <a:pt x="213" y="103"/>
                </a:cubicBezTo>
                <a:cubicBezTo>
                  <a:pt x="190" y="109"/>
                  <a:pt x="169" y="116"/>
                  <a:pt x="149" y="122"/>
                </a:cubicBezTo>
                <a:cubicBezTo>
                  <a:pt x="130" y="129"/>
                  <a:pt x="112" y="136"/>
                  <a:pt x="96" y="143"/>
                </a:cubicBezTo>
                <a:cubicBezTo>
                  <a:pt x="81" y="150"/>
                  <a:pt x="67" y="157"/>
                  <a:pt x="55" y="164"/>
                </a:cubicBezTo>
                <a:cubicBezTo>
                  <a:pt x="43" y="172"/>
                  <a:pt x="33" y="179"/>
                  <a:pt x="25" y="186"/>
                </a:cubicBezTo>
                <a:cubicBezTo>
                  <a:pt x="17" y="194"/>
                  <a:pt x="11" y="201"/>
                  <a:pt x="6" y="209"/>
                </a:cubicBezTo>
                <a:cubicBezTo>
                  <a:pt x="2" y="216"/>
                  <a:pt x="0" y="224"/>
                  <a:pt x="0" y="232"/>
                </a:cubicBezTo>
                <a:lnTo>
                  <a:pt x="0" y="1543"/>
                </a:lnTo>
                <a:cubicBezTo>
                  <a:pt x="0" y="1550"/>
                  <a:pt x="2" y="1558"/>
                  <a:pt x="6" y="1565"/>
                </a:cubicBezTo>
                <a:cubicBezTo>
                  <a:pt x="11" y="1573"/>
                  <a:pt x="17" y="1580"/>
                  <a:pt x="25" y="1588"/>
                </a:cubicBezTo>
                <a:cubicBezTo>
                  <a:pt x="33" y="1595"/>
                  <a:pt x="43" y="1603"/>
                  <a:pt x="55" y="1610"/>
                </a:cubicBezTo>
                <a:cubicBezTo>
                  <a:pt x="67" y="1617"/>
                  <a:pt x="81" y="1624"/>
                  <a:pt x="96" y="1631"/>
                </a:cubicBezTo>
                <a:cubicBezTo>
                  <a:pt x="112" y="1638"/>
                  <a:pt x="130" y="1645"/>
                  <a:pt x="149" y="1652"/>
                </a:cubicBezTo>
                <a:cubicBezTo>
                  <a:pt x="169" y="1658"/>
                  <a:pt x="190" y="1665"/>
                  <a:pt x="213" y="1671"/>
                </a:cubicBezTo>
                <a:cubicBezTo>
                  <a:pt x="236" y="1678"/>
                  <a:pt x="261" y="1684"/>
                  <a:pt x="287" y="1690"/>
                </a:cubicBezTo>
                <a:cubicBezTo>
                  <a:pt x="313" y="1695"/>
                  <a:pt x="341" y="1701"/>
                  <a:pt x="370" y="1706"/>
                </a:cubicBezTo>
                <a:cubicBezTo>
                  <a:pt x="399" y="1712"/>
                  <a:pt x="430" y="1717"/>
                  <a:pt x="462" y="1722"/>
                </a:cubicBezTo>
                <a:cubicBezTo>
                  <a:pt x="494" y="1726"/>
                  <a:pt x="527" y="1731"/>
                  <a:pt x="561" y="1735"/>
                </a:cubicBezTo>
                <a:cubicBezTo>
                  <a:pt x="595" y="1739"/>
                  <a:pt x="631" y="1743"/>
                  <a:pt x="667" y="1747"/>
                </a:cubicBezTo>
                <a:cubicBezTo>
                  <a:pt x="704" y="1750"/>
                  <a:pt x="741" y="1754"/>
                  <a:pt x="779" y="1757"/>
                </a:cubicBezTo>
                <a:cubicBezTo>
                  <a:pt x="817" y="1759"/>
                  <a:pt x="856" y="1762"/>
                  <a:pt x="896" y="1764"/>
                </a:cubicBezTo>
                <a:cubicBezTo>
                  <a:pt x="935" y="1766"/>
                  <a:pt x="975" y="1768"/>
                  <a:pt x="1016" y="1770"/>
                </a:cubicBezTo>
                <a:cubicBezTo>
                  <a:pt x="1056" y="1771"/>
                  <a:pt x="1097" y="1772"/>
                  <a:pt x="1139" y="1773"/>
                </a:cubicBezTo>
                <a:cubicBezTo>
                  <a:pt x="1181" y="1774"/>
                  <a:pt x="1222" y="1774"/>
                  <a:pt x="1263" y="1774"/>
                </a:cubicBezTo>
                <a:cubicBezTo>
                  <a:pt x="1304" y="1774"/>
                  <a:pt x="1346" y="1774"/>
                  <a:pt x="1387" y="1773"/>
                </a:cubicBezTo>
                <a:cubicBezTo>
                  <a:pt x="1428" y="1772"/>
                  <a:pt x="1469" y="1771"/>
                  <a:pt x="1509" y="1770"/>
                </a:cubicBezTo>
                <a:cubicBezTo>
                  <a:pt x="1550" y="1768"/>
                  <a:pt x="1590" y="1766"/>
                  <a:pt x="1629" y="1764"/>
                </a:cubicBezTo>
                <a:cubicBezTo>
                  <a:pt x="1669" y="1762"/>
                  <a:pt x="1708" y="1759"/>
                  <a:pt x="1746" y="1757"/>
                </a:cubicBezTo>
                <a:cubicBezTo>
                  <a:pt x="1784" y="1754"/>
                  <a:pt x="1821" y="1750"/>
                  <a:pt x="1858" y="1747"/>
                </a:cubicBezTo>
                <a:cubicBezTo>
                  <a:pt x="1894" y="1743"/>
                  <a:pt x="1930" y="1739"/>
                  <a:pt x="1964" y="1735"/>
                </a:cubicBezTo>
                <a:cubicBezTo>
                  <a:pt x="1998" y="1731"/>
                  <a:pt x="2032" y="1726"/>
                  <a:pt x="2064" y="1722"/>
                </a:cubicBezTo>
                <a:cubicBezTo>
                  <a:pt x="2095" y="1717"/>
                  <a:pt x="2126" y="1712"/>
                  <a:pt x="2155" y="1706"/>
                </a:cubicBezTo>
                <a:cubicBezTo>
                  <a:pt x="2184" y="1701"/>
                  <a:pt x="2212" y="1695"/>
                  <a:pt x="2238" y="1690"/>
                </a:cubicBezTo>
                <a:cubicBezTo>
                  <a:pt x="2265" y="1684"/>
                  <a:pt x="2289" y="1678"/>
                  <a:pt x="2312" y="1671"/>
                </a:cubicBezTo>
                <a:cubicBezTo>
                  <a:pt x="2335" y="1665"/>
                  <a:pt x="2356" y="1658"/>
                  <a:pt x="2376" y="1652"/>
                </a:cubicBezTo>
                <a:cubicBezTo>
                  <a:pt x="2395" y="1645"/>
                  <a:pt x="2413" y="1638"/>
                  <a:pt x="2429" y="1631"/>
                </a:cubicBezTo>
                <a:cubicBezTo>
                  <a:pt x="2445" y="1624"/>
                  <a:pt x="2458" y="1617"/>
                  <a:pt x="2470" y="1610"/>
                </a:cubicBezTo>
                <a:cubicBezTo>
                  <a:pt x="2482" y="1603"/>
                  <a:pt x="2492" y="1595"/>
                  <a:pt x="2501" y="1588"/>
                </a:cubicBezTo>
                <a:cubicBezTo>
                  <a:pt x="2509" y="1580"/>
                  <a:pt x="2515" y="1573"/>
                  <a:pt x="2519" y="1565"/>
                </a:cubicBezTo>
                <a:cubicBezTo>
                  <a:pt x="2523" y="1558"/>
                  <a:pt x="2525" y="1550"/>
                  <a:pt x="2525" y="1543"/>
                </a:cubicBezTo>
                <a:lnTo>
                  <a:pt x="2525" y="232"/>
                </a:lnTo>
              </a:path>
            </a:pathLst>
          </a:custGeom>
          <a:ln w="6120">
            <a:solidFill>
              <a:srgbClr val="1d4ed8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" name=""/>
          <p:cNvSpPr txBox="1"/>
          <p:nvPr/>
        </p:nvSpPr>
        <p:spPr>
          <a:xfrm>
            <a:off x="6478200" y="2007720"/>
            <a:ext cx="75672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1f2937"/>
                </a:solidFill>
                <a:latin typeface="DejaVuSans"/>
                <a:ea typeface="DejaVuSans"/>
              </a:rPr>
              <a:t>stuurinformatie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" name=""/>
          <p:cNvSpPr txBox="1"/>
          <p:nvPr/>
        </p:nvSpPr>
        <p:spPr>
          <a:xfrm>
            <a:off x="6476040" y="2849400"/>
            <a:ext cx="7596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ffffff"/>
                </a:solidFill>
                <a:latin typeface="DejaVuSans"/>
                <a:ea typeface="DejaVuSans"/>
              </a:rPr>
              <a:t>Data lakehouse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" name=""/>
          <p:cNvSpPr/>
          <p:nvPr/>
        </p:nvSpPr>
        <p:spPr>
          <a:xfrm>
            <a:off x="7733520" y="2682000"/>
            <a:ext cx="1094760" cy="480960"/>
          </a:xfrm>
          <a:custGeom>
            <a:avLst/>
            <a:gdLst/>
            <a:ahLst/>
            <a:rect l="0" t="0" r="r" b="b"/>
            <a:pathLst>
              <a:path w="3041" h="1336">
                <a:moveTo>
                  <a:pt x="0" y="0"/>
                </a:moveTo>
                <a:lnTo>
                  <a:pt x="3041" y="0"/>
                </a:lnTo>
                <a:lnTo>
                  <a:pt x="3041" y="1336"/>
                </a:lnTo>
                <a:lnTo>
                  <a:pt x="0" y="1336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6120">
            <a:solidFill>
              <a:srgbClr val="1d4ed8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" name=""/>
          <p:cNvSpPr txBox="1"/>
          <p:nvPr/>
        </p:nvSpPr>
        <p:spPr>
          <a:xfrm>
            <a:off x="6451200" y="2997360"/>
            <a:ext cx="8100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ffffff"/>
                </a:solidFill>
                <a:latin typeface="DejaVuSans"/>
                <a:ea typeface="DejaVuSans"/>
              </a:rPr>
              <a:t>met rekenkracht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" name=""/>
          <p:cNvSpPr txBox="1"/>
          <p:nvPr/>
        </p:nvSpPr>
        <p:spPr>
          <a:xfrm>
            <a:off x="7980120" y="2787840"/>
            <a:ext cx="5950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ffffff"/>
                </a:solidFill>
                <a:latin typeface="DejaVuSans"/>
                <a:ea typeface="DejaVuSans"/>
              </a:rPr>
              <a:t>Modellen en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" name=""/>
          <p:cNvSpPr/>
          <p:nvPr/>
        </p:nvSpPr>
        <p:spPr>
          <a:xfrm>
            <a:off x="4382640" y="2669760"/>
            <a:ext cx="1602720" cy="628920"/>
          </a:xfrm>
          <a:custGeom>
            <a:avLst/>
            <a:gdLst/>
            <a:ahLst/>
            <a:rect l="0" t="0" r="r" b="b"/>
            <a:pathLst>
              <a:path w="4452" h="1747">
                <a:moveTo>
                  <a:pt x="0" y="0"/>
                </a:moveTo>
                <a:lnTo>
                  <a:pt x="4452" y="0"/>
                </a:lnTo>
                <a:lnTo>
                  <a:pt x="4452" y="1747"/>
                </a:lnTo>
                <a:lnTo>
                  <a:pt x="0" y="1747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6120">
            <a:solidFill>
              <a:srgbClr val="1d4ed8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7" name=""/>
          <p:cNvSpPr txBox="1"/>
          <p:nvPr/>
        </p:nvSpPr>
        <p:spPr>
          <a:xfrm>
            <a:off x="7918560" y="2935800"/>
            <a:ext cx="71856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ffffff"/>
                </a:solidFill>
                <a:latin typeface="DejaVuSans"/>
                <a:ea typeface="DejaVuSans"/>
              </a:rPr>
              <a:t>voorspellingen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" name=""/>
          <p:cNvSpPr txBox="1"/>
          <p:nvPr/>
        </p:nvSpPr>
        <p:spPr>
          <a:xfrm>
            <a:off x="4755960" y="2775600"/>
            <a:ext cx="8510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ffffff"/>
                </a:solidFill>
                <a:latin typeface="DejaVuSans"/>
                <a:ea typeface="DejaVuSans"/>
              </a:rPr>
              <a:t>Externe bronnen: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" name=""/>
          <p:cNvSpPr txBox="1"/>
          <p:nvPr/>
        </p:nvSpPr>
        <p:spPr>
          <a:xfrm>
            <a:off x="4626360" y="2923560"/>
            <a:ext cx="110412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ffffff"/>
                </a:solidFill>
                <a:latin typeface="DejaVuSans"/>
                <a:ea typeface="DejaVuSans"/>
              </a:rPr>
              <a:t>platformen, sensoren, 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" name=""/>
          <p:cNvSpPr txBox="1"/>
          <p:nvPr/>
        </p:nvSpPr>
        <p:spPr>
          <a:xfrm>
            <a:off x="4975200" y="3071520"/>
            <a:ext cx="4122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ffffff"/>
                </a:solidFill>
                <a:latin typeface="DejaVuSans"/>
                <a:ea typeface="DejaVuSans"/>
              </a:rPr>
              <a:t>partners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" name=""/>
          <p:cNvSpPr txBox="1"/>
          <p:nvPr/>
        </p:nvSpPr>
        <p:spPr>
          <a:xfrm>
            <a:off x="457200" y="3660840"/>
            <a:ext cx="86446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hoeveelheid gegevens groeide, en de rekenkracht verhuisde naar de cloud. Het datawarehouse kreeg een opvolger die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" name=""/>
          <p:cNvSpPr txBox="1"/>
          <p:nvPr/>
        </p:nvSpPr>
        <p:spPr>
          <a:xfrm>
            <a:off x="457200" y="3889440"/>
            <a:ext cx="88002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ook ongestructureerde gegevens aankan en er rekenkracht naast zet. Daarbovenop kwamen modellen en voorspellingen. 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" name=""/>
          <p:cNvSpPr txBox="1"/>
          <p:nvPr/>
        </p:nvSpPr>
        <p:spPr>
          <a:xfrm>
            <a:off x="457200" y="4118040"/>
            <a:ext cx="39402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er kwamen bronnen bij van buiten de eigen organisatie.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3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31" name=""/>
          <p:cNvSpPr/>
          <p:nvPr/>
        </p:nvSpPr>
        <p:spPr>
          <a:xfrm>
            <a:off x="1105560" y="1909440"/>
            <a:ext cx="560160" cy="441360"/>
          </a:xfrm>
          <a:custGeom>
            <a:avLst/>
            <a:gdLst/>
            <a:ahLst/>
            <a:rect l="0" t="0" r="r" b="b"/>
            <a:pathLst>
              <a:path fill="none" w="1556" h="1226">
                <a:moveTo>
                  <a:pt x="0" y="1226"/>
                </a:moveTo>
                <a:lnTo>
                  <a:pt x="210" y="1022"/>
                </a:lnTo>
                <a:cubicBezTo>
                  <a:pt x="420" y="818"/>
                  <a:pt x="840" y="409"/>
                  <a:pt x="1099" y="204"/>
                </a:cubicBezTo>
                <a:cubicBezTo>
                  <a:pt x="1358" y="0"/>
                  <a:pt x="1457" y="0"/>
                  <a:pt x="1507" y="0"/>
                </a:cubicBezTo>
                <a:lnTo>
                  <a:pt x="1556" y="0"/>
                </a:lnTo>
              </a:path>
            </a:pathLst>
          </a:custGeom>
          <a:ln w="12600">
            <a:solidFill>
              <a:srgbClr val="d4a017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" name=""/>
          <p:cNvSpPr/>
          <p:nvPr/>
        </p:nvSpPr>
        <p:spPr>
          <a:xfrm>
            <a:off x="1645200" y="1888920"/>
            <a:ext cx="41040" cy="41400"/>
          </a:xfrm>
          <a:custGeom>
            <a:avLst/>
            <a:gdLst/>
            <a:ahLst/>
            <a:rect l="0" t="0" r="r" b="b"/>
            <a:pathLst>
              <a:path w="114" h="115">
                <a:moveTo>
                  <a:pt x="0" y="0"/>
                </a:moveTo>
                <a:lnTo>
                  <a:pt x="114" y="58"/>
                </a:lnTo>
                <a:lnTo>
                  <a:pt x="0" y="115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3" name=""/>
          <p:cNvSpPr/>
          <p:nvPr/>
        </p:nvSpPr>
        <p:spPr>
          <a:xfrm>
            <a:off x="1643040" y="188568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18" y="9"/>
                </a:moveTo>
                <a:lnTo>
                  <a:pt x="29" y="14"/>
                </a:lnTo>
                <a:lnTo>
                  <a:pt x="23" y="25"/>
                </a:lnTo>
                <a:lnTo>
                  <a:pt x="13" y="20"/>
                </a:lnTo>
                <a:lnTo>
                  <a:pt x="18" y="9"/>
                </a:lnTo>
                <a:moveTo>
                  <a:pt x="29" y="14"/>
                </a:moveTo>
                <a:lnTo>
                  <a:pt x="39" y="20"/>
                </a:lnTo>
                <a:lnTo>
                  <a:pt x="34" y="30"/>
                </a:lnTo>
                <a:lnTo>
                  <a:pt x="23" y="25"/>
                </a:lnTo>
                <a:lnTo>
                  <a:pt x="29" y="14"/>
                </a:lnTo>
                <a:moveTo>
                  <a:pt x="39" y="20"/>
                </a:moveTo>
                <a:lnTo>
                  <a:pt x="49" y="25"/>
                </a:lnTo>
                <a:lnTo>
                  <a:pt x="44" y="35"/>
                </a:lnTo>
                <a:lnTo>
                  <a:pt x="34" y="30"/>
                </a:lnTo>
                <a:lnTo>
                  <a:pt x="39" y="20"/>
                </a:lnTo>
                <a:moveTo>
                  <a:pt x="49" y="25"/>
                </a:moveTo>
                <a:lnTo>
                  <a:pt x="59" y="30"/>
                </a:lnTo>
                <a:lnTo>
                  <a:pt x="54" y="40"/>
                </a:lnTo>
                <a:lnTo>
                  <a:pt x="44" y="35"/>
                </a:lnTo>
                <a:lnTo>
                  <a:pt x="49" y="25"/>
                </a:lnTo>
                <a:moveTo>
                  <a:pt x="59" y="30"/>
                </a:moveTo>
                <a:lnTo>
                  <a:pt x="69" y="35"/>
                </a:lnTo>
                <a:lnTo>
                  <a:pt x="64" y="45"/>
                </a:lnTo>
                <a:lnTo>
                  <a:pt x="54" y="40"/>
                </a:lnTo>
                <a:lnTo>
                  <a:pt x="59" y="30"/>
                </a:lnTo>
                <a:moveTo>
                  <a:pt x="69" y="35"/>
                </a:moveTo>
                <a:lnTo>
                  <a:pt x="79" y="40"/>
                </a:lnTo>
                <a:lnTo>
                  <a:pt x="74" y="50"/>
                </a:lnTo>
                <a:lnTo>
                  <a:pt x="64" y="45"/>
                </a:lnTo>
                <a:lnTo>
                  <a:pt x="69" y="35"/>
                </a:lnTo>
                <a:moveTo>
                  <a:pt x="79" y="40"/>
                </a:moveTo>
                <a:lnTo>
                  <a:pt x="90" y="45"/>
                </a:lnTo>
                <a:lnTo>
                  <a:pt x="84" y="55"/>
                </a:lnTo>
                <a:lnTo>
                  <a:pt x="74" y="50"/>
                </a:lnTo>
                <a:lnTo>
                  <a:pt x="79" y="40"/>
                </a:lnTo>
                <a:moveTo>
                  <a:pt x="90" y="45"/>
                </a:moveTo>
                <a:lnTo>
                  <a:pt x="100" y="50"/>
                </a:lnTo>
                <a:lnTo>
                  <a:pt x="95" y="60"/>
                </a:lnTo>
                <a:lnTo>
                  <a:pt x="84" y="55"/>
                </a:lnTo>
                <a:lnTo>
                  <a:pt x="90" y="45"/>
                </a:lnTo>
                <a:moveTo>
                  <a:pt x="100" y="50"/>
                </a:moveTo>
                <a:lnTo>
                  <a:pt x="111" y="55"/>
                </a:lnTo>
                <a:lnTo>
                  <a:pt x="105" y="65"/>
                </a:lnTo>
                <a:lnTo>
                  <a:pt x="95" y="60"/>
                </a:lnTo>
                <a:lnTo>
                  <a:pt x="100" y="50"/>
                </a:lnTo>
                <a:moveTo>
                  <a:pt x="111" y="55"/>
                </a:moveTo>
                <a:lnTo>
                  <a:pt x="121" y="60"/>
                </a:lnTo>
                <a:lnTo>
                  <a:pt x="116" y="71"/>
                </a:lnTo>
                <a:lnTo>
                  <a:pt x="105" y="65"/>
                </a:lnTo>
                <a:lnTo>
                  <a:pt x="111" y="55"/>
                </a:lnTo>
                <a:moveTo>
                  <a:pt x="121" y="60"/>
                </a:moveTo>
                <a:lnTo>
                  <a:pt x="133" y="66"/>
                </a:lnTo>
                <a:lnTo>
                  <a:pt x="114" y="76"/>
                </a:lnTo>
                <a:lnTo>
                  <a:pt x="109" y="65"/>
                </a:lnTo>
                <a:lnTo>
                  <a:pt x="117" y="61"/>
                </a:lnTo>
                <a:lnTo>
                  <a:pt x="120" y="66"/>
                </a:lnTo>
                <a:lnTo>
                  <a:pt x="117" y="72"/>
                </a:lnTo>
                <a:lnTo>
                  <a:pt x="116" y="71"/>
                </a:lnTo>
                <a:lnTo>
                  <a:pt x="121" y="60"/>
                </a:lnTo>
                <a:moveTo>
                  <a:pt x="114" y="76"/>
                </a:moveTo>
                <a:lnTo>
                  <a:pt x="104" y="81"/>
                </a:lnTo>
                <a:lnTo>
                  <a:pt x="99" y="71"/>
                </a:lnTo>
                <a:lnTo>
                  <a:pt x="109" y="65"/>
                </a:lnTo>
                <a:lnTo>
                  <a:pt x="114" y="76"/>
                </a:lnTo>
                <a:moveTo>
                  <a:pt x="104" y="81"/>
                </a:moveTo>
                <a:lnTo>
                  <a:pt x="94" y="86"/>
                </a:lnTo>
                <a:lnTo>
                  <a:pt x="89" y="76"/>
                </a:lnTo>
                <a:lnTo>
                  <a:pt x="99" y="71"/>
                </a:lnTo>
                <a:lnTo>
                  <a:pt x="104" y="81"/>
                </a:lnTo>
                <a:moveTo>
                  <a:pt x="94" y="86"/>
                </a:moveTo>
                <a:lnTo>
                  <a:pt x="83" y="91"/>
                </a:lnTo>
                <a:lnTo>
                  <a:pt x="78" y="81"/>
                </a:lnTo>
                <a:lnTo>
                  <a:pt x="89" y="76"/>
                </a:lnTo>
                <a:lnTo>
                  <a:pt x="94" y="86"/>
                </a:lnTo>
                <a:moveTo>
                  <a:pt x="83" y="91"/>
                </a:moveTo>
                <a:lnTo>
                  <a:pt x="73" y="96"/>
                </a:lnTo>
                <a:lnTo>
                  <a:pt x="68" y="86"/>
                </a:lnTo>
                <a:lnTo>
                  <a:pt x="78" y="81"/>
                </a:lnTo>
                <a:lnTo>
                  <a:pt x="83" y="91"/>
                </a:lnTo>
                <a:moveTo>
                  <a:pt x="73" y="96"/>
                </a:moveTo>
                <a:lnTo>
                  <a:pt x="63" y="102"/>
                </a:lnTo>
                <a:lnTo>
                  <a:pt x="57" y="91"/>
                </a:lnTo>
                <a:lnTo>
                  <a:pt x="68" y="86"/>
                </a:lnTo>
                <a:lnTo>
                  <a:pt x="73" y="96"/>
                </a:lnTo>
                <a:moveTo>
                  <a:pt x="63" y="102"/>
                </a:moveTo>
                <a:lnTo>
                  <a:pt x="52" y="107"/>
                </a:lnTo>
                <a:lnTo>
                  <a:pt x="47" y="96"/>
                </a:lnTo>
                <a:lnTo>
                  <a:pt x="57" y="91"/>
                </a:lnTo>
                <a:lnTo>
                  <a:pt x="63" y="102"/>
                </a:lnTo>
                <a:moveTo>
                  <a:pt x="52" y="107"/>
                </a:moveTo>
                <a:lnTo>
                  <a:pt x="42" y="112"/>
                </a:lnTo>
                <a:lnTo>
                  <a:pt x="37" y="102"/>
                </a:lnTo>
                <a:lnTo>
                  <a:pt x="47" y="96"/>
                </a:lnTo>
                <a:lnTo>
                  <a:pt x="52" y="107"/>
                </a:lnTo>
                <a:moveTo>
                  <a:pt x="42" y="112"/>
                </a:moveTo>
                <a:lnTo>
                  <a:pt x="32" y="117"/>
                </a:lnTo>
                <a:lnTo>
                  <a:pt x="27" y="107"/>
                </a:lnTo>
                <a:lnTo>
                  <a:pt x="37" y="102"/>
                </a:lnTo>
                <a:lnTo>
                  <a:pt x="42" y="112"/>
                </a:lnTo>
                <a:moveTo>
                  <a:pt x="32" y="117"/>
                </a:moveTo>
                <a:lnTo>
                  <a:pt x="22" y="122"/>
                </a:lnTo>
                <a:lnTo>
                  <a:pt x="17" y="112"/>
                </a:lnTo>
                <a:lnTo>
                  <a:pt x="27" y="107"/>
                </a:lnTo>
                <a:lnTo>
                  <a:pt x="32" y="117"/>
                </a:lnTo>
                <a:moveTo>
                  <a:pt x="22" y="122"/>
                </a:moveTo>
                <a:lnTo>
                  <a:pt x="12" y="127"/>
                </a:lnTo>
                <a:lnTo>
                  <a:pt x="7" y="117"/>
                </a:lnTo>
                <a:lnTo>
                  <a:pt x="17" y="112"/>
                </a:lnTo>
                <a:lnTo>
                  <a:pt x="22" y="122"/>
                </a:lnTo>
                <a:moveTo>
                  <a:pt x="12" y="127"/>
                </a:moveTo>
                <a:lnTo>
                  <a:pt x="0" y="133"/>
                </a:lnTo>
                <a:lnTo>
                  <a:pt x="0" y="116"/>
                </a:lnTo>
                <a:lnTo>
                  <a:pt x="11" y="116"/>
                </a:lnTo>
                <a:lnTo>
                  <a:pt x="11" y="124"/>
                </a:lnTo>
                <a:lnTo>
                  <a:pt x="6" y="124"/>
                </a:lnTo>
                <a:lnTo>
                  <a:pt x="3" y="119"/>
                </a:lnTo>
                <a:lnTo>
                  <a:pt x="7" y="117"/>
                </a:lnTo>
                <a:lnTo>
                  <a:pt x="12" y="127"/>
                </a:lnTo>
                <a:moveTo>
                  <a:pt x="0" y="116"/>
                </a:moveTo>
                <a:lnTo>
                  <a:pt x="0" y="105"/>
                </a:lnTo>
                <a:lnTo>
                  <a:pt x="11" y="105"/>
                </a:lnTo>
                <a:lnTo>
                  <a:pt x="11" y="116"/>
                </a:lnTo>
                <a:lnTo>
                  <a:pt x="0" y="116"/>
                </a:lnTo>
                <a:moveTo>
                  <a:pt x="0" y="105"/>
                </a:moveTo>
                <a:lnTo>
                  <a:pt x="0" y="94"/>
                </a:lnTo>
                <a:lnTo>
                  <a:pt x="11" y="94"/>
                </a:lnTo>
                <a:lnTo>
                  <a:pt x="11" y="105"/>
                </a:lnTo>
                <a:lnTo>
                  <a:pt x="0" y="105"/>
                </a:lnTo>
                <a:moveTo>
                  <a:pt x="0" y="94"/>
                </a:moveTo>
                <a:lnTo>
                  <a:pt x="0" y="82"/>
                </a:lnTo>
                <a:lnTo>
                  <a:pt x="11" y="82"/>
                </a:lnTo>
                <a:lnTo>
                  <a:pt x="11" y="94"/>
                </a:lnTo>
                <a:lnTo>
                  <a:pt x="0" y="94"/>
                </a:lnTo>
                <a:moveTo>
                  <a:pt x="0" y="82"/>
                </a:moveTo>
                <a:lnTo>
                  <a:pt x="0" y="71"/>
                </a:lnTo>
                <a:lnTo>
                  <a:pt x="11" y="71"/>
                </a:lnTo>
                <a:lnTo>
                  <a:pt x="11" y="82"/>
                </a:lnTo>
                <a:lnTo>
                  <a:pt x="0" y="82"/>
                </a:lnTo>
                <a:moveTo>
                  <a:pt x="0" y="71"/>
                </a:moveTo>
                <a:lnTo>
                  <a:pt x="0" y="59"/>
                </a:lnTo>
                <a:lnTo>
                  <a:pt x="11" y="59"/>
                </a:lnTo>
                <a:lnTo>
                  <a:pt x="11" y="71"/>
                </a:lnTo>
                <a:lnTo>
                  <a:pt x="0" y="71"/>
                </a:lnTo>
                <a:moveTo>
                  <a:pt x="0" y="59"/>
                </a:moveTo>
                <a:lnTo>
                  <a:pt x="0" y="47"/>
                </a:lnTo>
                <a:lnTo>
                  <a:pt x="11" y="47"/>
                </a:lnTo>
                <a:lnTo>
                  <a:pt x="11" y="59"/>
                </a:lnTo>
                <a:lnTo>
                  <a:pt x="0" y="59"/>
                </a:lnTo>
                <a:moveTo>
                  <a:pt x="0" y="47"/>
                </a:moveTo>
                <a:lnTo>
                  <a:pt x="0" y="36"/>
                </a:lnTo>
                <a:lnTo>
                  <a:pt x="11" y="36"/>
                </a:lnTo>
                <a:lnTo>
                  <a:pt x="11" y="47"/>
                </a:lnTo>
                <a:lnTo>
                  <a:pt x="0" y="47"/>
                </a:lnTo>
                <a:moveTo>
                  <a:pt x="0" y="36"/>
                </a:moveTo>
                <a:lnTo>
                  <a:pt x="0" y="25"/>
                </a:lnTo>
                <a:lnTo>
                  <a:pt x="11" y="25"/>
                </a:lnTo>
                <a:lnTo>
                  <a:pt x="11" y="36"/>
                </a:lnTo>
                <a:lnTo>
                  <a:pt x="0" y="36"/>
                </a:lnTo>
                <a:moveTo>
                  <a:pt x="0" y="25"/>
                </a:moveTo>
                <a:lnTo>
                  <a:pt x="0" y="14"/>
                </a:lnTo>
                <a:lnTo>
                  <a:pt x="11" y="14"/>
                </a:lnTo>
                <a:lnTo>
                  <a:pt x="11" y="25"/>
                </a:lnTo>
                <a:lnTo>
                  <a:pt x="0" y="25"/>
                </a:lnTo>
                <a:moveTo>
                  <a:pt x="0" y="14"/>
                </a:moveTo>
                <a:lnTo>
                  <a:pt x="0" y="0"/>
                </a:lnTo>
                <a:lnTo>
                  <a:pt x="18" y="9"/>
                </a:lnTo>
                <a:lnTo>
                  <a:pt x="13" y="20"/>
                </a:lnTo>
                <a:lnTo>
                  <a:pt x="3" y="14"/>
                </a:lnTo>
                <a:lnTo>
                  <a:pt x="6" y="9"/>
                </a:lnTo>
                <a:lnTo>
                  <a:pt x="11" y="9"/>
                </a:lnTo>
                <a:lnTo>
                  <a:pt x="11" y="14"/>
                </a:lnTo>
                <a:lnTo>
                  <a:pt x="0" y="14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" name=""/>
          <p:cNvSpPr/>
          <p:nvPr/>
        </p:nvSpPr>
        <p:spPr>
          <a:xfrm>
            <a:off x="2440080" y="1909440"/>
            <a:ext cx="234360" cy="0"/>
          </a:xfrm>
          <a:custGeom>
            <a:avLst/>
            <a:gdLst/>
            <a:ahLst/>
            <a:rect l="0" t="0" r="r" b="b"/>
            <a:pathLst>
              <a:path fill="none" w="651" h="0">
                <a:moveTo>
                  <a:pt x="0" y="0"/>
                </a:moveTo>
                <a:lnTo>
                  <a:pt x="59" y="0"/>
                </a:lnTo>
                <a:cubicBezTo>
                  <a:pt x="118" y="0"/>
                  <a:pt x="236" y="0"/>
                  <a:pt x="345" y="0"/>
                </a:cubicBezTo>
                <a:cubicBezTo>
                  <a:pt x="453" y="0"/>
                  <a:pt x="552" y="0"/>
                  <a:pt x="602" y="0"/>
                </a:cubicBezTo>
                <a:lnTo>
                  <a:pt x="651" y="0"/>
                </a:lnTo>
              </a:path>
            </a:pathLst>
          </a:custGeom>
          <a:ln w="12600">
            <a:solidFill>
              <a:srgbClr val="d4a017"/>
            </a:solidFill>
            <a:miter/>
          </a:ln>
        </p:spPr>
        <p:txBody>
          <a:bodyPr lIns="6120" rIns="6120" tIns="-6120" bIns="-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" name=""/>
          <p:cNvSpPr/>
          <p:nvPr/>
        </p:nvSpPr>
        <p:spPr>
          <a:xfrm>
            <a:off x="2654280" y="1888920"/>
            <a:ext cx="41040" cy="41400"/>
          </a:xfrm>
          <a:custGeom>
            <a:avLst/>
            <a:gdLst/>
            <a:ahLst/>
            <a:rect l="0" t="0" r="r" b="b"/>
            <a:pathLst>
              <a:path w="114" h="115">
                <a:moveTo>
                  <a:pt x="0" y="0"/>
                </a:moveTo>
                <a:lnTo>
                  <a:pt x="114" y="58"/>
                </a:lnTo>
                <a:lnTo>
                  <a:pt x="0" y="115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" name=""/>
          <p:cNvSpPr/>
          <p:nvPr/>
        </p:nvSpPr>
        <p:spPr>
          <a:xfrm>
            <a:off x="2652120" y="1885680"/>
            <a:ext cx="47520" cy="47880"/>
          </a:xfrm>
          <a:custGeom>
            <a:avLst/>
            <a:gdLst/>
            <a:ahLst/>
            <a:rect l="0" t="0" r="r" b="b"/>
            <a:pathLst>
              <a:path w="132" h="133">
                <a:moveTo>
                  <a:pt x="18" y="9"/>
                </a:moveTo>
                <a:lnTo>
                  <a:pt x="28" y="14"/>
                </a:lnTo>
                <a:lnTo>
                  <a:pt x="23" y="25"/>
                </a:lnTo>
                <a:lnTo>
                  <a:pt x="13" y="20"/>
                </a:lnTo>
                <a:lnTo>
                  <a:pt x="18" y="9"/>
                </a:lnTo>
                <a:moveTo>
                  <a:pt x="28" y="14"/>
                </a:moveTo>
                <a:lnTo>
                  <a:pt x="39" y="20"/>
                </a:lnTo>
                <a:lnTo>
                  <a:pt x="33" y="30"/>
                </a:lnTo>
                <a:lnTo>
                  <a:pt x="23" y="25"/>
                </a:lnTo>
                <a:lnTo>
                  <a:pt x="28" y="14"/>
                </a:lnTo>
                <a:moveTo>
                  <a:pt x="39" y="20"/>
                </a:moveTo>
                <a:lnTo>
                  <a:pt x="50" y="25"/>
                </a:lnTo>
                <a:lnTo>
                  <a:pt x="44" y="35"/>
                </a:lnTo>
                <a:lnTo>
                  <a:pt x="33" y="30"/>
                </a:lnTo>
                <a:lnTo>
                  <a:pt x="39" y="20"/>
                </a:lnTo>
                <a:moveTo>
                  <a:pt x="50" y="25"/>
                </a:moveTo>
                <a:lnTo>
                  <a:pt x="60" y="30"/>
                </a:lnTo>
                <a:lnTo>
                  <a:pt x="55" y="40"/>
                </a:lnTo>
                <a:lnTo>
                  <a:pt x="44" y="35"/>
                </a:lnTo>
                <a:lnTo>
                  <a:pt x="50" y="25"/>
                </a:lnTo>
                <a:moveTo>
                  <a:pt x="60" y="30"/>
                </a:moveTo>
                <a:lnTo>
                  <a:pt x="70" y="35"/>
                </a:lnTo>
                <a:lnTo>
                  <a:pt x="65" y="45"/>
                </a:lnTo>
                <a:lnTo>
                  <a:pt x="55" y="40"/>
                </a:lnTo>
                <a:lnTo>
                  <a:pt x="60" y="30"/>
                </a:lnTo>
                <a:moveTo>
                  <a:pt x="70" y="35"/>
                </a:moveTo>
                <a:lnTo>
                  <a:pt x="80" y="40"/>
                </a:lnTo>
                <a:lnTo>
                  <a:pt x="75" y="50"/>
                </a:lnTo>
                <a:lnTo>
                  <a:pt x="65" y="45"/>
                </a:lnTo>
                <a:lnTo>
                  <a:pt x="70" y="35"/>
                </a:lnTo>
                <a:moveTo>
                  <a:pt x="80" y="40"/>
                </a:moveTo>
                <a:lnTo>
                  <a:pt x="90" y="45"/>
                </a:lnTo>
                <a:lnTo>
                  <a:pt x="85" y="55"/>
                </a:lnTo>
                <a:lnTo>
                  <a:pt x="75" y="50"/>
                </a:lnTo>
                <a:lnTo>
                  <a:pt x="80" y="40"/>
                </a:lnTo>
                <a:moveTo>
                  <a:pt x="90" y="45"/>
                </a:moveTo>
                <a:lnTo>
                  <a:pt x="100" y="50"/>
                </a:lnTo>
                <a:lnTo>
                  <a:pt x="95" y="60"/>
                </a:lnTo>
                <a:lnTo>
                  <a:pt x="85" y="55"/>
                </a:lnTo>
                <a:lnTo>
                  <a:pt x="90" y="45"/>
                </a:lnTo>
                <a:moveTo>
                  <a:pt x="100" y="50"/>
                </a:moveTo>
                <a:lnTo>
                  <a:pt x="110" y="55"/>
                </a:lnTo>
                <a:lnTo>
                  <a:pt x="105" y="65"/>
                </a:lnTo>
                <a:lnTo>
                  <a:pt x="95" y="60"/>
                </a:lnTo>
                <a:lnTo>
                  <a:pt x="100" y="50"/>
                </a:lnTo>
                <a:moveTo>
                  <a:pt x="110" y="55"/>
                </a:moveTo>
                <a:lnTo>
                  <a:pt x="120" y="60"/>
                </a:lnTo>
                <a:lnTo>
                  <a:pt x="115" y="71"/>
                </a:lnTo>
                <a:lnTo>
                  <a:pt x="105" y="65"/>
                </a:lnTo>
                <a:lnTo>
                  <a:pt x="110" y="55"/>
                </a:lnTo>
                <a:moveTo>
                  <a:pt x="120" y="60"/>
                </a:moveTo>
                <a:lnTo>
                  <a:pt x="132" y="66"/>
                </a:lnTo>
                <a:lnTo>
                  <a:pt x="114" y="76"/>
                </a:lnTo>
                <a:lnTo>
                  <a:pt x="109" y="65"/>
                </a:lnTo>
                <a:lnTo>
                  <a:pt x="117" y="61"/>
                </a:lnTo>
                <a:lnTo>
                  <a:pt x="120" y="66"/>
                </a:lnTo>
                <a:lnTo>
                  <a:pt x="117" y="72"/>
                </a:lnTo>
                <a:lnTo>
                  <a:pt x="115" y="71"/>
                </a:lnTo>
                <a:lnTo>
                  <a:pt x="120" y="60"/>
                </a:lnTo>
                <a:moveTo>
                  <a:pt x="114" y="76"/>
                </a:moveTo>
                <a:lnTo>
                  <a:pt x="104" y="81"/>
                </a:lnTo>
                <a:lnTo>
                  <a:pt x="99" y="71"/>
                </a:lnTo>
                <a:lnTo>
                  <a:pt x="109" y="65"/>
                </a:lnTo>
                <a:lnTo>
                  <a:pt x="114" y="76"/>
                </a:lnTo>
                <a:moveTo>
                  <a:pt x="104" y="81"/>
                </a:moveTo>
                <a:lnTo>
                  <a:pt x="94" y="86"/>
                </a:lnTo>
                <a:lnTo>
                  <a:pt x="89" y="76"/>
                </a:lnTo>
                <a:lnTo>
                  <a:pt x="99" y="71"/>
                </a:lnTo>
                <a:lnTo>
                  <a:pt x="104" y="81"/>
                </a:lnTo>
                <a:moveTo>
                  <a:pt x="94" y="86"/>
                </a:moveTo>
                <a:lnTo>
                  <a:pt x="84" y="91"/>
                </a:lnTo>
                <a:lnTo>
                  <a:pt x="79" y="81"/>
                </a:lnTo>
                <a:lnTo>
                  <a:pt x="89" y="76"/>
                </a:lnTo>
                <a:lnTo>
                  <a:pt x="94" y="86"/>
                </a:lnTo>
                <a:moveTo>
                  <a:pt x="84" y="91"/>
                </a:moveTo>
                <a:lnTo>
                  <a:pt x="73" y="96"/>
                </a:lnTo>
                <a:lnTo>
                  <a:pt x="68" y="86"/>
                </a:lnTo>
                <a:lnTo>
                  <a:pt x="79" y="81"/>
                </a:lnTo>
                <a:lnTo>
                  <a:pt x="84" y="91"/>
                </a:lnTo>
                <a:moveTo>
                  <a:pt x="73" y="96"/>
                </a:moveTo>
                <a:lnTo>
                  <a:pt x="63" y="102"/>
                </a:lnTo>
                <a:lnTo>
                  <a:pt x="58" y="91"/>
                </a:lnTo>
                <a:lnTo>
                  <a:pt x="68" y="86"/>
                </a:lnTo>
                <a:lnTo>
                  <a:pt x="73" y="96"/>
                </a:lnTo>
                <a:moveTo>
                  <a:pt x="63" y="102"/>
                </a:moveTo>
                <a:lnTo>
                  <a:pt x="53" y="107"/>
                </a:lnTo>
                <a:lnTo>
                  <a:pt x="48" y="96"/>
                </a:lnTo>
                <a:lnTo>
                  <a:pt x="58" y="91"/>
                </a:lnTo>
                <a:lnTo>
                  <a:pt x="63" y="102"/>
                </a:lnTo>
                <a:moveTo>
                  <a:pt x="53" y="107"/>
                </a:moveTo>
                <a:lnTo>
                  <a:pt x="43" y="112"/>
                </a:lnTo>
                <a:lnTo>
                  <a:pt x="38" y="102"/>
                </a:lnTo>
                <a:lnTo>
                  <a:pt x="48" y="96"/>
                </a:lnTo>
                <a:lnTo>
                  <a:pt x="53" y="107"/>
                </a:lnTo>
                <a:moveTo>
                  <a:pt x="43" y="112"/>
                </a:moveTo>
                <a:lnTo>
                  <a:pt x="32" y="117"/>
                </a:lnTo>
                <a:lnTo>
                  <a:pt x="27" y="107"/>
                </a:lnTo>
                <a:lnTo>
                  <a:pt x="38" y="102"/>
                </a:lnTo>
                <a:lnTo>
                  <a:pt x="43" y="112"/>
                </a:lnTo>
                <a:moveTo>
                  <a:pt x="32" y="117"/>
                </a:moveTo>
                <a:lnTo>
                  <a:pt x="22" y="122"/>
                </a:lnTo>
                <a:lnTo>
                  <a:pt x="17" y="112"/>
                </a:lnTo>
                <a:lnTo>
                  <a:pt x="27" y="107"/>
                </a:lnTo>
                <a:lnTo>
                  <a:pt x="32" y="117"/>
                </a:lnTo>
                <a:moveTo>
                  <a:pt x="22" y="122"/>
                </a:moveTo>
                <a:lnTo>
                  <a:pt x="12" y="127"/>
                </a:lnTo>
                <a:lnTo>
                  <a:pt x="7" y="117"/>
                </a:lnTo>
                <a:lnTo>
                  <a:pt x="17" y="112"/>
                </a:lnTo>
                <a:lnTo>
                  <a:pt x="22" y="122"/>
                </a:lnTo>
                <a:moveTo>
                  <a:pt x="12" y="127"/>
                </a:moveTo>
                <a:lnTo>
                  <a:pt x="0" y="133"/>
                </a:lnTo>
                <a:lnTo>
                  <a:pt x="0" y="116"/>
                </a:lnTo>
                <a:lnTo>
                  <a:pt x="11" y="116"/>
                </a:lnTo>
                <a:lnTo>
                  <a:pt x="11" y="124"/>
                </a:lnTo>
                <a:lnTo>
                  <a:pt x="6" y="124"/>
                </a:lnTo>
                <a:lnTo>
                  <a:pt x="3" y="119"/>
                </a:lnTo>
                <a:lnTo>
                  <a:pt x="7" y="117"/>
                </a:lnTo>
                <a:lnTo>
                  <a:pt x="12" y="127"/>
                </a:lnTo>
                <a:moveTo>
                  <a:pt x="0" y="116"/>
                </a:moveTo>
                <a:lnTo>
                  <a:pt x="0" y="105"/>
                </a:lnTo>
                <a:lnTo>
                  <a:pt x="11" y="105"/>
                </a:lnTo>
                <a:lnTo>
                  <a:pt x="11" y="116"/>
                </a:lnTo>
                <a:lnTo>
                  <a:pt x="0" y="116"/>
                </a:lnTo>
                <a:moveTo>
                  <a:pt x="0" y="105"/>
                </a:moveTo>
                <a:lnTo>
                  <a:pt x="0" y="94"/>
                </a:lnTo>
                <a:lnTo>
                  <a:pt x="11" y="94"/>
                </a:lnTo>
                <a:lnTo>
                  <a:pt x="11" y="105"/>
                </a:lnTo>
                <a:lnTo>
                  <a:pt x="0" y="105"/>
                </a:lnTo>
                <a:moveTo>
                  <a:pt x="0" y="94"/>
                </a:moveTo>
                <a:lnTo>
                  <a:pt x="0" y="82"/>
                </a:lnTo>
                <a:lnTo>
                  <a:pt x="11" y="82"/>
                </a:lnTo>
                <a:lnTo>
                  <a:pt x="11" y="94"/>
                </a:lnTo>
                <a:lnTo>
                  <a:pt x="0" y="94"/>
                </a:lnTo>
                <a:moveTo>
                  <a:pt x="0" y="82"/>
                </a:moveTo>
                <a:lnTo>
                  <a:pt x="0" y="71"/>
                </a:lnTo>
                <a:lnTo>
                  <a:pt x="11" y="71"/>
                </a:lnTo>
                <a:lnTo>
                  <a:pt x="11" y="82"/>
                </a:lnTo>
                <a:lnTo>
                  <a:pt x="0" y="82"/>
                </a:lnTo>
                <a:moveTo>
                  <a:pt x="0" y="71"/>
                </a:moveTo>
                <a:lnTo>
                  <a:pt x="0" y="59"/>
                </a:lnTo>
                <a:lnTo>
                  <a:pt x="11" y="59"/>
                </a:lnTo>
                <a:lnTo>
                  <a:pt x="11" y="71"/>
                </a:lnTo>
                <a:lnTo>
                  <a:pt x="0" y="71"/>
                </a:lnTo>
                <a:moveTo>
                  <a:pt x="0" y="59"/>
                </a:moveTo>
                <a:lnTo>
                  <a:pt x="0" y="47"/>
                </a:lnTo>
                <a:lnTo>
                  <a:pt x="11" y="47"/>
                </a:lnTo>
                <a:lnTo>
                  <a:pt x="11" y="59"/>
                </a:lnTo>
                <a:lnTo>
                  <a:pt x="0" y="59"/>
                </a:lnTo>
                <a:moveTo>
                  <a:pt x="0" y="47"/>
                </a:moveTo>
                <a:lnTo>
                  <a:pt x="0" y="36"/>
                </a:lnTo>
                <a:lnTo>
                  <a:pt x="11" y="36"/>
                </a:lnTo>
                <a:lnTo>
                  <a:pt x="11" y="47"/>
                </a:lnTo>
                <a:lnTo>
                  <a:pt x="0" y="47"/>
                </a:lnTo>
                <a:moveTo>
                  <a:pt x="0" y="36"/>
                </a:moveTo>
                <a:lnTo>
                  <a:pt x="0" y="25"/>
                </a:lnTo>
                <a:lnTo>
                  <a:pt x="11" y="25"/>
                </a:lnTo>
                <a:lnTo>
                  <a:pt x="11" y="36"/>
                </a:lnTo>
                <a:lnTo>
                  <a:pt x="0" y="36"/>
                </a:lnTo>
                <a:moveTo>
                  <a:pt x="0" y="25"/>
                </a:moveTo>
                <a:lnTo>
                  <a:pt x="0" y="14"/>
                </a:lnTo>
                <a:lnTo>
                  <a:pt x="11" y="14"/>
                </a:lnTo>
                <a:lnTo>
                  <a:pt x="11" y="25"/>
                </a:lnTo>
                <a:lnTo>
                  <a:pt x="0" y="25"/>
                </a:lnTo>
                <a:moveTo>
                  <a:pt x="0" y="14"/>
                </a:moveTo>
                <a:lnTo>
                  <a:pt x="0" y="0"/>
                </a:lnTo>
                <a:lnTo>
                  <a:pt x="18" y="9"/>
                </a:lnTo>
                <a:lnTo>
                  <a:pt x="13" y="20"/>
                </a:lnTo>
                <a:lnTo>
                  <a:pt x="3" y="14"/>
                </a:lnTo>
                <a:lnTo>
                  <a:pt x="6" y="9"/>
                </a:lnTo>
                <a:lnTo>
                  <a:pt x="11" y="9"/>
                </a:lnTo>
                <a:lnTo>
                  <a:pt x="11" y="14"/>
                </a:lnTo>
                <a:lnTo>
                  <a:pt x="0" y="14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" name=""/>
          <p:cNvSpPr/>
          <p:nvPr/>
        </p:nvSpPr>
        <p:spPr>
          <a:xfrm>
            <a:off x="3447360" y="1909440"/>
            <a:ext cx="538920" cy="0"/>
          </a:xfrm>
          <a:custGeom>
            <a:avLst/>
            <a:gdLst/>
            <a:ahLst/>
            <a:rect l="0" t="0" r="r" b="b"/>
            <a:pathLst>
              <a:path fill="none" w="1497" h="0">
                <a:moveTo>
                  <a:pt x="0" y="0"/>
                </a:moveTo>
                <a:lnTo>
                  <a:pt x="59" y="0"/>
                </a:lnTo>
                <a:cubicBezTo>
                  <a:pt x="118" y="0"/>
                  <a:pt x="236" y="0"/>
                  <a:pt x="485" y="0"/>
                </a:cubicBezTo>
                <a:cubicBezTo>
                  <a:pt x="735" y="0"/>
                  <a:pt x="1116" y="0"/>
                  <a:pt x="1307" y="0"/>
                </a:cubicBezTo>
                <a:lnTo>
                  <a:pt x="1497" y="0"/>
                </a:lnTo>
              </a:path>
            </a:pathLst>
          </a:custGeom>
          <a:ln w="12600">
            <a:solidFill>
              <a:srgbClr val="d4a017"/>
            </a:solidFill>
            <a:miter/>
          </a:ln>
        </p:spPr>
        <p:txBody>
          <a:bodyPr lIns="6120" rIns="6120" tIns="-6120" bIns="-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" name=""/>
          <p:cNvSpPr/>
          <p:nvPr/>
        </p:nvSpPr>
        <p:spPr>
          <a:xfrm>
            <a:off x="3966120" y="1888920"/>
            <a:ext cx="41040" cy="41400"/>
          </a:xfrm>
          <a:custGeom>
            <a:avLst/>
            <a:gdLst/>
            <a:ahLst/>
            <a:rect l="0" t="0" r="r" b="b"/>
            <a:pathLst>
              <a:path w="114" h="115">
                <a:moveTo>
                  <a:pt x="0" y="0"/>
                </a:moveTo>
                <a:lnTo>
                  <a:pt x="114" y="58"/>
                </a:lnTo>
                <a:lnTo>
                  <a:pt x="0" y="115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" name=""/>
          <p:cNvSpPr/>
          <p:nvPr/>
        </p:nvSpPr>
        <p:spPr>
          <a:xfrm>
            <a:off x="3963960" y="1885680"/>
            <a:ext cx="47520" cy="47880"/>
          </a:xfrm>
          <a:custGeom>
            <a:avLst/>
            <a:gdLst/>
            <a:ahLst/>
            <a:rect l="0" t="0" r="r" b="b"/>
            <a:pathLst>
              <a:path w="132" h="133">
                <a:moveTo>
                  <a:pt x="18" y="9"/>
                </a:moveTo>
                <a:lnTo>
                  <a:pt x="28" y="14"/>
                </a:lnTo>
                <a:lnTo>
                  <a:pt x="23" y="25"/>
                </a:lnTo>
                <a:lnTo>
                  <a:pt x="13" y="20"/>
                </a:lnTo>
                <a:lnTo>
                  <a:pt x="18" y="9"/>
                </a:lnTo>
                <a:moveTo>
                  <a:pt x="28" y="14"/>
                </a:moveTo>
                <a:lnTo>
                  <a:pt x="38" y="20"/>
                </a:lnTo>
                <a:lnTo>
                  <a:pt x="33" y="30"/>
                </a:lnTo>
                <a:lnTo>
                  <a:pt x="23" y="25"/>
                </a:lnTo>
                <a:lnTo>
                  <a:pt x="28" y="14"/>
                </a:lnTo>
                <a:moveTo>
                  <a:pt x="38" y="20"/>
                </a:moveTo>
                <a:lnTo>
                  <a:pt x="49" y="25"/>
                </a:lnTo>
                <a:lnTo>
                  <a:pt x="44" y="35"/>
                </a:lnTo>
                <a:lnTo>
                  <a:pt x="33" y="30"/>
                </a:lnTo>
                <a:lnTo>
                  <a:pt x="38" y="20"/>
                </a:lnTo>
                <a:moveTo>
                  <a:pt x="49" y="25"/>
                </a:moveTo>
                <a:lnTo>
                  <a:pt x="60" y="30"/>
                </a:lnTo>
                <a:lnTo>
                  <a:pt x="54" y="40"/>
                </a:lnTo>
                <a:lnTo>
                  <a:pt x="44" y="35"/>
                </a:lnTo>
                <a:lnTo>
                  <a:pt x="49" y="25"/>
                </a:lnTo>
                <a:moveTo>
                  <a:pt x="60" y="30"/>
                </a:moveTo>
                <a:lnTo>
                  <a:pt x="70" y="35"/>
                </a:lnTo>
                <a:lnTo>
                  <a:pt x="65" y="45"/>
                </a:lnTo>
                <a:lnTo>
                  <a:pt x="54" y="40"/>
                </a:lnTo>
                <a:lnTo>
                  <a:pt x="60" y="30"/>
                </a:lnTo>
                <a:moveTo>
                  <a:pt x="70" y="35"/>
                </a:moveTo>
                <a:lnTo>
                  <a:pt x="80" y="40"/>
                </a:lnTo>
                <a:lnTo>
                  <a:pt x="75" y="50"/>
                </a:lnTo>
                <a:lnTo>
                  <a:pt x="65" y="45"/>
                </a:lnTo>
                <a:lnTo>
                  <a:pt x="70" y="35"/>
                </a:lnTo>
                <a:moveTo>
                  <a:pt x="80" y="40"/>
                </a:moveTo>
                <a:lnTo>
                  <a:pt x="90" y="45"/>
                </a:lnTo>
                <a:lnTo>
                  <a:pt x="85" y="55"/>
                </a:lnTo>
                <a:lnTo>
                  <a:pt x="75" y="50"/>
                </a:lnTo>
                <a:lnTo>
                  <a:pt x="80" y="40"/>
                </a:lnTo>
                <a:moveTo>
                  <a:pt x="90" y="45"/>
                </a:moveTo>
                <a:lnTo>
                  <a:pt x="100" y="50"/>
                </a:lnTo>
                <a:lnTo>
                  <a:pt x="95" y="60"/>
                </a:lnTo>
                <a:lnTo>
                  <a:pt x="85" y="55"/>
                </a:lnTo>
                <a:lnTo>
                  <a:pt x="90" y="45"/>
                </a:lnTo>
                <a:moveTo>
                  <a:pt x="100" y="50"/>
                </a:moveTo>
                <a:lnTo>
                  <a:pt x="110" y="55"/>
                </a:lnTo>
                <a:lnTo>
                  <a:pt x="105" y="65"/>
                </a:lnTo>
                <a:lnTo>
                  <a:pt x="95" y="60"/>
                </a:lnTo>
                <a:lnTo>
                  <a:pt x="100" y="50"/>
                </a:lnTo>
                <a:moveTo>
                  <a:pt x="110" y="55"/>
                </a:moveTo>
                <a:lnTo>
                  <a:pt x="120" y="60"/>
                </a:lnTo>
                <a:lnTo>
                  <a:pt x="115" y="71"/>
                </a:lnTo>
                <a:lnTo>
                  <a:pt x="105" y="65"/>
                </a:lnTo>
                <a:lnTo>
                  <a:pt x="110" y="55"/>
                </a:lnTo>
                <a:moveTo>
                  <a:pt x="120" y="60"/>
                </a:moveTo>
                <a:lnTo>
                  <a:pt x="132" y="66"/>
                </a:lnTo>
                <a:lnTo>
                  <a:pt x="114" y="76"/>
                </a:lnTo>
                <a:lnTo>
                  <a:pt x="109" y="65"/>
                </a:lnTo>
                <a:lnTo>
                  <a:pt x="117" y="61"/>
                </a:lnTo>
                <a:lnTo>
                  <a:pt x="120" y="66"/>
                </a:lnTo>
                <a:lnTo>
                  <a:pt x="117" y="72"/>
                </a:lnTo>
                <a:lnTo>
                  <a:pt x="115" y="71"/>
                </a:lnTo>
                <a:lnTo>
                  <a:pt x="120" y="60"/>
                </a:lnTo>
                <a:moveTo>
                  <a:pt x="114" y="76"/>
                </a:moveTo>
                <a:lnTo>
                  <a:pt x="104" y="81"/>
                </a:lnTo>
                <a:lnTo>
                  <a:pt x="99" y="71"/>
                </a:lnTo>
                <a:lnTo>
                  <a:pt x="109" y="65"/>
                </a:lnTo>
                <a:lnTo>
                  <a:pt x="114" y="76"/>
                </a:lnTo>
                <a:moveTo>
                  <a:pt x="104" y="81"/>
                </a:moveTo>
                <a:lnTo>
                  <a:pt x="94" y="86"/>
                </a:lnTo>
                <a:lnTo>
                  <a:pt x="89" y="76"/>
                </a:lnTo>
                <a:lnTo>
                  <a:pt x="99" y="71"/>
                </a:lnTo>
                <a:lnTo>
                  <a:pt x="104" y="81"/>
                </a:lnTo>
                <a:moveTo>
                  <a:pt x="94" y="86"/>
                </a:moveTo>
                <a:lnTo>
                  <a:pt x="84" y="91"/>
                </a:lnTo>
                <a:lnTo>
                  <a:pt x="79" y="81"/>
                </a:lnTo>
                <a:lnTo>
                  <a:pt x="89" y="76"/>
                </a:lnTo>
                <a:lnTo>
                  <a:pt x="94" y="86"/>
                </a:lnTo>
                <a:moveTo>
                  <a:pt x="84" y="91"/>
                </a:moveTo>
                <a:lnTo>
                  <a:pt x="73" y="96"/>
                </a:lnTo>
                <a:lnTo>
                  <a:pt x="68" y="86"/>
                </a:lnTo>
                <a:lnTo>
                  <a:pt x="79" y="81"/>
                </a:lnTo>
                <a:lnTo>
                  <a:pt x="84" y="91"/>
                </a:lnTo>
                <a:moveTo>
                  <a:pt x="73" y="96"/>
                </a:moveTo>
                <a:lnTo>
                  <a:pt x="63" y="102"/>
                </a:lnTo>
                <a:lnTo>
                  <a:pt x="57" y="91"/>
                </a:lnTo>
                <a:lnTo>
                  <a:pt x="68" y="86"/>
                </a:lnTo>
                <a:lnTo>
                  <a:pt x="73" y="96"/>
                </a:lnTo>
                <a:moveTo>
                  <a:pt x="63" y="102"/>
                </a:moveTo>
                <a:lnTo>
                  <a:pt x="52" y="107"/>
                </a:lnTo>
                <a:lnTo>
                  <a:pt x="47" y="96"/>
                </a:lnTo>
                <a:lnTo>
                  <a:pt x="57" y="91"/>
                </a:lnTo>
                <a:lnTo>
                  <a:pt x="63" y="102"/>
                </a:lnTo>
                <a:moveTo>
                  <a:pt x="52" y="107"/>
                </a:moveTo>
                <a:lnTo>
                  <a:pt x="42" y="112"/>
                </a:lnTo>
                <a:lnTo>
                  <a:pt x="37" y="102"/>
                </a:lnTo>
                <a:lnTo>
                  <a:pt x="47" y="96"/>
                </a:lnTo>
                <a:lnTo>
                  <a:pt x="52" y="107"/>
                </a:lnTo>
                <a:moveTo>
                  <a:pt x="42" y="112"/>
                </a:moveTo>
                <a:lnTo>
                  <a:pt x="32" y="117"/>
                </a:lnTo>
                <a:lnTo>
                  <a:pt x="27" y="107"/>
                </a:lnTo>
                <a:lnTo>
                  <a:pt x="37" y="102"/>
                </a:lnTo>
                <a:lnTo>
                  <a:pt x="42" y="112"/>
                </a:lnTo>
                <a:moveTo>
                  <a:pt x="32" y="117"/>
                </a:moveTo>
                <a:lnTo>
                  <a:pt x="22" y="122"/>
                </a:lnTo>
                <a:lnTo>
                  <a:pt x="17" y="112"/>
                </a:lnTo>
                <a:lnTo>
                  <a:pt x="27" y="107"/>
                </a:lnTo>
                <a:lnTo>
                  <a:pt x="32" y="117"/>
                </a:lnTo>
                <a:moveTo>
                  <a:pt x="22" y="122"/>
                </a:moveTo>
                <a:lnTo>
                  <a:pt x="12" y="127"/>
                </a:lnTo>
                <a:lnTo>
                  <a:pt x="7" y="117"/>
                </a:lnTo>
                <a:lnTo>
                  <a:pt x="17" y="112"/>
                </a:lnTo>
                <a:lnTo>
                  <a:pt x="22" y="122"/>
                </a:lnTo>
                <a:moveTo>
                  <a:pt x="12" y="127"/>
                </a:moveTo>
                <a:lnTo>
                  <a:pt x="0" y="133"/>
                </a:lnTo>
                <a:lnTo>
                  <a:pt x="0" y="116"/>
                </a:lnTo>
                <a:lnTo>
                  <a:pt x="11" y="116"/>
                </a:lnTo>
                <a:lnTo>
                  <a:pt x="11" y="124"/>
                </a:lnTo>
                <a:lnTo>
                  <a:pt x="6" y="124"/>
                </a:lnTo>
                <a:lnTo>
                  <a:pt x="3" y="119"/>
                </a:lnTo>
                <a:lnTo>
                  <a:pt x="7" y="117"/>
                </a:lnTo>
                <a:lnTo>
                  <a:pt x="12" y="127"/>
                </a:lnTo>
                <a:moveTo>
                  <a:pt x="0" y="116"/>
                </a:moveTo>
                <a:lnTo>
                  <a:pt x="0" y="105"/>
                </a:lnTo>
                <a:lnTo>
                  <a:pt x="11" y="105"/>
                </a:lnTo>
                <a:lnTo>
                  <a:pt x="11" y="116"/>
                </a:lnTo>
                <a:lnTo>
                  <a:pt x="0" y="116"/>
                </a:lnTo>
                <a:moveTo>
                  <a:pt x="0" y="105"/>
                </a:moveTo>
                <a:lnTo>
                  <a:pt x="0" y="94"/>
                </a:lnTo>
                <a:lnTo>
                  <a:pt x="11" y="94"/>
                </a:lnTo>
                <a:lnTo>
                  <a:pt x="11" y="105"/>
                </a:lnTo>
                <a:lnTo>
                  <a:pt x="0" y="105"/>
                </a:lnTo>
                <a:moveTo>
                  <a:pt x="0" y="94"/>
                </a:moveTo>
                <a:lnTo>
                  <a:pt x="0" y="82"/>
                </a:lnTo>
                <a:lnTo>
                  <a:pt x="11" y="82"/>
                </a:lnTo>
                <a:lnTo>
                  <a:pt x="11" y="94"/>
                </a:lnTo>
                <a:lnTo>
                  <a:pt x="0" y="94"/>
                </a:lnTo>
                <a:moveTo>
                  <a:pt x="0" y="82"/>
                </a:moveTo>
                <a:lnTo>
                  <a:pt x="0" y="71"/>
                </a:lnTo>
                <a:lnTo>
                  <a:pt x="11" y="71"/>
                </a:lnTo>
                <a:lnTo>
                  <a:pt x="11" y="82"/>
                </a:lnTo>
                <a:lnTo>
                  <a:pt x="0" y="82"/>
                </a:lnTo>
                <a:moveTo>
                  <a:pt x="0" y="71"/>
                </a:moveTo>
                <a:lnTo>
                  <a:pt x="0" y="59"/>
                </a:lnTo>
                <a:lnTo>
                  <a:pt x="11" y="59"/>
                </a:lnTo>
                <a:lnTo>
                  <a:pt x="11" y="71"/>
                </a:lnTo>
                <a:lnTo>
                  <a:pt x="0" y="71"/>
                </a:lnTo>
                <a:moveTo>
                  <a:pt x="0" y="59"/>
                </a:moveTo>
                <a:lnTo>
                  <a:pt x="0" y="47"/>
                </a:lnTo>
                <a:lnTo>
                  <a:pt x="11" y="47"/>
                </a:lnTo>
                <a:lnTo>
                  <a:pt x="11" y="59"/>
                </a:lnTo>
                <a:lnTo>
                  <a:pt x="0" y="59"/>
                </a:lnTo>
                <a:moveTo>
                  <a:pt x="0" y="47"/>
                </a:moveTo>
                <a:lnTo>
                  <a:pt x="0" y="36"/>
                </a:lnTo>
                <a:lnTo>
                  <a:pt x="11" y="36"/>
                </a:lnTo>
                <a:lnTo>
                  <a:pt x="11" y="47"/>
                </a:lnTo>
                <a:lnTo>
                  <a:pt x="0" y="47"/>
                </a:lnTo>
                <a:moveTo>
                  <a:pt x="0" y="36"/>
                </a:moveTo>
                <a:lnTo>
                  <a:pt x="0" y="25"/>
                </a:lnTo>
                <a:lnTo>
                  <a:pt x="11" y="25"/>
                </a:lnTo>
                <a:lnTo>
                  <a:pt x="11" y="36"/>
                </a:lnTo>
                <a:lnTo>
                  <a:pt x="0" y="36"/>
                </a:lnTo>
                <a:moveTo>
                  <a:pt x="0" y="25"/>
                </a:moveTo>
                <a:lnTo>
                  <a:pt x="0" y="14"/>
                </a:lnTo>
                <a:lnTo>
                  <a:pt x="11" y="14"/>
                </a:lnTo>
                <a:lnTo>
                  <a:pt x="11" y="25"/>
                </a:lnTo>
                <a:lnTo>
                  <a:pt x="0" y="25"/>
                </a:lnTo>
                <a:moveTo>
                  <a:pt x="0" y="14"/>
                </a:moveTo>
                <a:lnTo>
                  <a:pt x="0" y="0"/>
                </a:lnTo>
                <a:lnTo>
                  <a:pt x="18" y="9"/>
                </a:lnTo>
                <a:lnTo>
                  <a:pt x="13" y="20"/>
                </a:lnTo>
                <a:lnTo>
                  <a:pt x="3" y="14"/>
                </a:lnTo>
                <a:lnTo>
                  <a:pt x="6" y="9"/>
                </a:lnTo>
                <a:lnTo>
                  <a:pt x="11" y="9"/>
                </a:lnTo>
                <a:lnTo>
                  <a:pt x="11" y="14"/>
                </a:lnTo>
                <a:lnTo>
                  <a:pt x="0" y="14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0" name=""/>
          <p:cNvSpPr/>
          <p:nvPr/>
        </p:nvSpPr>
        <p:spPr>
          <a:xfrm>
            <a:off x="4722120" y="1858680"/>
            <a:ext cx="539280" cy="28080"/>
          </a:xfrm>
          <a:custGeom>
            <a:avLst/>
            <a:gdLst/>
            <a:ahLst/>
            <a:rect l="0" t="0" r="r" b="b"/>
            <a:pathLst>
              <a:path fill="none" w="1498" h="78">
                <a:moveTo>
                  <a:pt x="0" y="78"/>
                </a:moveTo>
                <a:lnTo>
                  <a:pt x="200" y="65"/>
                </a:lnTo>
                <a:cubicBezTo>
                  <a:pt x="400" y="52"/>
                  <a:pt x="800" y="25"/>
                  <a:pt x="1049" y="12"/>
                </a:cubicBezTo>
                <a:cubicBezTo>
                  <a:pt x="1300" y="0"/>
                  <a:pt x="1399" y="0"/>
                  <a:pt x="1448" y="0"/>
                </a:cubicBezTo>
                <a:lnTo>
                  <a:pt x="1498" y="0"/>
                </a:lnTo>
              </a:path>
            </a:pathLst>
          </a:custGeom>
          <a:ln w="12600">
            <a:solidFill>
              <a:srgbClr val="d4a017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1" name=""/>
          <p:cNvSpPr/>
          <p:nvPr/>
        </p:nvSpPr>
        <p:spPr>
          <a:xfrm>
            <a:off x="5240520" y="1838160"/>
            <a:ext cx="41400" cy="41040"/>
          </a:xfrm>
          <a:custGeom>
            <a:avLst/>
            <a:gdLst/>
            <a:ahLst/>
            <a:rect l="0" t="0" r="r" b="b"/>
            <a:pathLst>
              <a:path w="115" h="114">
                <a:moveTo>
                  <a:pt x="0" y="0"/>
                </a:moveTo>
                <a:lnTo>
                  <a:pt x="115" y="58"/>
                </a:lnTo>
                <a:lnTo>
                  <a:pt x="0" y="114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2" name=""/>
          <p:cNvSpPr/>
          <p:nvPr/>
        </p:nvSpPr>
        <p:spPr>
          <a:xfrm>
            <a:off x="5238720" y="1834920"/>
            <a:ext cx="47520" cy="47520"/>
          </a:xfrm>
          <a:custGeom>
            <a:avLst/>
            <a:gdLst/>
            <a:ahLst/>
            <a:rect l="0" t="0" r="r" b="b"/>
            <a:pathLst>
              <a:path w="132" h="132">
                <a:moveTo>
                  <a:pt x="18" y="9"/>
                </a:moveTo>
                <a:lnTo>
                  <a:pt x="28" y="14"/>
                </a:lnTo>
                <a:lnTo>
                  <a:pt x="23" y="24"/>
                </a:lnTo>
                <a:lnTo>
                  <a:pt x="13" y="19"/>
                </a:lnTo>
                <a:lnTo>
                  <a:pt x="18" y="9"/>
                </a:lnTo>
                <a:moveTo>
                  <a:pt x="28" y="14"/>
                </a:moveTo>
                <a:lnTo>
                  <a:pt x="38" y="19"/>
                </a:lnTo>
                <a:lnTo>
                  <a:pt x="33" y="29"/>
                </a:lnTo>
                <a:lnTo>
                  <a:pt x="23" y="24"/>
                </a:lnTo>
                <a:lnTo>
                  <a:pt x="28" y="14"/>
                </a:lnTo>
                <a:moveTo>
                  <a:pt x="38" y="19"/>
                </a:moveTo>
                <a:lnTo>
                  <a:pt x="48" y="24"/>
                </a:lnTo>
                <a:lnTo>
                  <a:pt x="43" y="34"/>
                </a:lnTo>
                <a:lnTo>
                  <a:pt x="33" y="29"/>
                </a:lnTo>
                <a:lnTo>
                  <a:pt x="38" y="19"/>
                </a:lnTo>
                <a:moveTo>
                  <a:pt x="48" y="24"/>
                </a:moveTo>
                <a:lnTo>
                  <a:pt x="59" y="29"/>
                </a:lnTo>
                <a:lnTo>
                  <a:pt x="53" y="39"/>
                </a:lnTo>
                <a:lnTo>
                  <a:pt x="43" y="34"/>
                </a:lnTo>
                <a:lnTo>
                  <a:pt x="48" y="24"/>
                </a:lnTo>
                <a:moveTo>
                  <a:pt x="59" y="29"/>
                </a:moveTo>
                <a:lnTo>
                  <a:pt x="70" y="34"/>
                </a:lnTo>
                <a:lnTo>
                  <a:pt x="65" y="44"/>
                </a:lnTo>
                <a:lnTo>
                  <a:pt x="53" y="39"/>
                </a:lnTo>
                <a:lnTo>
                  <a:pt x="59" y="29"/>
                </a:lnTo>
                <a:moveTo>
                  <a:pt x="70" y="34"/>
                </a:moveTo>
                <a:lnTo>
                  <a:pt x="80" y="39"/>
                </a:lnTo>
                <a:lnTo>
                  <a:pt x="75" y="49"/>
                </a:lnTo>
                <a:lnTo>
                  <a:pt x="65" y="44"/>
                </a:lnTo>
                <a:lnTo>
                  <a:pt x="70" y="34"/>
                </a:lnTo>
                <a:moveTo>
                  <a:pt x="80" y="39"/>
                </a:moveTo>
                <a:lnTo>
                  <a:pt x="90" y="44"/>
                </a:lnTo>
                <a:lnTo>
                  <a:pt x="85" y="54"/>
                </a:lnTo>
                <a:lnTo>
                  <a:pt x="75" y="49"/>
                </a:lnTo>
                <a:lnTo>
                  <a:pt x="80" y="39"/>
                </a:lnTo>
                <a:moveTo>
                  <a:pt x="90" y="44"/>
                </a:moveTo>
                <a:lnTo>
                  <a:pt x="100" y="49"/>
                </a:lnTo>
                <a:lnTo>
                  <a:pt x="95" y="60"/>
                </a:lnTo>
                <a:lnTo>
                  <a:pt x="85" y="54"/>
                </a:lnTo>
                <a:lnTo>
                  <a:pt x="90" y="44"/>
                </a:lnTo>
                <a:moveTo>
                  <a:pt x="100" y="49"/>
                </a:moveTo>
                <a:lnTo>
                  <a:pt x="110" y="54"/>
                </a:lnTo>
                <a:lnTo>
                  <a:pt x="105" y="65"/>
                </a:lnTo>
                <a:lnTo>
                  <a:pt x="95" y="60"/>
                </a:lnTo>
                <a:lnTo>
                  <a:pt x="100" y="49"/>
                </a:lnTo>
                <a:moveTo>
                  <a:pt x="110" y="54"/>
                </a:moveTo>
                <a:lnTo>
                  <a:pt x="120" y="60"/>
                </a:lnTo>
                <a:lnTo>
                  <a:pt x="115" y="70"/>
                </a:lnTo>
                <a:lnTo>
                  <a:pt x="105" y="65"/>
                </a:lnTo>
                <a:lnTo>
                  <a:pt x="110" y="54"/>
                </a:lnTo>
                <a:moveTo>
                  <a:pt x="120" y="60"/>
                </a:moveTo>
                <a:lnTo>
                  <a:pt x="132" y="66"/>
                </a:lnTo>
                <a:lnTo>
                  <a:pt x="114" y="75"/>
                </a:lnTo>
                <a:lnTo>
                  <a:pt x="109" y="65"/>
                </a:lnTo>
                <a:lnTo>
                  <a:pt x="117" y="60"/>
                </a:lnTo>
                <a:lnTo>
                  <a:pt x="120" y="66"/>
                </a:lnTo>
                <a:lnTo>
                  <a:pt x="117" y="71"/>
                </a:lnTo>
                <a:lnTo>
                  <a:pt x="115" y="70"/>
                </a:lnTo>
                <a:lnTo>
                  <a:pt x="120" y="60"/>
                </a:lnTo>
                <a:moveTo>
                  <a:pt x="114" y="75"/>
                </a:moveTo>
                <a:lnTo>
                  <a:pt x="104" y="81"/>
                </a:lnTo>
                <a:lnTo>
                  <a:pt x="99" y="70"/>
                </a:lnTo>
                <a:lnTo>
                  <a:pt x="109" y="65"/>
                </a:lnTo>
                <a:lnTo>
                  <a:pt x="114" y="75"/>
                </a:lnTo>
                <a:moveTo>
                  <a:pt x="104" y="81"/>
                </a:moveTo>
                <a:lnTo>
                  <a:pt x="93" y="86"/>
                </a:lnTo>
                <a:lnTo>
                  <a:pt x="88" y="75"/>
                </a:lnTo>
                <a:lnTo>
                  <a:pt x="99" y="70"/>
                </a:lnTo>
                <a:lnTo>
                  <a:pt x="104" y="81"/>
                </a:lnTo>
                <a:moveTo>
                  <a:pt x="93" y="86"/>
                </a:moveTo>
                <a:lnTo>
                  <a:pt x="83" y="91"/>
                </a:lnTo>
                <a:lnTo>
                  <a:pt x="78" y="81"/>
                </a:lnTo>
                <a:lnTo>
                  <a:pt x="88" y="75"/>
                </a:lnTo>
                <a:lnTo>
                  <a:pt x="93" y="86"/>
                </a:lnTo>
                <a:moveTo>
                  <a:pt x="83" y="91"/>
                </a:moveTo>
                <a:lnTo>
                  <a:pt x="73" y="96"/>
                </a:lnTo>
                <a:lnTo>
                  <a:pt x="68" y="86"/>
                </a:lnTo>
                <a:lnTo>
                  <a:pt x="78" y="81"/>
                </a:lnTo>
                <a:lnTo>
                  <a:pt x="83" y="91"/>
                </a:lnTo>
                <a:moveTo>
                  <a:pt x="73" y="96"/>
                </a:moveTo>
                <a:lnTo>
                  <a:pt x="63" y="101"/>
                </a:lnTo>
                <a:lnTo>
                  <a:pt x="58" y="91"/>
                </a:lnTo>
                <a:lnTo>
                  <a:pt x="68" y="86"/>
                </a:lnTo>
                <a:lnTo>
                  <a:pt x="73" y="96"/>
                </a:lnTo>
                <a:moveTo>
                  <a:pt x="63" y="101"/>
                </a:moveTo>
                <a:lnTo>
                  <a:pt x="52" y="106"/>
                </a:lnTo>
                <a:lnTo>
                  <a:pt x="47" y="96"/>
                </a:lnTo>
                <a:lnTo>
                  <a:pt x="58" y="91"/>
                </a:lnTo>
                <a:lnTo>
                  <a:pt x="63" y="101"/>
                </a:lnTo>
                <a:moveTo>
                  <a:pt x="52" y="106"/>
                </a:moveTo>
                <a:lnTo>
                  <a:pt x="42" y="111"/>
                </a:lnTo>
                <a:lnTo>
                  <a:pt x="37" y="101"/>
                </a:lnTo>
                <a:lnTo>
                  <a:pt x="47" y="96"/>
                </a:lnTo>
                <a:lnTo>
                  <a:pt x="52" y="106"/>
                </a:lnTo>
                <a:moveTo>
                  <a:pt x="42" y="111"/>
                </a:moveTo>
                <a:lnTo>
                  <a:pt x="32" y="116"/>
                </a:lnTo>
                <a:lnTo>
                  <a:pt x="27" y="106"/>
                </a:lnTo>
                <a:lnTo>
                  <a:pt x="37" y="101"/>
                </a:lnTo>
                <a:lnTo>
                  <a:pt x="42" y="111"/>
                </a:lnTo>
                <a:moveTo>
                  <a:pt x="32" y="116"/>
                </a:moveTo>
                <a:lnTo>
                  <a:pt x="22" y="121"/>
                </a:lnTo>
                <a:lnTo>
                  <a:pt x="17" y="111"/>
                </a:lnTo>
                <a:lnTo>
                  <a:pt x="27" y="106"/>
                </a:lnTo>
                <a:lnTo>
                  <a:pt x="32" y="116"/>
                </a:lnTo>
                <a:moveTo>
                  <a:pt x="22" y="121"/>
                </a:moveTo>
                <a:lnTo>
                  <a:pt x="11" y="126"/>
                </a:lnTo>
                <a:lnTo>
                  <a:pt x="6" y="116"/>
                </a:lnTo>
                <a:lnTo>
                  <a:pt x="17" y="111"/>
                </a:lnTo>
                <a:lnTo>
                  <a:pt x="22" y="121"/>
                </a:lnTo>
                <a:moveTo>
                  <a:pt x="11" y="126"/>
                </a:moveTo>
                <a:lnTo>
                  <a:pt x="0" y="132"/>
                </a:lnTo>
                <a:lnTo>
                  <a:pt x="0" y="116"/>
                </a:lnTo>
                <a:lnTo>
                  <a:pt x="11" y="116"/>
                </a:lnTo>
                <a:lnTo>
                  <a:pt x="11" y="123"/>
                </a:lnTo>
                <a:lnTo>
                  <a:pt x="5" y="123"/>
                </a:lnTo>
                <a:lnTo>
                  <a:pt x="3" y="118"/>
                </a:lnTo>
                <a:lnTo>
                  <a:pt x="6" y="116"/>
                </a:lnTo>
                <a:lnTo>
                  <a:pt x="11" y="126"/>
                </a:lnTo>
                <a:moveTo>
                  <a:pt x="0" y="116"/>
                </a:moveTo>
                <a:lnTo>
                  <a:pt x="0" y="105"/>
                </a:lnTo>
                <a:lnTo>
                  <a:pt x="11" y="105"/>
                </a:lnTo>
                <a:lnTo>
                  <a:pt x="11" y="116"/>
                </a:lnTo>
                <a:lnTo>
                  <a:pt x="0" y="116"/>
                </a:lnTo>
                <a:moveTo>
                  <a:pt x="0" y="105"/>
                </a:moveTo>
                <a:lnTo>
                  <a:pt x="0" y="93"/>
                </a:lnTo>
                <a:lnTo>
                  <a:pt x="11" y="93"/>
                </a:lnTo>
                <a:lnTo>
                  <a:pt x="11" y="105"/>
                </a:lnTo>
                <a:lnTo>
                  <a:pt x="0" y="105"/>
                </a:lnTo>
                <a:moveTo>
                  <a:pt x="0" y="93"/>
                </a:moveTo>
                <a:lnTo>
                  <a:pt x="0" y="82"/>
                </a:lnTo>
                <a:lnTo>
                  <a:pt x="11" y="82"/>
                </a:lnTo>
                <a:lnTo>
                  <a:pt x="11" y="93"/>
                </a:lnTo>
                <a:lnTo>
                  <a:pt x="0" y="93"/>
                </a:lnTo>
                <a:moveTo>
                  <a:pt x="0" y="82"/>
                </a:moveTo>
                <a:lnTo>
                  <a:pt x="0" y="70"/>
                </a:lnTo>
                <a:lnTo>
                  <a:pt x="11" y="70"/>
                </a:lnTo>
                <a:lnTo>
                  <a:pt x="11" y="82"/>
                </a:lnTo>
                <a:lnTo>
                  <a:pt x="0" y="82"/>
                </a:lnTo>
                <a:moveTo>
                  <a:pt x="0" y="70"/>
                </a:moveTo>
                <a:lnTo>
                  <a:pt x="0" y="58"/>
                </a:lnTo>
                <a:lnTo>
                  <a:pt x="11" y="58"/>
                </a:lnTo>
                <a:lnTo>
                  <a:pt x="11" y="70"/>
                </a:lnTo>
                <a:lnTo>
                  <a:pt x="0" y="70"/>
                </a:lnTo>
                <a:moveTo>
                  <a:pt x="0" y="58"/>
                </a:moveTo>
                <a:lnTo>
                  <a:pt x="0" y="47"/>
                </a:lnTo>
                <a:lnTo>
                  <a:pt x="11" y="47"/>
                </a:lnTo>
                <a:lnTo>
                  <a:pt x="11" y="58"/>
                </a:lnTo>
                <a:lnTo>
                  <a:pt x="0" y="58"/>
                </a:lnTo>
                <a:moveTo>
                  <a:pt x="0" y="47"/>
                </a:moveTo>
                <a:lnTo>
                  <a:pt x="0" y="36"/>
                </a:lnTo>
                <a:lnTo>
                  <a:pt x="11" y="36"/>
                </a:lnTo>
                <a:lnTo>
                  <a:pt x="11" y="47"/>
                </a:lnTo>
                <a:lnTo>
                  <a:pt x="0" y="47"/>
                </a:lnTo>
                <a:moveTo>
                  <a:pt x="0" y="36"/>
                </a:moveTo>
                <a:lnTo>
                  <a:pt x="0" y="24"/>
                </a:lnTo>
                <a:lnTo>
                  <a:pt x="11" y="24"/>
                </a:lnTo>
                <a:lnTo>
                  <a:pt x="11" y="36"/>
                </a:lnTo>
                <a:lnTo>
                  <a:pt x="0" y="36"/>
                </a:lnTo>
                <a:moveTo>
                  <a:pt x="0" y="24"/>
                </a:moveTo>
                <a:lnTo>
                  <a:pt x="0" y="13"/>
                </a:lnTo>
                <a:lnTo>
                  <a:pt x="11" y="13"/>
                </a:lnTo>
                <a:lnTo>
                  <a:pt x="11" y="24"/>
                </a:lnTo>
                <a:lnTo>
                  <a:pt x="0" y="24"/>
                </a:lnTo>
                <a:moveTo>
                  <a:pt x="0" y="13"/>
                </a:moveTo>
                <a:lnTo>
                  <a:pt x="0" y="0"/>
                </a:lnTo>
                <a:lnTo>
                  <a:pt x="18" y="9"/>
                </a:lnTo>
                <a:lnTo>
                  <a:pt x="13" y="19"/>
                </a:lnTo>
                <a:lnTo>
                  <a:pt x="3" y="14"/>
                </a:lnTo>
                <a:lnTo>
                  <a:pt x="5" y="9"/>
                </a:lnTo>
                <a:lnTo>
                  <a:pt x="11" y="9"/>
                </a:lnTo>
                <a:lnTo>
                  <a:pt x="11" y="13"/>
                </a:lnTo>
                <a:lnTo>
                  <a:pt x="0" y="13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" name=""/>
          <p:cNvSpPr/>
          <p:nvPr/>
        </p:nvSpPr>
        <p:spPr>
          <a:xfrm>
            <a:off x="4722120" y="2004480"/>
            <a:ext cx="637200" cy="451080"/>
          </a:xfrm>
          <a:custGeom>
            <a:avLst/>
            <a:gdLst/>
            <a:ahLst/>
            <a:rect l="0" t="0" r="r" b="b"/>
            <a:pathLst>
              <a:path fill="none" w="1770" h="1253">
                <a:moveTo>
                  <a:pt x="0" y="0"/>
                </a:moveTo>
                <a:lnTo>
                  <a:pt x="201" y="123"/>
                </a:lnTo>
                <a:cubicBezTo>
                  <a:pt x="401" y="245"/>
                  <a:pt x="801" y="489"/>
                  <a:pt x="1096" y="698"/>
                </a:cubicBezTo>
                <a:cubicBezTo>
                  <a:pt x="1390" y="907"/>
                  <a:pt x="1580" y="1080"/>
                  <a:pt x="1675" y="1167"/>
                </a:cubicBezTo>
                <a:lnTo>
                  <a:pt x="1770" y="1253"/>
                </a:lnTo>
              </a:path>
            </a:pathLst>
          </a:custGeom>
          <a:ln w="12600">
            <a:solidFill>
              <a:srgbClr val="d4a017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" name=""/>
          <p:cNvSpPr/>
          <p:nvPr/>
        </p:nvSpPr>
        <p:spPr>
          <a:xfrm>
            <a:off x="5330160" y="2426400"/>
            <a:ext cx="44280" cy="42840"/>
          </a:xfrm>
          <a:custGeom>
            <a:avLst/>
            <a:gdLst/>
            <a:ahLst/>
            <a:rect l="0" t="0" r="r" b="b"/>
            <a:pathLst>
              <a:path w="123" h="119">
                <a:moveTo>
                  <a:pt x="77" y="0"/>
                </a:moveTo>
                <a:lnTo>
                  <a:pt x="123" y="119"/>
                </a:lnTo>
                <a:lnTo>
                  <a:pt x="0" y="85"/>
                </a:lnTo>
                <a:lnTo>
                  <a:pt x="77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5" name=""/>
          <p:cNvSpPr/>
          <p:nvPr/>
        </p:nvSpPr>
        <p:spPr>
          <a:xfrm>
            <a:off x="5326200" y="2422800"/>
            <a:ext cx="51480" cy="49680"/>
          </a:xfrm>
          <a:custGeom>
            <a:avLst/>
            <a:gdLst/>
            <a:ahLst/>
            <a:rect l="0" t="0" r="r" b="b"/>
            <a:pathLst>
              <a:path w="143" h="138">
                <a:moveTo>
                  <a:pt x="98" y="19"/>
                </a:moveTo>
                <a:lnTo>
                  <a:pt x="102" y="29"/>
                </a:lnTo>
                <a:lnTo>
                  <a:pt x="91" y="33"/>
                </a:lnTo>
                <a:lnTo>
                  <a:pt x="87" y="23"/>
                </a:lnTo>
                <a:lnTo>
                  <a:pt x="98" y="19"/>
                </a:lnTo>
                <a:moveTo>
                  <a:pt x="102" y="29"/>
                </a:moveTo>
                <a:lnTo>
                  <a:pt x="106" y="40"/>
                </a:lnTo>
                <a:lnTo>
                  <a:pt x="95" y="44"/>
                </a:lnTo>
                <a:lnTo>
                  <a:pt x="91" y="33"/>
                </a:lnTo>
                <a:lnTo>
                  <a:pt x="102" y="29"/>
                </a:lnTo>
                <a:moveTo>
                  <a:pt x="106" y="40"/>
                </a:moveTo>
                <a:lnTo>
                  <a:pt x="110" y="50"/>
                </a:lnTo>
                <a:lnTo>
                  <a:pt x="99" y="56"/>
                </a:lnTo>
                <a:lnTo>
                  <a:pt x="95" y="44"/>
                </a:lnTo>
                <a:lnTo>
                  <a:pt x="106" y="40"/>
                </a:lnTo>
                <a:moveTo>
                  <a:pt x="110" y="50"/>
                </a:moveTo>
                <a:lnTo>
                  <a:pt x="114" y="62"/>
                </a:lnTo>
                <a:lnTo>
                  <a:pt x="103" y="66"/>
                </a:lnTo>
                <a:lnTo>
                  <a:pt x="99" y="56"/>
                </a:lnTo>
                <a:lnTo>
                  <a:pt x="110" y="50"/>
                </a:lnTo>
                <a:moveTo>
                  <a:pt x="114" y="62"/>
                </a:moveTo>
                <a:lnTo>
                  <a:pt x="118" y="73"/>
                </a:lnTo>
                <a:lnTo>
                  <a:pt x="107" y="77"/>
                </a:lnTo>
                <a:lnTo>
                  <a:pt x="103" y="66"/>
                </a:lnTo>
                <a:lnTo>
                  <a:pt x="114" y="62"/>
                </a:lnTo>
                <a:moveTo>
                  <a:pt x="118" y="73"/>
                </a:moveTo>
                <a:lnTo>
                  <a:pt x="122" y="83"/>
                </a:lnTo>
                <a:lnTo>
                  <a:pt x="111" y="87"/>
                </a:lnTo>
                <a:lnTo>
                  <a:pt x="107" y="77"/>
                </a:lnTo>
                <a:lnTo>
                  <a:pt x="118" y="73"/>
                </a:lnTo>
                <a:moveTo>
                  <a:pt x="122" y="83"/>
                </a:moveTo>
                <a:lnTo>
                  <a:pt x="126" y="94"/>
                </a:lnTo>
                <a:lnTo>
                  <a:pt x="115" y="98"/>
                </a:lnTo>
                <a:lnTo>
                  <a:pt x="111" y="87"/>
                </a:lnTo>
                <a:lnTo>
                  <a:pt x="122" y="83"/>
                </a:lnTo>
                <a:moveTo>
                  <a:pt x="126" y="94"/>
                </a:moveTo>
                <a:lnTo>
                  <a:pt x="130" y="104"/>
                </a:lnTo>
                <a:lnTo>
                  <a:pt x="119" y="108"/>
                </a:lnTo>
                <a:lnTo>
                  <a:pt x="115" y="98"/>
                </a:lnTo>
                <a:lnTo>
                  <a:pt x="126" y="94"/>
                </a:lnTo>
                <a:moveTo>
                  <a:pt x="130" y="104"/>
                </a:moveTo>
                <a:lnTo>
                  <a:pt x="134" y="115"/>
                </a:lnTo>
                <a:lnTo>
                  <a:pt x="123" y="119"/>
                </a:lnTo>
                <a:lnTo>
                  <a:pt x="119" y="108"/>
                </a:lnTo>
                <a:lnTo>
                  <a:pt x="130" y="104"/>
                </a:lnTo>
                <a:moveTo>
                  <a:pt x="134" y="115"/>
                </a:moveTo>
                <a:lnTo>
                  <a:pt x="138" y="125"/>
                </a:lnTo>
                <a:lnTo>
                  <a:pt x="128" y="130"/>
                </a:lnTo>
                <a:lnTo>
                  <a:pt x="123" y="119"/>
                </a:lnTo>
                <a:lnTo>
                  <a:pt x="134" y="115"/>
                </a:lnTo>
                <a:moveTo>
                  <a:pt x="138" y="125"/>
                </a:moveTo>
                <a:lnTo>
                  <a:pt x="143" y="138"/>
                </a:lnTo>
                <a:lnTo>
                  <a:pt x="123" y="132"/>
                </a:lnTo>
                <a:lnTo>
                  <a:pt x="126" y="121"/>
                </a:lnTo>
                <a:lnTo>
                  <a:pt x="135" y="124"/>
                </a:lnTo>
                <a:lnTo>
                  <a:pt x="134" y="129"/>
                </a:lnTo>
                <a:lnTo>
                  <a:pt x="128" y="131"/>
                </a:lnTo>
                <a:lnTo>
                  <a:pt x="128" y="130"/>
                </a:lnTo>
                <a:lnTo>
                  <a:pt x="138" y="125"/>
                </a:lnTo>
                <a:moveTo>
                  <a:pt x="123" y="132"/>
                </a:moveTo>
                <a:lnTo>
                  <a:pt x="112" y="129"/>
                </a:lnTo>
                <a:lnTo>
                  <a:pt x="115" y="118"/>
                </a:lnTo>
                <a:lnTo>
                  <a:pt x="126" y="121"/>
                </a:lnTo>
                <a:lnTo>
                  <a:pt x="123" y="132"/>
                </a:lnTo>
                <a:moveTo>
                  <a:pt x="112" y="129"/>
                </a:moveTo>
                <a:lnTo>
                  <a:pt x="101" y="126"/>
                </a:lnTo>
                <a:lnTo>
                  <a:pt x="104" y="115"/>
                </a:lnTo>
                <a:lnTo>
                  <a:pt x="115" y="118"/>
                </a:lnTo>
                <a:lnTo>
                  <a:pt x="112" y="129"/>
                </a:lnTo>
                <a:moveTo>
                  <a:pt x="101" y="126"/>
                </a:moveTo>
                <a:lnTo>
                  <a:pt x="90" y="123"/>
                </a:lnTo>
                <a:lnTo>
                  <a:pt x="93" y="112"/>
                </a:lnTo>
                <a:lnTo>
                  <a:pt x="104" y="115"/>
                </a:lnTo>
                <a:lnTo>
                  <a:pt x="101" y="126"/>
                </a:lnTo>
                <a:moveTo>
                  <a:pt x="90" y="123"/>
                </a:moveTo>
                <a:lnTo>
                  <a:pt x="79" y="120"/>
                </a:lnTo>
                <a:lnTo>
                  <a:pt x="83" y="109"/>
                </a:lnTo>
                <a:lnTo>
                  <a:pt x="93" y="112"/>
                </a:lnTo>
                <a:lnTo>
                  <a:pt x="90" y="123"/>
                </a:lnTo>
                <a:moveTo>
                  <a:pt x="79" y="120"/>
                </a:moveTo>
                <a:lnTo>
                  <a:pt x="68" y="117"/>
                </a:lnTo>
                <a:lnTo>
                  <a:pt x="71" y="106"/>
                </a:lnTo>
                <a:lnTo>
                  <a:pt x="83" y="109"/>
                </a:lnTo>
                <a:lnTo>
                  <a:pt x="79" y="120"/>
                </a:lnTo>
                <a:moveTo>
                  <a:pt x="68" y="117"/>
                </a:moveTo>
                <a:lnTo>
                  <a:pt x="57" y="114"/>
                </a:lnTo>
                <a:lnTo>
                  <a:pt x="60" y="103"/>
                </a:lnTo>
                <a:lnTo>
                  <a:pt x="71" y="106"/>
                </a:lnTo>
                <a:lnTo>
                  <a:pt x="68" y="117"/>
                </a:lnTo>
                <a:moveTo>
                  <a:pt x="57" y="114"/>
                </a:moveTo>
                <a:lnTo>
                  <a:pt x="46" y="111"/>
                </a:lnTo>
                <a:lnTo>
                  <a:pt x="49" y="100"/>
                </a:lnTo>
                <a:lnTo>
                  <a:pt x="60" y="103"/>
                </a:lnTo>
                <a:lnTo>
                  <a:pt x="57" y="114"/>
                </a:lnTo>
                <a:moveTo>
                  <a:pt x="46" y="111"/>
                </a:moveTo>
                <a:lnTo>
                  <a:pt x="35" y="108"/>
                </a:lnTo>
                <a:lnTo>
                  <a:pt x="38" y="97"/>
                </a:lnTo>
                <a:lnTo>
                  <a:pt x="49" y="100"/>
                </a:lnTo>
                <a:lnTo>
                  <a:pt x="46" y="111"/>
                </a:lnTo>
                <a:moveTo>
                  <a:pt x="35" y="108"/>
                </a:moveTo>
                <a:lnTo>
                  <a:pt x="24" y="104"/>
                </a:lnTo>
                <a:lnTo>
                  <a:pt x="27" y="94"/>
                </a:lnTo>
                <a:lnTo>
                  <a:pt x="38" y="97"/>
                </a:lnTo>
                <a:lnTo>
                  <a:pt x="35" y="108"/>
                </a:lnTo>
                <a:moveTo>
                  <a:pt x="24" y="104"/>
                </a:moveTo>
                <a:lnTo>
                  <a:pt x="13" y="101"/>
                </a:lnTo>
                <a:lnTo>
                  <a:pt x="16" y="90"/>
                </a:lnTo>
                <a:lnTo>
                  <a:pt x="27" y="94"/>
                </a:lnTo>
                <a:lnTo>
                  <a:pt x="24" y="104"/>
                </a:lnTo>
                <a:moveTo>
                  <a:pt x="13" y="101"/>
                </a:moveTo>
                <a:lnTo>
                  <a:pt x="0" y="98"/>
                </a:lnTo>
                <a:lnTo>
                  <a:pt x="11" y="86"/>
                </a:lnTo>
                <a:lnTo>
                  <a:pt x="20" y="93"/>
                </a:lnTo>
                <a:lnTo>
                  <a:pt x="15" y="99"/>
                </a:lnTo>
                <a:lnTo>
                  <a:pt x="11" y="95"/>
                </a:lnTo>
                <a:lnTo>
                  <a:pt x="12" y="89"/>
                </a:lnTo>
                <a:lnTo>
                  <a:pt x="16" y="90"/>
                </a:lnTo>
                <a:lnTo>
                  <a:pt x="13" y="101"/>
                </a:lnTo>
                <a:moveTo>
                  <a:pt x="11" y="86"/>
                </a:moveTo>
                <a:lnTo>
                  <a:pt x="19" y="77"/>
                </a:lnTo>
                <a:lnTo>
                  <a:pt x="27" y="85"/>
                </a:lnTo>
                <a:lnTo>
                  <a:pt x="20" y="93"/>
                </a:lnTo>
                <a:lnTo>
                  <a:pt x="11" y="86"/>
                </a:lnTo>
                <a:moveTo>
                  <a:pt x="19" y="77"/>
                </a:moveTo>
                <a:lnTo>
                  <a:pt x="27" y="69"/>
                </a:lnTo>
                <a:lnTo>
                  <a:pt x="35" y="77"/>
                </a:lnTo>
                <a:lnTo>
                  <a:pt x="27" y="85"/>
                </a:lnTo>
                <a:lnTo>
                  <a:pt x="19" y="77"/>
                </a:lnTo>
                <a:moveTo>
                  <a:pt x="27" y="69"/>
                </a:moveTo>
                <a:lnTo>
                  <a:pt x="34" y="61"/>
                </a:lnTo>
                <a:lnTo>
                  <a:pt x="43" y="68"/>
                </a:lnTo>
                <a:lnTo>
                  <a:pt x="35" y="77"/>
                </a:lnTo>
                <a:lnTo>
                  <a:pt x="27" y="69"/>
                </a:lnTo>
                <a:moveTo>
                  <a:pt x="34" y="61"/>
                </a:moveTo>
                <a:lnTo>
                  <a:pt x="42" y="51"/>
                </a:lnTo>
                <a:lnTo>
                  <a:pt x="50" y="60"/>
                </a:lnTo>
                <a:lnTo>
                  <a:pt x="43" y="68"/>
                </a:lnTo>
                <a:lnTo>
                  <a:pt x="34" y="61"/>
                </a:lnTo>
                <a:moveTo>
                  <a:pt x="42" y="51"/>
                </a:moveTo>
                <a:lnTo>
                  <a:pt x="50" y="43"/>
                </a:lnTo>
                <a:lnTo>
                  <a:pt x="58" y="51"/>
                </a:lnTo>
                <a:lnTo>
                  <a:pt x="50" y="60"/>
                </a:lnTo>
                <a:lnTo>
                  <a:pt x="42" y="51"/>
                </a:lnTo>
                <a:moveTo>
                  <a:pt x="50" y="43"/>
                </a:moveTo>
                <a:lnTo>
                  <a:pt x="57" y="35"/>
                </a:lnTo>
                <a:lnTo>
                  <a:pt x="66" y="42"/>
                </a:lnTo>
                <a:lnTo>
                  <a:pt x="58" y="51"/>
                </a:lnTo>
                <a:lnTo>
                  <a:pt x="50" y="43"/>
                </a:lnTo>
                <a:moveTo>
                  <a:pt x="57" y="35"/>
                </a:moveTo>
                <a:lnTo>
                  <a:pt x="65" y="26"/>
                </a:lnTo>
                <a:lnTo>
                  <a:pt x="73" y="34"/>
                </a:lnTo>
                <a:lnTo>
                  <a:pt x="66" y="42"/>
                </a:lnTo>
                <a:lnTo>
                  <a:pt x="57" y="35"/>
                </a:lnTo>
                <a:moveTo>
                  <a:pt x="65" y="26"/>
                </a:moveTo>
                <a:lnTo>
                  <a:pt x="73" y="18"/>
                </a:lnTo>
                <a:lnTo>
                  <a:pt x="82" y="25"/>
                </a:lnTo>
                <a:lnTo>
                  <a:pt x="73" y="34"/>
                </a:lnTo>
                <a:lnTo>
                  <a:pt x="65" y="26"/>
                </a:lnTo>
                <a:moveTo>
                  <a:pt x="73" y="18"/>
                </a:moveTo>
                <a:lnTo>
                  <a:pt x="80" y="9"/>
                </a:lnTo>
                <a:lnTo>
                  <a:pt x="90" y="17"/>
                </a:lnTo>
                <a:lnTo>
                  <a:pt x="82" y="25"/>
                </a:lnTo>
                <a:lnTo>
                  <a:pt x="73" y="18"/>
                </a:lnTo>
                <a:moveTo>
                  <a:pt x="80" y="9"/>
                </a:moveTo>
                <a:lnTo>
                  <a:pt x="90" y="0"/>
                </a:lnTo>
                <a:lnTo>
                  <a:pt x="98" y="19"/>
                </a:lnTo>
                <a:lnTo>
                  <a:pt x="87" y="23"/>
                </a:lnTo>
                <a:lnTo>
                  <a:pt x="83" y="12"/>
                </a:lnTo>
                <a:lnTo>
                  <a:pt x="88" y="10"/>
                </a:lnTo>
                <a:lnTo>
                  <a:pt x="92" y="14"/>
                </a:lnTo>
                <a:lnTo>
                  <a:pt x="90" y="17"/>
                </a:lnTo>
                <a:lnTo>
                  <a:pt x="80" y="9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6" name=""/>
          <p:cNvSpPr/>
          <p:nvPr/>
        </p:nvSpPr>
        <p:spPr>
          <a:xfrm>
            <a:off x="6125040" y="2744280"/>
            <a:ext cx="326880" cy="70560"/>
          </a:xfrm>
          <a:custGeom>
            <a:avLst/>
            <a:gdLst/>
            <a:ahLst/>
            <a:rect l="0" t="0" r="r" b="b"/>
            <a:pathLst>
              <a:path fill="none" w="908" h="196">
                <a:moveTo>
                  <a:pt x="0" y="0"/>
                </a:moveTo>
                <a:lnTo>
                  <a:pt x="101" y="34"/>
                </a:lnTo>
                <a:cubicBezTo>
                  <a:pt x="203" y="66"/>
                  <a:pt x="407" y="130"/>
                  <a:pt x="558" y="163"/>
                </a:cubicBezTo>
                <a:cubicBezTo>
                  <a:pt x="710" y="196"/>
                  <a:pt x="809" y="196"/>
                  <a:pt x="859" y="196"/>
                </a:cubicBezTo>
                <a:lnTo>
                  <a:pt x="908" y="196"/>
                </a:lnTo>
              </a:path>
            </a:pathLst>
          </a:custGeom>
          <a:ln w="12600">
            <a:solidFill>
              <a:srgbClr val="d4a017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7" name=""/>
          <p:cNvSpPr/>
          <p:nvPr/>
        </p:nvSpPr>
        <p:spPr>
          <a:xfrm>
            <a:off x="6431400" y="279360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0"/>
                </a:moveTo>
                <a:lnTo>
                  <a:pt x="114" y="57"/>
                </a:lnTo>
                <a:lnTo>
                  <a:pt x="0" y="114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8" name=""/>
          <p:cNvSpPr/>
          <p:nvPr/>
        </p:nvSpPr>
        <p:spPr>
          <a:xfrm>
            <a:off x="6429240" y="279036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19" y="9"/>
                </a:moveTo>
                <a:lnTo>
                  <a:pt x="30" y="14"/>
                </a:lnTo>
                <a:lnTo>
                  <a:pt x="25" y="24"/>
                </a:lnTo>
                <a:lnTo>
                  <a:pt x="13" y="19"/>
                </a:lnTo>
                <a:lnTo>
                  <a:pt x="19" y="9"/>
                </a:lnTo>
                <a:moveTo>
                  <a:pt x="30" y="14"/>
                </a:moveTo>
                <a:lnTo>
                  <a:pt x="40" y="19"/>
                </a:lnTo>
                <a:lnTo>
                  <a:pt x="35" y="29"/>
                </a:lnTo>
                <a:lnTo>
                  <a:pt x="25" y="24"/>
                </a:lnTo>
                <a:lnTo>
                  <a:pt x="30" y="14"/>
                </a:lnTo>
                <a:moveTo>
                  <a:pt x="40" y="19"/>
                </a:moveTo>
                <a:lnTo>
                  <a:pt x="50" y="24"/>
                </a:lnTo>
                <a:lnTo>
                  <a:pt x="45" y="34"/>
                </a:lnTo>
                <a:lnTo>
                  <a:pt x="35" y="29"/>
                </a:lnTo>
                <a:lnTo>
                  <a:pt x="40" y="19"/>
                </a:lnTo>
                <a:moveTo>
                  <a:pt x="50" y="24"/>
                </a:moveTo>
                <a:lnTo>
                  <a:pt x="60" y="29"/>
                </a:lnTo>
                <a:lnTo>
                  <a:pt x="55" y="40"/>
                </a:lnTo>
                <a:lnTo>
                  <a:pt x="45" y="34"/>
                </a:lnTo>
                <a:lnTo>
                  <a:pt x="50" y="24"/>
                </a:lnTo>
                <a:moveTo>
                  <a:pt x="60" y="29"/>
                </a:moveTo>
                <a:lnTo>
                  <a:pt x="70" y="34"/>
                </a:lnTo>
                <a:lnTo>
                  <a:pt x="65" y="46"/>
                </a:lnTo>
                <a:lnTo>
                  <a:pt x="55" y="40"/>
                </a:lnTo>
                <a:lnTo>
                  <a:pt x="60" y="29"/>
                </a:lnTo>
                <a:moveTo>
                  <a:pt x="70" y="34"/>
                </a:moveTo>
                <a:lnTo>
                  <a:pt x="80" y="40"/>
                </a:lnTo>
                <a:lnTo>
                  <a:pt x="75" y="51"/>
                </a:lnTo>
                <a:lnTo>
                  <a:pt x="65" y="46"/>
                </a:lnTo>
                <a:lnTo>
                  <a:pt x="70" y="34"/>
                </a:lnTo>
                <a:moveTo>
                  <a:pt x="80" y="40"/>
                </a:moveTo>
                <a:lnTo>
                  <a:pt x="90" y="46"/>
                </a:lnTo>
                <a:lnTo>
                  <a:pt x="85" y="56"/>
                </a:lnTo>
                <a:lnTo>
                  <a:pt x="75" y="51"/>
                </a:lnTo>
                <a:lnTo>
                  <a:pt x="80" y="40"/>
                </a:lnTo>
                <a:moveTo>
                  <a:pt x="90" y="46"/>
                </a:moveTo>
                <a:lnTo>
                  <a:pt x="101" y="51"/>
                </a:lnTo>
                <a:lnTo>
                  <a:pt x="95" y="61"/>
                </a:lnTo>
                <a:lnTo>
                  <a:pt x="85" y="56"/>
                </a:lnTo>
                <a:lnTo>
                  <a:pt x="90" y="46"/>
                </a:lnTo>
                <a:moveTo>
                  <a:pt x="101" y="51"/>
                </a:moveTo>
                <a:lnTo>
                  <a:pt x="111" y="56"/>
                </a:lnTo>
                <a:lnTo>
                  <a:pt x="106" y="66"/>
                </a:lnTo>
                <a:lnTo>
                  <a:pt x="95" y="61"/>
                </a:lnTo>
                <a:lnTo>
                  <a:pt x="101" y="51"/>
                </a:lnTo>
                <a:moveTo>
                  <a:pt x="111" y="56"/>
                </a:moveTo>
                <a:lnTo>
                  <a:pt x="121" y="61"/>
                </a:lnTo>
                <a:lnTo>
                  <a:pt x="116" y="71"/>
                </a:lnTo>
                <a:lnTo>
                  <a:pt x="106" y="66"/>
                </a:lnTo>
                <a:lnTo>
                  <a:pt x="111" y="56"/>
                </a:lnTo>
                <a:moveTo>
                  <a:pt x="121" y="61"/>
                </a:moveTo>
                <a:lnTo>
                  <a:pt x="133" y="67"/>
                </a:lnTo>
                <a:lnTo>
                  <a:pt x="114" y="76"/>
                </a:lnTo>
                <a:lnTo>
                  <a:pt x="109" y="66"/>
                </a:lnTo>
                <a:lnTo>
                  <a:pt x="118" y="62"/>
                </a:lnTo>
                <a:lnTo>
                  <a:pt x="120" y="67"/>
                </a:lnTo>
                <a:lnTo>
                  <a:pt x="118" y="72"/>
                </a:lnTo>
                <a:lnTo>
                  <a:pt x="116" y="71"/>
                </a:lnTo>
                <a:lnTo>
                  <a:pt x="121" y="61"/>
                </a:lnTo>
                <a:moveTo>
                  <a:pt x="114" y="76"/>
                </a:moveTo>
                <a:lnTo>
                  <a:pt x="104" y="81"/>
                </a:lnTo>
                <a:lnTo>
                  <a:pt x="99" y="71"/>
                </a:lnTo>
                <a:lnTo>
                  <a:pt x="109" y="66"/>
                </a:lnTo>
                <a:lnTo>
                  <a:pt x="114" y="76"/>
                </a:lnTo>
                <a:moveTo>
                  <a:pt x="104" y="81"/>
                </a:moveTo>
                <a:lnTo>
                  <a:pt x="94" y="86"/>
                </a:lnTo>
                <a:lnTo>
                  <a:pt x="89" y="76"/>
                </a:lnTo>
                <a:lnTo>
                  <a:pt x="99" y="71"/>
                </a:lnTo>
                <a:lnTo>
                  <a:pt x="104" y="81"/>
                </a:lnTo>
                <a:moveTo>
                  <a:pt x="94" y="86"/>
                </a:moveTo>
                <a:lnTo>
                  <a:pt x="84" y="91"/>
                </a:lnTo>
                <a:lnTo>
                  <a:pt x="79" y="81"/>
                </a:lnTo>
                <a:lnTo>
                  <a:pt x="89" y="76"/>
                </a:lnTo>
                <a:lnTo>
                  <a:pt x="94" y="86"/>
                </a:lnTo>
                <a:moveTo>
                  <a:pt x="84" y="91"/>
                </a:moveTo>
                <a:lnTo>
                  <a:pt x="74" y="96"/>
                </a:lnTo>
                <a:lnTo>
                  <a:pt x="69" y="86"/>
                </a:lnTo>
                <a:lnTo>
                  <a:pt x="79" y="81"/>
                </a:lnTo>
                <a:lnTo>
                  <a:pt x="84" y="91"/>
                </a:lnTo>
                <a:moveTo>
                  <a:pt x="74" y="96"/>
                </a:moveTo>
                <a:lnTo>
                  <a:pt x="64" y="101"/>
                </a:lnTo>
                <a:lnTo>
                  <a:pt x="59" y="91"/>
                </a:lnTo>
                <a:lnTo>
                  <a:pt x="69" y="86"/>
                </a:lnTo>
                <a:lnTo>
                  <a:pt x="74" y="96"/>
                </a:lnTo>
                <a:moveTo>
                  <a:pt x="64" y="101"/>
                </a:moveTo>
                <a:lnTo>
                  <a:pt x="54" y="106"/>
                </a:lnTo>
                <a:lnTo>
                  <a:pt x="49" y="96"/>
                </a:lnTo>
                <a:lnTo>
                  <a:pt x="59" y="91"/>
                </a:lnTo>
                <a:lnTo>
                  <a:pt x="64" y="101"/>
                </a:lnTo>
                <a:moveTo>
                  <a:pt x="54" y="106"/>
                </a:moveTo>
                <a:lnTo>
                  <a:pt x="43" y="111"/>
                </a:lnTo>
                <a:lnTo>
                  <a:pt x="38" y="101"/>
                </a:lnTo>
                <a:lnTo>
                  <a:pt x="49" y="96"/>
                </a:lnTo>
                <a:lnTo>
                  <a:pt x="54" y="106"/>
                </a:lnTo>
                <a:moveTo>
                  <a:pt x="43" y="111"/>
                </a:moveTo>
                <a:lnTo>
                  <a:pt x="33" y="116"/>
                </a:lnTo>
                <a:lnTo>
                  <a:pt x="28" y="106"/>
                </a:lnTo>
                <a:lnTo>
                  <a:pt x="38" y="101"/>
                </a:lnTo>
                <a:lnTo>
                  <a:pt x="43" y="111"/>
                </a:lnTo>
                <a:moveTo>
                  <a:pt x="33" y="116"/>
                </a:moveTo>
                <a:lnTo>
                  <a:pt x="22" y="122"/>
                </a:lnTo>
                <a:lnTo>
                  <a:pt x="17" y="111"/>
                </a:lnTo>
                <a:lnTo>
                  <a:pt x="28" y="106"/>
                </a:lnTo>
                <a:lnTo>
                  <a:pt x="33" y="116"/>
                </a:lnTo>
                <a:moveTo>
                  <a:pt x="22" y="122"/>
                </a:moveTo>
                <a:lnTo>
                  <a:pt x="12" y="127"/>
                </a:lnTo>
                <a:lnTo>
                  <a:pt x="7" y="116"/>
                </a:lnTo>
                <a:lnTo>
                  <a:pt x="17" y="111"/>
                </a:lnTo>
                <a:lnTo>
                  <a:pt x="22" y="122"/>
                </a:lnTo>
                <a:moveTo>
                  <a:pt x="12" y="127"/>
                </a:moveTo>
                <a:lnTo>
                  <a:pt x="0" y="133"/>
                </a:lnTo>
                <a:lnTo>
                  <a:pt x="0" y="116"/>
                </a:lnTo>
                <a:lnTo>
                  <a:pt x="12" y="116"/>
                </a:lnTo>
                <a:lnTo>
                  <a:pt x="12" y="123"/>
                </a:lnTo>
                <a:lnTo>
                  <a:pt x="6" y="123"/>
                </a:lnTo>
                <a:lnTo>
                  <a:pt x="3" y="118"/>
                </a:lnTo>
                <a:lnTo>
                  <a:pt x="7" y="116"/>
                </a:lnTo>
                <a:lnTo>
                  <a:pt x="12" y="127"/>
                </a:lnTo>
                <a:moveTo>
                  <a:pt x="0" y="116"/>
                </a:moveTo>
                <a:lnTo>
                  <a:pt x="0" y="105"/>
                </a:lnTo>
                <a:lnTo>
                  <a:pt x="12" y="105"/>
                </a:lnTo>
                <a:lnTo>
                  <a:pt x="12" y="116"/>
                </a:lnTo>
                <a:lnTo>
                  <a:pt x="0" y="116"/>
                </a:lnTo>
                <a:moveTo>
                  <a:pt x="0" y="105"/>
                </a:moveTo>
                <a:lnTo>
                  <a:pt x="0" y="94"/>
                </a:lnTo>
                <a:lnTo>
                  <a:pt x="12" y="94"/>
                </a:lnTo>
                <a:lnTo>
                  <a:pt x="12" y="105"/>
                </a:lnTo>
                <a:lnTo>
                  <a:pt x="0" y="105"/>
                </a:lnTo>
                <a:moveTo>
                  <a:pt x="0" y="94"/>
                </a:moveTo>
                <a:lnTo>
                  <a:pt x="0" y="82"/>
                </a:lnTo>
                <a:lnTo>
                  <a:pt x="12" y="82"/>
                </a:lnTo>
                <a:lnTo>
                  <a:pt x="12" y="94"/>
                </a:lnTo>
                <a:lnTo>
                  <a:pt x="0" y="94"/>
                </a:lnTo>
                <a:moveTo>
                  <a:pt x="0" y="82"/>
                </a:moveTo>
                <a:lnTo>
                  <a:pt x="0" y="71"/>
                </a:lnTo>
                <a:lnTo>
                  <a:pt x="12" y="71"/>
                </a:lnTo>
                <a:lnTo>
                  <a:pt x="12" y="82"/>
                </a:lnTo>
                <a:lnTo>
                  <a:pt x="0" y="82"/>
                </a:lnTo>
                <a:moveTo>
                  <a:pt x="0" y="71"/>
                </a:moveTo>
                <a:lnTo>
                  <a:pt x="0" y="60"/>
                </a:lnTo>
                <a:lnTo>
                  <a:pt x="12" y="60"/>
                </a:lnTo>
                <a:lnTo>
                  <a:pt x="12" y="71"/>
                </a:lnTo>
                <a:lnTo>
                  <a:pt x="0" y="71"/>
                </a:lnTo>
                <a:moveTo>
                  <a:pt x="0" y="60"/>
                </a:moveTo>
                <a:lnTo>
                  <a:pt x="0" y="48"/>
                </a:lnTo>
                <a:lnTo>
                  <a:pt x="12" y="48"/>
                </a:lnTo>
                <a:lnTo>
                  <a:pt x="12" y="60"/>
                </a:lnTo>
                <a:lnTo>
                  <a:pt x="0" y="60"/>
                </a:lnTo>
                <a:moveTo>
                  <a:pt x="0" y="48"/>
                </a:moveTo>
                <a:lnTo>
                  <a:pt x="0" y="36"/>
                </a:lnTo>
                <a:lnTo>
                  <a:pt x="12" y="36"/>
                </a:lnTo>
                <a:lnTo>
                  <a:pt x="12" y="48"/>
                </a:lnTo>
                <a:lnTo>
                  <a:pt x="0" y="48"/>
                </a:lnTo>
                <a:moveTo>
                  <a:pt x="0" y="36"/>
                </a:moveTo>
                <a:lnTo>
                  <a:pt x="0" y="25"/>
                </a:lnTo>
                <a:lnTo>
                  <a:pt x="12" y="25"/>
                </a:lnTo>
                <a:lnTo>
                  <a:pt x="12" y="36"/>
                </a:lnTo>
                <a:lnTo>
                  <a:pt x="0" y="36"/>
                </a:lnTo>
                <a:moveTo>
                  <a:pt x="0" y="25"/>
                </a:moveTo>
                <a:lnTo>
                  <a:pt x="0" y="13"/>
                </a:lnTo>
                <a:lnTo>
                  <a:pt x="12" y="13"/>
                </a:lnTo>
                <a:lnTo>
                  <a:pt x="12" y="25"/>
                </a:lnTo>
                <a:lnTo>
                  <a:pt x="0" y="25"/>
                </a:lnTo>
                <a:moveTo>
                  <a:pt x="0" y="13"/>
                </a:moveTo>
                <a:lnTo>
                  <a:pt x="0" y="0"/>
                </a:lnTo>
                <a:lnTo>
                  <a:pt x="19" y="9"/>
                </a:lnTo>
                <a:lnTo>
                  <a:pt x="13" y="19"/>
                </a:lnTo>
                <a:lnTo>
                  <a:pt x="3" y="14"/>
                </a:lnTo>
                <a:lnTo>
                  <a:pt x="6" y="9"/>
                </a:lnTo>
                <a:lnTo>
                  <a:pt x="12" y="9"/>
                </a:lnTo>
                <a:lnTo>
                  <a:pt x="12" y="13"/>
                </a:lnTo>
                <a:lnTo>
                  <a:pt x="0" y="13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9" name=""/>
          <p:cNvSpPr/>
          <p:nvPr/>
        </p:nvSpPr>
        <p:spPr>
          <a:xfrm>
            <a:off x="5026680" y="2730240"/>
            <a:ext cx="327960" cy="53640"/>
          </a:xfrm>
          <a:custGeom>
            <a:avLst/>
            <a:gdLst/>
            <a:ahLst/>
            <a:rect l="0" t="0" r="r" b="b"/>
            <a:pathLst>
              <a:path fill="none" w="911" h="149">
                <a:moveTo>
                  <a:pt x="0" y="149"/>
                </a:moveTo>
                <a:lnTo>
                  <a:pt x="59" y="149"/>
                </a:lnTo>
                <a:cubicBezTo>
                  <a:pt x="118" y="149"/>
                  <a:pt x="237" y="149"/>
                  <a:pt x="388" y="123"/>
                </a:cubicBezTo>
                <a:cubicBezTo>
                  <a:pt x="540" y="99"/>
                  <a:pt x="725" y="50"/>
                  <a:pt x="818" y="25"/>
                </a:cubicBezTo>
                <a:lnTo>
                  <a:pt x="911" y="0"/>
                </a:lnTo>
              </a:path>
            </a:pathLst>
          </a:custGeom>
          <a:ln w="12600">
            <a:solidFill>
              <a:srgbClr val="d4a017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0" name=""/>
          <p:cNvSpPr/>
          <p:nvPr/>
        </p:nvSpPr>
        <p:spPr>
          <a:xfrm>
            <a:off x="5329440" y="2715840"/>
            <a:ext cx="45000" cy="39960"/>
          </a:xfrm>
          <a:custGeom>
            <a:avLst/>
            <a:gdLst/>
            <a:ahLst/>
            <a:rect l="0" t="0" r="r" b="b"/>
            <a:pathLst>
              <a:path w="125" h="111">
                <a:moveTo>
                  <a:pt x="0" y="0"/>
                </a:moveTo>
                <a:lnTo>
                  <a:pt x="125" y="26"/>
                </a:lnTo>
                <a:lnTo>
                  <a:pt x="30" y="111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1" name=""/>
          <p:cNvSpPr/>
          <p:nvPr/>
        </p:nvSpPr>
        <p:spPr>
          <a:xfrm>
            <a:off x="5326560" y="2713320"/>
            <a:ext cx="52200" cy="46080"/>
          </a:xfrm>
          <a:custGeom>
            <a:avLst/>
            <a:gdLst/>
            <a:ahLst/>
            <a:rect l="0" t="0" r="r" b="b"/>
            <a:pathLst>
              <a:path w="145" h="128">
                <a:moveTo>
                  <a:pt x="21" y="4"/>
                </a:moveTo>
                <a:lnTo>
                  <a:pt x="32" y="6"/>
                </a:lnTo>
                <a:lnTo>
                  <a:pt x="30" y="17"/>
                </a:lnTo>
                <a:lnTo>
                  <a:pt x="19" y="15"/>
                </a:lnTo>
                <a:lnTo>
                  <a:pt x="21" y="4"/>
                </a:lnTo>
                <a:moveTo>
                  <a:pt x="32" y="6"/>
                </a:moveTo>
                <a:lnTo>
                  <a:pt x="43" y="9"/>
                </a:lnTo>
                <a:lnTo>
                  <a:pt x="41" y="21"/>
                </a:lnTo>
                <a:lnTo>
                  <a:pt x="30" y="17"/>
                </a:lnTo>
                <a:lnTo>
                  <a:pt x="32" y="6"/>
                </a:lnTo>
                <a:moveTo>
                  <a:pt x="43" y="9"/>
                </a:moveTo>
                <a:lnTo>
                  <a:pt x="54" y="11"/>
                </a:lnTo>
                <a:lnTo>
                  <a:pt x="52" y="23"/>
                </a:lnTo>
                <a:lnTo>
                  <a:pt x="41" y="21"/>
                </a:lnTo>
                <a:lnTo>
                  <a:pt x="43" y="9"/>
                </a:lnTo>
                <a:moveTo>
                  <a:pt x="54" y="11"/>
                </a:moveTo>
                <a:lnTo>
                  <a:pt x="65" y="13"/>
                </a:lnTo>
                <a:lnTo>
                  <a:pt x="63" y="25"/>
                </a:lnTo>
                <a:lnTo>
                  <a:pt x="52" y="23"/>
                </a:lnTo>
                <a:lnTo>
                  <a:pt x="54" y="11"/>
                </a:lnTo>
                <a:moveTo>
                  <a:pt x="65" y="13"/>
                </a:moveTo>
                <a:lnTo>
                  <a:pt x="76" y="15"/>
                </a:lnTo>
                <a:lnTo>
                  <a:pt x="74" y="27"/>
                </a:lnTo>
                <a:lnTo>
                  <a:pt x="63" y="25"/>
                </a:lnTo>
                <a:lnTo>
                  <a:pt x="65" y="13"/>
                </a:lnTo>
                <a:moveTo>
                  <a:pt x="76" y="15"/>
                </a:moveTo>
                <a:lnTo>
                  <a:pt x="87" y="18"/>
                </a:lnTo>
                <a:lnTo>
                  <a:pt x="85" y="30"/>
                </a:lnTo>
                <a:lnTo>
                  <a:pt x="74" y="27"/>
                </a:lnTo>
                <a:lnTo>
                  <a:pt x="76" y="15"/>
                </a:lnTo>
                <a:moveTo>
                  <a:pt x="87" y="18"/>
                </a:moveTo>
                <a:lnTo>
                  <a:pt x="98" y="21"/>
                </a:lnTo>
                <a:lnTo>
                  <a:pt x="96" y="32"/>
                </a:lnTo>
                <a:lnTo>
                  <a:pt x="85" y="30"/>
                </a:lnTo>
                <a:lnTo>
                  <a:pt x="87" y="18"/>
                </a:lnTo>
                <a:moveTo>
                  <a:pt x="98" y="21"/>
                </a:moveTo>
                <a:lnTo>
                  <a:pt x="110" y="23"/>
                </a:lnTo>
                <a:lnTo>
                  <a:pt x="107" y="34"/>
                </a:lnTo>
                <a:lnTo>
                  <a:pt x="96" y="32"/>
                </a:lnTo>
                <a:lnTo>
                  <a:pt x="98" y="21"/>
                </a:lnTo>
                <a:moveTo>
                  <a:pt x="110" y="23"/>
                </a:moveTo>
                <a:lnTo>
                  <a:pt x="121" y="26"/>
                </a:lnTo>
                <a:lnTo>
                  <a:pt x="118" y="37"/>
                </a:lnTo>
                <a:lnTo>
                  <a:pt x="107" y="34"/>
                </a:lnTo>
                <a:lnTo>
                  <a:pt x="110" y="23"/>
                </a:lnTo>
                <a:moveTo>
                  <a:pt x="121" y="26"/>
                </a:moveTo>
                <a:lnTo>
                  <a:pt x="132" y="28"/>
                </a:lnTo>
                <a:lnTo>
                  <a:pt x="129" y="39"/>
                </a:lnTo>
                <a:lnTo>
                  <a:pt x="118" y="37"/>
                </a:lnTo>
                <a:lnTo>
                  <a:pt x="121" y="26"/>
                </a:lnTo>
                <a:moveTo>
                  <a:pt x="132" y="28"/>
                </a:moveTo>
                <a:lnTo>
                  <a:pt x="145" y="31"/>
                </a:lnTo>
                <a:lnTo>
                  <a:pt x="129" y="44"/>
                </a:lnTo>
                <a:lnTo>
                  <a:pt x="122" y="36"/>
                </a:lnTo>
                <a:lnTo>
                  <a:pt x="129" y="30"/>
                </a:lnTo>
                <a:lnTo>
                  <a:pt x="133" y="34"/>
                </a:lnTo>
                <a:lnTo>
                  <a:pt x="131" y="39"/>
                </a:lnTo>
                <a:lnTo>
                  <a:pt x="129" y="39"/>
                </a:lnTo>
                <a:lnTo>
                  <a:pt x="132" y="28"/>
                </a:lnTo>
                <a:moveTo>
                  <a:pt x="129" y="44"/>
                </a:moveTo>
                <a:lnTo>
                  <a:pt x="121" y="52"/>
                </a:lnTo>
                <a:lnTo>
                  <a:pt x="113" y="43"/>
                </a:lnTo>
                <a:lnTo>
                  <a:pt x="122" y="36"/>
                </a:lnTo>
                <a:lnTo>
                  <a:pt x="129" y="44"/>
                </a:lnTo>
                <a:moveTo>
                  <a:pt x="121" y="52"/>
                </a:moveTo>
                <a:lnTo>
                  <a:pt x="112" y="59"/>
                </a:lnTo>
                <a:lnTo>
                  <a:pt x="105" y="51"/>
                </a:lnTo>
                <a:lnTo>
                  <a:pt x="113" y="43"/>
                </a:lnTo>
                <a:lnTo>
                  <a:pt x="121" y="52"/>
                </a:lnTo>
                <a:moveTo>
                  <a:pt x="112" y="59"/>
                </a:moveTo>
                <a:lnTo>
                  <a:pt x="104" y="67"/>
                </a:lnTo>
                <a:lnTo>
                  <a:pt x="96" y="58"/>
                </a:lnTo>
                <a:lnTo>
                  <a:pt x="105" y="51"/>
                </a:lnTo>
                <a:lnTo>
                  <a:pt x="112" y="59"/>
                </a:lnTo>
                <a:moveTo>
                  <a:pt x="104" y="67"/>
                </a:moveTo>
                <a:lnTo>
                  <a:pt x="95" y="74"/>
                </a:lnTo>
                <a:lnTo>
                  <a:pt x="88" y="66"/>
                </a:lnTo>
                <a:lnTo>
                  <a:pt x="96" y="58"/>
                </a:lnTo>
                <a:lnTo>
                  <a:pt x="104" y="67"/>
                </a:lnTo>
                <a:moveTo>
                  <a:pt x="95" y="74"/>
                </a:moveTo>
                <a:lnTo>
                  <a:pt x="87" y="82"/>
                </a:lnTo>
                <a:lnTo>
                  <a:pt x="79" y="73"/>
                </a:lnTo>
                <a:lnTo>
                  <a:pt x="88" y="66"/>
                </a:lnTo>
                <a:lnTo>
                  <a:pt x="95" y="74"/>
                </a:lnTo>
                <a:moveTo>
                  <a:pt x="87" y="82"/>
                </a:moveTo>
                <a:lnTo>
                  <a:pt x="78" y="89"/>
                </a:lnTo>
                <a:lnTo>
                  <a:pt x="71" y="81"/>
                </a:lnTo>
                <a:lnTo>
                  <a:pt x="79" y="73"/>
                </a:lnTo>
                <a:lnTo>
                  <a:pt x="87" y="82"/>
                </a:lnTo>
                <a:moveTo>
                  <a:pt x="78" y="89"/>
                </a:moveTo>
                <a:lnTo>
                  <a:pt x="70" y="97"/>
                </a:lnTo>
                <a:lnTo>
                  <a:pt x="62" y="88"/>
                </a:lnTo>
                <a:lnTo>
                  <a:pt x="71" y="81"/>
                </a:lnTo>
                <a:lnTo>
                  <a:pt x="78" y="89"/>
                </a:lnTo>
                <a:moveTo>
                  <a:pt x="70" y="97"/>
                </a:moveTo>
                <a:lnTo>
                  <a:pt x="61" y="104"/>
                </a:lnTo>
                <a:lnTo>
                  <a:pt x="54" y="96"/>
                </a:lnTo>
                <a:lnTo>
                  <a:pt x="62" y="88"/>
                </a:lnTo>
                <a:lnTo>
                  <a:pt x="70" y="97"/>
                </a:lnTo>
                <a:moveTo>
                  <a:pt x="61" y="104"/>
                </a:moveTo>
                <a:lnTo>
                  <a:pt x="53" y="112"/>
                </a:lnTo>
                <a:lnTo>
                  <a:pt x="45" y="103"/>
                </a:lnTo>
                <a:lnTo>
                  <a:pt x="54" y="96"/>
                </a:lnTo>
                <a:lnTo>
                  <a:pt x="61" y="104"/>
                </a:lnTo>
                <a:moveTo>
                  <a:pt x="53" y="112"/>
                </a:moveTo>
                <a:lnTo>
                  <a:pt x="44" y="119"/>
                </a:lnTo>
                <a:lnTo>
                  <a:pt x="37" y="111"/>
                </a:lnTo>
                <a:lnTo>
                  <a:pt x="45" y="103"/>
                </a:lnTo>
                <a:lnTo>
                  <a:pt x="53" y="112"/>
                </a:lnTo>
                <a:moveTo>
                  <a:pt x="44" y="119"/>
                </a:moveTo>
                <a:lnTo>
                  <a:pt x="35" y="128"/>
                </a:lnTo>
                <a:lnTo>
                  <a:pt x="30" y="112"/>
                </a:lnTo>
                <a:lnTo>
                  <a:pt x="41" y="109"/>
                </a:lnTo>
                <a:lnTo>
                  <a:pt x="43" y="116"/>
                </a:lnTo>
                <a:lnTo>
                  <a:pt x="38" y="118"/>
                </a:lnTo>
                <a:lnTo>
                  <a:pt x="34" y="113"/>
                </a:lnTo>
                <a:lnTo>
                  <a:pt x="37" y="111"/>
                </a:lnTo>
                <a:lnTo>
                  <a:pt x="44" y="119"/>
                </a:lnTo>
                <a:moveTo>
                  <a:pt x="30" y="112"/>
                </a:moveTo>
                <a:lnTo>
                  <a:pt x="27" y="101"/>
                </a:lnTo>
                <a:lnTo>
                  <a:pt x="38" y="98"/>
                </a:lnTo>
                <a:lnTo>
                  <a:pt x="41" y="109"/>
                </a:lnTo>
                <a:lnTo>
                  <a:pt x="30" y="112"/>
                </a:lnTo>
                <a:moveTo>
                  <a:pt x="27" y="101"/>
                </a:moveTo>
                <a:lnTo>
                  <a:pt x="25" y="90"/>
                </a:lnTo>
                <a:lnTo>
                  <a:pt x="35" y="87"/>
                </a:lnTo>
                <a:lnTo>
                  <a:pt x="38" y="98"/>
                </a:lnTo>
                <a:lnTo>
                  <a:pt x="27" y="101"/>
                </a:lnTo>
                <a:moveTo>
                  <a:pt x="25" y="90"/>
                </a:moveTo>
                <a:lnTo>
                  <a:pt x="22" y="79"/>
                </a:lnTo>
                <a:lnTo>
                  <a:pt x="33" y="76"/>
                </a:lnTo>
                <a:lnTo>
                  <a:pt x="35" y="87"/>
                </a:lnTo>
                <a:lnTo>
                  <a:pt x="25" y="90"/>
                </a:lnTo>
                <a:moveTo>
                  <a:pt x="22" y="79"/>
                </a:moveTo>
                <a:lnTo>
                  <a:pt x="19" y="68"/>
                </a:lnTo>
                <a:lnTo>
                  <a:pt x="30" y="65"/>
                </a:lnTo>
                <a:lnTo>
                  <a:pt x="33" y="76"/>
                </a:lnTo>
                <a:lnTo>
                  <a:pt x="22" y="79"/>
                </a:lnTo>
                <a:moveTo>
                  <a:pt x="19" y="68"/>
                </a:moveTo>
                <a:lnTo>
                  <a:pt x="16" y="57"/>
                </a:lnTo>
                <a:lnTo>
                  <a:pt x="27" y="54"/>
                </a:lnTo>
                <a:lnTo>
                  <a:pt x="30" y="65"/>
                </a:lnTo>
                <a:lnTo>
                  <a:pt x="19" y="68"/>
                </a:lnTo>
                <a:moveTo>
                  <a:pt x="16" y="57"/>
                </a:moveTo>
                <a:lnTo>
                  <a:pt x="13" y="46"/>
                </a:lnTo>
                <a:lnTo>
                  <a:pt x="24" y="43"/>
                </a:lnTo>
                <a:lnTo>
                  <a:pt x="27" y="54"/>
                </a:lnTo>
                <a:lnTo>
                  <a:pt x="16" y="57"/>
                </a:lnTo>
                <a:moveTo>
                  <a:pt x="13" y="46"/>
                </a:moveTo>
                <a:lnTo>
                  <a:pt x="10" y="35"/>
                </a:lnTo>
                <a:lnTo>
                  <a:pt x="21" y="33"/>
                </a:lnTo>
                <a:lnTo>
                  <a:pt x="24" y="43"/>
                </a:lnTo>
                <a:lnTo>
                  <a:pt x="13" y="46"/>
                </a:lnTo>
                <a:moveTo>
                  <a:pt x="10" y="35"/>
                </a:moveTo>
                <a:lnTo>
                  <a:pt x="7" y="24"/>
                </a:lnTo>
                <a:lnTo>
                  <a:pt x="18" y="22"/>
                </a:lnTo>
                <a:lnTo>
                  <a:pt x="21" y="33"/>
                </a:lnTo>
                <a:lnTo>
                  <a:pt x="10" y="35"/>
                </a:lnTo>
                <a:moveTo>
                  <a:pt x="7" y="24"/>
                </a:moveTo>
                <a:lnTo>
                  <a:pt x="3" y="13"/>
                </a:lnTo>
                <a:lnTo>
                  <a:pt x="15" y="10"/>
                </a:lnTo>
                <a:lnTo>
                  <a:pt x="18" y="22"/>
                </a:lnTo>
                <a:lnTo>
                  <a:pt x="7" y="24"/>
                </a:lnTo>
                <a:moveTo>
                  <a:pt x="3" y="13"/>
                </a:moveTo>
                <a:lnTo>
                  <a:pt x="0" y="0"/>
                </a:lnTo>
                <a:lnTo>
                  <a:pt x="21" y="4"/>
                </a:lnTo>
                <a:lnTo>
                  <a:pt x="19" y="15"/>
                </a:lnTo>
                <a:lnTo>
                  <a:pt x="7" y="13"/>
                </a:lnTo>
                <a:lnTo>
                  <a:pt x="9" y="7"/>
                </a:lnTo>
                <a:lnTo>
                  <a:pt x="14" y="6"/>
                </a:lnTo>
                <a:lnTo>
                  <a:pt x="15" y="10"/>
                </a:lnTo>
                <a:lnTo>
                  <a:pt x="3" y="13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2" name=""/>
          <p:cNvSpPr/>
          <p:nvPr/>
        </p:nvSpPr>
        <p:spPr>
          <a:xfrm>
            <a:off x="6125040" y="2437200"/>
            <a:ext cx="1706400" cy="169200"/>
          </a:xfrm>
          <a:custGeom>
            <a:avLst/>
            <a:gdLst/>
            <a:ahLst/>
            <a:rect l="0" t="0" r="r" b="b"/>
            <a:pathLst>
              <a:path fill="none" w="4740" h="470">
                <a:moveTo>
                  <a:pt x="0" y="194"/>
                </a:moveTo>
                <a:lnTo>
                  <a:pt x="101" y="162"/>
                </a:lnTo>
                <a:cubicBezTo>
                  <a:pt x="203" y="130"/>
                  <a:pt x="407" y="65"/>
                  <a:pt x="777" y="33"/>
                </a:cubicBezTo>
                <a:cubicBezTo>
                  <a:pt x="1147" y="0"/>
                  <a:pt x="1684" y="0"/>
                  <a:pt x="2221" y="0"/>
                </a:cubicBezTo>
                <a:cubicBezTo>
                  <a:pt x="2757" y="0"/>
                  <a:pt x="3294" y="0"/>
                  <a:pt x="3714" y="79"/>
                </a:cubicBezTo>
                <a:cubicBezTo>
                  <a:pt x="4134" y="157"/>
                  <a:pt x="4437" y="313"/>
                  <a:pt x="4589" y="392"/>
                </a:cubicBezTo>
                <a:lnTo>
                  <a:pt x="4740" y="470"/>
                </a:lnTo>
              </a:path>
            </a:pathLst>
          </a:custGeom>
          <a:ln w="12600">
            <a:solidFill>
              <a:srgbClr val="d4a017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3" name=""/>
          <p:cNvSpPr/>
          <p:nvPr/>
        </p:nvSpPr>
        <p:spPr>
          <a:xfrm>
            <a:off x="7803720" y="2578680"/>
            <a:ext cx="46080" cy="37080"/>
          </a:xfrm>
          <a:custGeom>
            <a:avLst/>
            <a:gdLst/>
            <a:ahLst/>
            <a:rect l="0" t="0" r="r" b="b"/>
            <a:pathLst>
              <a:path w="128" h="103">
                <a:moveTo>
                  <a:pt x="52" y="0"/>
                </a:moveTo>
                <a:lnTo>
                  <a:pt x="128" y="103"/>
                </a:lnTo>
                <a:lnTo>
                  <a:pt x="0" y="101"/>
                </a:lnTo>
                <a:lnTo>
                  <a:pt x="52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4" name=""/>
          <p:cNvSpPr/>
          <p:nvPr/>
        </p:nvSpPr>
        <p:spPr>
          <a:xfrm>
            <a:off x="7800480" y="2574720"/>
            <a:ext cx="53280" cy="43200"/>
          </a:xfrm>
          <a:custGeom>
            <a:avLst/>
            <a:gdLst/>
            <a:ahLst/>
            <a:rect l="0" t="0" r="r" b="b"/>
            <a:pathLst>
              <a:path w="148" h="120">
                <a:moveTo>
                  <a:pt x="73" y="16"/>
                </a:moveTo>
                <a:lnTo>
                  <a:pt x="80" y="26"/>
                </a:lnTo>
                <a:lnTo>
                  <a:pt x="71" y="32"/>
                </a:lnTo>
                <a:lnTo>
                  <a:pt x="64" y="23"/>
                </a:lnTo>
                <a:lnTo>
                  <a:pt x="73" y="16"/>
                </a:lnTo>
                <a:moveTo>
                  <a:pt x="80" y="26"/>
                </a:moveTo>
                <a:lnTo>
                  <a:pt x="87" y="35"/>
                </a:lnTo>
                <a:lnTo>
                  <a:pt x="77" y="41"/>
                </a:lnTo>
                <a:lnTo>
                  <a:pt x="71" y="32"/>
                </a:lnTo>
                <a:lnTo>
                  <a:pt x="80" y="26"/>
                </a:lnTo>
                <a:moveTo>
                  <a:pt x="87" y="35"/>
                </a:moveTo>
                <a:lnTo>
                  <a:pt x="93" y="44"/>
                </a:lnTo>
                <a:lnTo>
                  <a:pt x="84" y="51"/>
                </a:lnTo>
                <a:lnTo>
                  <a:pt x="77" y="41"/>
                </a:lnTo>
                <a:lnTo>
                  <a:pt x="87" y="35"/>
                </a:lnTo>
                <a:moveTo>
                  <a:pt x="93" y="44"/>
                </a:moveTo>
                <a:lnTo>
                  <a:pt x="100" y="53"/>
                </a:lnTo>
                <a:lnTo>
                  <a:pt x="91" y="60"/>
                </a:lnTo>
                <a:lnTo>
                  <a:pt x="84" y="51"/>
                </a:lnTo>
                <a:lnTo>
                  <a:pt x="93" y="44"/>
                </a:lnTo>
                <a:moveTo>
                  <a:pt x="100" y="53"/>
                </a:moveTo>
                <a:lnTo>
                  <a:pt x="107" y="62"/>
                </a:lnTo>
                <a:lnTo>
                  <a:pt x="97" y="69"/>
                </a:lnTo>
                <a:lnTo>
                  <a:pt x="91" y="60"/>
                </a:lnTo>
                <a:lnTo>
                  <a:pt x="100" y="53"/>
                </a:lnTo>
                <a:moveTo>
                  <a:pt x="107" y="62"/>
                </a:moveTo>
                <a:lnTo>
                  <a:pt x="113" y="71"/>
                </a:lnTo>
                <a:lnTo>
                  <a:pt x="104" y="78"/>
                </a:lnTo>
                <a:lnTo>
                  <a:pt x="97" y="69"/>
                </a:lnTo>
                <a:lnTo>
                  <a:pt x="107" y="62"/>
                </a:lnTo>
                <a:moveTo>
                  <a:pt x="113" y="71"/>
                </a:moveTo>
                <a:lnTo>
                  <a:pt x="120" y="80"/>
                </a:lnTo>
                <a:lnTo>
                  <a:pt x="111" y="87"/>
                </a:lnTo>
                <a:lnTo>
                  <a:pt x="104" y="78"/>
                </a:lnTo>
                <a:lnTo>
                  <a:pt x="113" y="71"/>
                </a:lnTo>
                <a:moveTo>
                  <a:pt x="120" y="80"/>
                </a:moveTo>
                <a:lnTo>
                  <a:pt x="127" y="90"/>
                </a:lnTo>
                <a:lnTo>
                  <a:pt x="117" y="96"/>
                </a:lnTo>
                <a:lnTo>
                  <a:pt x="111" y="87"/>
                </a:lnTo>
                <a:lnTo>
                  <a:pt x="120" y="80"/>
                </a:lnTo>
                <a:moveTo>
                  <a:pt x="127" y="90"/>
                </a:moveTo>
                <a:lnTo>
                  <a:pt x="133" y="99"/>
                </a:lnTo>
                <a:lnTo>
                  <a:pt x="124" y="106"/>
                </a:lnTo>
                <a:lnTo>
                  <a:pt x="117" y="96"/>
                </a:lnTo>
                <a:lnTo>
                  <a:pt x="127" y="90"/>
                </a:lnTo>
                <a:moveTo>
                  <a:pt x="133" y="99"/>
                </a:moveTo>
                <a:lnTo>
                  <a:pt x="140" y="109"/>
                </a:lnTo>
                <a:lnTo>
                  <a:pt x="131" y="116"/>
                </a:lnTo>
                <a:lnTo>
                  <a:pt x="124" y="106"/>
                </a:lnTo>
                <a:lnTo>
                  <a:pt x="133" y="99"/>
                </a:lnTo>
                <a:moveTo>
                  <a:pt x="140" y="109"/>
                </a:moveTo>
                <a:lnTo>
                  <a:pt x="148" y="120"/>
                </a:lnTo>
                <a:lnTo>
                  <a:pt x="127" y="119"/>
                </a:lnTo>
                <a:lnTo>
                  <a:pt x="127" y="108"/>
                </a:lnTo>
                <a:lnTo>
                  <a:pt x="137" y="108"/>
                </a:lnTo>
                <a:lnTo>
                  <a:pt x="137" y="114"/>
                </a:lnTo>
                <a:lnTo>
                  <a:pt x="132" y="117"/>
                </a:lnTo>
                <a:lnTo>
                  <a:pt x="131" y="116"/>
                </a:lnTo>
                <a:lnTo>
                  <a:pt x="140" y="109"/>
                </a:lnTo>
                <a:moveTo>
                  <a:pt x="127" y="119"/>
                </a:moveTo>
                <a:lnTo>
                  <a:pt x="116" y="119"/>
                </a:lnTo>
                <a:lnTo>
                  <a:pt x="116" y="108"/>
                </a:lnTo>
                <a:lnTo>
                  <a:pt x="127" y="108"/>
                </a:lnTo>
                <a:lnTo>
                  <a:pt x="127" y="119"/>
                </a:lnTo>
                <a:moveTo>
                  <a:pt x="116" y="119"/>
                </a:moveTo>
                <a:lnTo>
                  <a:pt x="105" y="119"/>
                </a:lnTo>
                <a:lnTo>
                  <a:pt x="105" y="108"/>
                </a:lnTo>
                <a:lnTo>
                  <a:pt x="116" y="108"/>
                </a:lnTo>
                <a:lnTo>
                  <a:pt x="116" y="119"/>
                </a:lnTo>
                <a:moveTo>
                  <a:pt x="105" y="119"/>
                </a:moveTo>
                <a:lnTo>
                  <a:pt x="93" y="119"/>
                </a:lnTo>
                <a:lnTo>
                  <a:pt x="93" y="108"/>
                </a:lnTo>
                <a:lnTo>
                  <a:pt x="105" y="108"/>
                </a:lnTo>
                <a:lnTo>
                  <a:pt x="105" y="119"/>
                </a:lnTo>
                <a:moveTo>
                  <a:pt x="93" y="119"/>
                </a:moveTo>
                <a:lnTo>
                  <a:pt x="82" y="119"/>
                </a:lnTo>
                <a:lnTo>
                  <a:pt x="82" y="108"/>
                </a:lnTo>
                <a:lnTo>
                  <a:pt x="93" y="108"/>
                </a:lnTo>
                <a:lnTo>
                  <a:pt x="93" y="119"/>
                </a:lnTo>
                <a:moveTo>
                  <a:pt x="82" y="119"/>
                </a:moveTo>
                <a:lnTo>
                  <a:pt x="71" y="119"/>
                </a:lnTo>
                <a:lnTo>
                  <a:pt x="71" y="107"/>
                </a:lnTo>
                <a:lnTo>
                  <a:pt x="82" y="108"/>
                </a:lnTo>
                <a:lnTo>
                  <a:pt x="82" y="119"/>
                </a:lnTo>
                <a:moveTo>
                  <a:pt x="71" y="119"/>
                </a:moveTo>
                <a:lnTo>
                  <a:pt x="59" y="119"/>
                </a:lnTo>
                <a:lnTo>
                  <a:pt x="59" y="107"/>
                </a:lnTo>
                <a:lnTo>
                  <a:pt x="71" y="107"/>
                </a:lnTo>
                <a:lnTo>
                  <a:pt x="71" y="119"/>
                </a:lnTo>
                <a:moveTo>
                  <a:pt x="59" y="119"/>
                </a:moveTo>
                <a:lnTo>
                  <a:pt x="48" y="118"/>
                </a:lnTo>
                <a:lnTo>
                  <a:pt x="48" y="107"/>
                </a:lnTo>
                <a:lnTo>
                  <a:pt x="59" y="107"/>
                </a:lnTo>
                <a:lnTo>
                  <a:pt x="59" y="119"/>
                </a:lnTo>
                <a:moveTo>
                  <a:pt x="48" y="118"/>
                </a:moveTo>
                <a:lnTo>
                  <a:pt x="37" y="118"/>
                </a:lnTo>
                <a:lnTo>
                  <a:pt x="37" y="107"/>
                </a:lnTo>
                <a:lnTo>
                  <a:pt x="48" y="107"/>
                </a:lnTo>
                <a:lnTo>
                  <a:pt x="48" y="118"/>
                </a:lnTo>
                <a:moveTo>
                  <a:pt x="37" y="118"/>
                </a:moveTo>
                <a:lnTo>
                  <a:pt x="25" y="118"/>
                </a:lnTo>
                <a:lnTo>
                  <a:pt x="25" y="107"/>
                </a:lnTo>
                <a:lnTo>
                  <a:pt x="37" y="107"/>
                </a:lnTo>
                <a:lnTo>
                  <a:pt x="37" y="118"/>
                </a:lnTo>
                <a:moveTo>
                  <a:pt x="25" y="118"/>
                </a:moveTo>
                <a:lnTo>
                  <a:pt x="13" y="118"/>
                </a:lnTo>
                <a:lnTo>
                  <a:pt x="13" y="107"/>
                </a:lnTo>
                <a:lnTo>
                  <a:pt x="25" y="107"/>
                </a:lnTo>
                <a:lnTo>
                  <a:pt x="25" y="118"/>
                </a:lnTo>
                <a:moveTo>
                  <a:pt x="13" y="118"/>
                </a:moveTo>
                <a:lnTo>
                  <a:pt x="0" y="118"/>
                </a:lnTo>
                <a:lnTo>
                  <a:pt x="7" y="102"/>
                </a:lnTo>
                <a:lnTo>
                  <a:pt x="18" y="108"/>
                </a:lnTo>
                <a:lnTo>
                  <a:pt x="14" y="115"/>
                </a:lnTo>
                <a:lnTo>
                  <a:pt x="9" y="112"/>
                </a:lnTo>
                <a:lnTo>
                  <a:pt x="9" y="107"/>
                </a:lnTo>
                <a:lnTo>
                  <a:pt x="13" y="107"/>
                </a:lnTo>
                <a:lnTo>
                  <a:pt x="13" y="118"/>
                </a:lnTo>
                <a:moveTo>
                  <a:pt x="7" y="102"/>
                </a:moveTo>
                <a:lnTo>
                  <a:pt x="12" y="92"/>
                </a:lnTo>
                <a:lnTo>
                  <a:pt x="24" y="97"/>
                </a:lnTo>
                <a:lnTo>
                  <a:pt x="18" y="108"/>
                </a:lnTo>
                <a:lnTo>
                  <a:pt x="7" y="102"/>
                </a:lnTo>
                <a:moveTo>
                  <a:pt x="12" y="92"/>
                </a:moveTo>
                <a:lnTo>
                  <a:pt x="19" y="82"/>
                </a:lnTo>
                <a:lnTo>
                  <a:pt x="29" y="87"/>
                </a:lnTo>
                <a:lnTo>
                  <a:pt x="24" y="97"/>
                </a:lnTo>
                <a:lnTo>
                  <a:pt x="12" y="92"/>
                </a:lnTo>
                <a:moveTo>
                  <a:pt x="19" y="82"/>
                </a:moveTo>
                <a:lnTo>
                  <a:pt x="24" y="72"/>
                </a:lnTo>
                <a:lnTo>
                  <a:pt x="34" y="77"/>
                </a:lnTo>
                <a:lnTo>
                  <a:pt x="29" y="87"/>
                </a:lnTo>
                <a:lnTo>
                  <a:pt x="19" y="82"/>
                </a:lnTo>
                <a:moveTo>
                  <a:pt x="24" y="72"/>
                </a:moveTo>
                <a:lnTo>
                  <a:pt x="29" y="62"/>
                </a:lnTo>
                <a:lnTo>
                  <a:pt x="39" y="67"/>
                </a:lnTo>
                <a:lnTo>
                  <a:pt x="34" y="77"/>
                </a:lnTo>
                <a:lnTo>
                  <a:pt x="24" y="72"/>
                </a:lnTo>
                <a:moveTo>
                  <a:pt x="29" y="62"/>
                </a:moveTo>
                <a:lnTo>
                  <a:pt x="34" y="52"/>
                </a:lnTo>
                <a:lnTo>
                  <a:pt x="44" y="57"/>
                </a:lnTo>
                <a:lnTo>
                  <a:pt x="39" y="67"/>
                </a:lnTo>
                <a:lnTo>
                  <a:pt x="29" y="62"/>
                </a:lnTo>
                <a:moveTo>
                  <a:pt x="34" y="52"/>
                </a:moveTo>
                <a:lnTo>
                  <a:pt x="39" y="42"/>
                </a:lnTo>
                <a:lnTo>
                  <a:pt x="49" y="47"/>
                </a:lnTo>
                <a:lnTo>
                  <a:pt x="44" y="57"/>
                </a:lnTo>
                <a:lnTo>
                  <a:pt x="34" y="52"/>
                </a:lnTo>
                <a:moveTo>
                  <a:pt x="39" y="42"/>
                </a:moveTo>
                <a:lnTo>
                  <a:pt x="45" y="32"/>
                </a:lnTo>
                <a:lnTo>
                  <a:pt x="55" y="37"/>
                </a:lnTo>
                <a:lnTo>
                  <a:pt x="49" y="47"/>
                </a:lnTo>
                <a:lnTo>
                  <a:pt x="39" y="42"/>
                </a:lnTo>
                <a:moveTo>
                  <a:pt x="45" y="32"/>
                </a:moveTo>
                <a:lnTo>
                  <a:pt x="50" y="22"/>
                </a:lnTo>
                <a:lnTo>
                  <a:pt x="60" y="27"/>
                </a:lnTo>
                <a:lnTo>
                  <a:pt x="55" y="37"/>
                </a:lnTo>
                <a:lnTo>
                  <a:pt x="45" y="32"/>
                </a:lnTo>
                <a:moveTo>
                  <a:pt x="50" y="22"/>
                </a:moveTo>
                <a:lnTo>
                  <a:pt x="55" y="12"/>
                </a:lnTo>
                <a:lnTo>
                  <a:pt x="65" y="17"/>
                </a:lnTo>
                <a:lnTo>
                  <a:pt x="60" y="27"/>
                </a:lnTo>
                <a:lnTo>
                  <a:pt x="50" y="22"/>
                </a:lnTo>
                <a:moveTo>
                  <a:pt x="55" y="12"/>
                </a:moveTo>
                <a:lnTo>
                  <a:pt x="61" y="0"/>
                </a:lnTo>
                <a:lnTo>
                  <a:pt x="73" y="16"/>
                </a:lnTo>
                <a:lnTo>
                  <a:pt x="64" y="23"/>
                </a:lnTo>
                <a:lnTo>
                  <a:pt x="57" y="14"/>
                </a:lnTo>
                <a:lnTo>
                  <a:pt x="62" y="11"/>
                </a:lnTo>
                <a:lnTo>
                  <a:pt x="67" y="13"/>
                </a:lnTo>
                <a:lnTo>
                  <a:pt x="65" y="17"/>
                </a:lnTo>
                <a:lnTo>
                  <a:pt x="55" y="12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5" name=""/>
          <p:cNvSpPr/>
          <p:nvPr/>
        </p:nvSpPr>
        <p:spPr>
          <a:xfrm>
            <a:off x="7376760" y="2814120"/>
            <a:ext cx="234360" cy="0"/>
          </a:xfrm>
          <a:custGeom>
            <a:avLst/>
            <a:gdLst/>
            <a:ahLst/>
            <a:rect l="0" t="0" r="r" b="b"/>
            <a:pathLst>
              <a:path fill="none" w="651" h="0">
                <a:moveTo>
                  <a:pt x="0" y="0"/>
                </a:moveTo>
                <a:lnTo>
                  <a:pt x="59" y="0"/>
                </a:lnTo>
                <a:cubicBezTo>
                  <a:pt x="118" y="0"/>
                  <a:pt x="236" y="0"/>
                  <a:pt x="344" y="0"/>
                </a:cubicBezTo>
                <a:cubicBezTo>
                  <a:pt x="453" y="0"/>
                  <a:pt x="552" y="0"/>
                  <a:pt x="601" y="0"/>
                </a:cubicBezTo>
                <a:lnTo>
                  <a:pt x="651" y="0"/>
                </a:lnTo>
              </a:path>
            </a:pathLst>
          </a:custGeom>
          <a:ln w="12600">
            <a:solidFill>
              <a:srgbClr val="d4a017"/>
            </a:solidFill>
            <a:miter/>
          </a:ln>
        </p:spPr>
        <p:txBody>
          <a:bodyPr lIns="6120" rIns="6120" tIns="-6120" bIns="-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6" name=""/>
          <p:cNvSpPr/>
          <p:nvPr/>
        </p:nvSpPr>
        <p:spPr>
          <a:xfrm>
            <a:off x="7590600" y="2793600"/>
            <a:ext cx="41400" cy="41040"/>
          </a:xfrm>
          <a:custGeom>
            <a:avLst/>
            <a:gdLst/>
            <a:ahLst/>
            <a:rect l="0" t="0" r="r" b="b"/>
            <a:pathLst>
              <a:path w="115" h="114">
                <a:moveTo>
                  <a:pt x="0" y="0"/>
                </a:moveTo>
                <a:lnTo>
                  <a:pt x="115" y="57"/>
                </a:lnTo>
                <a:lnTo>
                  <a:pt x="0" y="114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7" name=""/>
          <p:cNvSpPr/>
          <p:nvPr/>
        </p:nvSpPr>
        <p:spPr>
          <a:xfrm>
            <a:off x="7588800" y="2790360"/>
            <a:ext cx="47520" cy="47880"/>
          </a:xfrm>
          <a:custGeom>
            <a:avLst/>
            <a:gdLst/>
            <a:ahLst/>
            <a:rect l="0" t="0" r="r" b="b"/>
            <a:pathLst>
              <a:path w="132" h="133">
                <a:moveTo>
                  <a:pt x="18" y="9"/>
                </a:moveTo>
                <a:lnTo>
                  <a:pt x="28" y="14"/>
                </a:lnTo>
                <a:lnTo>
                  <a:pt x="23" y="24"/>
                </a:lnTo>
                <a:lnTo>
                  <a:pt x="13" y="19"/>
                </a:lnTo>
                <a:lnTo>
                  <a:pt x="18" y="9"/>
                </a:lnTo>
                <a:moveTo>
                  <a:pt x="28" y="14"/>
                </a:moveTo>
                <a:lnTo>
                  <a:pt x="38" y="19"/>
                </a:lnTo>
                <a:lnTo>
                  <a:pt x="33" y="29"/>
                </a:lnTo>
                <a:lnTo>
                  <a:pt x="23" y="24"/>
                </a:lnTo>
                <a:lnTo>
                  <a:pt x="28" y="14"/>
                </a:lnTo>
                <a:moveTo>
                  <a:pt x="38" y="19"/>
                </a:moveTo>
                <a:lnTo>
                  <a:pt x="48" y="24"/>
                </a:lnTo>
                <a:lnTo>
                  <a:pt x="43" y="34"/>
                </a:lnTo>
                <a:lnTo>
                  <a:pt x="33" y="29"/>
                </a:lnTo>
                <a:lnTo>
                  <a:pt x="38" y="19"/>
                </a:lnTo>
                <a:moveTo>
                  <a:pt x="48" y="24"/>
                </a:moveTo>
                <a:lnTo>
                  <a:pt x="59" y="29"/>
                </a:lnTo>
                <a:lnTo>
                  <a:pt x="53" y="40"/>
                </a:lnTo>
                <a:lnTo>
                  <a:pt x="43" y="34"/>
                </a:lnTo>
                <a:lnTo>
                  <a:pt x="48" y="24"/>
                </a:lnTo>
                <a:moveTo>
                  <a:pt x="59" y="29"/>
                </a:moveTo>
                <a:lnTo>
                  <a:pt x="69" y="34"/>
                </a:lnTo>
                <a:lnTo>
                  <a:pt x="64" y="46"/>
                </a:lnTo>
                <a:lnTo>
                  <a:pt x="53" y="40"/>
                </a:lnTo>
                <a:lnTo>
                  <a:pt x="59" y="29"/>
                </a:lnTo>
                <a:moveTo>
                  <a:pt x="69" y="34"/>
                </a:moveTo>
                <a:lnTo>
                  <a:pt x="80" y="40"/>
                </a:lnTo>
                <a:lnTo>
                  <a:pt x="74" y="51"/>
                </a:lnTo>
                <a:lnTo>
                  <a:pt x="64" y="46"/>
                </a:lnTo>
                <a:lnTo>
                  <a:pt x="69" y="34"/>
                </a:lnTo>
                <a:moveTo>
                  <a:pt x="80" y="40"/>
                </a:moveTo>
                <a:lnTo>
                  <a:pt x="90" y="46"/>
                </a:lnTo>
                <a:lnTo>
                  <a:pt x="85" y="56"/>
                </a:lnTo>
                <a:lnTo>
                  <a:pt x="74" y="51"/>
                </a:lnTo>
                <a:lnTo>
                  <a:pt x="80" y="40"/>
                </a:lnTo>
                <a:moveTo>
                  <a:pt x="90" y="46"/>
                </a:moveTo>
                <a:lnTo>
                  <a:pt x="100" y="51"/>
                </a:lnTo>
                <a:lnTo>
                  <a:pt x="95" y="61"/>
                </a:lnTo>
                <a:lnTo>
                  <a:pt x="85" y="56"/>
                </a:lnTo>
                <a:lnTo>
                  <a:pt x="90" y="46"/>
                </a:lnTo>
                <a:moveTo>
                  <a:pt x="100" y="51"/>
                </a:moveTo>
                <a:lnTo>
                  <a:pt x="110" y="56"/>
                </a:lnTo>
                <a:lnTo>
                  <a:pt x="105" y="66"/>
                </a:lnTo>
                <a:lnTo>
                  <a:pt x="95" y="61"/>
                </a:lnTo>
                <a:lnTo>
                  <a:pt x="100" y="51"/>
                </a:lnTo>
                <a:moveTo>
                  <a:pt x="110" y="56"/>
                </a:moveTo>
                <a:lnTo>
                  <a:pt x="120" y="61"/>
                </a:lnTo>
                <a:lnTo>
                  <a:pt x="115" y="71"/>
                </a:lnTo>
                <a:lnTo>
                  <a:pt x="105" y="66"/>
                </a:lnTo>
                <a:lnTo>
                  <a:pt x="110" y="56"/>
                </a:lnTo>
                <a:moveTo>
                  <a:pt x="120" y="61"/>
                </a:moveTo>
                <a:lnTo>
                  <a:pt x="132" y="67"/>
                </a:lnTo>
                <a:lnTo>
                  <a:pt x="114" y="76"/>
                </a:lnTo>
                <a:lnTo>
                  <a:pt x="109" y="66"/>
                </a:lnTo>
                <a:lnTo>
                  <a:pt x="117" y="62"/>
                </a:lnTo>
                <a:lnTo>
                  <a:pt x="120" y="67"/>
                </a:lnTo>
                <a:lnTo>
                  <a:pt x="117" y="72"/>
                </a:lnTo>
                <a:lnTo>
                  <a:pt x="115" y="71"/>
                </a:lnTo>
                <a:lnTo>
                  <a:pt x="120" y="61"/>
                </a:lnTo>
                <a:moveTo>
                  <a:pt x="114" y="76"/>
                </a:moveTo>
                <a:lnTo>
                  <a:pt x="104" y="81"/>
                </a:lnTo>
                <a:lnTo>
                  <a:pt x="99" y="71"/>
                </a:lnTo>
                <a:lnTo>
                  <a:pt x="109" y="66"/>
                </a:lnTo>
                <a:lnTo>
                  <a:pt x="114" y="76"/>
                </a:lnTo>
                <a:moveTo>
                  <a:pt x="104" y="81"/>
                </a:moveTo>
                <a:lnTo>
                  <a:pt x="94" y="86"/>
                </a:lnTo>
                <a:lnTo>
                  <a:pt x="88" y="76"/>
                </a:lnTo>
                <a:lnTo>
                  <a:pt x="99" y="71"/>
                </a:lnTo>
                <a:lnTo>
                  <a:pt x="104" y="81"/>
                </a:lnTo>
                <a:moveTo>
                  <a:pt x="94" y="86"/>
                </a:moveTo>
                <a:lnTo>
                  <a:pt x="83" y="91"/>
                </a:lnTo>
                <a:lnTo>
                  <a:pt x="78" y="81"/>
                </a:lnTo>
                <a:lnTo>
                  <a:pt x="88" y="76"/>
                </a:lnTo>
                <a:lnTo>
                  <a:pt x="94" y="86"/>
                </a:lnTo>
                <a:moveTo>
                  <a:pt x="83" y="91"/>
                </a:moveTo>
                <a:lnTo>
                  <a:pt x="72" y="96"/>
                </a:lnTo>
                <a:lnTo>
                  <a:pt x="67" y="86"/>
                </a:lnTo>
                <a:lnTo>
                  <a:pt x="78" y="81"/>
                </a:lnTo>
                <a:lnTo>
                  <a:pt x="83" y="91"/>
                </a:lnTo>
                <a:moveTo>
                  <a:pt x="72" y="96"/>
                </a:moveTo>
                <a:lnTo>
                  <a:pt x="62" y="101"/>
                </a:lnTo>
                <a:lnTo>
                  <a:pt x="57" y="91"/>
                </a:lnTo>
                <a:lnTo>
                  <a:pt x="67" y="86"/>
                </a:lnTo>
                <a:lnTo>
                  <a:pt x="72" y="96"/>
                </a:lnTo>
                <a:moveTo>
                  <a:pt x="62" y="101"/>
                </a:moveTo>
                <a:lnTo>
                  <a:pt x="52" y="106"/>
                </a:lnTo>
                <a:lnTo>
                  <a:pt x="47" y="96"/>
                </a:lnTo>
                <a:lnTo>
                  <a:pt x="57" y="91"/>
                </a:lnTo>
                <a:lnTo>
                  <a:pt x="62" y="101"/>
                </a:lnTo>
                <a:moveTo>
                  <a:pt x="52" y="106"/>
                </a:moveTo>
                <a:lnTo>
                  <a:pt x="42" y="111"/>
                </a:lnTo>
                <a:lnTo>
                  <a:pt x="37" y="101"/>
                </a:lnTo>
                <a:lnTo>
                  <a:pt x="47" y="96"/>
                </a:lnTo>
                <a:lnTo>
                  <a:pt x="52" y="106"/>
                </a:lnTo>
                <a:moveTo>
                  <a:pt x="42" y="111"/>
                </a:moveTo>
                <a:lnTo>
                  <a:pt x="32" y="116"/>
                </a:lnTo>
                <a:lnTo>
                  <a:pt x="27" y="106"/>
                </a:lnTo>
                <a:lnTo>
                  <a:pt x="37" y="101"/>
                </a:lnTo>
                <a:lnTo>
                  <a:pt x="42" y="111"/>
                </a:lnTo>
                <a:moveTo>
                  <a:pt x="32" y="116"/>
                </a:moveTo>
                <a:lnTo>
                  <a:pt x="22" y="122"/>
                </a:lnTo>
                <a:lnTo>
                  <a:pt x="17" y="111"/>
                </a:lnTo>
                <a:lnTo>
                  <a:pt x="27" y="106"/>
                </a:lnTo>
                <a:lnTo>
                  <a:pt x="32" y="116"/>
                </a:lnTo>
                <a:moveTo>
                  <a:pt x="22" y="122"/>
                </a:moveTo>
                <a:lnTo>
                  <a:pt x="12" y="127"/>
                </a:lnTo>
                <a:lnTo>
                  <a:pt x="6" y="116"/>
                </a:lnTo>
                <a:lnTo>
                  <a:pt x="17" y="111"/>
                </a:lnTo>
                <a:lnTo>
                  <a:pt x="22" y="122"/>
                </a:lnTo>
                <a:moveTo>
                  <a:pt x="12" y="127"/>
                </a:moveTo>
                <a:lnTo>
                  <a:pt x="0" y="133"/>
                </a:lnTo>
                <a:lnTo>
                  <a:pt x="0" y="116"/>
                </a:lnTo>
                <a:lnTo>
                  <a:pt x="11" y="116"/>
                </a:lnTo>
                <a:lnTo>
                  <a:pt x="11" y="123"/>
                </a:lnTo>
                <a:lnTo>
                  <a:pt x="5" y="123"/>
                </a:lnTo>
                <a:lnTo>
                  <a:pt x="3" y="118"/>
                </a:lnTo>
                <a:lnTo>
                  <a:pt x="6" y="116"/>
                </a:lnTo>
                <a:lnTo>
                  <a:pt x="12" y="127"/>
                </a:lnTo>
                <a:moveTo>
                  <a:pt x="0" y="116"/>
                </a:moveTo>
                <a:lnTo>
                  <a:pt x="0" y="105"/>
                </a:lnTo>
                <a:lnTo>
                  <a:pt x="11" y="105"/>
                </a:lnTo>
                <a:lnTo>
                  <a:pt x="11" y="116"/>
                </a:lnTo>
                <a:lnTo>
                  <a:pt x="0" y="116"/>
                </a:lnTo>
                <a:moveTo>
                  <a:pt x="0" y="105"/>
                </a:moveTo>
                <a:lnTo>
                  <a:pt x="0" y="94"/>
                </a:lnTo>
                <a:lnTo>
                  <a:pt x="11" y="94"/>
                </a:lnTo>
                <a:lnTo>
                  <a:pt x="11" y="105"/>
                </a:lnTo>
                <a:lnTo>
                  <a:pt x="0" y="105"/>
                </a:lnTo>
                <a:moveTo>
                  <a:pt x="0" y="94"/>
                </a:moveTo>
                <a:lnTo>
                  <a:pt x="0" y="82"/>
                </a:lnTo>
                <a:lnTo>
                  <a:pt x="11" y="82"/>
                </a:lnTo>
                <a:lnTo>
                  <a:pt x="11" y="94"/>
                </a:lnTo>
                <a:lnTo>
                  <a:pt x="0" y="94"/>
                </a:lnTo>
                <a:moveTo>
                  <a:pt x="0" y="82"/>
                </a:moveTo>
                <a:lnTo>
                  <a:pt x="0" y="71"/>
                </a:lnTo>
                <a:lnTo>
                  <a:pt x="11" y="71"/>
                </a:lnTo>
                <a:lnTo>
                  <a:pt x="11" y="82"/>
                </a:lnTo>
                <a:lnTo>
                  <a:pt x="0" y="82"/>
                </a:lnTo>
                <a:moveTo>
                  <a:pt x="0" y="71"/>
                </a:moveTo>
                <a:lnTo>
                  <a:pt x="0" y="60"/>
                </a:lnTo>
                <a:lnTo>
                  <a:pt x="11" y="60"/>
                </a:lnTo>
                <a:lnTo>
                  <a:pt x="11" y="71"/>
                </a:lnTo>
                <a:lnTo>
                  <a:pt x="0" y="71"/>
                </a:lnTo>
                <a:moveTo>
                  <a:pt x="0" y="60"/>
                </a:moveTo>
                <a:lnTo>
                  <a:pt x="0" y="48"/>
                </a:lnTo>
                <a:lnTo>
                  <a:pt x="11" y="48"/>
                </a:lnTo>
                <a:lnTo>
                  <a:pt x="11" y="60"/>
                </a:lnTo>
                <a:lnTo>
                  <a:pt x="0" y="60"/>
                </a:lnTo>
                <a:moveTo>
                  <a:pt x="0" y="48"/>
                </a:moveTo>
                <a:lnTo>
                  <a:pt x="0" y="36"/>
                </a:lnTo>
                <a:lnTo>
                  <a:pt x="11" y="36"/>
                </a:lnTo>
                <a:lnTo>
                  <a:pt x="11" y="48"/>
                </a:lnTo>
                <a:lnTo>
                  <a:pt x="0" y="48"/>
                </a:lnTo>
                <a:moveTo>
                  <a:pt x="0" y="36"/>
                </a:moveTo>
                <a:lnTo>
                  <a:pt x="0" y="25"/>
                </a:lnTo>
                <a:lnTo>
                  <a:pt x="11" y="25"/>
                </a:lnTo>
                <a:lnTo>
                  <a:pt x="11" y="36"/>
                </a:lnTo>
                <a:lnTo>
                  <a:pt x="0" y="36"/>
                </a:lnTo>
                <a:moveTo>
                  <a:pt x="0" y="25"/>
                </a:moveTo>
                <a:lnTo>
                  <a:pt x="0" y="13"/>
                </a:lnTo>
                <a:lnTo>
                  <a:pt x="11" y="13"/>
                </a:lnTo>
                <a:lnTo>
                  <a:pt x="11" y="25"/>
                </a:lnTo>
                <a:lnTo>
                  <a:pt x="0" y="25"/>
                </a:lnTo>
                <a:moveTo>
                  <a:pt x="0" y="13"/>
                </a:moveTo>
                <a:lnTo>
                  <a:pt x="0" y="0"/>
                </a:lnTo>
                <a:lnTo>
                  <a:pt x="18" y="9"/>
                </a:lnTo>
                <a:lnTo>
                  <a:pt x="13" y="19"/>
                </a:lnTo>
                <a:lnTo>
                  <a:pt x="3" y="14"/>
                </a:lnTo>
                <a:lnTo>
                  <a:pt x="5" y="9"/>
                </a:lnTo>
                <a:lnTo>
                  <a:pt x="11" y="9"/>
                </a:lnTo>
                <a:lnTo>
                  <a:pt x="11" y="13"/>
                </a:lnTo>
                <a:lnTo>
                  <a:pt x="0" y="13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8" name=""/>
          <p:cNvSpPr/>
          <p:nvPr/>
        </p:nvSpPr>
        <p:spPr>
          <a:xfrm>
            <a:off x="1088280" y="2641320"/>
            <a:ext cx="6792120" cy="582480"/>
          </a:xfrm>
          <a:custGeom>
            <a:avLst/>
            <a:gdLst/>
            <a:ahLst/>
            <a:rect l="0" t="0" r="r" b="b"/>
            <a:pathLst>
              <a:path fill="none" w="18867" h="1618">
                <a:moveTo>
                  <a:pt x="18867" y="1032"/>
                </a:moveTo>
                <a:lnTo>
                  <a:pt x="18693" y="1129"/>
                </a:lnTo>
                <a:cubicBezTo>
                  <a:pt x="18519" y="1227"/>
                  <a:pt x="18171" y="1422"/>
                  <a:pt x="17728" y="1520"/>
                </a:cubicBezTo>
                <a:cubicBezTo>
                  <a:pt x="17286" y="1618"/>
                  <a:pt x="16749" y="1618"/>
                  <a:pt x="16213" y="1618"/>
                </a:cubicBezTo>
                <a:cubicBezTo>
                  <a:pt x="15676" y="1618"/>
                  <a:pt x="15139" y="1618"/>
                  <a:pt x="14595" y="1618"/>
                </a:cubicBezTo>
                <a:cubicBezTo>
                  <a:pt x="14051" y="1618"/>
                  <a:pt x="13500" y="1618"/>
                  <a:pt x="12949" y="1618"/>
                </a:cubicBezTo>
                <a:cubicBezTo>
                  <a:pt x="12397" y="1618"/>
                  <a:pt x="11846" y="1618"/>
                  <a:pt x="11205" y="1618"/>
                </a:cubicBezTo>
                <a:cubicBezTo>
                  <a:pt x="10564" y="1618"/>
                  <a:pt x="9832" y="1618"/>
                  <a:pt x="9101" y="1618"/>
                </a:cubicBezTo>
                <a:cubicBezTo>
                  <a:pt x="8370" y="1618"/>
                  <a:pt x="7639" y="1618"/>
                  <a:pt x="7040" y="1618"/>
                </a:cubicBezTo>
                <a:cubicBezTo>
                  <a:pt x="6442" y="1618"/>
                  <a:pt x="5974" y="1618"/>
                  <a:pt x="5508" y="1618"/>
                </a:cubicBezTo>
                <a:cubicBezTo>
                  <a:pt x="5042" y="1618"/>
                  <a:pt x="4575" y="1618"/>
                  <a:pt x="4109" y="1618"/>
                </a:cubicBezTo>
                <a:cubicBezTo>
                  <a:pt x="3642" y="1618"/>
                  <a:pt x="3175" y="1618"/>
                  <a:pt x="2708" y="1618"/>
                </a:cubicBezTo>
                <a:cubicBezTo>
                  <a:pt x="2240" y="1618"/>
                  <a:pt x="1773" y="1618"/>
                  <a:pt x="1322" y="1348"/>
                </a:cubicBezTo>
                <a:cubicBezTo>
                  <a:pt x="871" y="1078"/>
                  <a:pt x="436" y="539"/>
                  <a:pt x="218" y="270"/>
                </a:cubicBezTo>
                <a:lnTo>
                  <a:pt x="0" y="0"/>
                </a:lnTo>
              </a:path>
            </a:pathLst>
          </a:custGeom>
          <a:ln w="12600">
            <a:solidFill>
              <a:srgbClr val="d4a017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9" name=""/>
          <p:cNvSpPr/>
          <p:nvPr/>
        </p:nvSpPr>
        <p:spPr>
          <a:xfrm>
            <a:off x="1075680" y="2625480"/>
            <a:ext cx="41760" cy="45000"/>
          </a:xfrm>
          <a:custGeom>
            <a:avLst/>
            <a:gdLst/>
            <a:ahLst/>
            <a:rect l="0" t="0" r="r" b="b"/>
            <a:pathLst>
              <a:path w="116" h="125">
                <a:moveTo>
                  <a:pt x="27" y="125"/>
                </a:moveTo>
                <a:lnTo>
                  <a:pt x="0" y="0"/>
                </a:lnTo>
                <a:lnTo>
                  <a:pt x="116" y="54"/>
                </a:lnTo>
                <a:lnTo>
                  <a:pt x="27" y="12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0" name=""/>
          <p:cNvSpPr/>
          <p:nvPr/>
        </p:nvSpPr>
        <p:spPr>
          <a:xfrm>
            <a:off x="1072800" y="2621880"/>
            <a:ext cx="48600" cy="52200"/>
          </a:xfrm>
          <a:custGeom>
            <a:avLst/>
            <a:gdLst/>
            <a:ahLst/>
            <a:rect l="0" t="0" r="r" b="b"/>
            <a:pathLst>
              <a:path w="135" h="145">
                <a:moveTo>
                  <a:pt x="28" y="125"/>
                </a:moveTo>
                <a:lnTo>
                  <a:pt x="25" y="114"/>
                </a:lnTo>
                <a:lnTo>
                  <a:pt x="37" y="112"/>
                </a:lnTo>
                <a:lnTo>
                  <a:pt x="39" y="123"/>
                </a:lnTo>
                <a:lnTo>
                  <a:pt x="28" y="125"/>
                </a:lnTo>
                <a:moveTo>
                  <a:pt x="25" y="114"/>
                </a:moveTo>
                <a:lnTo>
                  <a:pt x="23" y="103"/>
                </a:lnTo>
                <a:lnTo>
                  <a:pt x="34" y="100"/>
                </a:lnTo>
                <a:lnTo>
                  <a:pt x="37" y="112"/>
                </a:lnTo>
                <a:lnTo>
                  <a:pt x="25" y="114"/>
                </a:lnTo>
                <a:moveTo>
                  <a:pt x="23" y="103"/>
                </a:moveTo>
                <a:lnTo>
                  <a:pt x="21" y="92"/>
                </a:lnTo>
                <a:lnTo>
                  <a:pt x="32" y="89"/>
                </a:lnTo>
                <a:lnTo>
                  <a:pt x="34" y="100"/>
                </a:lnTo>
                <a:lnTo>
                  <a:pt x="23" y="103"/>
                </a:lnTo>
                <a:moveTo>
                  <a:pt x="21" y="92"/>
                </a:moveTo>
                <a:lnTo>
                  <a:pt x="18" y="80"/>
                </a:lnTo>
                <a:lnTo>
                  <a:pt x="29" y="77"/>
                </a:lnTo>
                <a:lnTo>
                  <a:pt x="32" y="89"/>
                </a:lnTo>
                <a:lnTo>
                  <a:pt x="21" y="92"/>
                </a:lnTo>
                <a:moveTo>
                  <a:pt x="18" y="80"/>
                </a:moveTo>
                <a:lnTo>
                  <a:pt x="16" y="69"/>
                </a:lnTo>
                <a:lnTo>
                  <a:pt x="27" y="66"/>
                </a:lnTo>
                <a:lnTo>
                  <a:pt x="29" y="77"/>
                </a:lnTo>
                <a:lnTo>
                  <a:pt x="18" y="80"/>
                </a:lnTo>
                <a:moveTo>
                  <a:pt x="16" y="69"/>
                </a:moveTo>
                <a:lnTo>
                  <a:pt x="12" y="58"/>
                </a:lnTo>
                <a:lnTo>
                  <a:pt x="24" y="55"/>
                </a:lnTo>
                <a:lnTo>
                  <a:pt x="27" y="66"/>
                </a:lnTo>
                <a:lnTo>
                  <a:pt x="16" y="69"/>
                </a:lnTo>
                <a:moveTo>
                  <a:pt x="12" y="58"/>
                </a:moveTo>
                <a:lnTo>
                  <a:pt x="10" y="47"/>
                </a:lnTo>
                <a:lnTo>
                  <a:pt x="22" y="44"/>
                </a:lnTo>
                <a:lnTo>
                  <a:pt x="24" y="55"/>
                </a:lnTo>
                <a:lnTo>
                  <a:pt x="12" y="58"/>
                </a:lnTo>
                <a:moveTo>
                  <a:pt x="10" y="47"/>
                </a:moveTo>
                <a:lnTo>
                  <a:pt x="7" y="36"/>
                </a:lnTo>
                <a:lnTo>
                  <a:pt x="20" y="33"/>
                </a:lnTo>
                <a:lnTo>
                  <a:pt x="22" y="44"/>
                </a:lnTo>
                <a:lnTo>
                  <a:pt x="10" y="47"/>
                </a:lnTo>
                <a:moveTo>
                  <a:pt x="7" y="36"/>
                </a:moveTo>
                <a:lnTo>
                  <a:pt x="5" y="24"/>
                </a:lnTo>
                <a:lnTo>
                  <a:pt x="17" y="22"/>
                </a:lnTo>
                <a:lnTo>
                  <a:pt x="20" y="33"/>
                </a:lnTo>
                <a:lnTo>
                  <a:pt x="7" y="36"/>
                </a:lnTo>
                <a:moveTo>
                  <a:pt x="5" y="24"/>
                </a:moveTo>
                <a:lnTo>
                  <a:pt x="3" y="13"/>
                </a:lnTo>
                <a:lnTo>
                  <a:pt x="15" y="11"/>
                </a:lnTo>
                <a:lnTo>
                  <a:pt x="17" y="22"/>
                </a:lnTo>
                <a:lnTo>
                  <a:pt x="5" y="24"/>
                </a:lnTo>
                <a:moveTo>
                  <a:pt x="3" y="13"/>
                </a:moveTo>
                <a:lnTo>
                  <a:pt x="0" y="0"/>
                </a:lnTo>
                <a:lnTo>
                  <a:pt x="20" y="9"/>
                </a:lnTo>
                <a:lnTo>
                  <a:pt x="15" y="19"/>
                </a:lnTo>
                <a:lnTo>
                  <a:pt x="5" y="15"/>
                </a:lnTo>
                <a:lnTo>
                  <a:pt x="8" y="10"/>
                </a:lnTo>
                <a:lnTo>
                  <a:pt x="14" y="9"/>
                </a:lnTo>
                <a:lnTo>
                  <a:pt x="15" y="11"/>
                </a:lnTo>
                <a:lnTo>
                  <a:pt x="3" y="13"/>
                </a:lnTo>
                <a:moveTo>
                  <a:pt x="20" y="9"/>
                </a:moveTo>
                <a:lnTo>
                  <a:pt x="30" y="14"/>
                </a:lnTo>
                <a:lnTo>
                  <a:pt x="25" y="24"/>
                </a:lnTo>
                <a:lnTo>
                  <a:pt x="15" y="19"/>
                </a:lnTo>
                <a:lnTo>
                  <a:pt x="20" y="9"/>
                </a:lnTo>
                <a:moveTo>
                  <a:pt x="30" y="14"/>
                </a:moveTo>
                <a:lnTo>
                  <a:pt x="40" y="18"/>
                </a:lnTo>
                <a:lnTo>
                  <a:pt x="35" y="29"/>
                </a:lnTo>
                <a:lnTo>
                  <a:pt x="25" y="24"/>
                </a:lnTo>
                <a:lnTo>
                  <a:pt x="30" y="14"/>
                </a:lnTo>
                <a:moveTo>
                  <a:pt x="40" y="18"/>
                </a:moveTo>
                <a:lnTo>
                  <a:pt x="50" y="23"/>
                </a:lnTo>
                <a:lnTo>
                  <a:pt x="46" y="33"/>
                </a:lnTo>
                <a:lnTo>
                  <a:pt x="35" y="29"/>
                </a:lnTo>
                <a:lnTo>
                  <a:pt x="40" y="18"/>
                </a:lnTo>
                <a:moveTo>
                  <a:pt x="50" y="23"/>
                </a:moveTo>
                <a:lnTo>
                  <a:pt x="61" y="28"/>
                </a:lnTo>
                <a:lnTo>
                  <a:pt x="56" y="38"/>
                </a:lnTo>
                <a:lnTo>
                  <a:pt x="46" y="33"/>
                </a:lnTo>
                <a:lnTo>
                  <a:pt x="50" y="23"/>
                </a:lnTo>
                <a:moveTo>
                  <a:pt x="61" y="28"/>
                </a:moveTo>
                <a:lnTo>
                  <a:pt x="71" y="32"/>
                </a:lnTo>
                <a:lnTo>
                  <a:pt x="66" y="43"/>
                </a:lnTo>
                <a:lnTo>
                  <a:pt x="56" y="38"/>
                </a:lnTo>
                <a:lnTo>
                  <a:pt x="61" y="28"/>
                </a:lnTo>
                <a:moveTo>
                  <a:pt x="71" y="32"/>
                </a:moveTo>
                <a:lnTo>
                  <a:pt x="81" y="37"/>
                </a:lnTo>
                <a:lnTo>
                  <a:pt x="77" y="47"/>
                </a:lnTo>
                <a:lnTo>
                  <a:pt x="66" y="43"/>
                </a:lnTo>
                <a:lnTo>
                  <a:pt x="71" y="32"/>
                </a:lnTo>
                <a:moveTo>
                  <a:pt x="81" y="37"/>
                </a:moveTo>
                <a:lnTo>
                  <a:pt x="92" y="42"/>
                </a:lnTo>
                <a:lnTo>
                  <a:pt x="87" y="52"/>
                </a:lnTo>
                <a:lnTo>
                  <a:pt x="77" y="47"/>
                </a:lnTo>
                <a:lnTo>
                  <a:pt x="81" y="37"/>
                </a:lnTo>
                <a:moveTo>
                  <a:pt x="92" y="42"/>
                </a:moveTo>
                <a:lnTo>
                  <a:pt x="102" y="46"/>
                </a:lnTo>
                <a:lnTo>
                  <a:pt x="97" y="57"/>
                </a:lnTo>
                <a:lnTo>
                  <a:pt x="87" y="52"/>
                </a:lnTo>
                <a:lnTo>
                  <a:pt x="92" y="42"/>
                </a:lnTo>
                <a:moveTo>
                  <a:pt x="102" y="46"/>
                </a:moveTo>
                <a:lnTo>
                  <a:pt x="112" y="51"/>
                </a:lnTo>
                <a:lnTo>
                  <a:pt x="108" y="61"/>
                </a:lnTo>
                <a:lnTo>
                  <a:pt x="97" y="57"/>
                </a:lnTo>
                <a:lnTo>
                  <a:pt x="102" y="46"/>
                </a:lnTo>
                <a:moveTo>
                  <a:pt x="112" y="51"/>
                </a:moveTo>
                <a:lnTo>
                  <a:pt x="123" y="56"/>
                </a:lnTo>
                <a:lnTo>
                  <a:pt x="118" y="66"/>
                </a:lnTo>
                <a:lnTo>
                  <a:pt x="108" y="61"/>
                </a:lnTo>
                <a:lnTo>
                  <a:pt x="112" y="51"/>
                </a:lnTo>
                <a:moveTo>
                  <a:pt x="123" y="56"/>
                </a:moveTo>
                <a:lnTo>
                  <a:pt x="135" y="61"/>
                </a:lnTo>
                <a:lnTo>
                  <a:pt x="122" y="72"/>
                </a:lnTo>
                <a:lnTo>
                  <a:pt x="115" y="63"/>
                </a:lnTo>
                <a:lnTo>
                  <a:pt x="120" y="58"/>
                </a:lnTo>
                <a:lnTo>
                  <a:pt x="124" y="63"/>
                </a:lnTo>
                <a:lnTo>
                  <a:pt x="122" y="68"/>
                </a:lnTo>
                <a:lnTo>
                  <a:pt x="118" y="66"/>
                </a:lnTo>
                <a:lnTo>
                  <a:pt x="123" y="56"/>
                </a:lnTo>
                <a:moveTo>
                  <a:pt x="122" y="72"/>
                </a:moveTo>
                <a:lnTo>
                  <a:pt x="113" y="79"/>
                </a:lnTo>
                <a:lnTo>
                  <a:pt x="106" y="70"/>
                </a:lnTo>
                <a:lnTo>
                  <a:pt x="115" y="63"/>
                </a:lnTo>
                <a:lnTo>
                  <a:pt x="122" y="72"/>
                </a:lnTo>
                <a:moveTo>
                  <a:pt x="113" y="79"/>
                </a:moveTo>
                <a:lnTo>
                  <a:pt x="104" y="87"/>
                </a:lnTo>
                <a:lnTo>
                  <a:pt x="97" y="77"/>
                </a:lnTo>
                <a:lnTo>
                  <a:pt x="106" y="70"/>
                </a:lnTo>
                <a:lnTo>
                  <a:pt x="113" y="79"/>
                </a:lnTo>
                <a:moveTo>
                  <a:pt x="104" y="87"/>
                </a:moveTo>
                <a:lnTo>
                  <a:pt x="95" y="94"/>
                </a:lnTo>
                <a:lnTo>
                  <a:pt x="88" y="85"/>
                </a:lnTo>
                <a:lnTo>
                  <a:pt x="97" y="77"/>
                </a:lnTo>
                <a:lnTo>
                  <a:pt x="104" y="87"/>
                </a:lnTo>
                <a:moveTo>
                  <a:pt x="95" y="94"/>
                </a:moveTo>
                <a:lnTo>
                  <a:pt x="87" y="101"/>
                </a:lnTo>
                <a:lnTo>
                  <a:pt x="79" y="92"/>
                </a:lnTo>
                <a:lnTo>
                  <a:pt x="88" y="85"/>
                </a:lnTo>
                <a:lnTo>
                  <a:pt x="95" y="94"/>
                </a:lnTo>
                <a:moveTo>
                  <a:pt x="87" y="101"/>
                </a:moveTo>
                <a:lnTo>
                  <a:pt x="78" y="108"/>
                </a:lnTo>
                <a:lnTo>
                  <a:pt x="71" y="99"/>
                </a:lnTo>
                <a:lnTo>
                  <a:pt x="79" y="92"/>
                </a:lnTo>
                <a:lnTo>
                  <a:pt x="87" y="101"/>
                </a:lnTo>
                <a:moveTo>
                  <a:pt x="78" y="108"/>
                </a:moveTo>
                <a:lnTo>
                  <a:pt x="69" y="115"/>
                </a:lnTo>
                <a:lnTo>
                  <a:pt x="62" y="107"/>
                </a:lnTo>
                <a:lnTo>
                  <a:pt x="71" y="99"/>
                </a:lnTo>
                <a:lnTo>
                  <a:pt x="78" y="108"/>
                </a:lnTo>
                <a:moveTo>
                  <a:pt x="69" y="115"/>
                </a:moveTo>
                <a:lnTo>
                  <a:pt x="60" y="122"/>
                </a:lnTo>
                <a:lnTo>
                  <a:pt x="53" y="114"/>
                </a:lnTo>
                <a:lnTo>
                  <a:pt x="62" y="107"/>
                </a:lnTo>
                <a:lnTo>
                  <a:pt x="69" y="115"/>
                </a:lnTo>
                <a:moveTo>
                  <a:pt x="60" y="122"/>
                </a:moveTo>
                <a:lnTo>
                  <a:pt x="51" y="130"/>
                </a:lnTo>
                <a:lnTo>
                  <a:pt x="44" y="121"/>
                </a:lnTo>
                <a:lnTo>
                  <a:pt x="53" y="114"/>
                </a:lnTo>
                <a:lnTo>
                  <a:pt x="60" y="122"/>
                </a:lnTo>
                <a:moveTo>
                  <a:pt x="51" y="130"/>
                </a:moveTo>
                <a:lnTo>
                  <a:pt x="43" y="137"/>
                </a:lnTo>
                <a:lnTo>
                  <a:pt x="35" y="128"/>
                </a:lnTo>
                <a:lnTo>
                  <a:pt x="44" y="121"/>
                </a:lnTo>
                <a:lnTo>
                  <a:pt x="51" y="130"/>
                </a:lnTo>
                <a:moveTo>
                  <a:pt x="43" y="137"/>
                </a:moveTo>
                <a:lnTo>
                  <a:pt x="32" y="145"/>
                </a:lnTo>
                <a:lnTo>
                  <a:pt x="28" y="125"/>
                </a:lnTo>
                <a:lnTo>
                  <a:pt x="39" y="123"/>
                </a:lnTo>
                <a:lnTo>
                  <a:pt x="41" y="134"/>
                </a:lnTo>
                <a:lnTo>
                  <a:pt x="36" y="135"/>
                </a:lnTo>
                <a:lnTo>
                  <a:pt x="32" y="130"/>
                </a:lnTo>
                <a:lnTo>
                  <a:pt x="35" y="128"/>
                </a:lnTo>
                <a:lnTo>
                  <a:pt x="43" y="137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1" name=""/>
          <p:cNvSpPr/>
          <p:nvPr/>
        </p:nvSpPr>
        <p:spPr>
          <a:xfrm>
            <a:off x="497880" y="2350440"/>
            <a:ext cx="933480" cy="275400"/>
          </a:xfrm>
          <a:custGeom>
            <a:avLst/>
            <a:gdLst/>
            <a:ahLst/>
            <a:rect l="0" t="0" r="r" b="b"/>
            <a:pathLst>
              <a:path w="2593" h="765">
                <a:moveTo>
                  <a:pt x="0" y="0"/>
                </a:moveTo>
                <a:lnTo>
                  <a:pt x="2593" y="0"/>
                </a:lnTo>
                <a:lnTo>
                  <a:pt x="2593" y="765"/>
                </a:lnTo>
                <a:lnTo>
                  <a:pt x="0" y="765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2" name=""/>
          <p:cNvSpPr/>
          <p:nvPr/>
        </p:nvSpPr>
        <p:spPr>
          <a:xfrm>
            <a:off x="497880" y="2350440"/>
            <a:ext cx="933480" cy="275400"/>
          </a:xfrm>
          <a:custGeom>
            <a:avLst/>
            <a:gdLst/>
            <a:ahLst/>
            <a:rect l="0" t="0" r="r" b="b"/>
            <a:pathLst>
              <a:path w="2593" h="765">
                <a:moveTo>
                  <a:pt x="0" y="0"/>
                </a:moveTo>
                <a:lnTo>
                  <a:pt x="2593" y="0"/>
                </a:lnTo>
                <a:lnTo>
                  <a:pt x="2593" y="765"/>
                </a:lnTo>
                <a:lnTo>
                  <a:pt x="0" y="765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94a3b0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3" name=""/>
          <p:cNvSpPr txBox="1"/>
          <p:nvPr/>
        </p:nvSpPr>
        <p:spPr>
          <a:xfrm>
            <a:off x="439920" y="1081800"/>
            <a:ext cx="31431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AI toevoegt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4" name=""/>
          <p:cNvSpPr/>
          <p:nvPr/>
        </p:nvSpPr>
        <p:spPr>
          <a:xfrm>
            <a:off x="1685880" y="1771920"/>
            <a:ext cx="754560" cy="275400"/>
          </a:xfrm>
          <a:custGeom>
            <a:avLst/>
            <a:gdLst/>
            <a:ahLst/>
            <a:rect l="0" t="0" r="r" b="b"/>
            <a:pathLst>
              <a:path w="2096" h="765">
                <a:moveTo>
                  <a:pt x="0" y="0"/>
                </a:moveTo>
                <a:lnTo>
                  <a:pt x="2096" y="0"/>
                </a:lnTo>
                <a:lnTo>
                  <a:pt x="2096" y="765"/>
                </a:lnTo>
                <a:lnTo>
                  <a:pt x="0" y="765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5" name=""/>
          <p:cNvSpPr/>
          <p:nvPr/>
        </p:nvSpPr>
        <p:spPr>
          <a:xfrm>
            <a:off x="1685880" y="1771920"/>
            <a:ext cx="754560" cy="275400"/>
          </a:xfrm>
          <a:custGeom>
            <a:avLst/>
            <a:gdLst/>
            <a:ahLst/>
            <a:rect l="0" t="0" r="r" b="b"/>
            <a:pathLst>
              <a:path w="2096" h="765">
                <a:moveTo>
                  <a:pt x="0" y="0"/>
                </a:moveTo>
                <a:lnTo>
                  <a:pt x="2096" y="0"/>
                </a:lnTo>
                <a:lnTo>
                  <a:pt x="2096" y="765"/>
                </a:lnTo>
                <a:lnTo>
                  <a:pt x="0" y="765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94a3b0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6" name=""/>
          <p:cNvSpPr txBox="1"/>
          <p:nvPr/>
        </p:nvSpPr>
        <p:spPr>
          <a:xfrm>
            <a:off x="650880" y="2437920"/>
            <a:ext cx="631800" cy="93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40" spc="-1" strike="noStrike">
                <a:solidFill>
                  <a:srgbClr val="1f2937"/>
                </a:solidFill>
                <a:latin typeface="DejaVuSans"/>
                <a:ea typeface="DejaVuSans"/>
              </a:rPr>
              <a:t>Gebruikersschil</a:t>
            </a:r>
            <a:endParaRPr b="0" lang="en-US" sz="6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7" name=""/>
          <p:cNvSpPr/>
          <p:nvPr/>
        </p:nvSpPr>
        <p:spPr>
          <a:xfrm>
            <a:off x="2694960" y="1706760"/>
            <a:ext cx="752760" cy="405720"/>
          </a:xfrm>
          <a:custGeom>
            <a:avLst/>
            <a:gdLst/>
            <a:ahLst/>
            <a:rect l="0" t="0" r="r" b="b"/>
            <a:pathLst>
              <a:path w="2091" h="1127">
                <a:moveTo>
                  <a:pt x="0" y="191"/>
                </a:moveTo>
                <a:cubicBezTo>
                  <a:pt x="0" y="198"/>
                  <a:pt x="1" y="204"/>
                  <a:pt x="5" y="210"/>
                </a:cubicBezTo>
                <a:cubicBezTo>
                  <a:pt x="8" y="216"/>
                  <a:pt x="13" y="222"/>
                  <a:pt x="20" y="229"/>
                </a:cubicBezTo>
                <a:cubicBezTo>
                  <a:pt x="26" y="235"/>
                  <a:pt x="35" y="241"/>
                  <a:pt x="45" y="247"/>
                </a:cubicBezTo>
                <a:cubicBezTo>
                  <a:pt x="55" y="253"/>
                  <a:pt x="66" y="259"/>
                  <a:pt x="79" y="265"/>
                </a:cubicBezTo>
                <a:cubicBezTo>
                  <a:pt x="92" y="270"/>
                  <a:pt x="107" y="276"/>
                  <a:pt x="123" y="282"/>
                </a:cubicBezTo>
                <a:cubicBezTo>
                  <a:pt x="139" y="287"/>
                  <a:pt x="157" y="293"/>
                  <a:pt x="176" y="298"/>
                </a:cubicBezTo>
                <a:cubicBezTo>
                  <a:pt x="195" y="303"/>
                  <a:pt x="215" y="308"/>
                  <a:pt x="237" y="313"/>
                </a:cubicBezTo>
                <a:cubicBezTo>
                  <a:pt x="259" y="318"/>
                  <a:pt x="282" y="322"/>
                  <a:pt x="306" y="328"/>
                </a:cubicBezTo>
                <a:cubicBezTo>
                  <a:pt x="330" y="332"/>
                  <a:pt x="355" y="336"/>
                  <a:pt x="382" y="340"/>
                </a:cubicBezTo>
                <a:cubicBezTo>
                  <a:pt x="408" y="344"/>
                  <a:pt x="436" y="348"/>
                  <a:pt x="464" y="352"/>
                </a:cubicBezTo>
                <a:cubicBezTo>
                  <a:pt x="493" y="355"/>
                  <a:pt x="522" y="358"/>
                  <a:pt x="552" y="361"/>
                </a:cubicBezTo>
                <a:cubicBezTo>
                  <a:pt x="582" y="364"/>
                  <a:pt x="613" y="367"/>
                  <a:pt x="645" y="369"/>
                </a:cubicBezTo>
                <a:cubicBezTo>
                  <a:pt x="677" y="372"/>
                  <a:pt x="709" y="374"/>
                  <a:pt x="742" y="376"/>
                </a:cubicBezTo>
                <a:cubicBezTo>
                  <a:pt x="774" y="377"/>
                  <a:pt x="807" y="379"/>
                  <a:pt x="841" y="380"/>
                </a:cubicBezTo>
                <a:cubicBezTo>
                  <a:pt x="875" y="381"/>
                  <a:pt x="908" y="382"/>
                  <a:pt x="942" y="383"/>
                </a:cubicBezTo>
                <a:cubicBezTo>
                  <a:pt x="977" y="384"/>
                  <a:pt x="1011" y="384"/>
                  <a:pt x="1045" y="384"/>
                </a:cubicBezTo>
                <a:cubicBezTo>
                  <a:pt x="1079" y="384"/>
                  <a:pt x="1113" y="384"/>
                  <a:pt x="1147" y="383"/>
                </a:cubicBezTo>
                <a:cubicBezTo>
                  <a:pt x="1181" y="382"/>
                  <a:pt x="1215" y="381"/>
                  <a:pt x="1249" y="380"/>
                </a:cubicBezTo>
                <a:cubicBezTo>
                  <a:pt x="1282" y="379"/>
                  <a:pt x="1316" y="377"/>
                  <a:pt x="1348" y="376"/>
                </a:cubicBezTo>
                <a:cubicBezTo>
                  <a:pt x="1381" y="374"/>
                  <a:pt x="1413" y="372"/>
                  <a:pt x="1445" y="369"/>
                </a:cubicBezTo>
                <a:cubicBezTo>
                  <a:pt x="1477" y="367"/>
                  <a:pt x="1507" y="364"/>
                  <a:pt x="1538" y="361"/>
                </a:cubicBezTo>
                <a:cubicBezTo>
                  <a:pt x="1568" y="358"/>
                  <a:pt x="1597" y="355"/>
                  <a:pt x="1626" y="352"/>
                </a:cubicBezTo>
                <a:cubicBezTo>
                  <a:pt x="1654" y="348"/>
                  <a:pt x="1682" y="344"/>
                  <a:pt x="1708" y="340"/>
                </a:cubicBezTo>
                <a:cubicBezTo>
                  <a:pt x="1734" y="336"/>
                  <a:pt x="1760" y="332"/>
                  <a:pt x="1784" y="328"/>
                </a:cubicBezTo>
                <a:cubicBezTo>
                  <a:pt x="1808" y="322"/>
                  <a:pt x="1831" y="318"/>
                  <a:pt x="1853" y="313"/>
                </a:cubicBezTo>
                <a:cubicBezTo>
                  <a:pt x="1875" y="308"/>
                  <a:pt x="1895" y="303"/>
                  <a:pt x="1914" y="298"/>
                </a:cubicBezTo>
                <a:cubicBezTo>
                  <a:pt x="1934" y="293"/>
                  <a:pt x="1952" y="287"/>
                  <a:pt x="1968" y="282"/>
                </a:cubicBezTo>
                <a:cubicBezTo>
                  <a:pt x="1984" y="276"/>
                  <a:pt x="1998" y="270"/>
                  <a:pt x="2012" y="265"/>
                </a:cubicBezTo>
                <a:cubicBezTo>
                  <a:pt x="2025" y="259"/>
                  <a:pt x="2036" y="253"/>
                  <a:pt x="2046" y="247"/>
                </a:cubicBezTo>
                <a:cubicBezTo>
                  <a:pt x="2056" y="241"/>
                  <a:pt x="2064" y="235"/>
                  <a:pt x="2071" y="229"/>
                </a:cubicBezTo>
                <a:cubicBezTo>
                  <a:pt x="2078" y="222"/>
                  <a:pt x="2083" y="216"/>
                  <a:pt x="2086" y="210"/>
                </a:cubicBezTo>
                <a:cubicBezTo>
                  <a:pt x="2089" y="204"/>
                  <a:pt x="2091" y="198"/>
                  <a:pt x="2091" y="191"/>
                </a:cubicBezTo>
                <a:cubicBezTo>
                  <a:pt x="2091" y="185"/>
                  <a:pt x="2089" y="179"/>
                  <a:pt x="2086" y="172"/>
                </a:cubicBezTo>
                <a:cubicBezTo>
                  <a:pt x="2083" y="166"/>
                  <a:pt x="2078" y="160"/>
                  <a:pt x="2071" y="154"/>
                </a:cubicBezTo>
                <a:cubicBezTo>
                  <a:pt x="2064" y="148"/>
                  <a:pt x="2056" y="142"/>
                  <a:pt x="2046" y="136"/>
                </a:cubicBezTo>
                <a:cubicBezTo>
                  <a:pt x="2036" y="130"/>
                  <a:pt x="2025" y="124"/>
                  <a:pt x="2012" y="118"/>
                </a:cubicBezTo>
                <a:cubicBezTo>
                  <a:pt x="1998" y="112"/>
                  <a:pt x="1984" y="106"/>
                  <a:pt x="1968" y="101"/>
                </a:cubicBezTo>
                <a:cubicBezTo>
                  <a:pt x="1952" y="95"/>
                  <a:pt x="1934" y="90"/>
                  <a:pt x="1914" y="85"/>
                </a:cubicBezTo>
                <a:cubicBezTo>
                  <a:pt x="1895" y="80"/>
                  <a:pt x="1875" y="75"/>
                  <a:pt x="1853" y="70"/>
                </a:cubicBezTo>
                <a:cubicBezTo>
                  <a:pt x="1831" y="65"/>
                  <a:pt x="1808" y="60"/>
                  <a:pt x="1784" y="56"/>
                </a:cubicBezTo>
                <a:cubicBezTo>
                  <a:pt x="1760" y="51"/>
                  <a:pt x="1734" y="47"/>
                  <a:pt x="1708" y="43"/>
                </a:cubicBezTo>
                <a:cubicBezTo>
                  <a:pt x="1682" y="39"/>
                  <a:pt x="1654" y="35"/>
                  <a:pt x="1626" y="32"/>
                </a:cubicBezTo>
                <a:cubicBezTo>
                  <a:pt x="1597" y="28"/>
                  <a:pt x="1568" y="25"/>
                  <a:pt x="1538" y="22"/>
                </a:cubicBezTo>
                <a:cubicBezTo>
                  <a:pt x="1507" y="19"/>
                  <a:pt x="1477" y="17"/>
                  <a:pt x="1445" y="14"/>
                </a:cubicBezTo>
                <a:cubicBezTo>
                  <a:pt x="1413" y="12"/>
                  <a:pt x="1381" y="10"/>
                  <a:pt x="1348" y="8"/>
                </a:cubicBezTo>
                <a:cubicBezTo>
                  <a:pt x="1316" y="6"/>
                  <a:pt x="1282" y="5"/>
                  <a:pt x="1249" y="3"/>
                </a:cubicBezTo>
                <a:cubicBezTo>
                  <a:pt x="1215" y="2"/>
                  <a:pt x="1181" y="1"/>
                  <a:pt x="1147" y="1"/>
                </a:cubicBezTo>
                <a:cubicBezTo>
                  <a:pt x="1113" y="0"/>
                  <a:pt x="1079" y="0"/>
                  <a:pt x="1045" y="0"/>
                </a:cubicBezTo>
                <a:cubicBezTo>
                  <a:pt x="1011" y="0"/>
                  <a:pt x="977" y="0"/>
                  <a:pt x="942" y="1"/>
                </a:cubicBezTo>
                <a:cubicBezTo>
                  <a:pt x="908" y="1"/>
                  <a:pt x="875" y="2"/>
                  <a:pt x="841" y="3"/>
                </a:cubicBezTo>
                <a:cubicBezTo>
                  <a:pt x="807" y="5"/>
                  <a:pt x="774" y="6"/>
                  <a:pt x="742" y="8"/>
                </a:cubicBezTo>
                <a:cubicBezTo>
                  <a:pt x="709" y="10"/>
                  <a:pt x="677" y="12"/>
                  <a:pt x="645" y="14"/>
                </a:cubicBezTo>
                <a:cubicBezTo>
                  <a:pt x="613" y="17"/>
                  <a:pt x="582" y="19"/>
                  <a:pt x="552" y="22"/>
                </a:cubicBezTo>
                <a:cubicBezTo>
                  <a:pt x="522" y="25"/>
                  <a:pt x="493" y="28"/>
                  <a:pt x="464" y="32"/>
                </a:cubicBezTo>
                <a:cubicBezTo>
                  <a:pt x="436" y="35"/>
                  <a:pt x="408" y="39"/>
                  <a:pt x="382" y="43"/>
                </a:cubicBezTo>
                <a:cubicBezTo>
                  <a:pt x="355" y="47"/>
                  <a:pt x="330" y="51"/>
                  <a:pt x="306" y="56"/>
                </a:cubicBezTo>
                <a:cubicBezTo>
                  <a:pt x="282" y="60"/>
                  <a:pt x="259" y="65"/>
                  <a:pt x="237" y="70"/>
                </a:cubicBezTo>
                <a:cubicBezTo>
                  <a:pt x="215" y="75"/>
                  <a:pt x="195" y="80"/>
                  <a:pt x="176" y="85"/>
                </a:cubicBezTo>
                <a:cubicBezTo>
                  <a:pt x="157" y="90"/>
                  <a:pt x="139" y="95"/>
                  <a:pt x="123" y="101"/>
                </a:cubicBezTo>
                <a:cubicBezTo>
                  <a:pt x="107" y="106"/>
                  <a:pt x="92" y="112"/>
                  <a:pt x="79" y="118"/>
                </a:cubicBezTo>
                <a:cubicBezTo>
                  <a:pt x="66" y="124"/>
                  <a:pt x="55" y="130"/>
                  <a:pt x="45" y="136"/>
                </a:cubicBezTo>
                <a:cubicBezTo>
                  <a:pt x="35" y="142"/>
                  <a:pt x="26" y="148"/>
                  <a:pt x="20" y="154"/>
                </a:cubicBezTo>
                <a:cubicBezTo>
                  <a:pt x="13" y="160"/>
                  <a:pt x="8" y="166"/>
                  <a:pt x="5" y="172"/>
                </a:cubicBezTo>
                <a:cubicBezTo>
                  <a:pt x="1" y="179"/>
                  <a:pt x="0" y="185"/>
                  <a:pt x="0" y="191"/>
                </a:cubicBezTo>
                <a:lnTo>
                  <a:pt x="0" y="936"/>
                </a:lnTo>
                <a:cubicBezTo>
                  <a:pt x="0" y="942"/>
                  <a:pt x="1" y="948"/>
                  <a:pt x="5" y="955"/>
                </a:cubicBezTo>
                <a:cubicBezTo>
                  <a:pt x="8" y="961"/>
                  <a:pt x="13" y="967"/>
                  <a:pt x="20" y="973"/>
                </a:cubicBezTo>
                <a:cubicBezTo>
                  <a:pt x="26" y="979"/>
                  <a:pt x="35" y="985"/>
                  <a:pt x="45" y="991"/>
                </a:cubicBezTo>
                <a:cubicBezTo>
                  <a:pt x="55" y="997"/>
                  <a:pt x="66" y="1003"/>
                  <a:pt x="79" y="1009"/>
                </a:cubicBezTo>
                <a:cubicBezTo>
                  <a:pt x="92" y="1015"/>
                  <a:pt x="107" y="1021"/>
                  <a:pt x="123" y="1026"/>
                </a:cubicBezTo>
                <a:cubicBezTo>
                  <a:pt x="139" y="1032"/>
                  <a:pt x="157" y="1037"/>
                  <a:pt x="176" y="1042"/>
                </a:cubicBezTo>
                <a:cubicBezTo>
                  <a:pt x="195" y="1047"/>
                  <a:pt x="215" y="1053"/>
                  <a:pt x="237" y="1057"/>
                </a:cubicBezTo>
                <a:cubicBezTo>
                  <a:pt x="259" y="1062"/>
                  <a:pt x="282" y="1067"/>
                  <a:pt x="306" y="1071"/>
                </a:cubicBezTo>
                <a:cubicBezTo>
                  <a:pt x="330" y="1076"/>
                  <a:pt x="355" y="1080"/>
                  <a:pt x="382" y="1084"/>
                </a:cubicBezTo>
                <a:cubicBezTo>
                  <a:pt x="408" y="1088"/>
                  <a:pt x="436" y="1092"/>
                  <a:pt x="464" y="1095"/>
                </a:cubicBezTo>
                <a:cubicBezTo>
                  <a:pt x="493" y="1099"/>
                  <a:pt x="522" y="1102"/>
                  <a:pt x="552" y="1105"/>
                </a:cubicBezTo>
                <a:cubicBezTo>
                  <a:pt x="582" y="1108"/>
                  <a:pt x="613" y="1110"/>
                  <a:pt x="645" y="1113"/>
                </a:cubicBezTo>
                <a:cubicBezTo>
                  <a:pt x="677" y="1115"/>
                  <a:pt x="709" y="1117"/>
                  <a:pt x="742" y="1119"/>
                </a:cubicBezTo>
                <a:cubicBezTo>
                  <a:pt x="774" y="1121"/>
                  <a:pt x="807" y="1123"/>
                  <a:pt x="841" y="1124"/>
                </a:cubicBezTo>
                <a:cubicBezTo>
                  <a:pt x="875" y="1125"/>
                  <a:pt x="908" y="1126"/>
                  <a:pt x="942" y="1126"/>
                </a:cubicBezTo>
                <a:cubicBezTo>
                  <a:pt x="977" y="1127"/>
                  <a:pt x="1011" y="1127"/>
                  <a:pt x="1045" y="1127"/>
                </a:cubicBezTo>
                <a:cubicBezTo>
                  <a:pt x="1079" y="1127"/>
                  <a:pt x="1113" y="1127"/>
                  <a:pt x="1147" y="1126"/>
                </a:cubicBezTo>
                <a:cubicBezTo>
                  <a:pt x="1181" y="1126"/>
                  <a:pt x="1215" y="1125"/>
                  <a:pt x="1249" y="1124"/>
                </a:cubicBezTo>
                <a:cubicBezTo>
                  <a:pt x="1282" y="1123"/>
                  <a:pt x="1316" y="1121"/>
                  <a:pt x="1348" y="1119"/>
                </a:cubicBezTo>
                <a:cubicBezTo>
                  <a:pt x="1381" y="1117"/>
                  <a:pt x="1413" y="1115"/>
                  <a:pt x="1445" y="1113"/>
                </a:cubicBezTo>
                <a:cubicBezTo>
                  <a:pt x="1477" y="1110"/>
                  <a:pt x="1507" y="1108"/>
                  <a:pt x="1538" y="1105"/>
                </a:cubicBezTo>
                <a:cubicBezTo>
                  <a:pt x="1568" y="1102"/>
                  <a:pt x="1597" y="1099"/>
                  <a:pt x="1626" y="1095"/>
                </a:cubicBezTo>
                <a:cubicBezTo>
                  <a:pt x="1654" y="1092"/>
                  <a:pt x="1682" y="1088"/>
                  <a:pt x="1708" y="1084"/>
                </a:cubicBezTo>
                <a:cubicBezTo>
                  <a:pt x="1734" y="1080"/>
                  <a:pt x="1760" y="1076"/>
                  <a:pt x="1784" y="1071"/>
                </a:cubicBezTo>
                <a:cubicBezTo>
                  <a:pt x="1808" y="1067"/>
                  <a:pt x="1831" y="1062"/>
                  <a:pt x="1853" y="1057"/>
                </a:cubicBezTo>
                <a:cubicBezTo>
                  <a:pt x="1875" y="1053"/>
                  <a:pt x="1895" y="1047"/>
                  <a:pt x="1914" y="1042"/>
                </a:cubicBezTo>
                <a:cubicBezTo>
                  <a:pt x="1934" y="1037"/>
                  <a:pt x="1952" y="1032"/>
                  <a:pt x="1968" y="1026"/>
                </a:cubicBezTo>
                <a:cubicBezTo>
                  <a:pt x="1984" y="1021"/>
                  <a:pt x="1998" y="1015"/>
                  <a:pt x="2012" y="1009"/>
                </a:cubicBezTo>
                <a:cubicBezTo>
                  <a:pt x="2025" y="1003"/>
                  <a:pt x="2036" y="997"/>
                  <a:pt x="2046" y="991"/>
                </a:cubicBezTo>
                <a:cubicBezTo>
                  <a:pt x="2056" y="985"/>
                  <a:pt x="2064" y="979"/>
                  <a:pt x="2071" y="973"/>
                </a:cubicBezTo>
                <a:cubicBezTo>
                  <a:pt x="2078" y="967"/>
                  <a:pt x="2083" y="961"/>
                  <a:pt x="2086" y="955"/>
                </a:cubicBezTo>
                <a:cubicBezTo>
                  <a:pt x="2089" y="948"/>
                  <a:pt x="2091" y="942"/>
                  <a:pt x="2091" y="936"/>
                </a:cubicBezTo>
                <a:lnTo>
                  <a:pt x="2091" y="191"/>
                </a:lnTo>
                <a:lnTo>
                  <a:pt x="0" y="191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8" name=""/>
          <p:cNvSpPr/>
          <p:nvPr/>
        </p:nvSpPr>
        <p:spPr>
          <a:xfrm>
            <a:off x="2694960" y="1706760"/>
            <a:ext cx="752760" cy="405720"/>
          </a:xfrm>
          <a:custGeom>
            <a:avLst/>
            <a:gdLst/>
            <a:ahLst/>
            <a:rect l="0" t="0" r="r" b="b"/>
            <a:pathLst>
              <a:path fill="none" w="2091" h="1127">
                <a:moveTo>
                  <a:pt x="0" y="191"/>
                </a:moveTo>
                <a:cubicBezTo>
                  <a:pt x="0" y="198"/>
                  <a:pt x="1" y="204"/>
                  <a:pt x="5" y="210"/>
                </a:cubicBezTo>
                <a:cubicBezTo>
                  <a:pt x="8" y="216"/>
                  <a:pt x="13" y="222"/>
                  <a:pt x="20" y="229"/>
                </a:cubicBezTo>
                <a:cubicBezTo>
                  <a:pt x="26" y="235"/>
                  <a:pt x="35" y="241"/>
                  <a:pt x="45" y="247"/>
                </a:cubicBezTo>
                <a:cubicBezTo>
                  <a:pt x="55" y="253"/>
                  <a:pt x="66" y="259"/>
                  <a:pt x="79" y="265"/>
                </a:cubicBezTo>
                <a:cubicBezTo>
                  <a:pt x="92" y="270"/>
                  <a:pt x="107" y="276"/>
                  <a:pt x="123" y="282"/>
                </a:cubicBezTo>
                <a:cubicBezTo>
                  <a:pt x="139" y="287"/>
                  <a:pt x="157" y="293"/>
                  <a:pt x="176" y="298"/>
                </a:cubicBezTo>
                <a:cubicBezTo>
                  <a:pt x="195" y="303"/>
                  <a:pt x="215" y="308"/>
                  <a:pt x="237" y="313"/>
                </a:cubicBezTo>
                <a:cubicBezTo>
                  <a:pt x="259" y="318"/>
                  <a:pt x="282" y="322"/>
                  <a:pt x="306" y="328"/>
                </a:cubicBezTo>
                <a:cubicBezTo>
                  <a:pt x="330" y="332"/>
                  <a:pt x="355" y="336"/>
                  <a:pt x="382" y="340"/>
                </a:cubicBezTo>
                <a:cubicBezTo>
                  <a:pt x="408" y="344"/>
                  <a:pt x="436" y="348"/>
                  <a:pt x="464" y="352"/>
                </a:cubicBezTo>
                <a:cubicBezTo>
                  <a:pt x="493" y="355"/>
                  <a:pt x="522" y="358"/>
                  <a:pt x="552" y="361"/>
                </a:cubicBezTo>
                <a:cubicBezTo>
                  <a:pt x="582" y="364"/>
                  <a:pt x="613" y="367"/>
                  <a:pt x="645" y="369"/>
                </a:cubicBezTo>
                <a:cubicBezTo>
                  <a:pt x="677" y="372"/>
                  <a:pt x="709" y="374"/>
                  <a:pt x="742" y="376"/>
                </a:cubicBezTo>
                <a:cubicBezTo>
                  <a:pt x="774" y="377"/>
                  <a:pt x="807" y="379"/>
                  <a:pt x="841" y="380"/>
                </a:cubicBezTo>
                <a:cubicBezTo>
                  <a:pt x="875" y="381"/>
                  <a:pt x="908" y="382"/>
                  <a:pt x="942" y="383"/>
                </a:cubicBezTo>
                <a:cubicBezTo>
                  <a:pt x="977" y="384"/>
                  <a:pt x="1011" y="384"/>
                  <a:pt x="1045" y="384"/>
                </a:cubicBezTo>
                <a:cubicBezTo>
                  <a:pt x="1079" y="384"/>
                  <a:pt x="1113" y="384"/>
                  <a:pt x="1147" y="383"/>
                </a:cubicBezTo>
                <a:cubicBezTo>
                  <a:pt x="1181" y="382"/>
                  <a:pt x="1215" y="381"/>
                  <a:pt x="1249" y="380"/>
                </a:cubicBezTo>
                <a:cubicBezTo>
                  <a:pt x="1282" y="379"/>
                  <a:pt x="1316" y="377"/>
                  <a:pt x="1348" y="376"/>
                </a:cubicBezTo>
                <a:cubicBezTo>
                  <a:pt x="1381" y="374"/>
                  <a:pt x="1413" y="372"/>
                  <a:pt x="1445" y="369"/>
                </a:cubicBezTo>
                <a:cubicBezTo>
                  <a:pt x="1477" y="367"/>
                  <a:pt x="1507" y="364"/>
                  <a:pt x="1538" y="361"/>
                </a:cubicBezTo>
                <a:cubicBezTo>
                  <a:pt x="1568" y="358"/>
                  <a:pt x="1597" y="355"/>
                  <a:pt x="1626" y="352"/>
                </a:cubicBezTo>
                <a:cubicBezTo>
                  <a:pt x="1654" y="348"/>
                  <a:pt x="1682" y="344"/>
                  <a:pt x="1708" y="340"/>
                </a:cubicBezTo>
                <a:cubicBezTo>
                  <a:pt x="1734" y="336"/>
                  <a:pt x="1760" y="332"/>
                  <a:pt x="1784" y="328"/>
                </a:cubicBezTo>
                <a:cubicBezTo>
                  <a:pt x="1808" y="322"/>
                  <a:pt x="1831" y="318"/>
                  <a:pt x="1853" y="313"/>
                </a:cubicBezTo>
                <a:cubicBezTo>
                  <a:pt x="1875" y="308"/>
                  <a:pt x="1895" y="303"/>
                  <a:pt x="1914" y="298"/>
                </a:cubicBezTo>
                <a:cubicBezTo>
                  <a:pt x="1934" y="293"/>
                  <a:pt x="1952" y="287"/>
                  <a:pt x="1968" y="282"/>
                </a:cubicBezTo>
                <a:cubicBezTo>
                  <a:pt x="1984" y="276"/>
                  <a:pt x="1998" y="270"/>
                  <a:pt x="2012" y="265"/>
                </a:cubicBezTo>
                <a:cubicBezTo>
                  <a:pt x="2025" y="259"/>
                  <a:pt x="2036" y="253"/>
                  <a:pt x="2046" y="247"/>
                </a:cubicBezTo>
                <a:cubicBezTo>
                  <a:pt x="2056" y="241"/>
                  <a:pt x="2064" y="235"/>
                  <a:pt x="2071" y="229"/>
                </a:cubicBezTo>
                <a:cubicBezTo>
                  <a:pt x="2078" y="222"/>
                  <a:pt x="2083" y="216"/>
                  <a:pt x="2086" y="210"/>
                </a:cubicBezTo>
                <a:cubicBezTo>
                  <a:pt x="2089" y="204"/>
                  <a:pt x="2091" y="198"/>
                  <a:pt x="2091" y="191"/>
                </a:cubicBezTo>
                <a:cubicBezTo>
                  <a:pt x="2091" y="185"/>
                  <a:pt x="2089" y="179"/>
                  <a:pt x="2086" y="172"/>
                </a:cubicBezTo>
                <a:cubicBezTo>
                  <a:pt x="2083" y="166"/>
                  <a:pt x="2078" y="160"/>
                  <a:pt x="2071" y="154"/>
                </a:cubicBezTo>
                <a:cubicBezTo>
                  <a:pt x="2064" y="148"/>
                  <a:pt x="2056" y="142"/>
                  <a:pt x="2046" y="136"/>
                </a:cubicBezTo>
                <a:cubicBezTo>
                  <a:pt x="2036" y="130"/>
                  <a:pt x="2025" y="124"/>
                  <a:pt x="2012" y="118"/>
                </a:cubicBezTo>
                <a:cubicBezTo>
                  <a:pt x="1998" y="112"/>
                  <a:pt x="1984" y="106"/>
                  <a:pt x="1968" y="101"/>
                </a:cubicBezTo>
                <a:cubicBezTo>
                  <a:pt x="1952" y="95"/>
                  <a:pt x="1934" y="90"/>
                  <a:pt x="1914" y="85"/>
                </a:cubicBezTo>
                <a:cubicBezTo>
                  <a:pt x="1895" y="80"/>
                  <a:pt x="1875" y="75"/>
                  <a:pt x="1853" y="70"/>
                </a:cubicBezTo>
                <a:cubicBezTo>
                  <a:pt x="1831" y="65"/>
                  <a:pt x="1808" y="60"/>
                  <a:pt x="1784" y="56"/>
                </a:cubicBezTo>
                <a:cubicBezTo>
                  <a:pt x="1760" y="51"/>
                  <a:pt x="1734" y="47"/>
                  <a:pt x="1708" y="43"/>
                </a:cubicBezTo>
                <a:cubicBezTo>
                  <a:pt x="1682" y="39"/>
                  <a:pt x="1654" y="35"/>
                  <a:pt x="1626" y="32"/>
                </a:cubicBezTo>
                <a:cubicBezTo>
                  <a:pt x="1597" y="28"/>
                  <a:pt x="1568" y="25"/>
                  <a:pt x="1538" y="22"/>
                </a:cubicBezTo>
                <a:cubicBezTo>
                  <a:pt x="1507" y="19"/>
                  <a:pt x="1477" y="17"/>
                  <a:pt x="1445" y="14"/>
                </a:cubicBezTo>
                <a:cubicBezTo>
                  <a:pt x="1413" y="12"/>
                  <a:pt x="1381" y="10"/>
                  <a:pt x="1348" y="8"/>
                </a:cubicBezTo>
                <a:cubicBezTo>
                  <a:pt x="1316" y="6"/>
                  <a:pt x="1282" y="5"/>
                  <a:pt x="1249" y="3"/>
                </a:cubicBezTo>
                <a:cubicBezTo>
                  <a:pt x="1215" y="2"/>
                  <a:pt x="1181" y="1"/>
                  <a:pt x="1147" y="1"/>
                </a:cubicBezTo>
                <a:cubicBezTo>
                  <a:pt x="1113" y="0"/>
                  <a:pt x="1079" y="0"/>
                  <a:pt x="1045" y="0"/>
                </a:cubicBezTo>
                <a:cubicBezTo>
                  <a:pt x="1011" y="0"/>
                  <a:pt x="977" y="0"/>
                  <a:pt x="942" y="1"/>
                </a:cubicBezTo>
                <a:cubicBezTo>
                  <a:pt x="908" y="1"/>
                  <a:pt x="875" y="2"/>
                  <a:pt x="841" y="3"/>
                </a:cubicBezTo>
                <a:cubicBezTo>
                  <a:pt x="807" y="5"/>
                  <a:pt x="774" y="6"/>
                  <a:pt x="742" y="8"/>
                </a:cubicBezTo>
                <a:cubicBezTo>
                  <a:pt x="709" y="10"/>
                  <a:pt x="677" y="12"/>
                  <a:pt x="645" y="14"/>
                </a:cubicBezTo>
                <a:cubicBezTo>
                  <a:pt x="613" y="17"/>
                  <a:pt x="582" y="19"/>
                  <a:pt x="552" y="22"/>
                </a:cubicBezTo>
                <a:cubicBezTo>
                  <a:pt x="522" y="25"/>
                  <a:pt x="493" y="28"/>
                  <a:pt x="464" y="32"/>
                </a:cubicBezTo>
                <a:cubicBezTo>
                  <a:pt x="436" y="35"/>
                  <a:pt x="408" y="39"/>
                  <a:pt x="382" y="43"/>
                </a:cubicBezTo>
                <a:cubicBezTo>
                  <a:pt x="355" y="47"/>
                  <a:pt x="330" y="51"/>
                  <a:pt x="306" y="56"/>
                </a:cubicBezTo>
                <a:cubicBezTo>
                  <a:pt x="282" y="60"/>
                  <a:pt x="259" y="65"/>
                  <a:pt x="237" y="70"/>
                </a:cubicBezTo>
                <a:cubicBezTo>
                  <a:pt x="215" y="75"/>
                  <a:pt x="195" y="80"/>
                  <a:pt x="176" y="85"/>
                </a:cubicBezTo>
                <a:cubicBezTo>
                  <a:pt x="157" y="90"/>
                  <a:pt x="139" y="95"/>
                  <a:pt x="123" y="101"/>
                </a:cubicBezTo>
                <a:cubicBezTo>
                  <a:pt x="107" y="106"/>
                  <a:pt x="92" y="112"/>
                  <a:pt x="79" y="118"/>
                </a:cubicBezTo>
                <a:cubicBezTo>
                  <a:pt x="66" y="124"/>
                  <a:pt x="55" y="130"/>
                  <a:pt x="45" y="136"/>
                </a:cubicBezTo>
                <a:cubicBezTo>
                  <a:pt x="35" y="142"/>
                  <a:pt x="26" y="148"/>
                  <a:pt x="20" y="154"/>
                </a:cubicBezTo>
                <a:cubicBezTo>
                  <a:pt x="13" y="160"/>
                  <a:pt x="8" y="166"/>
                  <a:pt x="5" y="172"/>
                </a:cubicBezTo>
                <a:cubicBezTo>
                  <a:pt x="1" y="179"/>
                  <a:pt x="0" y="185"/>
                  <a:pt x="0" y="191"/>
                </a:cubicBezTo>
                <a:lnTo>
                  <a:pt x="0" y="936"/>
                </a:lnTo>
                <a:cubicBezTo>
                  <a:pt x="0" y="942"/>
                  <a:pt x="1" y="948"/>
                  <a:pt x="5" y="955"/>
                </a:cubicBezTo>
                <a:cubicBezTo>
                  <a:pt x="8" y="961"/>
                  <a:pt x="13" y="967"/>
                  <a:pt x="20" y="973"/>
                </a:cubicBezTo>
                <a:cubicBezTo>
                  <a:pt x="26" y="979"/>
                  <a:pt x="35" y="985"/>
                  <a:pt x="45" y="991"/>
                </a:cubicBezTo>
                <a:cubicBezTo>
                  <a:pt x="55" y="997"/>
                  <a:pt x="66" y="1003"/>
                  <a:pt x="79" y="1009"/>
                </a:cubicBezTo>
                <a:cubicBezTo>
                  <a:pt x="92" y="1015"/>
                  <a:pt x="107" y="1021"/>
                  <a:pt x="123" y="1026"/>
                </a:cubicBezTo>
                <a:cubicBezTo>
                  <a:pt x="139" y="1032"/>
                  <a:pt x="157" y="1037"/>
                  <a:pt x="176" y="1042"/>
                </a:cubicBezTo>
                <a:cubicBezTo>
                  <a:pt x="195" y="1047"/>
                  <a:pt x="215" y="1053"/>
                  <a:pt x="237" y="1057"/>
                </a:cubicBezTo>
                <a:cubicBezTo>
                  <a:pt x="259" y="1062"/>
                  <a:pt x="282" y="1067"/>
                  <a:pt x="306" y="1071"/>
                </a:cubicBezTo>
                <a:cubicBezTo>
                  <a:pt x="330" y="1076"/>
                  <a:pt x="355" y="1080"/>
                  <a:pt x="382" y="1084"/>
                </a:cubicBezTo>
                <a:cubicBezTo>
                  <a:pt x="408" y="1088"/>
                  <a:pt x="436" y="1092"/>
                  <a:pt x="464" y="1095"/>
                </a:cubicBezTo>
                <a:cubicBezTo>
                  <a:pt x="493" y="1099"/>
                  <a:pt x="522" y="1102"/>
                  <a:pt x="552" y="1105"/>
                </a:cubicBezTo>
                <a:cubicBezTo>
                  <a:pt x="582" y="1108"/>
                  <a:pt x="613" y="1110"/>
                  <a:pt x="645" y="1113"/>
                </a:cubicBezTo>
                <a:cubicBezTo>
                  <a:pt x="677" y="1115"/>
                  <a:pt x="709" y="1117"/>
                  <a:pt x="742" y="1119"/>
                </a:cubicBezTo>
                <a:cubicBezTo>
                  <a:pt x="774" y="1121"/>
                  <a:pt x="807" y="1123"/>
                  <a:pt x="841" y="1124"/>
                </a:cubicBezTo>
                <a:cubicBezTo>
                  <a:pt x="875" y="1125"/>
                  <a:pt x="908" y="1126"/>
                  <a:pt x="942" y="1126"/>
                </a:cubicBezTo>
                <a:cubicBezTo>
                  <a:pt x="977" y="1127"/>
                  <a:pt x="1011" y="1127"/>
                  <a:pt x="1045" y="1127"/>
                </a:cubicBezTo>
                <a:cubicBezTo>
                  <a:pt x="1079" y="1127"/>
                  <a:pt x="1113" y="1127"/>
                  <a:pt x="1147" y="1126"/>
                </a:cubicBezTo>
                <a:cubicBezTo>
                  <a:pt x="1181" y="1126"/>
                  <a:pt x="1215" y="1125"/>
                  <a:pt x="1249" y="1124"/>
                </a:cubicBezTo>
                <a:cubicBezTo>
                  <a:pt x="1282" y="1123"/>
                  <a:pt x="1316" y="1121"/>
                  <a:pt x="1348" y="1119"/>
                </a:cubicBezTo>
                <a:cubicBezTo>
                  <a:pt x="1381" y="1117"/>
                  <a:pt x="1413" y="1115"/>
                  <a:pt x="1445" y="1113"/>
                </a:cubicBezTo>
                <a:cubicBezTo>
                  <a:pt x="1477" y="1110"/>
                  <a:pt x="1507" y="1108"/>
                  <a:pt x="1538" y="1105"/>
                </a:cubicBezTo>
                <a:cubicBezTo>
                  <a:pt x="1568" y="1102"/>
                  <a:pt x="1597" y="1099"/>
                  <a:pt x="1626" y="1095"/>
                </a:cubicBezTo>
                <a:cubicBezTo>
                  <a:pt x="1654" y="1092"/>
                  <a:pt x="1682" y="1088"/>
                  <a:pt x="1708" y="1084"/>
                </a:cubicBezTo>
                <a:cubicBezTo>
                  <a:pt x="1734" y="1080"/>
                  <a:pt x="1760" y="1076"/>
                  <a:pt x="1784" y="1071"/>
                </a:cubicBezTo>
                <a:cubicBezTo>
                  <a:pt x="1808" y="1067"/>
                  <a:pt x="1831" y="1062"/>
                  <a:pt x="1853" y="1057"/>
                </a:cubicBezTo>
                <a:cubicBezTo>
                  <a:pt x="1875" y="1053"/>
                  <a:pt x="1895" y="1047"/>
                  <a:pt x="1914" y="1042"/>
                </a:cubicBezTo>
                <a:cubicBezTo>
                  <a:pt x="1934" y="1037"/>
                  <a:pt x="1952" y="1032"/>
                  <a:pt x="1968" y="1026"/>
                </a:cubicBezTo>
                <a:cubicBezTo>
                  <a:pt x="1984" y="1021"/>
                  <a:pt x="1998" y="1015"/>
                  <a:pt x="2012" y="1009"/>
                </a:cubicBezTo>
                <a:cubicBezTo>
                  <a:pt x="2025" y="1003"/>
                  <a:pt x="2036" y="997"/>
                  <a:pt x="2046" y="991"/>
                </a:cubicBezTo>
                <a:cubicBezTo>
                  <a:pt x="2056" y="985"/>
                  <a:pt x="2064" y="979"/>
                  <a:pt x="2071" y="973"/>
                </a:cubicBezTo>
                <a:cubicBezTo>
                  <a:pt x="2078" y="967"/>
                  <a:pt x="2083" y="961"/>
                  <a:pt x="2086" y="955"/>
                </a:cubicBezTo>
                <a:cubicBezTo>
                  <a:pt x="2089" y="948"/>
                  <a:pt x="2091" y="942"/>
                  <a:pt x="2091" y="936"/>
                </a:cubicBezTo>
                <a:lnTo>
                  <a:pt x="2091" y="191"/>
                </a:lnTo>
              </a:path>
            </a:pathLst>
          </a:custGeom>
          <a:ln w="5040">
            <a:solidFill>
              <a:srgbClr val="94a3b0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9" name=""/>
          <p:cNvSpPr txBox="1"/>
          <p:nvPr/>
        </p:nvSpPr>
        <p:spPr>
          <a:xfrm>
            <a:off x="1838880" y="1859400"/>
            <a:ext cx="460800" cy="93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40" spc="-1" strike="noStrike">
                <a:solidFill>
                  <a:srgbClr val="1f2937"/>
                </a:solidFill>
                <a:latin typeface="DejaVuSans"/>
                <a:ea typeface="DejaVuSans"/>
              </a:rPr>
              <a:t>Toepassing</a:t>
            </a:r>
            <a:endParaRPr b="0" lang="en-US" sz="6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0" name=""/>
          <p:cNvSpPr/>
          <p:nvPr/>
        </p:nvSpPr>
        <p:spPr>
          <a:xfrm>
            <a:off x="4006800" y="1708920"/>
            <a:ext cx="715680" cy="401400"/>
          </a:xfrm>
          <a:custGeom>
            <a:avLst/>
            <a:gdLst/>
            <a:ahLst/>
            <a:rect l="0" t="0" r="r" b="b"/>
            <a:pathLst>
              <a:path w="1988" h="1115">
                <a:moveTo>
                  <a:pt x="0" y="187"/>
                </a:moveTo>
                <a:cubicBezTo>
                  <a:pt x="0" y="194"/>
                  <a:pt x="1" y="200"/>
                  <a:pt x="5" y="206"/>
                </a:cubicBezTo>
                <a:cubicBezTo>
                  <a:pt x="8" y="212"/>
                  <a:pt x="12" y="218"/>
                  <a:pt x="19" y="224"/>
                </a:cubicBezTo>
                <a:cubicBezTo>
                  <a:pt x="25" y="230"/>
                  <a:pt x="33" y="236"/>
                  <a:pt x="43" y="242"/>
                </a:cubicBezTo>
                <a:cubicBezTo>
                  <a:pt x="52" y="248"/>
                  <a:pt x="63" y="253"/>
                  <a:pt x="75" y="259"/>
                </a:cubicBezTo>
                <a:cubicBezTo>
                  <a:pt x="88" y="266"/>
                  <a:pt x="102" y="271"/>
                  <a:pt x="117" y="277"/>
                </a:cubicBezTo>
                <a:cubicBezTo>
                  <a:pt x="132" y="282"/>
                  <a:pt x="149" y="287"/>
                  <a:pt x="167" y="292"/>
                </a:cubicBezTo>
                <a:cubicBezTo>
                  <a:pt x="185" y="298"/>
                  <a:pt x="205" y="302"/>
                  <a:pt x="225" y="307"/>
                </a:cubicBezTo>
                <a:cubicBezTo>
                  <a:pt x="246" y="312"/>
                  <a:pt x="268" y="317"/>
                  <a:pt x="291" y="321"/>
                </a:cubicBezTo>
                <a:cubicBezTo>
                  <a:pt x="314" y="325"/>
                  <a:pt x="338" y="329"/>
                  <a:pt x="363" y="333"/>
                </a:cubicBezTo>
                <a:cubicBezTo>
                  <a:pt x="388" y="337"/>
                  <a:pt x="414" y="341"/>
                  <a:pt x="441" y="344"/>
                </a:cubicBezTo>
                <a:cubicBezTo>
                  <a:pt x="468" y="348"/>
                  <a:pt x="496" y="351"/>
                  <a:pt x="525" y="354"/>
                </a:cubicBezTo>
                <a:cubicBezTo>
                  <a:pt x="554" y="356"/>
                  <a:pt x="583" y="359"/>
                  <a:pt x="613" y="361"/>
                </a:cubicBezTo>
                <a:cubicBezTo>
                  <a:pt x="643" y="364"/>
                  <a:pt x="674" y="366"/>
                  <a:pt x="705" y="368"/>
                </a:cubicBezTo>
                <a:cubicBezTo>
                  <a:pt x="736" y="369"/>
                  <a:pt x="768" y="371"/>
                  <a:pt x="799" y="372"/>
                </a:cubicBezTo>
                <a:cubicBezTo>
                  <a:pt x="831" y="373"/>
                  <a:pt x="864" y="374"/>
                  <a:pt x="896" y="375"/>
                </a:cubicBezTo>
                <a:cubicBezTo>
                  <a:pt x="928" y="375"/>
                  <a:pt x="961" y="376"/>
                  <a:pt x="993" y="376"/>
                </a:cubicBezTo>
                <a:cubicBezTo>
                  <a:pt x="1026" y="376"/>
                  <a:pt x="1058" y="375"/>
                  <a:pt x="1091" y="375"/>
                </a:cubicBezTo>
                <a:cubicBezTo>
                  <a:pt x="1123" y="374"/>
                  <a:pt x="1155" y="373"/>
                  <a:pt x="1187" y="372"/>
                </a:cubicBezTo>
                <a:cubicBezTo>
                  <a:pt x="1219" y="371"/>
                  <a:pt x="1251" y="369"/>
                  <a:pt x="1282" y="368"/>
                </a:cubicBezTo>
                <a:cubicBezTo>
                  <a:pt x="1313" y="366"/>
                  <a:pt x="1343" y="364"/>
                  <a:pt x="1374" y="361"/>
                </a:cubicBezTo>
                <a:cubicBezTo>
                  <a:pt x="1404" y="359"/>
                  <a:pt x="1433" y="356"/>
                  <a:pt x="1462" y="354"/>
                </a:cubicBezTo>
                <a:cubicBezTo>
                  <a:pt x="1490" y="351"/>
                  <a:pt x="1518" y="348"/>
                  <a:pt x="1545" y="344"/>
                </a:cubicBezTo>
                <a:cubicBezTo>
                  <a:pt x="1572" y="341"/>
                  <a:pt x="1598" y="337"/>
                  <a:pt x="1624" y="333"/>
                </a:cubicBezTo>
                <a:cubicBezTo>
                  <a:pt x="1649" y="329"/>
                  <a:pt x="1673" y="325"/>
                  <a:pt x="1696" y="321"/>
                </a:cubicBezTo>
                <a:cubicBezTo>
                  <a:pt x="1719" y="317"/>
                  <a:pt x="1741" y="312"/>
                  <a:pt x="1761" y="307"/>
                </a:cubicBezTo>
                <a:cubicBezTo>
                  <a:pt x="1782" y="302"/>
                  <a:pt x="1802" y="298"/>
                  <a:pt x="1820" y="292"/>
                </a:cubicBezTo>
                <a:cubicBezTo>
                  <a:pt x="1839" y="287"/>
                  <a:pt x="1855" y="282"/>
                  <a:pt x="1871" y="277"/>
                </a:cubicBezTo>
                <a:cubicBezTo>
                  <a:pt x="1886" y="271"/>
                  <a:pt x="1900" y="266"/>
                  <a:pt x="1912" y="259"/>
                </a:cubicBezTo>
                <a:cubicBezTo>
                  <a:pt x="1925" y="253"/>
                  <a:pt x="1936" y="248"/>
                  <a:pt x="1945" y="242"/>
                </a:cubicBezTo>
                <a:cubicBezTo>
                  <a:pt x="1955" y="236"/>
                  <a:pt x="1962" y="230"/>
                  <a:pt x="1969" y="224"/>
                </a:cubicBezTo>
                <a:cubicBezTo>
                  <a:pt x="1975" y="218"/>
                  <a:pt x="1980" y="212"/>
                  <a:pt x="1983" y="206"/>
                </a:cubicBezTo>
                <a:cubicBezTo>
                  <a:pt x="1986" y="200"/>
                  <a:pt x="1988" y="194"/>
                  <a:pt x="1988" y="187"/>
                </a:cubicBezTo>
                <a:cubicBezTo>
                  <a:pt x="1988" y="181"/>
                  <a:pt x="1986" y="175"/>
                  <a:pt x="1983" y="169"/>
                </a:cubicBezTo>
                <a:cubicBezTo>
                  <a:pt x="1980" y="163"/>
                  <a:pt x="1975" y="157"/>
                  <a:pt x="1969" y="151"/>
                </a:cubicBezTo>
                <a:cubicBezTo>
                  <a:pt x="1962" y="145"/>
                  <a:pt x="1955" y="139"/>
                  <a:pt x="1945" y="133"/>
                </a:cubicBezTo>
                <a:cubicBezTo>
                  <a:pt x="1936" y="127"/>
                  <a:pt x="1925" y="122"/>
                  <a:pt x="1912" y="116"/>
                </a:cubicBezTo>
                <a:cubicBezTo>
                  <a:pt x="1900" y="110"/>
                  <a:pt x="1886" y="105"/>
                  <a:pt x="1871" y="99"/>
                </a:cubicBezTo>
                <a:cubicBezTo>
                  <a:pt x="1855" y="94"/>
                  <a:pt x="1839" y="89"/>
                  <a:pt x="1820" y="84"/>
                </a:cubicBezTo>
                <a:cubicBezTo>
                  <a:pt x="1802" y="78"/>
                  <a:pt x="1782" y="74"/>
                  <a:pt x="1761" y="69"/>
                </a:cubicBezTo>
                <a:cubicBezTo>
                  <a:pt x="1741" y="64"/>
                  <a:pt x="1719" y="59"/>
                  <a:pt x="1696" y="55"/>
                </a:cubicBezTo>
                <a:cubicBezTo>
                  <a:pt x="1673" y="51"/>
                  <a:pt x="1649" y="47"/>
                  <a:pt x="1624" y="43"/>
                </a:cubicBezTo>
                <a:cubicBezTo>
                  <a:pt x="1598" y="39"/>
                  <a:pt x="1572" y="35"/>
                  <a:pt x="1545" y="32"/>
                </a:cubicBezTo>
                <a:cubicBezTo>
                  <a:pt x="1518" y="28"/>
                  <a:pt x="1490" y="25"/>
                  <a:pt x="1462" y="22"/>
                </a:cubicBezTo>
                <a:cubicBezTo>
                  <a:pt x="1433" y="20"/>
                  <a:pt x="1404" y="17"/>
                  <a:pt x="1374" y="15"/>
                </a:cubicBezTo>
                <a:cubicBezTo>
                  <a:pt x="1343" y="12"/>
                  <a:pt x="1313" y="10"/>
                  <a:pt x="1282" y="8"/>
                </a:cubicBezTo>
                <a:cubicBezTo>
                  <a:pt x="1251" y="7"/>
                  <a:pt x="1219" y="5"/>
                  <a:pt x="1187" y="4"/>
                </a:cubicBezTo>
                <a:cubicBezTo>
                  <a:pt x="1155" y="3"/>
                  <a:pt x="1123" y="2"/>
                  <a:pt x="1091" y="1"/>
                </a:cubicBezTo>
                <a:cubicBezTo>
                  <a:pt x="1058" y="1"/>
                  <a:pt x="1026" y="0"/>
                  <a:pt x="993" y="0"/>
                </a:cubicBezTo>
                <a:cubicBezTo>
                  <a:pt x="961" y="0"/>
                  <a:pt x="928" y="1"/>
                  <a:pt x="896" y="1"/>
                </a:cubicBezTo>
                <a:cubicBezTo>
                  <a:pt x="864" y="2"/>
                  <a:pt x="831" y="3"/>
                  <a:pt x="799" y="4"/>
                </a:cubicBezTo>
                <a:cubicBezTo>
                  <a:pt x="768" y="5"/>
                  <a:pt x="736" y="7"/>
                  <a:pt x="705" y="8"/>
                </a:cubicBezTo>
                <a:cubicBezTo>
                  <a:pt x="674" y="10"/>
                  <a:pt x="643" y="12"/>
                  <a:pt x="613" y="15"/>
                </a:cubicBezTo>
                <a:cubicBezTo>
                  <a:pt x="583" y="17"/>
                  <a:pt x="554" y="20"/>
                  <a:pt x="525" y="22"/>
                </a:cubicBezTo>
                <a:cubicBezTo>
                  <a:pt x="496" y="25"/>
                  <a:pt x="468" y="28"/>
                  <a:pt x="441" y="32"/>
                </a:cubicBezTo>
                <a:cubicBezTo>
                  <a:pt x="414" y="35"/>
                  <a:pt x="388" y="39"/>
                  <a:pt x="363" y="43"/>
                </a:cubicBezTo>
                <a:cubicBezTo>
                  <a:pt x="338" y="47"/>
                  <a:pt x="314" y="51"/>
                  <a:pt x="291" y="55"/>
                </a:cubicBezTo>
                <a:cubicBezTo>
                  <a:pt x="268" y="59"/>
                  <a:pt x="246" y="64"/>
                  <a:pt x="225" y="69"/>
                </a:cubicBezTo>
                <a:cubicBezTo>
                  <a:pt x="205" y="74"/>
                  <a:pt x="185" y="78"/>
                  <a:pt x="167" y="84"/>
                </a:cubicBezTo>
                <a:cubicBezTo>
                  <a:pt x="149" y="89"/>
                  <a:pt x="132" y="94"/>
                  <a:pt x="117" y="99"/>
                </a:cubicBezTo>
                <a:cubicBezTo>
                  <a:pt x="102" y="105"/>
                  <a:pt x="88" y="110"/>
                  <a:pt x="75" y="116"/>
                </a:cubicBezTo>
                <a:cubicBezTo>
                  <a:pt x="63" y="122"/>
                  <a:pt x="52" y="127"/>
                  <a:pt x="43" y="133"/>
                </a:cubicBezTo>
                <a:cubicBezTo>
                  <a:pt x="33" y="139"/>
                  <a:pt x="25" y="145"/>
                  <a:pt x="19" y="151"/>
                </a:cubicBezTo>
                <a:cubicBezTo>
                  <a:pt x="12" y="157"/>
                  <a:pt x="8" y="163"/>
                  <a:pt x="5" y="169"/>
                </a:cubicBezTo>
                <a:cubicBezTo>
                  <a:pt x="1" y="175"/>
                  <a:pt x="0" y="181"/>
                  <a:pt x="0" y="187"/>
                </a:cubicBezTo>
                <a:lnTo>
                  <a:pt x="0" y="928"/>
                </a:lnTo>
                <a:cubicBezTo>
                  <a:pt x="0" y="934"/>
                  <a:pt x="1" y="940"/>
                  <a:pt x="5" y="946"/>
                </a:cubicBezTo>
                <a:cubicBezTo>
                  <a:pt x="8" y="952"/>
                  <a:pt x="12" y="958"/>
                  <a:pt x="19" y="964"/>
                </a:cubicBezTo>
                <a:cubicBezTo>
                  <a:pt x="25" y="970"/>
                  <a:pt x="33" y="976"/>
                  <a:pt x="43" y="982"/>
                </a:cubicBezTo>
                <a:cubicBezTo>
                  <a:pt x="52" y="988"/>
                  <a:pt x="63" y="994"/>
                  <a:pt x="75" y="999"/>
                </a:cubicBezTo>
                <a:cubicBezTo>
                  <a:pt x="88" y="1005"/>
                  <a:pt x="102" y="1010"/>
                  <a:pt x="117" y="1016"/>
                </a:cubicBezTo>
                <a:cubicBezTo>
                  <a:pt x="132" y="1021"/>
                  <a:pt x="149" y="1026"/>
                  <a:pt x="167" y="1032"/>
                </a:cubicBezTo>
                <a:cubicBezTo>
                  <a:pt x="185" y="1037"/>
                  <a:pt x="205" y="1042"/>
                  <a:pt x="225" y="1046"/>
                </a:cubicBezTo>
                <a:cubicBezTo>
                  <a:pt x="246" y="1051"/>
                  <a:pt x="268" y="1056"/>
                  <a:pt x="291" y="1060"/>
                </a:cubicBezTo>
                <a:cubicBezTo>
                  <a:pt x="314" y="1064"/>
                  <a:pt x="338" y="1068"/>
                  <a:pt x="363" y="1072"/>
                </a:cubicBezTo>
                <a:cubicBezTo>
                  <a:pt x="388" y="1076"/>
                  <a:pt x="414" y="1080"/>
                  <a:pt x="441" y="1083"/>
                </a:cubicBezTo>
                <a:cubicBezTo>
                  <a:pt x="468" y="1087"/>
                  <a:pt x="496" y="1090"/>
                  <a:pt x="525" y="1093"/>
                </a:cubicBezTo>
                <a:cubicBezTo>
                  <a:pt x="554" y="1096"/>
                  <a:pt x="583" y="1098"/>
                  <a:pt x="613" y="1100"/>
                </a:cubicBezTo>
                <a:cubicBezTo>
                  <a:pt x="643" y="1103"/>
                  <a:pt x="674" y="1105"/>
                  <a:pt x="705" y="1107"/>
                </a:cubicBezTo>
                <a:cubicBezTo>
                  <a:pt x="736" y="1108"/>
                  <a:pt x="768" y="1110"/>
                  <a:pt x="799" y="1111"/>
                </a:cubicBezTo>
                <a:cubicBezTo>
                  <a:pt x="831" y="1112"/>
                  <a:pt x="864" y="1113"/>
                  <a:pt x="896" y="1114"/>
                </a:cubicBezTo>
                <a:cubicBezTo>
                  <a:pt x="928" y="1114"/>
                  <a:pt x="961" y="1115"/>
                  <a:pt x="993" y="1115"/>
                </a:cubicBezTo>
                <a:cubicBezTo>
                  <a:pt x="1026" y="1115"/>
                  <a:pt x="1058" y="1114"/>
                  <a:pt x="1091" y="1114"/>
                </a:cubicBezTo>
                <a:cubicBezTo>
                  <a:pt x="1123" y="1113"/>
                  <a:pt x="1155" y="1112"/>
                  <a:pt x="1187" y="1111"/>
                </a:cubicBezTo>
                <a:cubicBezTo>
                  <a:pt x="1219" y="1110"/>
                  <a:pt x="1251" y="1108"/>
                  <a:pt x="1282" y="1107"/>
                </a:cubicBezTo>
                <a:cubicBezTo>
                  <a:pt x="1313" y="1105"/>
                  <a:pt x="1343" y="1103"/>
                  <a:pt x="1374" y="1100"/>
                </a:cubicBezTo>
                <a:cubicBezTo>
                  <a:pt x="1404" y="1098"/>
                  <a:pt x="1433" y="1096"/>
                  <a:pt x="1462" y="1093"/>
                </a:cubicBezTo>
                <a:cubicBezTo>
                  <a:pt x="1490" y="1090"/>
                  <a:pt x="1518" y="1087"/>
                  <a:pt x="1545" y="1083"/>
                </a:cubicBezTo>
                <a:cubicBezTo>
                  <a:pt x="1572" y="1080"/>
                  <a:pt x="1598" y="1076"/>
                  <a:pt x="1624" y="1072"/>
                </a:cubicBezTo>
                <a:cubicBezTo>
                  <a:pt x="1649" y="1068"/>
                  <a:pt x="1673" y="1064"/>
                  <a:pt x="1696" y="1060"/>
                </a:cubicBezTo>
                <a:cubicBezTo>
                  <a:pt x="1719" y="1056"/>
                  <a:pt x="1741" y="1051"/>
                  <a:pt x="1761" y="1046"/>
                </a:cubicBezTo>
                <a:cubicBezTo>
                  <a:pt x="1782" y="1042"/>
                  <a:pt x="1802" y="1037"/>
                  <a:pt x="1820" y="1032"/>
                </a:cubicBezTo>
                <a:cubicBezTo>
                  <a:pt x="1839" y="1026"/>
                  <a:pt x="1855" y="1021"/>
                  <a:pt x="1871" y="1016"/>
                </a:cubicBezTo>
                <a:cubicBezTo>
                  <a:pt x="1886" y="1010"/>
                  <a:pt x="1900" y="1005"/>
                  <a:pt x="1912" y="999"/>
                </a:cubicBezTo>
                <a:cubicBezTo>
                  <a:pt x="1925" y="994"/>
                  <a:pt x="1936" y="988"/>
                  <a:pt x="1945" y="982"/>
                </a:cubicBezTo>
                <a:cubicBezTo>
                  <a:pt x="1955" y="976"/>
                  <a:pt x="1962" y="970"/>
                  <a:pt x="1969" y="964"/>
                </a:cubicBezTo>
                <a:cubicBezTo>
                  <a:pt x="1975" y="958"/>
                  <a:pt x="1980" y="952"/>
                  <a:pt x="1983" y="946"/>
                </a:cubicBezTo>
                <a:cubicBezTo>
                  <a:pt x="1986" y="940"/>
                  <a:pt x="1988" y="934"/>
                  <a:pt x="1988" y="928"/>
                </a:cubicBezTo>
                <a:lnTo>
                  <a:pt x="1988" y="187"/>
                </a:lnTo>
                <a:lnTo>
                  <a:pt x="0" y="187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1" name=""/>
          <p:cNvSpPr/>
          <p:nvPr/>
        </p:nvSpPr>
        <p:spPr>
          <a:xfrm>
            <a:off x="4006800" y="1708920"/>
            <a:ext cx="715680" cy="401400"/>
          </a:xfrm>
          <a:custGeom>
            <a:avLst/>
            <a:gdLst/>
            <a:ahLst/>
            <a:rect l="0" t="0" r="r" b="b"/>
            <a:pathLst>
              <a:path fill="none" w="1988" h="1115">
                <a:moveTo>
                  <a:pt x="0" y="187"/>
                </a:moveTo>
                <a:cubicBezTo>
                  <a:pt x="0" y="194"/>
                  <a:pt x="1" y="200"/>
                  <a:pt x="5" y="206"/>
                </a:cubicBezTo>
                <a:cubicBezTo>
                  <a:pt x="8" y="212"/>
                  <a:pt x="12" y="218"/>
                  <a:pt x="19" y="224"/>
                </a:cubicBezTo>
                <a:cubicBezTo>
                  <a:pt x="25" y="230"/>
                  <a:pt x="33" y="236"/>
                  <a:pt x="43" y="242"/>
                </a:cubicBezTo>
                <a:cubicBezTo>
                  <a:pt x="52" y="248"/>
                  <a:pt x="63" y="253"/>
                  <a:pt x="75" y="259"/>
                </a:cubicBezTo>
                <a:cubicBezTo>
                  <a:pt x="88" y="266"/>
                  <a:pt x="102" y="271"/>
                  <a:pt x="117" y="277"/>
                </a:cubicBezTo>
                <a:cubicBezTo>
                  <a:pt x="132" y="282"/>
                  <a:pt x="149" y="287"/>
                  <a:pt x="167" y="292"/>
                </a:cubicBezTo>
                <a:cubicBezTo>
                  <a:pt x="185" y="298"/>
                  <a:pt x="205" y="302"/>
                  <a:pt x="225" y="307"/>
                </a:cubicBezTo>
                <a:cubicBezTo>
                  <a:pt x="246" y="312"/>
                  <a:pt x="268" y="317"/>
                  <a:pt x="291" y="321"/>
                </a:cubicBezTo>
                <a:cubicBezTo>
                  <a:pt x="314" y="325"/>
                  <a:pt x="338" y="329"/>
                  <a:pt x="363" y="333"/>
                </a:cubicBezTo>
                <a:cubicBezTo>
                  <a:pt x="388" y="337"/>
                  <a:pt x="414" y="341"/>
                  <a:pt x="441" y="344"/>
                </a:cubicBezTo>
                <a:cubicBezTo>
                  <a:pt x="468" y="348"/>
                  <a:pt x="496" y="351"/>
                  <a:pt x="525" y="354"/>
                </a:cubicBezTo>
                <a:cubicBezTo>
                  <a:pt x="554" y="356"/>
                  <a:pt x="583" y="359"/>
                  <a:pt x="613" y="361"/>
                </a:cubicBezTo>
                <a:cubicBezTo>
                  <a:pt x="643" y="364"/>
                  <a:pt x="674" y="366"/>
                  <a:pt x="705" y="368"/>
                </a:cubicBezTo>
                <a:cubicBezTo>
                  <a:pt x="736" y="369"/>
                  <a:pt x="768" y="371"/>
                  <a:pt x="799" y="372"/>
                </a:cubicBezTo>
                <a:cubicBezTo>
                  <a:pt x="831" y="373"/>
                  <a:pt x="864" y="374"/>
                  <a:pt x="896" y="375"/>
                </a:cubicBezTo>
                <a:cubicBezTo>
                  <a:pt x="928" y="375"/>
                  <a:pt x="961" y="376"/>
                  <a:pt x="993" y="376"/>
                </a:cubicBezTo>
                <a:cubicBezTo>
                  <a:pt x="1026" y="376"/>
                  <a:pt x="1058" y="375"/>
                  <a:pt x="1091" y="375"/>
                </a:cubicBezTo>
                <a:cubicBezTo>
                  <a:pt x="1123" y="374"/>
                  <a:pt x="1155" y="373"/>
                  <a:pt x="1187" y="372"/>
                </a:cubicBezTo>
                <a:cubicBezTo>
                  <a:pt x="1219" y="371"/>
                  <a:pt x="1251" y="369"/>
                  <a:pt x="1282" y="368"/>
                </a:cubicBezTo>
                <a:cubicBezTo>
                  <a:pt x="1313" y="366"/>
                  <a:pt x="1343" y="364"/>
                  <a:pt x="1374" y="361"/>
                </a:cubicBezTo>
                <a:cubicBezTo>
                  <a:pt x="1404" y="359"/>
                  <a:pt x="1433" y="356"/>
                  <a:pt x="1462" y="354"/>
                </a:cubicBezTo>
                <a:cubicBezTo>
                  <a:pt x="1490" y="351"/>
                  <a:pt x="1518" y="348"/>
                  <a:pt x="1545" y="344"/>
                </a:cubicBezTo>
                <a:cubicBezTo>
                  <a:pt x="1572" y="341"/>
                  <a:pt x="1598" y="337"/>
                  <a:pt x="1624" y="333"/>
                </a:cubicBezTo>
                <a:cubicBezTo>
                  <a:pt x="1649" y="329"/>
                  <a:pt x="1673" y="325"/>
                  <a:pt x="1696" y="321"/>
                </a:cubicBezTo>
                <a:cubicBezTo>
                  <a:pt x="1719" y="317"/>
                  <a:pt x="1741" y="312"/>
                  <a:pt x="1761" y="307"/>
                </a:cubicBezTo>
                <a:cubicBezTo>
                  <a:pt x="1782" y="302"/>
                  <a:pt x="1802" y="298"/>
                  <a:pt x="1820" y="292"/>
                </a:cubicBezTo>
                <a:cubicBezTo>
                  <a:pt x="1839" y="287"/>
                  <a:pt x="1855" y="282"/>
                  <a:pt x="1871" y="277"/>
                </a:cubicBezTo>
                <a:cubicBezTo>
                  <a:pt x="1886" y="271"/>
                  <a:pt x="1900" y="266"/>
                  <a:pt x="1912" y="259"/>
                </a:cubicBezTo>
                <a:cubicBezTo>
                  <a:pt x="1925" y="253"/>
                  <a:pt x="1936" y="248"/>
                  <a:pt x="1945" y="242"/>
                </a:cubicBezTo>
                <a:cubicBezTo>
                  <a:pt x="1955" y="236"/>
                  <a:pt x="1962" y="230"/>
                  <a:pt x="1969" y="224"/>
                </a:cubicBezTo>
                <a:cubicBezTo>
                  <a:pt x="1975" y="218"/>
                  <a:pt x="1980" y="212"/>
                  <a:pt x="1983" y="206"/>
                </a:cubicBezTo>
                <a:cubicBezTo>
                  <a:pt x="1986" y="200"/>
                  <a:pt x="1988" y="194"/>
                  <a:pt x="1988" y="187"/>
                </a:cubicBezTo>
                <a:cubicBezTo>
                  <a:pt x="1988" y="181"/>
                  <a:pt x="1986" y="175"/>
                  <a:pt x="1983" y="169"/>
                </a:cubicBezTo>
                <a:cubicBezTo>
                  <a:pt x="1980" y="163"/>
                  <a:pt x="1975" y="157"/>
                  <a:pt x="1969" y="151"/>
                </a:cubicBezTo>
                <a:cubicBezTo>
                  <a:pt x="1962" y="145"/>
                  <a:pt x="1955" y="139"/>
                  <a:pt x="1945" y="133"/>
                </a:cubicBezTo>
                <a:cubicBezTo>
                  <a:pt x="1936" y="127"/>
                  <a:pt x="1925" y="122"/>
                  <a:pt x="1912" y="116"/>
                </a:cubicBezTo>
                <a:cubicBezTo>
                  <a:pt x="1900" y="110"/>
                  <a:pt x="1886" y="105"/>
                  <a:pt x="1871" y="99"/>
                </a:cubicBezTo>
                <a:cubicBezTo>
                  <a:pt x="1855" y="94"/>
                  <a:pt x="1839" y="89"/>
                  <a:pt x="1820" y="84"/>
                </a:cubicBezTo>
                <a:cubicBezTo>
                  <a:pt x="1802" y="78"/>
                  <a:pt x="1782" y="74"/>
                  <a:pt x="1761" y="69"/>
                </a:cubicBezTo>
                <a:cubicBezTo>
                  <a:pt x="1741" y="64"/>
                  <a:pt x="1719" y="59"/>
                  <a:pt x="1696" y="55"/>
                </a:cubicBezTo>
                <a:cubicBezTo>
                  <a:pt x="1673" y="51"/>
                  <a:pt x="1649" y="47"/>
                  <a:pt x="1624" y="43"/>
                </a:cubicBezTo>
                <a:cubicBezTo>
                  <a:pt x="1598" y="39"/>
                  <a:pt x="1572" y="35"/>
                  <a:pt x="1545" y="32"/>
                </a:cubicBezTo>
                <a:cubicBezTo>
                  <a:pt x="1518" y="28"/>
                  <a:pt x="1490" y="25"/>
                  <a:pt x="1462" y="22"/>
                </a:cubicBezTo>
                <a:cubicBezTo>
                  <a:pt x="1433" y="20"/>
                  <a:pt x="1404" y="17"/>
                  <a:pt x="1374" y="15"/>
                </a:cubicBezTo>
                <a:cubicBezTo>
                  <a:pt x="1343" y="12"/>
                  <a:pt x="1313" y="10"/>
                  <a:pt x="1282" y="8"/>
                </a:cubicBezTo>
                <a:cubicBezTo>
                  <a:pt x="1251" y="7"/>
                  <a:pt x="1219" y="5"/>
                  <a:pt x="1187" y="4"/>
                </a:cubicBezTo>
                <a:cubicBezTo>
                  <a:pt x="1155" y="3"/>
                  <a:pt x="1123" y="2"/>
                  <a:pt x="1091" y="1"/>
                </a:cubicBezTo>
                <a:cubicBezTo>
                  <a:pt x="1058" y="1"/>
                  <a:pt x="1026" y="0"/>
                  <a:pt x="993" y="0"/>
                </a:cubicBezTo>
                <a:cubicBezTo>
                  <a:pt x="961" y="0"/>
                  <a:pt x="928" y="1"/>
                  <a:pt x="896" y="1"/>
                </a:cubicBezTo>
                <a:cubicBezTo>
                  <a:pt x="864" y="2"/>
                  <a:pt x="831" y="3"/>
                  <a:pt x="799" y="4"/>
                </a:cubicBezTo>
                <a:cubicBezTo>
                  <a:pt x="768" y="5"/>
                  <a:pt x="736" y="7"/>
                  <a:pt x="705" y="8"/>
                </a:cubicBezTo>
                <a:cubicBezTo>
                  <a:pt x="674" y="10"/>
                  <a:pt x="643" y="12"/>
                  <a:pt x="613" y="15"/>
                </a:cubicBezTo>
                <a:cubicBezTo>
                  <a:pt x="583" y="17"/>
                  <a:pt x="554" y="20"/>
                  <a:pt x="525" y="22"/>
                </a:cubicBezTo>
                <a:cubicBezTo>
                  <a:pt x="496" y="25"/>
                  <a:pt x="468" y="28"/>
                  <a:pt x="441" y="32"/>
                </a:cubicBezTo>
                <a:cubicBezTo>
                  <a:pt x="414" y="35"/>
                  <a:pt x="388" y="39"/>
                  <a:pt x="363" y="43"/>
                </a:cubicBezTo>
                <a:cubicBezTo>
                  <a:pt x="338" y="47"/>
                  <a:pt x="314" y="51"/>
                  <a:pt x="291" y="55"/>
                </a:cubicBezTo>
                <a:cubicBezTo>
                  <a:pt x="268" y="59"/>
                  <a:pt x="246" y="64"/>
                  <a:pt x="225" y="69"/>
                </a:cubicBezTo>
                <a:cubicBezTo>
                  <a:pt x="205" y="74"/>
                  <a:pt x="185" y="78"/>
                  <a:pt x="167" y="84"/>
                </a:cubicBezTo>
                <a:cubicBezTo>
                  <a:pt x="149" y="89"/>
                  <a:pt x="132" y="94"/>
                  <a:pt x="117" y="99"/>
                </a:cubicBezTo>
                <a:cubicBezTo>
                  <a:pt x="102" y="105"/>
                  <a:pt x="88" y="110"/>
                  <a:pt x="75" y="116"/>
                </a:cubicBezTo>
                <a:cubicBezTo>
                  <a:pt x="63" y="122"/>
                  <a:pt x="52" y="127"/>
                  <a:pt x="43" y="133"/>
                </a:cubicBezTo>
                <a:cubicBezTo>
                  <a:pt x="33" y="139"/>
                  <a:pt x="25" y="145"/>
                  <a:pt x="19" y="151"/>
                </a:cubicBezTo>
                <a:cubicBezTo>
                  <a:pt x="12" y="157"/>
                  <a:pt x="8" y="163"/>
                  <a:pt x="5" y="169"/>
                </a:cubicBezTo>
                <a:cubicBezTo>
                  <a:pt x="1" y="175"/>
                  <a:pt x="0" y="181"/>
                  <a:pt x="0" y="187"/>
                </a:cubicBezTo>
                <a:lnTo>
                  <a:pt x="0" y="928"/>
                </a:lnTo>
                <a:cubicBezTo>
                  <a:pt x="0" y="934"/>
                  <a:pt x="1" y="940"/>
                  <a:pt x="5" y="946"/>
                </a:cubicBezTo>
                <a:cubicBezTo>
                  <a:pt x="8" y="952"/>
                  <a:pt x="12" y="958"/>
                  <a:pt x="19" y="964"/>
                </a:cubicBezTo>
                <a:cubicBezTo>
                  <a:pt x="25" y="970"/>
                  <a:pt x="33" y="976"/>
                  <a:pt x="43" y="982"/>
                </a:cubicBezTo>
                <a:cubicBezTo>
                  <a:pt x="52" y="988"/>
                  <a:pt x="63" y="994"/>
                  <a:pt x="75" y="999"/>
                </a:cubicBezTo>
                <a:cubicBezTo>
                  <a:pt x="88" y="1005"/>
                  <a:pt x="102" y="1010"/>
                  <a:pt x="117" y="1016"/>
                </a:cubicBezTo>
                <a:cubicBezTo>
                  <a:pt x="132" y="1021"/>
                  <a:pt x="149" y="1026"/>
                  <a:pt x="167" y="1032"/>
                </a:cubicBezTo>
                <a:cubicBezTo>
                  <a:pt x="185" y="1037"/>
                  <a:pt x="205" y="1042"/>
                  <a:pt x="225" y="1046"/>
                </a:cubicBezTo>
                <a:cubicBezTo>
                  <a:pt x="246" y="1051"/>
                  <a:pt x="268" y="1056"/>
                  <a:pt x="291" y="1060"/>
                </a:cubicBezTo>
                <a:cubicBezTo>
                  <a:pt x="314" y="1064"/>
                  <a:pt x="338" y="1068"/>
                  <a:pt x="363" y="1072"/>
                </a:cubicBezTo>
                <a:cubicBezTo>
                  <a:pt x="388" y="1076"/>
                  <a:pt x="414" y="1080"/>
                  <a:pt x="441" y="1083"/>
                </a:cubicBezTo>
                <a:cubicBezTo>
                  <a:pt x="468" y="1087"/>
                  <a:pt x="496" y="1090"/>
                  <a:pt x="525" y="1093"/>
                </a:cubicBezTo>
                <a:cubicBezTo>
                  <a:pt x="554" y="1096"/>
                  <a:pt x="583" y="1098"/>
                  <a:pt x="613" y="1100"/>
                </a:cubicBezTo>
                <a:cubicBezTo>
                  <a:pt x="643" y="1103"/>
                  <a:pt x="674" y="1105"/>
                  <a:pt x="705" y="1107"/>
                </a:cubicBezTo>
                <a:cubicBezTo>
                  <a:pt x="736" y="1108"/>
                  <a:pt x="768" y="1110"/>
                  <a:pt x="799" y="1111"/>
                </a:cubicBezTo>
                <a:cubicBezTo>
                  <a:pt x="831" y="1112"/>
                  <a:pt x="864" y="1113"/>
                  <a:pt x="896" y="1114"/>
                </a:cubicBezTo>
                <a:cubicBezTo>
                  <a:pt x="928" y="1114"/>
                  <a:pt x="961" y="1115"/>
                  <a:pt x="993" y="1115"/>
                </a:cubicBezTo>
                <a:cubicBezTo>
                  <a:pt x="1026" y="1115"/>
                  <a:pt x="1058" y="1114"/>
                  <a:pt x="1091" y="1114"/>
                </a:cubicBezTo>
                <a:cubicBezTo>
                  <a:pt x="1123" y="1113"/>
                  <a:pt x="1155" y="1112"/>
                  <a:pt x="1187" y="1111"/>
                </a:cubicBezTo>
                <a:cubicBezTo>
                  <a:pt x="1219" y="1110"/>
                  <a:pt x="1251" y="1108"/>
                  <a:pt x="1282" y="1107"/>
                </a:cubicBezTo>
                <a:cubicBezTo>
                  <a:pt x="1313" y="1105"/>
                  <a:pt x="1343" y="1103"/>
                  <a:pt x="1374" y="1100"/>
                </a:cubicBezTo>
                <a:cubicBezTo>
                  <a:pt x="1404" y="1098"/>
                  <a:pt x="1433" y="1096"/>
                  <a:pt x="1462" y="1093"/>
                </a:cubicBezTo>
                <a:cubicBezTo>
                  <a:pt x="1490" y="1090"/>
                  <a:pt x="1518" y="1087"/>
                  <a:pt x="1545" y="1083"/>
                </a:cubicBezTo>
                <a:cubicBezTo>
                  <a:pt x="1572" y="1080"/>
                  <a:pt x="1598" y="1076"/>
                  <a:pt x="1624" y="1072"/>
                </a:cubicBezTo>
                <a:cubicBezTo>
                  <a:pt x="1649" y="1068"/>
                  <a:pt x="1673" y="1064"/>
                  <a:pt x="1696" y="1060"/>
                </a:cubicBezTo>
                <a:cubicBezTo>
                  <a:pt x="1719" y="1056"/>
                  <a:pt x="1741" y="1051"/>
                  <a:pt x="1761" y="1046"/>
                </a:cubicBezTo>
                <a:cubicBezTo>
                  <a:pt x="1782" y="1042"/>
                  <a:pt x="1802" y="1037"/>
                  <a:pt x="1820" y="1032"/>
                </a:cubicBezTo>
                <a:cubicBezTo>
                  <a:pt x="1839" y="1026"/>
                  <a:pt x="1855" y="1021"/>
                  <a:pt x="1871" y="1016"/>
                </a:cubicBezTo>
                <a:cubicBezTo>
                  <a:pt x="1886" y="1010"/>
                  <a:pt x="1900" y="1005"/>
                  <a:pt x="1912" y="999"/>
                </a:cubicBezTo>
                <a:cubicBezTo>
                  <a:pt x="1925" y="994"/>
                  <a:pt x="1936" y="988"/>
                  <a:pt x="1945" y="982"/>
                </a:cubicBezTo>
                <a:cubicBezTo>
                  <a:pt x="1955" y="976"/>
                  <a:pt x="1962" y="970"/>
                  <a:pt x="1969" y="964"/>
                </a:cubicBezTo>
                <a:cubicBezTo>
                  <a:pt x="1975" y="958"/>
                  <a:pt x="1980" y="952"/>
                  <a:pt x="1983" y="946"/>
                </a:cubicBezTo>
                <a:cubicBezTo>
                  <a:pt x="1986" y="940"/>
                  <a:pt x="1988" y="934"/>
                  <a:pt x="1988" y="928"/>
                </a:cubicBezTo>
                <a:lnTo>
                  <a:pt x="1988" y="187"/>
                </a:lnTo>
              </a:path>
            </a:pathLst>
          </a:custGeom>
          <a:ln w="5040">
            <a:solidFill>
              <a:srgbClr val="94a3b0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2" name=""/>
          <p:cNvSpPr txBox="1"/>
          <p:nvPr/>
        </p:nvSpPr>
        <p:spPr>
          <a:xfrm>
            <a:off x="2733120" y="1910520"/>
            <a:ext cx="674280" cy="93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40" spc="-1" strike="noStrike">
                <a:solidFill>
                  <a:srgbClr val="1f2937"/>
                </a:solidFill>
                <a:latin typeface="DejaVuSans"/>
                <a:ea typeface="DejaVuSans"/>
              </a:rPr>
              <a:t>Gegevensopslag</a:t>
            </a:r>
            <a:endParaRPr b="0" lang="en-US" sz="6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3" name=""/>
          <p:cNvSpPr/>
          <p:nvPr/>
        </p:nvSpPr>
        <p:spPr>
          <a:xfrm>
            <a:off x="5281560" y="1659960"/>
            <a:ext cx="936360" cy="397440"/>
          </a:xfrm>
          <a:custGeom>
            <a:avLst/>
            <a:gdLst/>
            <a:ahLst/>
            <a:rect l="0" t="0" r="r" b="b"/>
            <a:pathLst>
              <a:path w="2601" h="1104">
                <a:moveTo>
                  <a:pt x="0" y="0"/>
                </a:moveTo>
                <a:lnTo>
                  <a:pt x="2601" y="0"/>
                </a:lnTo>
                <a:lnTo>
                  <a:pt x="2601" y="1104"/>
                </a:lnTo>
                <a:lnTo>
                  <a:pt x="0" y="1104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4" name=""/>
          <p:cNvSpPr/>
          <p:nvPr/>
        </p:nvSpPr>
        <p:spPr>
          <a:xfrm>
            <a:off x="5281560" y="1659960"/>
            <a:ext cx="936360" cy="397440"/>
          </a:xfrm>
          <a:custGeom>
            <a:avLst/>
            <a:gdLst/>
            <a:ahLst/>
            <a:rect l="0" t="0" r="r" b="b"/>
            <a:pathLst>
              <a:path w="2601" h="1104">
                <a:moveTo>
                  <a:pt x="0" y="0"/>
                </a:moveTo>
                <a:lnTo>
                  <a:pt x="2601" y="0"/>
                </a:lnTo>
                <a:lnTo>
                  <a:pt x="2601" y="1104"/>
                </a:lnTo>
                <a:lnTo>
                  <a:pt x="0" y="1104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94a3b0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5" name=""/>
          <p:cNvSpPr txBox="1"/>
          <p:nvPr/>
        </p:nvSpPr>
        <p:spPr>
          <a:xfrm>
            <a:off x="4044960" y="1910520"/>
            <a:ext cx="636120" cy="93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40" spc="-1" strike="noStrike">
                <a:solidFill>
                  <a:srgbClr val="1f2937"/>
                </a:solidFill>
                <a:latin typeface="DejaVuSans"/>
                <a:ea typeface="DejaVuSans"/>
              </a:rPr>
              <a:t>Datawarehouse</a:t>
            </a:r>
            <a:endParaRPr b="0" lang="en-US" sz="6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6" name=""/>
          <p:cNvSpPr txBox="1"/>
          <p:nvPr/>
        </p:nvSpPr>
        <p:spPr>
          <a:xfrm>
            <a:off x="5447880" y="1747440"/>
            <a:ext cx="602640" cy="93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40" spc="-1" strike="noStrike">
                <a:solidFill>
                  <a:srgbClr val="1f2937"/>
                </a:solidFill>
                <a:latin typeface="DejaVuSans"/>
                <a:ea typeface="DejaVuSans"/>
              </a:rPr>
              <a:t>Rapportage en</a:t>
            </a:r>
            <a:endParaRPr b="0" lang="en-US" sz="6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7" name=""/>
          <p:cNvSpPr/>
          <p:nvPr/>
        </p:nvSpPr>
        <p:spPr>
          <a:xfrm>
            <a:off x="5374080" y="2361600"/>
            <a:ext cx="751320" cy="528120"/>
          </a:xfrm>
          <a:custGeom>
            <a:avLst/>
            <a:gdLst/>
            <a:ahLst/>
            <a:rect l="0" t="0" r="r" b="b"/>
            <a:pathLst>
              <a:path w="2087" h="1467">
                <a:moveTo>
                  <a:pt x="0" y="193"/>
                </a:moveTo>
                <a:cubicBezTo>
                  <a:pt x="0" y="199"/>
                  <a:pt x="1" y="205"/>
                  <a:pt x="5" y="211"/>
                </a:cubicBezTo>
                <a:cubicBezTo>
                  <a:pt x="8" y="218"/>
                  <a:pt x="13" y="224"/>
                  <a:pt x="20" y="230"/>
                </a:cubicBezTo>
                <a:cubicBezTo>
                  <a:pt x="26" y="236"/>
                  <a:pt x="35" y="242"/>
                  <a:pt x="44" y="248"/>
                </a:cubicBezTo>
                <a:cubicBezTo>
                  <a:pt x="54" y="254"/>
                  <a:pt x="66" y="260"/>
                  <a:pt x="79" y="266"/>
                </a:cubicBezTo>
                <a:cubicBezTo>
                  <a:pt x="92" y="272"/>
                  <a:pt x="107" y="277"/>
                  <a:pt x="123" y="283"/>
                </a:cubicBezTo>
                <a:cubicBezTo>
                  <a:pt x="139" y="288"/>
                  <a:pt x="156" y="294"/>
                  <a:pt x="175" y="299"/>
                </a:cubicBezTo>
                <a:cubicBezTo>
                  <a:pt x="194" y="304"/>
                  <a:pt x="215" y="309"/>
                  <a:pt x="236" y="314"/>
                </a:cubicBezTo>
                <a:cubicBezTo>
                  <a:pt x="258" y="319"/>
                  <a:pt x="281" y="324"/>
                  <a:pt x="305" y="328"/>
                </a:cubicBezTo>
                <a:cubicBezTo>
                  <a:pt x="329" y="333"/>
                  <a:pt x="354" y="337"/>
                  <a:pt x="381" y="341"/>
                </a:cubicBezTo>
                <a:cubicBezTo>
                  <a:pt x="407" y="345"/>
                  <a:pt x="435" y="348"/>
                  <a:pt x="463" y="352"/>
                </a:cubicBezTo>
                <a:cubicBezTo>
                  <a:pt x="491" y="355"/>
                  <a:pt x="521" y="359"/>
                  <a:pt x="551" y="362"/>
                </a:cubicBezTo>
                <a:cubicBezTo>
                  <a:pt x="581" y="364"/>
                  <a:pt x="612" y="367"/>
                  <a:pt x="643" y="370"/>
                </a:cubicBezTo>
                <a:cubicBezTo>
                  <a:pt x="675" y="372"/>
                  <a:pt x="707" y="374"/>
                  <a:pt x="741" y="376"/>
                </a:cubicBezTo>
                <a:cubicBezTo>
                  <a:pt x="773" y="378"/>
                  <a:pt x="807" y="379"/>
                  <a:pt x="840" y="380"/>
                </a:cubicBezTo>
                <a:cubicBezTo>
                  <a:pt x="874" y="382"/>
                  <a:pt x="907" y="383"/>
                  <a:pt x="941" y="383"/>
                </a:cubicBezTo>
                <a:cubicBezTo>
                  <a:pt x="975" y="384"/>
                  <a:pt x="1009" y="384"/>
                  <a:pt x="1044" y="384"/>
                </a:cubicBezTo>
                <a:cubicBezTo>
                  <a:pt x="1078" y="384"/>
                  <a:pt x="1112" y="384"/>
                  <a:pt x="1146" y="383"/>
                </a:cubicBezTo>
                <a:cubicBezTo>
                  <a:pt x="1180" y="383"/>
                  <a:pt x="1213" y="382"/>
                  <a:pt x="1247" y="380"/>
                </a:cubicBezTo>
                <a:cubicBezTo>
                  <a:pt x="1281" y="379"/>
                  <a:pt x="1314" y="378"/>
                  <a:pt x="1346" y="376"/>
                </a:cubicBezTo>
                <a:cubicBezTo>
                  <a:pt x="1379" y="374"/>
                  <a:pt x="1411" y="372"/>
                  <a:pt x="1443" y="370"/>
                </a:cubicBezTo>
                <a:cubicBezTo>
                  <a:pt x="1474" y="367"/>
                  <a:pt x="1505" y="364"/>
                  <a:pt x="1535" y="362"/>
                </a:cubicBezTo>
                <a:cubicBezTo>
                  <a:pt x="1565" y="359"/>
                  <a:pt x="1595" y="355"/>
                  <a:pt x="1623" y="352"/>
                </a:cubicBezTo>
                <a:cubicBezTo>
                  <a:pt x="1651" y="348"/>
                  <a:pt x="1679" y="345"/>
                  <a:pt x="1705" y="341"/>
                </a:cubicBezTo>
                <a:cubicBezTo>
                  <a:pt x="1732" y="337"/>
                  <a:pt x="1757" y="333"/>
                  <a:pt x="1781" y="328"/>
                </a:cubicBezTo>
                <a:cubicBezTo>
                  <a:pt x="1805" y="324"/>
                  <a:pt x="1828" y="319"/>
                  <a:pt x="1850" y="314"/>
                </a:cubicBezTo>
                <a:cubicBezTo>
                  <a:pt x="1871" y="309"/>
                  <a:pt x="1892" y="304"/>
                  <a:pt x="1911" y="299"/>
                </a:cubicBezTo>
                <a:cubicBezTo>
                  <a:pt x="1930" y="294"/>
                  <a:pt x="1947" y="288"/>
                  <a:pt x="1963" y="283"/>
                </a:cubicBezTo>
                <a:cubicBezTo>
                  <a:pt x="1979" y="277"/>
                  <a:pt x="1994" y="272"/>
                  <a:pt x="2007" y="266"/>
                </a:cubicBezTo>
                <a:cubicBezTo>
                  <a:pt x="2020" y="260"/>
                  <a:pt x="2032" y="254"/>
                  <a:pt x="2042" y="248"/>
                </a:cubicBezTo>
                <a:cubicBezTo>
                  <a:pt x="2052" y="242"/>
                  <a:pt x="2060" y="236"/>
                  <a:pt x="2066" y="230"/>
                </a:cubicBezTo>
                <a:cubicBezTo>
                  <a:pt x="2073" y="224"/>
                  <a:pt x="2078" y="218"/>
                  <a:pt x="2081" y="211"/>
                </a:cubicBezTo>
                <a:cubicBezTo>
                  <a:pt x="2085" y="205"/>
                  <a:pt x="2087" y="199"/>
                  <a:pt x="2087" y="193"/>
                </a:cubicBezTo>
                <a:cubicBezTo>
                  <a:pt x="2087" y="186"/>
                  <a:pt x="2085" y="180"/>
                  <a:pt x="2081" y="174"/>
                </a:cubicBezTo>
                <a:cubicBezTo>
                  <a:pt x="2078" y="168"/>
                  <a:pt x="2073" y="162"/>
                  <a:pt x="2066" y="155"/>
                </a:cubicBezTo>
                <a:cubicBezTo>
                  <a:pt x="2060" y="149"/>
                  <a:pt x="2052" y="143"/>
                  <a:pt x="2042" y="137"/>
                </a:cubicBezTo>
                <a:cubicBezTo>
                  <a:pt x="2032" y="131"/>
                  <a:pt x="2020" y="125"/>
                  <a:pt x="2007" y="119"/>
                </a:cubicBezTo>
                <a:cubicBezTo>
                  <a:pt x="1994" y="114"/>
                  <a:pt x="1979" y="108"/>
                  <a:pt x="1963" y="102"/>
                </a:cubicBezTo>
                <a:cubicBezTo>
                  <a:pt x="1947" y="97"/>
                  <a:pt x="1930" y="92"/>
                  <a:pt x="1911" y="86"/>
                </a:cubicBezTo>
                <a:cubicBezTo>
                  <a:pt x="1892" y="81"/>
                  <a:pt x="1871" y="76"/>
                  <a:pt x="1850" y="71"/>
                </a:cubicBezTo>
                <a:cubicBezTo>
                  <a:pt x="1828" y="66"/>
                  <a:pt x="1805" y="62"/>
                  <a:pt x="1781" y="57"/>
                </a:cubicBezTo>
                <a:cubicBezTo>
                  <a:pt x="1757" y="53"/>
                  <a:pt x="1732" y="49"/>
                  <a:pt x="1705" y="45"/>
                </a:cubicBezTo>
                <a:cubicBezTo>
                  <a:pt x="1679" y="41"/>
                  <a:pt x="1651" y="37"/>
                  <a:pt x="1623" y="34"/>
                </a:cubicBezTo>
                <a:cubicBezTo>
                  <a:pt x="1595" y="29"/>
                  <a:pt x="1565" y="26"/>
                  <a:pt x="1535" y="23"/>
                </a:cubicBezTo>
                <a:cubicBezTo>
                  <a:pt x="1505" y="20"/>
                  <a:pt x="1474" y="17"/>
                  <a:pt x="1443" y="15"/>
                </a:cubicBezTo>
                <a:cubicBezTo>
                  <a:pt x="1411" y="12"/>
                  <a:pt x="1379" y="10"/>
                  <a:pt x="1346" y="9"/>
                </a:cubicBezTo>
                <a:cubicBezTo>
                  <a:pt x="1314" y="7"/>
                  <a:pt x="1281" y="5"/>
                  <a:pt x="1247" y="4"/>
                </a:cubicBezTo>
                <a:cubicBezTo>
                  <a:pt x="1213" y="3"/>
                  <a:pt x="1180" y="2"/>
                  <a:pt x="1146" y="1"/>
                </a:cubicBezTo>
                <a:cubicBezTo>
                  <a:pt x="1112" y="1"/>
                  <a:pt x="1078" y="0"/>
                  <a:pt x="1044" y="0"/>
                </a:cubicBezTo>
                <a:cubicBezTo>
                  <a:pt x="1009" y="0"/>
                  <a:pt x="975" y="1"/>
                  <a:pt x="941" y="1"/>
                </a:cubicBezTo>
                <a:cubicBezTo>
                  <a:pt x="907" y="2"/>
                  <a:pt x="874" y="3"/>
                  <a:pt x="840" y="4"/>
                </a:cubicBezTo>
                <a:cubicBezTo>
                  <a:pt x="807" y="5"/>
                  <a:pt x="773" y="7"/>
                  <a:pt x="741" y="9"/>
                </a:cubicBezTo>
                <a:cubicBezTo>
                  <a:pt x="707" y="10"/>
                  <a:pt x="675" y="12"/>
                  <a:pt x="643" y="15"/>
                </a:cubicBezTo>
                <a:cubicBezTo>
                  <a:pt x="612" y="17"/>
                  <a:pt x="581" y="20"/>
                  <a:pt x="551" y="23"/>
                </a:cubicBezTo>
                <a:cubicBezTo>
                  <a:pt x="521" y="26"/>
                  <a:pt x="491" y="29"/>
                  <a:pt x="463" y="34"/>
                </a:cubicBezTo>
                <a:cubicBezTo>
                  <a:pt x="435" y="37"/>
                  <a:pt x="407" y="41"/>
                  <a:pt x="381" y="45"/>
                </a:cubicBezTo>
                <a:cubicBezTo>
                  <a:pt x="354" y="49"/>
                  <a:pt x="329" y="53"/>
                  <a:pt x="305" y="57"/>
                </a:cubicBezTo>
                <a:cubicBezTo>
                  <a:pt x="281" y="62"/>
                  <a:pt x="258" y="66"/>
                  <a:pt x="236" y="71"/>
                </a:cubicBezTo>
                <a:cubicBezTo>
                  <a:pt x="215" y="76"/>
                  <a:pt x="194" y="81"/>
                  <a:pt x="175" y="86"/>
                </a:cubicBezTo>
                <a:cubicBezTo>
                  <a:pt x="156" y="92"/>
                  <a:pt x="139" y="97"/>
                  <a:pt x="123" y="102"/>
                </a:cubicBezTo>
                <a:cubicBezTo>
                  <a:pt x="107" y="108"/>
                  <a:pt x="92" y="114"/>
                  <a:pt x="79" y="119"/>
                </a:cubicBezTo>
                <a:cubicBezTo>
                  <a:pt x="66" y="125"/>
                  <a:pt x="54" y="131"/>
                  <a:pt x="44" y="137"/>
                </a:cubicBezTo>
                <a:cubicBezTo>
                  <a:pt x="35" y="143"/>
                  <a:pt x="26" y="149"/>
                  <a:pt x="20" y="155"/>
                </a:cubicBezTo>
                <a:cubicBezTo>
                  <a:pt x="13" y="162"/>
                  <a:pt x="8" y="168"/>
                  <a:pt x="5" y="174"/>
                </a:cubicBezTo>
                <a:cubicBezTo>
                  <a:pt x="1" y="180"/>
                  <a:pt x="0" y="186"/>
                  <a:pt x="0" y="193"/>
                </a:cubicBezTo>
                <a:lnTo>
                  <a:pt x="0" y="1276"/>
                </a:lnTo>
                <a:cubicBezTo>
                  <a:pt x="0" y="1282"/>
                  <a:pt x="1" y="1288"/>
                  <a:pt x="5" y="1294"/>
                </a:cubicBezTo>
                <a:cubicBezTo>
                  <a:pt x="8" y="1301"/>
                  <a:pt x="13" y="1307"/>
                  <a:pt x="20" y="1313"/>
                </a:cubicBezTo>
                <a:cubicBezTo>
                  <a:pt x="26" y="1319"/>
                  <a:pt x="35" y="1325"/>
                  <a:pt x="44" y="1331"/>
                </a:cubicBezTo>
                <a:cubicBezTo>
                  <a:pt x="54" y="1337"/>
                  <a:pt x="66" y="1343"/>
                  <a:pt x="79" y="1349"/>
                </a:cubicBezTo>
                <a:cubicBezTo>
                  <a:pt x="92" y="1355"/>
                  <a:pt x="107" y="1360"/>
                  <a:pt x="123" y="1366"/>
                </a:cubicBezTo>
                <a:cubicBezTo>
                  <a:pt x="139" y="1371"/>
                  <a:pt x="156" y="1377"/>
                  <a:pt x="175" y="1382"/>
                </a:cubicBezTo>
                <a:cubicBezTo>
                  <a:pt x="194" y="1387"/>
                  <a:pt x="215" y="1392"/>
                  <a:pt x="236" y="1397"/>
                </a:cubicBezTo>
                <a:cubicBezTo>
                  <a:pt x="258" y="1402"/>
                  <a:pt x="281" y="1407"/>
                  <a:pt x="305" y="1411"/>
                </a:cubicBezTo>
                <a:cubicBezTo>
                  <a:pt x="329" y="1415"/>
                  <a:pt x="354" y="1420"/>
                  <a:pt x="381" y="1424"/>
                </a:cubicBezTo>
                <a:cubicBezTo>
                  <a:pt x="407" y="1428"/>
                  <a:pt x="435" y="1431"/>
                  <a:pt x="463" y="1435"/>
                </a:cubicBezTo>
                <a:cubicBezTo>
                  <a:pt x="491" y="1438"/>
                  <a:pt x="521" y="1442"/>
                  <a:pt x="551" y="1444"/>
                </a:cubicBezTo>
                <a:cubicBezTo>
                  <a:pt x="581" y="1447"/>
                  <a:pt x="612" y="1450"/>
                  <a:pt x="643" y="1453"/>
                </a:cubicBezTo>
                <a:cubicBezTo>
                  <a:pt x="675" y="1455"/>
                  <a:pt x="707" y="1457"/>
                  <a:pt x="741" y="1459"/>
                </a:cubicBezTo>
                <a:cubicBezTo>
                  <a:pt x="773" y="1461"/>
                  <a:pt x="807" y="1462"/>
                  <a:pt x="840" y="1463"/>
                </a:cubicBezTo>
                <a:cubicBezTo>
                  <a:pt x="874" y="1465"/>
                  <a:pt x="907" y="1466"/>
                  <a:pt x="941" y="1466"/>
                </a:cubicBezTo>
                <a:cubicBezTo>
                  <a:pt x="975" y="1467"/>
                  <a:pt x="1009" y="1467"/>
                  <a:pt x="1044" y="1467"/>
                </a:cubicBezTo>
                <a:cubicBezTo>
                  <a:pt x="1078" y="1467"/>
                  <a:pt x="1112" y="1467"/>
                  <a:pt x="1146" y="1466"/>
                </a:cubicBezTo>
                <a:cubicBezTo>
                  <a:pt x="1180" y="1466"/>
                  <a:pt x="1213" y="1465"/>
                  <a:pt x="1247" y="1463"/>
                </a:cubicBezTo>
                <a:cubicBezTo>
                  <a:pt x="1281" y="1462"/>
                  <a:pt x="1314" y="1461"/>
                  <a:pt x="1346" y="1459"/>
                </a:cubicBezTo>
                <a:cubicBezTo>
                  <a:pt x="1379" y="1457"/>
                  <a:pt x="1411" y="1455"/>
                  <a:pt x="1443" y="1453"/>
                </a:cubicBezTo>
                <a:cubicBezTo>
                  <a:pt x="1474" y="1450"/>
                  <a:pt x="1505" y="1447"/>
                  <a:pt x="1535" y="1444"/>
                </a:cubicBezTo>
                <a:cubicBezTo>
                  <a:pt x="1565" y="1442"/>
                  <a:pt x="1595" y="1438"/>
                  <a:pt x="1623" y="1435"/>
                </a:cubicBezTo>
                <a:cubicBezTo>
                  <a:pt x="1651" y="1431"/>
                  <a:pt x="1679" y="1428"/>
                  <a:pt x="1705" y="1424"/>
                </a:cubicBezTo>
                <a:cubicBezTo>
                  <a:pt x="1732" y="1420"/>
                  <a:pt x="1757" y="1415"/>
                  <a:pt x="1781" y="1411"/>
                </a:cubicBezTo>
                <a:cubicBezTo>
                  <a:pt x="1805" y="1407"/>
                  <a:pt x="1828" y="1402"/>
                  <a:pt x="1850" y="1397"/>
                </a:cubicBezTo>
                <a:cubicBezTo>
                  <a:pt x="1871" y="1392"/>
                  <a:pt x="1892" y="1387"/>
                  <a:pt x="1911" y="1382"/>
                </a:cubicBezTo>
                <a:cubicBezTo>
                  <a:pt x="1930" y="1377"/>
                  <a:pt x="1947" y="1371"/>
                  <a:pt x="1963" y="1366"/>
                </a:cubicBezTo>
                <a:cubicBezTo>
                  <a:pt x="1979" y="1360"/>
                  <a:pt x="1994" y="1355"/>
                  <a:pt x="2007" y="1349"/>
                </a:cubicBezTo>
                <a:cubicBezTo>
                  <a:pt x="2020" y="1343"/>
                  <a:pt x="2032" y="1337"/>
                  <a:pt x="2042" y="1331"/>
                </a:cubicBezTo>
                <a:cubicBezTo>
                  <a:pt x="2052" y="1325"/>
                  <a:pt x="2060" y="1319"/>
                  <a:pt x="2066" y="1313"/>
                </a:cubicBezTo>
                <a:cubicBezTo>
                  <a:pt x="2073" y="1307"/>
                  <a:pt x="2078" y="1301"/>
                  <a:pt x="2081" y="1294"/>
                </a:cubicBezTo>
                <a:cubicBezTo>
                  <a:pt x="2085" y="1288"/>
                  <a:pt x="2087" y="1282"/>
                  <a:pt x="2087" y="1276"/>
                </a:cubicBezTo>
                <a:lnTo>
                  <a:pt x="2087" y="193"/>
                </a:lnTo>
                <a:lnTo>
                  <a:pt x="0" y="193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8" name=""/>
          <p:cNvSpPr/>
          <p:nvPr/>
        </p:nvSpPr>
        <p:spPr>
          <a:xfrm>
            <a:off x="5374080" y="2361600"/>
            <a:ext cx="751320" cy="528120"/>
          </a:xfrm>
          <a:custGeom>
            <a:avLst/>
            <a:gdLst/>
            <a:ahLst/>
            <a:rect l="0" t="0" r="r" b="b"/>
            <a:pathLst>
              <a:path fill="none" w="2087" h="1467">
                <a:moveTo>
                  <a:pt x="0" y="193"/>
                </a:moveTo>
                <a:cubicBezTo>
                  <a:pt x="0" y="199"/>
                  <a:pt x="1" y="205"/>
                  <a:pt x="5" y="211"/>
                </a:cubicBezTo>
                <a:cubicBezTo>
                  <a:pt x="8" y="218"/>
                  <a:pt x="13" y="224"/>
                  <a:pt x="20" y="230"/>
                </a:cubicBezTo>
                <a:cubicBezTo>
                  <a:pt x="26" y="236"/>
                  <a:pt x="35" y="242"/>
                  <a:pt x="44" y="248"/>
                </a:cubicBezTo>
                <a:cubicBezTo>
                  <a:pt x="54" y="254"/>
                  <a:pt x="66" y="260"/>
                  <a:pt x="79" y="266"/>
                </a:cubicBezTo>
                <a:cubicBezTo>
                  <a:pt x="92" y="272"/>
                  <a:pt x="107" y="277"/>
                  <a:pt x="123" y="283"/>
                </a:cubicBezTo>
                <a:cubicBezTo>
                  <a:pt x="139" y="288"/>
                  <a:pt x="156" y="294"/>
                  <a:pt x="175" y="299"/>
                </a:cubicBezTo>
                <a:cubicBezTo>
                  <a:pt x="194" y="304"/>
                  <a:pt x="215" y="309"/>
                  <a:pt x="236" y="314"/>
                </a:cubicBezTo>
                <a:cubicBezTo>
                  <a:pt x="258" y="319"/>
                  <a:pt x="281" y="324"/>
                  <a:pt x="305" y="328"/>
                </a:cubicBezTo>
                <a:cubicBezTo>
                  <a:pt x="329" y="333"/>
                  <a:pt x="354" y="337"/>
                  <a:pt x="381" y="341"/>
                </a:cubicBezTo>
                <a:cubicBezTo>
                  <a:pt x="407" y="345"/>
                  <a:pt x="435" y="348"/>
                  <a:pt x="463" y="352"/>
                </a:cubicBezTo>
                <a:cubicBezTo>
                  <a:pt x="491" y="355"/>
                  <a:pt x="521" y="359"/>
                  <a:pt x="551" y="362"/>
                </a:cubicBezTo>
                <a:cubicBezTo>
                  <a:pt x="581" y="364"/>
                  <a:pt x="612" y="367"/>
                  <a:pt x="643" y="370"/>
                </a:cubicBezTo>
                <a:cubicBezTo>
                  <a:pt x="675" y="372"/>
                  <a:pt x="707" y="374"/>
                  <a:pt x="741" y="376"/>
                </a:cubicBezTo>
                <a:cubicBezTo>
                  <a:pt x="773" y="378"/>
                  <a:pt x="807" y="379"/>
                  <a:pt x="840" y="380"/>
                </a:cubicBezTo>
                <a:cubicBezTo>
                  <a:pt x="874" y="382"/>
                  <a:pt x="907" y="383"/>
                  <a:pt x="941" y="383"/>
                </a:cubicBezTo>
                <a:cubicBezTo>
                  <a:pt x="975" y="384"/>
                  <a:pt x="1009" y="384"/>
                  <a:pt x="1044" y="384"/>
                </a:cubicBezTo>
                <a:cubicBezTo>
                  <a:pt x="1078" y="384"/>
                  <a:pt x="1112" y="384"/>
                  <a:pt x="1146" y="383"/>
                </a:cubicBezTo>
                <a:cubicBezTo>
                  <a:pt x="1180" y="383"/>
                  <a:pt x="1213" y="382"/>
                  <a:pt x="1247" y="380"/>
                </a:cubicBezTo>
                <a:cubicBezTo>
                  <a:pt x="1281" y="379"/>
                  <a:pt x="1314" y="378"/>
                  <a:pt x="1346" y="376"/>
                </a:cubicBezTo>
                <a:cubicBezTo>
                  <a:pt x="1379" y="374"/>
                  <a:pt x="1411" y="372"/>
                  <a:pt x="1443" y="370"/>
                </a:cubicBezTo>
                <a:cubicBezTo>
                  <a:pt x="1474" y="367"/>
                  <a:pt x="1505" y="364"/>
                  <a:pt x="1535" y="362"/>
                </a:cubicBezTo>
                <a:cubicBezTo>
                  <a:pt x="1565" y="359"/>
                  <a:pt x="1595" y="355"/>
                  <a:pt x="1623" y="352"/>
                </a:cubicBezTo>
                <a:cubicBezTo>
                  <a:pt x="1651" y="348"/>
                  <a:pt x="1679" y="345"/>
                  <a:pt x="1705" y="341"/>
                </a:cubicBezTo>
                <a:cubicBezTo>
                  <a:pt x="1732" y="337"/>
                  <a:pt x="1757" y="333"/>
                  <a:pt x="1781" y="328"/>
                </a:cubicBezTo>
                <a:cubicBezTo>
                  <a:pt x="1805" y="324"/>
                  <a:pt x="1828" y="319"/>
                  <a:pt x="1850" y="314"/>
                </a:cubicBezTo>
                <a:cubicBezTo>
                  <a:pt x="1871" y="309"/>
                  <a:pt x="1892" y="304"/>
                  <a:pt x="1911" y="299"/>
                </a:cubicBezTo>
                <a:cubicBezTo>
                  <a:pt x="1930" y="294"/>
                  <a:pt x="1947" y="288"/>
                  <a:pt x="1963" y="283"/>
                </a:cubicBezTo>
                <a:cubicBezTo>
                  <a:pt x="1979" y="277"/>
                  <a:pt x="1994" y="272"/>
                  <a:pt x="2007" y="266"/>
                </a:cubicBezTo>
                <a:cubicBezTo>
                  <a:pt x="2020" y="260"/>
                  <a:pt x="2032" y="254"/>
                  <a:pt x="2042" y="248"/>
                </a:cubicBezTo>
                <a:cubicBezTo>
                  <a:pt x="2052" y="242"/>
                  <a:pt x="2060" y="236"/>
                  <a:pt x="2066" y="230"/>
                </a:cubicBezTo>
                <a:cubicBezTo>
                  <a:pt x="2073" y="224"/>
                  <a:pt x="2078" y="218"/>
                  <a:pt x="2081" y="211"/>
                </a:cubicBezTo>
                <a:cubicBezTo>
                  <a:pt x="2085" y="205"/>
                  <a:pt x="2087" y="199"/>
                  <a:pt x="2087" y="193"/>
                </a:cubicBezTo>
                <a:cubicBezTo>
                  <a:pt x="2087" y="186"/>
                  <a:pt x="2085" y="180"/>
                  <a:pt x="2081" y="174"/>
                </a:cubicBezTo>
                <a:cubicBezTo>
                  <a:pt x="2078" y="168"/>
                  <a:pt x="2073" y="162"/>
                  <a:pt x="2066" y="155"/>
                </a:cubicBezTo>
                <a:cubicBezTo>
                  <a:pt x="2060" y="149"/>
                  <a:pt x="2052" y="143"/>
                  <a:pt x="2042" y="137"/>
                </a:cubicBezTo>
                <a:cubicBezTo>
                  <a:pt x="2032" y="131"/>
                  <a:pt x="2020" y="125"/>
                  <a:pt x="2007" y="119"/>
                </a:cubicBezTo>
                <a:cubicBezTo>
                  <a:pt x="1994" y="114"/>
                  <a:pt x="1979" y="108"/>
                  <a:pt x="1963" y="102"/>
                </a:cubicBezTo>
                <a:cubicBezTo>
                  <a:pt x="1947" y="97"/>
                  <a:pt x="1930" y="92"/>
                  <a:pt x="1911" y="86"/>
                </a:cubicBezTo>
                <a:cubicBezTo>
                  <a:pt x="1892" y="81"/>
                  <a:pt x="1871" y="76"/>
                  <a:pt x="1850" y="71"/>
                </a:cubicBezTo>
                <a:cubicBezTo>
                  <a:pt x="1828" y="66"/>
                  <a:pt x="1805" y="62"/>
                  <a:pt x="1781" y="57"/>
                </a:cubicBezTo>
                <a:cubicBezTo>
                  <a:pt x="1757" y="53"/>
                  <a:pt x="1732" y="49"/>
                  <a:pt x="1705" y="45"/>
                </a:cubicBezTo>
                <a:cubicBezTo>
                  <a:pt x="1679" y="41"/>
                  <a:pt x="1651" y="37"/>
                  <a:pt x="1623" y="34"/>
                </a:cubicBezTo>
                <a:cubicBezTo>
                  <a:pt x="1595" y="29"/>
                  <a:pt x="1565" y="26"/>
                  <a:pt x="1535" y="23"/>
                </a:cubicBezTo>
                <a:cubicBezTo>
                  <a:pt x="1505" y="20"/>
                  <a:pt x="1474" y="17"/>
                  <a:pt x="1443" y="15"/>
                </a:cubicBezTo>
                <a:cubicBezTo>
                  <a:pt x="1411" y="12"/>
                  <a:pt x="1379" y="10"/>
                  <a:pt x="1346" y="9"/>
                </a:cubicBezTo>
                <a:cubicBezTo>
                  <a:pt x="1314" y="7"/>
                  <a:pt x="1281" y="5"/>
                  <a:pt x="1247" y="4"/>
                </a:cubicBezTo>
                <a:cubicBezTo>
                  <a:pt x="1213" y="3"/>
                  <a:pt x="1180" y="2"/>
                  <a:pt x="1146" y="1"/>
                </a:cubicBezTo>
                <a:cubicBezTo>
                  <a:pt x="1112" y="1"/>
                  <a:pt x="1078" y="0"/>
                  <a:pt x="1044" y="0"/>
                </a:cubicBezTo>
                <a:cubicBezTo>
                  <a:pt x="1009" y="0"/>
                  <a:pt x="975" y="1"/>
                  <a:pt x="941" y="1"/>
                </a:cubicBezTo>
                <a:cubicBezTo>
                  <a:pt x="907" y="2"/>
                  <a:pt x="874" y="3"/>
                  <a:pt x="840" y="4"/>
                </a:cubicBezTo>
                <a:cubicBezTo>
                  <a:pt x="807" y="5"/>
                  <a:pt x="773" y="7"/>
                  <a:pt x="741" y="9"/>
                </a:cubicBezTo>
                <a:cubicBezTo>
                  <a:pt x="707" y="10"/>
                  <a:pt x="675" y="12"/>
                  <a:pt x="643" y="15"/>
                </a:cubicBezTo>
                <a:cubicBezTo>
                  <a:pt x="612" y="17"/>
                  <a:pt x="581" y="20"/>
                  <a:pt x="551" y="23"/>
                </a:cubicBezTo>
                <a:cubicBezTo>
                  <a:pt x="521" y="26"/>
                  <a:pt x="491" y="29"/>
                  <a:pt x="463" y="34"/>
                </a:cubicBezTo>
                <a:cubicBezTo>
                  <a:pt x="435" y="37"/>
                  <a:pt x="407" y="41"/>
                  <a:pt x="381" y="45"/>
                </a:cubicBezTo>
                <a:cubicBezTo>
                  <a:pt x="354" y="49"/>
                  <a:pt x="329" y="53"/>
                  <a:pt x="305" y="57"/>
                </a:cubicBezTo>
                <a:cubicBezTo>
                  <a:pt x="281" y="62"/>
                  <a:pt x="258" y="66"/>
                  <a:pt x="236" y="71"/>
                </a:cubicBezTo>
                <a:cubicBezTo>
                  <a:pt x="215" y="76"/>
                  <a:pt x="194" y="81"/>
                  <a:pt x="175" y="86"/>
                </a:cubicBezTo>
                <a:cubicBezTo>
                  <a:pt x="156" y="92"/>
                  <a:pt x="139" y="97"/>
                  <a:pt x="123" y="102"/>
                </a:cubicBezTo>
                <a:cubicBezTo>
                  <a:pt x="107" y="108"/>
                  <a:pt x="92" y="114"/>
                  <a:pt x="79" y="119"/>
                </a:cubicBezTo>
                <a:cubicBezTo>
                  <a:pt x="66" y="125"/>
                  <a:pt x="54" y="131"/>
                  <a:pt x="44" y="137"/>
                </a:cubicBezTo>
                <a:cubicBezTo>
                  <a:pt x="35" y="143"/>
                  <a:pt x="26" y="149"/>
                  <a:pt x="20" y="155"/>
                </a:cubicBezTo>
                <a:cubicBezTo>
                  <a:pt x="13" y="162"/>
                  <a:pt x="8" y="168"/>
                  <a:pt x="5" y="174"/>
                </a:cubicBezTo>
                <a:cubicBezTo>
                  <a:pt x="1" y="180"/>
                  <a:pt x="0" y="186"/>
                  <a:pt x="0" y="193"/>
                </a:cubicBezTo>
                <a:lnTo>
                  <a:pt x="0" y="1276"/>
                </a:lnTo>
                <a:cubicBezTo>
                  <a:pt x="0" y="1282"/>
                  <a:pt x="1" y="1288"/>
                  <a:pt x="5" y="1294"/>
                </a:cubicBezTo>
                <a:cubicBezTo>
                  <a:pt x="8" y="1301"/>
                  <a:pt x="13" y="1307"/>
                  <a:pt x="20" y="1313"/>
                </a:cubicBezTo>
                <a:cubicBezTo>
                  <a:pt x="26" y="1319"/>
                  <a:pt x="35" y="1325"/>
                  <a:pt x="44" y="1331"/>
                </a:cubicBezTo>
                <a:cubicBezTo>
                  <a:pt x="54" y="1337"/>
                  <a:pt x="66" y="1343"/>
                  <a:pt x="79" y="1349"/>
                </a:cubicBezTo>
                <a:cubicBezTo>
                  <a:pt x="92" y="1355"/>
                  <a:pt x="107" y="1360"/>
                  <a:pt x="123" y="1366"/>
                </a:cubicBezTo>
                <a:cubicBezTo>
                  <a:pt x="139" y="1371"/>
                  <a:pt x="156" y="1377"/>
                  <a:pt x="175" y="1382"/>
                </a:cubicBezTo>
                <a:cubicBezTo>
                  <a:pt x="194" y="1387"/>
                  <a:pt x="215" y="1392"/>
                  <a:pt x="236" y="1397"/>
                </a:cubicBezTo>
                <a:cubicBezTo>
                  <a:pt x="258" y="1402"/>
                  <a:pt x="281" y="1407"/>
                  <a:pt x="305" y="1411"/>
                </a:cubicBezTo>
                <a:cubicBezTo>
                  <a:pt x="329" y="1415"/>
                  <a:pt x="354" y="1420"/>
                  <a:pt x="381" y="1424"/>
                </a:cubicBezTo>
                <a:cubicBezTo>
                  <a:pt x="407" y="1428"/>
                  <a:pt x="435" y="1431"/>
                  <a:pt x="463" y="1435"/>
                </a:cubicBezTo>
                <a:cubicBezTo>
                  <a:pt x="491" y="1438"/>
                  <a:pt x="521" y="1442"/>
                  <a:pt x="551" y="1444"/>
                </a:cubicBezTo>
                <a:cubicBezTo>
                  <a:pt x="581" y="1447"/>
                  <a:pt x="612" y="1450"/>
                  <a:pt x="643" y="1453"/>
                </a:cubicBezTo>
                <a:cubicBezTo>
                  <a:pt x="675" y="1455"/>
                  <a:pt x="707" y="1457"/>
                  <a:pt x="741" y="1459"/>
                </a:cubicBezTo>
                <a:cubicBezTo>
                  <a:pt x="773" y="1461"/>
                  <a:pt x="807" y="1462"/>
                  <a:pt x="840" y="1463"/>
                </a:cubicBezTo>
                <a:cubicBezTo>
                  <a:pt x="874" y="1465"/>
                  <a:pt x="907" y="1466"/>
                  <a:pt x="941" y="1466"/>
                </a:cubicBezTo>
                <a:cubicBezTo>
                  <a:pt x="975" y="1467"/>
                  <a:pt x="1009" y="1467"/>
                  <a:pt x="1044" y="1467"/>
                </a:cubicBezTo>
                <a:cubicBezTo>
                  <a:pt x="1078" y="1467"/>
                  <a:pt x="1112" y="1467"/>
                  <a:pt x="1146" y="1466"/>
                </a:cubicBezTo>
                <a:cubicBezTo>
                  <a:pt x="1180" y="1466"/>
                  <a:pt x="1213" y="1465"/>
                  <a:pt x="1247" y="1463"/>
                </a:cubicBezTo>
                <a:cubicBezTo>
                  <a:pt x="1281" y="1462"/>
                  <a:pt x="1314" y="1461"/>
                  <a:pt x="1346" y="1459"/>
                </a:cubicBezTo>
                <a:cubicBezTo>
                  <a:pt x="1379" y="1457"/>
                  <a:pt x="1411" y="1455"/>
                  <a:pt x="1443" y="1453"/>
                </a:cubicBezTo>
                <a:cubicBezTo>
                  <a:pt x="1474" y="1450"/>
                  <a:pt x="1505" y="1447"/>
                  <a:pt x="1535" y="1444"/>
                </a:cubicBezTo>
                <a:cubicBezTo>
                  <a:pt x="1565" y="1442"/>
                  <a:pt x="1595" y="1438"/>
                  <a:pt x="1623" y="1435"/>
                </a:cubicBezTo>
                <a:cubicBezTo>
                  <a:pt x="1651" y="1431"/>
                  <a:pt x="1679" y="1428"/>
                  <a:pt x="1705" y="1424"/>
                </a:cubicBezTo>
                <a:cubicBezTo>
                  <a:pt x="1732" y="1420"/>
                  <a:pt x="1757" y="1415"/>
                  <a:pt x="1781" y="1411"/>
                </a:cubicBezTo>
                <a:cubicBezTo>
                  <a:pt x="1805" y="1407"/>
                  <a:pt x="1828" y="1402"/>
                  <a:pt x="1850" y="1397"/>
                </a:cubicBezTo>
                <a:cubicBezTo>
                  <a:pt x="1871" y="1392"/>
                  <a:pt x="1892" y="1387"/>
                  <a:pt x="1911" y="1382"/>
                </a:cubicBezTo>
                <a:cubicBezTo>
                  <a:pt x="1930" y="1377"/>
                  <a:pt x="1947" y="1371"/>
                  <a:pt x="1963" y="1366"/>
                </a:cubicBezTo>
                <a:cubicBezTo>
                  <a:pt x="1979" y="1360"/>
                  <a:pt x="1994" y="1355"/>
                  <a:pt x="2007" y="1349"/>
                </a:cubicBezTo>
                <a:cubicBezTo>
                  <a:pt x="2020" y="1343"/>
                  <a:pt x="2032" y="1337"/>
                  <a:pt x="2042" y="1331"/>
                </a:cubicBezTo>
                <a:cubicBezTo>
                  <a:pt x="2052" y="1325"/>
                  <a:pt x="2060" y="1319"/>
                  <a:pt x="2066" y="1313"/>
                </a:cubicBezTo>
                <a:cubicBezTo>
                  <a:pt x="2073" y="1307"/>
                  <a:pt x="2078" y="1301"/>
                  <a:pt x="2081" y="1294"/>
                </a:cubicBezTo>
                <a:cubicBezTo>
                  <a:pt x="2085" y="1288"/>
                  <a:pt x="2087" y="1282"/>
                  <a:pt x="2087" y="1276"/>
                </a:cubicBezTo>
                <a:lnTo>
                  <a:pt x="2087" y="193"/>
                </a:lnTo>
              </a:path>
            </a:pathLst>
          </a:custGeom>
          <a:ln w="5040">
            <a:solidFill>
              <a:srgbClr val="94a3b0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9" name=""/>
          <p:cNvSpPr txBox="1"/>
          <p:nvPr/>
        </p:nvSpPr>
        <p:spPr>
          <a:xfrm>
            <a:off x="5434560" y="1869480"/>
            <a:ext cx="631800" cy="93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40" spc="-1" strike="noStrike">
                <a:solidFill>
                  <a:srgbClr val="1f2937"/>
                </a:solidFill>
                <a:latin typeface="DejaVuSans"/>
                <a:ea typeface="DejaVuSans"/>
              </a:rPr>
              <a:t>stuurinformatie</a:t>
            </a:r>
            <a:endParaRPr b="0" lang="en-US" sz="6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0" name=""/>
          <p:cNvSpPr txBox="1"/>
          <p:nvPr/>
        </p:nvSpPr>
        <p:spPr>
          <a:xfrm>
            <a:off x="5432760" y="2565360"/>
            <a:ext cx="633240" cy="93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40" spc="-1" strike="noStrike">
                <a:solidFill>
                  <a:srgbClr val="1f2937"/>
                </a:solidFill>
                <a:latin typeface="DejaVuSans"/>
                <a:ea typeface="DejaVuSans"/>
              </a:rPr>
              <a:t>Data lakehouse</a:t>
            </a:r>
            <a:endParaRPr b="0" lang="en-US" sz="6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1" name=""/>
          <p:cNvSpPr/>
          <p:nvPr/>
        </p:nvSpPr>
        <p:spPr>
          <a:xfrm>
            <a:off x="6472080" y="2615400"/>
            <a:ext cx="905040" cy="397800"/>
          </a:xfrm>
          <a:custGeom>
            <a:avLst/>
            <a:gdLst/>
            <a:ahLst/>
            <a:rect l="0" t="0" r="r" b="b"/>
            <a:pathLst>
              <a:path w="2514" h="1105">
                <a:moveTo>
                  <a:pt x="0" y="0"/>
                </a:moveTo>
                <a:lnTo>
                  <a:pt x="2514" y="0"/>
                </a:lnTo>
                <a:lnTo>
                  <a:pt x="2514" y="1105"/>
                </a:lnTo>
                <a:lnTo>
                  <a:pt x="0" y="1105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2" name=""/>
          <p:cNvSpPr/>
          <p:nvPr/>
        </p:nvSpPr>
        <p:spPr>
          <a:xfrm>
            <a:off x="6472080" y="2615400"/>
            <a:ext cx="905040" cy="397800"/>
          </a:xfrm>
          <a:custGeom>
            <a:avLst/>
            <a:gdLst/>
            <a:ahLst/>
            <a:rect l="0" t="0" r="r" b="b"/>
            <a:pathLst>
              <a:path w="2514" h="1105">
                <a:moveTo>
                  <a:pt x="0" y="0"/>
                </a:moveTo>
                <a:lnTo>
                  <a:pt x="2514" y="0"/>
                </a:lnTo>
                <a:lnTo>
                  <a:pt x="2514" y="1105"/>
                </a:lnTo>
                <a:lnTo>
                  <a:pt x="0" y="1105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94a3b0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3" name=""/>
          <p:cNvSpPr txBox="1"/>
          <p:nvPr/>
        </p:nvSpPr>
        <p:spPr>
          <a:xfrm>
            <a:off x="5412240" y="2687760"/>
            <a:ext cx="678960" cy="93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40" spc="-1" strike="noStrike">
                <a:solidFill>
                  <a:srgbClr val="1f2937"/>
                </a:solidFill>
                <a:latin typeface="DejaVuSans"/>
                <a:ea typeface="DejaVuSans"/>
              </a:rPr>
              <a:t>met rekenkracht</a:t>
            </a:r>
            <a:endParaRPr b="0" lang="en-US" sz="6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4" name=""/>
          <p:cNvSpPr txBox="1"/>
          <p:nvPr/>
        </p:nvSpPr>
        <p:spPr>
          <a:xfrm>
            <a:off x="6676200" y="2702880"/>
            <a:ext cx="497520" cy="93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40" spc="-1" strike="noStrike">
                <a:solidFill>
                  <a:srgbClr val="1f2937"/>
                </a:solidFill>
                <a:latin typeface="DejaVuSans"/>
                <a:ea typeface="DejaVuSans"/>
              </a:rPr>
              <a:t>Modellen en</a:t>
            </a:r>
            <a:endParaRPr b="0" lang="en-US" sz="6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5" name=""/>
          <p:cNvSpPr/>
          <p:nvPr/>
        </p:nvSpPr>
        <p:spPr>
          <a:xfrm>
            <a:off x="3702240" y="2523600"/>
            <a:ext cx="1324800" cy="520200"/>
          </a:xfrm>
          <a:custGeom>
            <a:avLst/>
            <a:gdLst/>
            <a:ahLst/>
            <a:rect l="0" t="0" r="r" b="b"/>
            <a:pathLst>
              <a:path w="3680" h="1445">
                <a:moveTo>
                  <a:pt x="0" y="0"/>
                </a:moveTo>
                <a:lnTo>
                  <a:pt x="3680" y="0"/>
                </a:lnTo>
                <a:lnTo>
                  <a:pt x="3680" y="1445"/>
                </a:lnTo>
                <a:lnTo>
                  <a:pt x="0" y="1445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6" name=""/>
          <p:cNvSpPr/>
          <p:nvPr/>
        </p:nvSpPr>
        <p:spPr>
          <a:xfrm>
            <a:off x="3702240" y="2523600"/>
            <a:ext cx="1324800" cy="520200"/>
          </a:xfrm>
          <a:custGeom>
            <a:avLst/>
            <a:gdLst/>
            <a:ahLst/>
            <a:rect l="0" t="0" r="r" b="b"/>
            <a:pathLst>
              <a:path w="3680" h="1445">
                <a:moveTo>
                  <a:pt x="0" y="0"/>
                </a:moveTo>
                <a:lnTo>
                  <a:pt x="3680" y="0"/>
                </a:lnTo>
                <a:lnTo>
                  <a:pt x="3680" y="1445"/>
                </a:lnTo>
                <a:lnTo>
                  <a:pt x="0" y="1445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94a3b0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7" name=""/>
          <p:cNvSpPr txBox="1"/>
          <p:nvPr/>
        </p:nvSpPr>
        <p:spPr>
          <a:xfrm>
            <a:off x="6625080" y="2825280"/>
            <a:ext cx="597960" cy="93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40" spc="-1" strike="noStrike">
                <a:solidFill>
                  <a:srgbClr val="1f2937"/>
                </a:solidFill>
                <a:latin typeface="DejaVuSans"/>
                <a:ea typeface="DejaVuSans"/>
              </a:rPr>
              <a:t>voorspellingen</a:t>
            </a:r>
            <a:endParaRPr b="0" lang="en-US" sz="6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8" name=""/>
          <p:cNvSpPr txBox="1"/>
          <p:nvPr/>
        </p:nvSpPr>
        <p:spPr>
          <a:xfrm>
            <a:off x="4010760" y="2611080"/>
            <a:ext cx="709560" cy="93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40" spc="-1" strike="noStrike">
                <a:solidFill>
                  <a:srgbClr val="1f2937"/>
                </a:solidFill>
                <a:latin typeface="DejaVuSans"/>
                <a:ea typeface="DejaVuSans"/>
              </a:rPr>
              <a:t>Externe bronnen:</a:t>
            </a:r>
            <a:endParaRPr b="0" lang="en-US" sz="6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9" name=""/>
          <p:cNvSpPr txBox="1"/>
          <p:nvPr/>
        </p:nvSpPr>
        <p:spPr>
          <a:xfrm>
            <a:off x="3903480" y="2733480"/>
            <a:ext cx="924120" cy="93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40" spc="-1" strike="noStrike">
                <a:solidFill>
                  <a:srgbClr val="1f2937"/>
                </a:solidFill>
                <a:latin typeface="DejaVuSans"/>
                <a:ea typeface="DejaVuSans"/>
              </a:rPr>
              <a:t>platformen, sensoren, </a:t>
            </a:r>
            <a:endParaRPr b="0" lang="en-US" sz="6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0" name=""/>
          <p:cNvSpPr/>
          <p:nvPr/>
        </p:nvSpPr>
        <p:spPr>
          <a:xfrm>
            <a:off x="7631640" y="2615400"/>
            <a:ext cx="1204920" cy="397800"/>
          </a:xfrm>
          <a:custGeom>
            <a:avLst/>
            <a:gdLst/>
            <a:ahLst/>
            <a:rect l="0" t="0" r="r" b="b"/>
            <a:pathLst>
              <a:path w="3347" h="1105">
                <a:moveTo>
                  <a:pt x="0" y="0"/>
                </a:moveTo>
                <a:lnTo>
                  <a:pt x="3347" y="0"/>
                </a:lnTo>
                <a:lnTo>
                  <a:pt x="3347" y="1105"/>
                </a:lnTo>
                <a:lnTo>
                  <a:pt x="0" y="1105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5040">
            <a:solidFill>
              <a:srgbClr val="1d4ed8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1" name=""/>
          <p:cNvSpPr txBox="1"/>
          <p:nvPr/>
        </p:nvSpPr>
        <p:spPr>
          <a:xfrm>
            <a:off x="4192200" y="2855880"/>
            <a:ext cx="345240" cy="93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40" spc="-1" strike="noStrike">
                <a:solidFill>
                  <a:srgbClr val="1f2937"/>
                </a:solidFill>
                <a:latin typeface="DejaVuSans"/>
                <a:ea typeface="DejaVuSans"/>
              </a:rPr>
              <a:t>partners</a:t>
            </a:r>
            <a:endParaRPr b="0" lang="en-US" sz="6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2" name=""/>
          <p:cNvSpPr txBox="1"/>
          <p:nvPr/>
        </p:nvSpPr>
        <p:spPr>
          <a:xfrm>
            <a:off x="8078400" y="2702880"/>
            <a:ext cx="308520" cy="93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40" spc="-1" strike="noStrike">
                <a:solidFill>
                  <a:srgbClr val="ffffff"/>
                </a:solidFill>
                <a:latin typeface="DejaVuSans"/>
                <a:ea typeface="DejaVuSans"/>
              </a:rPr>
              <a:t>AI-laag:</a:t>
            </a:r>
            <a:endParaRPr b="0" lang="en-US" sz="6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3" name=""/>
          <p:cNvSpPr/>
          <p:nvPr/>
        </p:nvSpPr>
        <p:spPr>
          <a:xfrm>
            <a:off x="456840" y="3381120"/>
            <a:ext cx="7744320" cy="790920"/>
          </a:xfrm>
          <a:custGeom>
            <a:avLst/>
            <a:gdLst/>
            <a:ahLst/>
            <a:rect l="0" t="0" r="r" b="b"/>
            <a:pathLst>
              <a:path w="21512" h="2197">
                <a:moveTo>
                  <a:pt x="0" y="0"/>
                </a:moveTo>
                <a:lnTo>
                  <a:pt x="21512" y="0"/>
                </a:lnTo>
                <a:lnTo>
                  <a:pt x="21512" y="2197"/>
                </a:lnTo>
                <a:lnTo>
                  <a:pt x="0" y="21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4" name=""/>
          <p:cNvSpPr/>
          <p:nvPr/>
        </p:nvSpPr>
        <p:spPr>
          <a:xfrm>
            <a:off x="456840" y="3381120"/>
            <a:ext cx="7744320" cy="38520"/>
          </a:xfrm>
          <a:custGeom>
            <a:avLst/>
            <a:gdLst/>
            <a:ahLst/>
            <a:rect l="0" t="0" r="r" b="b"/>
            <a:pathLst>
              <a:path w="21512" h="107">
                <a:moveTo>
                  <a:pt x="0" y="0"/>
                </a:moveTo>
                <a:lnTo>
                  <a:pt x="21512" y="0"/>
                </a:lnTo>
                <a:lnTo>
                  <a:pt x="21512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5" name=""/>
          <p:cNvSpPr/>
          <p:nvPr/>
        </p:nvSpPr>
        <p:spPr>
          <a:xfrm>
            <a:off x="456840" y="4162320"/>
            <a:ext cx="7744320" cy="9720"/>
          </a:xfrm>
          <a:custGeom>
            <a:avLst/>
            <a:gdLst/>
            <a:ahLst/>
            <a:rect l="0" t="0" r="r" b="b"/>
            <a:pathLst>
              <a:path w="21512" h="27">
                <a:moveTo>
                  <a:pt x="0" y="0"/>
                </a:moveTo>
                <a:lnTo>
                  <a:pt x="21512" y="0"/>
                </a:lnTo>
                <a:lnTo>
                  <a:pt x="2151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6" name=""/>
          <p:cNvSpPr/>
          <p:nvPr/>
        </p:nvSpPr>
        <p:spPr>
          <a:xfrm>
            <a:off x="8191440" y="3381120"/>
            <a:ext cx="9720" cy="790920"/>
          </a:xfrm>
          <a:custGeom>
            <a:avLst/>
            <a:gdLst/>
            <a:ahLst/>
            <a:rect l="0" t="0" r="r" b="b"/>
            <a:pathLst>
              <a:path w="27" h="2197">
                <a:moveTo>
                  <a:pt x="0" y="106"/>
                </a:moveTo>
                <a:lnTo>
                  <a:pt x="0" y="2197"/>
                </a:lnTo>
                <a:lnTo>
                  <a:pt x="27" y="2197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7" name=""/>
          <p:cNvSpPr/>
          <p:nvPr/>
        </p:nvSpPr>
        <p:spPr>
          <a:xfrm>
            <a:off x="456840" y="338112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0"/>
                </a:moveTo>
                <a:lnTo>
                  <a:pt x="0" y="2197"/>
                </a:lnTo>
                <a:lnTo>
                  <a:pt x="28" y="219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8" name=""/>
          <p:cNvSpPr txBox="1"/>
          <p:nvPr/>
        </p:nvSpPr>
        <p:spPr>
          <a:xfrm>
            <a:off x="7784640" y="2825280"/>
            <a:ext cx="900000" cy="93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40" spc="-1" strike="noStrike">
                <a:solidFill>
                  <a:srgbClr val="ffffff"/>
                </a:solidFill>
                <a:latin typeface="DejaVuSans"/>
                <a:ea typeface="DejaVuSans"/>
              </a:rPr>
              <a:t>assistenten en agents</a:t>
            </a:r>
            <a:endParaRPr b="0" lang="en-US" sz="6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9" name=""/>
          <p:cNvSpPr txBox="1"/>
          <p:nvPr/>
        </p:nvSpPr>
        <p:spPr>
          <a:xfrm>
            <a:off x="634320" y="3589920"/>
            <a:ext cx="83293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Elke laag in dertig jaar is erbij gekomen, geen enkele is verdwenen. En elke nieuwe laag leunt zwaarder op de laag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1" name=""/>
          <p:cNvSpPr txBox="1"/>
          <p:nvPr/>
        </p:nvSpPr>
        <p:spPr>
          <a:xfrm>
            <a:off x="634320" y="3809160"/>
            <a:ext cx="86083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eronder. Wat al die lagen verbindt, is </a:t>
            </a:r>
            <a:r>
              <a:rPr b="1" lang="en-US" sz="1140" spc="-1" strike="noStrike">
                <a:solidFill>
                  <a:srgbClr val="3d68ec"/>
                </a:solidFill>
                <a:latin typeface="Arial"/>
                <a:ea typeface="Arial"/>
              </a:rPr>
              <a:t>gegevensuitwisseling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: nog altijd via afspraken over wat er heen en weer gaat.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0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09" name=""/>
          <p:cNvSpPr/>
          <p:nvPr/>
        </p:nvSpPr>
        <p:spPr>
          <a:xfrm>
            <a:off x="456840" y="1047600"/>
            <a:ext cx="1667520" cy="305280"/>
          </a:xfrm>
          <a:custGeom>
            <a:avLst/>
            <a:gdLst/>
            <a:ahLst/>
            <a:rect l="0" t="0" r="r" b="b"/>
            <a:pathLst>
              <a:path w="4632" h="848">
                <a:moveTo>
                  <a:pt x="0" y="0"/>
                </a:moveTo>
                <a:lnTo>
                  <a:pt x="4632" y="0"/>
                </a:lnTo>
                <a:lnTo>
                  <a:pt x="4632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0" name=""/>
          <p:cNvSpPr/>
          <p:nvPr/>
        </p:nvSpPr>
        <p:spPr>
          <a:xfrm>
            <a:off x="2124000" y="1047600"/>
            <a:ext cx="2676600" cy="305280"/>
          </a:xfrm>
          <a:custGeom>
            <a:avLst/>
            <a:gdLst/>
            <a:ahLst/>
            <a:rect l="0" t="0" r="r" b="b"/>
            <a:pathLst>
              <a:path w="7435" h="848">
                <a:moveTo>
                  <a:pt x="0" y="0"/>
                </a:moveTo>
                <a:lnTo>
                  <a:pt x="7435" y="0"/>
                </a:lnTo>
                <a:lnTo>
                  <a:pt x="7435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1" name=""/>
          <p:cNvSpPr/>
          <p:nvPr/>
        </p:nvSpPr>
        <p:spPr>
          <a:xfrm>
            <a:off x="4800240" y="1047600"/>
            <a:ext cx="3744000" cy="305280"/>
          </a:xfrm>
          <a:custGeom>
            <a:avLst/>
            <a:gdLst/>
            <a:ahLst/>
            <a:rect l="0" t="0" r="r" b="b"/>
            <a:pathLst>
              <a:path w="10400" h="848">
                <a:moveTo>
                  <a:pt x="0" y="0"/>
                </a:moveTo>
                <a:lnTo>
                  <a:pt x="10400" y="0"/>
                </a:lnTo>
                <a:lnTo>
                  <a:pt x="10400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2" name=""/>
          <p:cNvSpPr/>
          <p:nvPr/>
        </p:nvSpPr>
        <p:spPr>
          <a:xfrm>
            <a:off x="456840" y="1342800"/>
            <a:ext cx="1667520" cy="19440"/>
          </a:xfrm>
          <a:custGeom>
            <a:avLst/>
            <a:gdLst/>
            <a:ahLst/>
            <a:rect l="0" t="0" r="r" b="b"/>
            <a:pathLst>
              <a:path w="4632" h="54">
                <a:moveTo>
                  <a:pt x="0" y="0"/>
                </a:moveTo>
                <a:lnTo>
                  <a:pt x="4632" y="0"/>
                </a:lnTo>
                <a:lnTo>
                  <a:pt x="4632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3" name=""/>
          <p:cNvSpPr/>
          <p:nvPr/>
        </p:nvSpPr>
        <p:spPr>
          <a:xfrm>
            <a:off x="2124000" y="1342800"/>
            <a:ext cx="2676600" cy="19440"/>
          </a:xfrm>
          <a:custGeom>
            <a:avLst/>
            <a:gdLst/>
            <a:ahLst/>
            <a:rect l="0" t="0" r="r" b="b"/>
            <a:pathLst>
              <a:path w="7435" h="54">
                <a:moveTo>
                  <a:pt x="0" y="0"/>
                </a:moveTo>
                <a:lnTo>
                  <a:pt x="7435" y="0"/>
                </a:lnTo>
                <a:lnTo>
                  <a:pt x="7435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4" name=""/>
          <p:cNvSpPr/>
          <p:nvPr/>
        </p:nvSpPr>
        <p:spPr>
          <a:xfrm>
            <a:off x="4800240" y="1342800"/>
            <a:ext cx="3744000" cy="19440"/>
          </a:xfrm>
          <a:custGeom>
            <a:avLst/>
            <a:gdLst/>
            <a:ahLst/>
            <a:rect l="0" t="0" r="r" b="b"/>
            <a:pathLst>
              <a:path w="10400" h="54">
                <a:moveTo>
                  <a:pt x="0" y="0"/>
                </a:moveTo>
                <a:lnTo>
                  <a:pt x="10400" y="0"/>
                </a:lnTo>
                <a:lnTo>
                  <a:pt x="10400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5" name=""/>
          <p:cNvSpPr/>
          <p:nvPr/>
        </p:nvSpPr>
        <p:spPr>
          <a:xfrm>
            <a:off x="456840" y="1704960"/>
            <a:ext cx="1667520" cy="9720"/>
          </a:xfrm>
          <a:custGeom>
            <a:avLst/>
            <a:gdLst/>
            <a:ahLst/>
            <a:rect l="0" t="0" r="r" b="b"/>
            <a:pathLst>
              <a:path w="4632" h="27">
                <a:moveTo>
                  <a:pt x="0" y="0"/>
                </a:moveTo>
                <a:lnTo>
                  <a:pt x="4632" y="0"/>
                </a:lnTo>
                <a:lnTo>
                  <a:pt x="463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6" name=""/>
          <p:cNvSpPr/>
          <p:nvPr/>
        </p:nvSpPr>
        <p:spPr>
          <a:xfrm>
            <a:off x="2124000" y="1704960"/>
            <a:ext cx="2676600" cy="9720"/>
          </a:xfrm>
          <a:custGeom>
            <a:avLst/>
            <a:gdLst/>
            <a:ahLst/>
            <a:rect l="0" t="0" r="r" b="b"/>
            <a:pathLst>
              <a:path w="7435" h="27">
                <a:moveTo>
                  <a:pt x="0" y="0"/>
                </a:moveTo>
                <a:lnTo>
                  <a:pt x="7435" y="0"/>
                </a:lnTo>
                <a:lnTo>
                  <a:pt x="74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7" name=""/>
          <p:cNvSpPr/>
          <p:nvPr/>
        </p:nvSpPr>
        <p:spPr>
          <a:xfrm>
            <a:off x="4800240" y="1704960"/>
            <a:ext cx="3744000" cy="9720"/>
          </a:xfrm>
          <a:custGeom>
            <a:avLst/>
            <a:gdLst/>
            <a:ahLst/>
            <a:rect l="0" t="0" r="r" b="b"/>
            <a:pathLst>
              <a:path w="10400" h="27">
                <a:moveTo>
                  <a:pt x="0" y="0"/>
                </a:moveTo>
                <a:lnTo>
                  <a:pt x="10400" y="0"/>
                </a:lnTo>
                <a:lnTo>
                  <a:pt x="1040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8" name=""/>
          <p:cNvSpPr/>
          <p:nvPr/>
        </p:nvSpPr>
        <p:spPr>
          <a:xfrm>
            <a:off x="456840" y="2257200"/>
            <a:ext cx="1667520" cy="10080"/>
          </a:xfrm>
          <a:custGeom>
            <a:avLst/>
            <a:gdLst/>
            <a:ahLst/>
            <a:rect l="0" t="0" r="r" b="b"/>
            <a:pathLst>
              <a:path w="4632" h="28">
                <a:moveTo>
                  <a:pt x="0" y="0"/>
                </a:moveTo>
                <a:lnTo>
                  <a:pt x="4632" y="0"/>
                </a:lnTo>
                <a:lnTo>
                  <a:pt x="463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9" name=""/>
          <p:cNvSpPr/>
          <p:nvPr/>
        </p:nvSpPr>
        <p:spPr>
          <a:xfrm>
            <a:off x="2124000" y="2257200"/>
            <a:ext cx="2676600" cy="10080"/>
          </a:xfrm>
          <a:custGeom>
            <a:avLst/>
            <a:gdLst/>
            <a:ahLst/>
            <a:rect l="0" t="0" r="r" b="b"/>
            <a:pathLst>
              <a:path w="7435" h="28">
                <a:moveTo>
                  <a:pt x="0" y="0"/>
                </a:moveTo>
                <a:lnTo>
                  <a:pt x="7435" y="0"/>
                </a:lnTo>
                <a:lnTo>
                  <a:pt x="743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0" name=""/>
          <p:cNvSpPr/>
          <p:nvPr/>
        </p:nvSpPr>
        <p:spPr>
          <a:xfrm>
            <a:off x="4800240" y="2257200"/>
            <a:ext cx="3744000" cy="10080"/>
          </a:xfrm>
          <a:custGeom>
            <a:avLst/>
            <a:gdLst/>
            <a:ahLst/>
            <a:rect l="0" t="0" r="r" b="b"/>
            <a:pathLst>
              <a:path w="10400" h="28">
                <a:moveTo>
                  <a:pt x="0" y="0"/>
                </a:moveTo>
                <a:lnTo>
                  <a:pt x="10400" y="0"/>
                </a:lnTo>
                <a:lnTo>
                  <a:pt x="1040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1" name=""/>
          <p:cNvSpPr/>
          <p:nvPr/>
        </p:nvSpPr>
        <p:spPr>
          <a:xfrm>
            <a:off x="456840" y="2819160"/>
            <a:ext cx="1667520" cy="10080"/>
          </a:xfrm>
          <a:custGeom>
            <a:avLst/>
            <a:gdLst/>
            <a:ahLst/>
            <a:rect l="0" t="0" r="r" b="b"/>
            <a:pathLst>
              <a:path w="4632" h="28">
                <a:moveTo>
                  <a:pt x="0" y="0"/>
                </a:moveTo>
                <a:lnTo>
                  <a:pt x="4632" y="0"/>
                </a:lnTo>
                <a:lnTo>
                  <a:pt x="463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2" name=""/>
          <p:cNvSpPr/>
          <p:nvPr/>
        </p:nvSpPr>
        <p:spPr>
          <a:xfrm>
            <a:off x="2124000" y="2819160"/>
            <a:ext cx="2676600" cy="10080"/>
          </a:xfrm>
          <a:custGeom>
            <a:avLst/>
            <a:gdLst/>
            <a:ahLst/>
            <a:rect l="0" t="0" r="r" b="b"/>
            <a:pathLst>
              <a:path w="7435" h="28">
                <a:moveTo>
                  <a:pt x="0" y="0"/>
                </a:moveTo>
                <a:lnTo>
                  <a:pt x="7435" y="0"/>
                </a:lnTo>
                <a:lnTo>
                  <a:pt x="743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3" name=""/>
          <p:cNvSpPr/>
          <p:nvPr/>
        </p:nvSpPr>
        <p:spPr>
          <a:xfrm>
            <a:off x="4800240" y="2819160"/>
            <a:ext cx="3744000" cy="10080"/>
          </a:xfrm>
          <a:custGeom>
            <a:avLst/>
            <a:gdLst/>
            <a:ahLst/>
            <a:rect l="0" t="0" r="r" b="b"/>
            <a:pathLst>
              <a:path w="10400" h="28">
                <a:moveTo>
                  <a:pt x="0" y="0"/>
                </a:moveTo>
                <a:lnTo>
                  <a:pt x="10400" y="0"/>
                </a:lnTo>
                <a:lnTo>
                  <a:pt x="1040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4" name=""/>
          <p:cNvSpPr/>
          <p:nvPr/>
        </p:nvSpPr>
        <p:spPr>
          <a:xfrm>
            <a:off x="456840" y="3381120"/>
            <a:ext cx="1667520" cy="10080"/>
          </a:xfrm>
          <a:custGeom>
            <a:avLst/>
            <a:gdLst/>
            <a:ahLst/>
            <a:rect l="0" t="0" r="r" b="b"/>
            <a:pathLst>
              <a:path w="4632" h="28">
                <a:moveTo>
                  <a:pt x="0" y="0"/>
                </a:moveTo>
                <a:lnTo>
                  <a:pt x="4632" y="0"/>
                </a:lnTo>
                <a:lnTo>
                  <a:pt x="463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5" name=""/>
          <p:cNvSpPr/>
          <p:nvPr/>
        </p:nvSpPr>
        <p:spPr>
          <a:xfrm>
            <a:off x="2124000" y="3381120"/>
            <a:ext cx="2676600" cy="10080"/>
          </a:xfrm>
          <a:custGeom>
            <a:avLst/>
            <a:gdLst/>
            <a:ahLst/>
            <a:rect l="0" t="0" r="r" b="b"/>
            <a:pathLst>
              <a:path w="7435" h="28">
                <a:moveTo>
                  <a:pt x="0" y="0"/>
                </a:moveTo>
                <a:lnTo>
                  <a:pt x="7435" y="0"/>
                </a:lnTo>
                <a:lnTo>
                  <a:pt x="743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6" name=""/>
          <p:cNvSpPr/>
          <p:nvPr/>
        </p:nvSpPr>
        <p:spPr>
          <a:xfrm>
            <a:off x="4800240" y="3381120"/>
            <a:ext cx="3744000" cy="10080"/>
          </a:xfrm>
          <a:custGeom>
            <a:avLst/>
            <a:gdLst/>
            <a:ahLst/>
            <a:rect l="0" t="0" r="r" b="b"/>
            <a:pathLst>
              <a:path w="10400" h="28">
                <a:moveTo>
                  <a:pt x="0" y="0"/>
                </a:moveTo>
                <a:lnTo>
                  <a:pt x="10400" y="0"/>
                </a:lnTo>
                <a:lnTo>
                  <a:pt x="1040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7" name=""/>
          <p:cNvSpPr/>
          <p:nvPr/>
        </p:nvSpPr>
        <p:spPr>
          <a:xfrm>
            <a:off x="456840" y="3933720"/>
            <a:ext cx="1667520" cy="9720"/>
          </a:xfrm>
          <a:custGeom>
            <a:avLst/>
            <a:gdLst/>
            <a:ahLst/>
            <a:rect l="0" t="0" r="r" b="b"/>
            <a:pathLst>
              <a:path w="4632" h="27">
                <a:moveTo>
                  <a:pt x="0" y="0"/>
                </a:moveTo>
                <a:lnTo>
                  <a:pt x="4632" y="0"/>
                </a:lnTo>
                <a:lnTo>
                  <a:pt x="463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8" name=""/>
          <p:cNvSpPr/>
          <p:nvPr/>
        </p:nvSpPr>
        <p:spPr>
          <a:xfrm>
            <a:off x="2124000" y="3933720"/>
            <a:ext cx="2676600" cy="9720"/>
          </a:xfrm>
          <a:custGeom>
            <a:avLst/>
            <a:gdLst/>
            <a:ahLst/>
            <a:rect l="0" t="0" r="r" b="b"/>
            <a:pathLst>
              <a:path w="7435" h="27">
                <a:moveTo>
                  <a:pt x="0" y="0"/>
                </a:moveTo>
                <a:lnTo>
                  <a:pt x="7435" y="0"/>
                </a:lnTo>
                <a:lnTo>
                  <a:pt x="74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9" name=""/>
          <p:cNvSpPr/>
          <p:nvPr/>
        </p:nvSpPr>
        <p:spPr>
          <a:xfrm>
            <a:off x="4800240" y="3933720"/>
            <a:ext cx="3744000" cy="9720"/>
          </a:xfrm>
          <a:custGeom>
            <a:avLst/>
            <a:gdLst/>
            <a:ahLst/>
            <a:rect l="0" t="0" r="r" b="b"/>
            <a:pathLst>
              <a:path w="10400" h="27">
                <a:moveTo>
                  <a:pt x="0" y="0"/>
                </a:moveTo>
                <a:lnTo>
                  <a:pt x="10400" y="0"/>
                </a:lnTo>
                <a:lnTo>
                  <a:pt x="1040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0" name=""/>
          <p:cNvSpPr txBox="1"/>
          <p:nvPr/>
        </p:nvSpPr>
        <p:spPr>
          <a:xfrm>
            <a:off x="439920" y="415080"/>
            <a:ext cx="64105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De trend achter dertig jaar lagen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1" name=""/>
          <p:cNvSpPr txBox="1"/>
          <p:nvPr/>
        </p:nvSpPr>
        <p:spPr>
          <a:xfrm>
            <a:off x="563760" y="1136520"/>
            <a:ext cx="5403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PERIODE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2" name=""/>
          <p:cNvSpPr txBox="1"/>
          <p:nvPr/>
        </p:nvSpPr>
        <p:spPr>
          <a:xfrm>
            <a:off x="2233080" y="1136520"/>
            <a:ext cx="10828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WAT ERBIJ KWAM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3" name=""/>
          <p:cNvSpPr txBox="1"/>
          <p:nvPr/>
        </p:nvSpPr>
        <p:spPr>
          <a:xfrm>
            <a:off x="4909680" y="1136520"/>
            <a:ext cx="22654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WAT DAT VROEG VAN UITWISSELING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4" name=""/>
          <p:cNvSpPr txBox="1"/>
          <p:nvPr/>
        </p:nvSpPr>
        <p:spPr>
          <a:xfrm>
            <a:off x="563760" y="1451160"/>
            <a:ext cx="10263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Jaren negentig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5" name=""/>
          <p:cNvSpPr txBox="1"/>
          <p:nvPr/>
        </p:nvSpPr>
        <p:spPr>
          <a:xfrm>
            <a:off x="2233080" y="1451160"/>
            <a:ext cx="21434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Datawarehouse en rapportage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6" name=""/>
          <p:cNvSpPr txBox="1"/>
          <p:nvPr/>
        </p:nvSpPr>
        <p:spPr>
          <a:xfrm>
            <a:off x="4909680" y="1451160"/>
            <a:ext cx="31507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Gegevens uit bronsystemen halen, periodiek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7" name=""/>
          <p:cNvSpPr txBox="1"/>
          <p:nvPr/>
        </p:nvSpPr>
        <p:spPr>
          <a:xfrm>
            <a:off x="563760" y="1803600"/>
            <a:ext cx="1353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Dot-com en daarna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8" name=""/>
          <p:cNvSpPr txBox="1"/>
          <p:nvPr/>
        </p:nvSpPr>
        <p:spPr>
          <a:xfrm>
            <a:off x="2233080" y="1803600"/>
            <a:ext cx="2586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Webkoppelingen tussen organisaties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9" name=""/>
          <p:cNvSpPr txBox="1"/>
          <p:nvPr/>
        </p:nvSpPr>
        <p:spPr>
          <a:xfrm>
            <a:off x="4909680" y="1803600"/>
            <a:ext cx="35744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Afspraken tussen partijen in plaats van binnen een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0" name=""/>
          <p:cNvSpPr txBox="1"/>
          <p:nvPr/>
        </p:nvSpPr>
        <p:spPr>
          <a:xfrm>
            <a:off x="4909680" y="2013120"/>
            <a:ext cx="7855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organisatie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1" name=""/>
          <p:cNvSpPr txBox="1"/>
          <p:nvPr/>
        </p:nvSpPr>
        <p:spPr>
          <a:xfrm>
            <a:off x="563760" y="2355840"/>
            <a:ext cx="14364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Cloud en platformen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2" name=""/>
          <p:cNvSpPr txBox="1"/>
          <p:nvPr/>
        </p:nvSpPr>
        <p:spPr>
          <a:xfrm>
            <a:off x="2233080" y="2355840"/>
            <a:ext cx="25016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Externe bronnen en rekenkracht op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3" name=""/>
          <p:cNvSpPr txBox="1"/>
          <p:nvPr/>
        </p:nvSpPr>
        <p:spPr>
          <a:xfrm>
            <a:off x="2233080" y="2565360"/>
            <a:ext cx="5248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afstand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4" name=""/>
          <p:cNvSpPr txBox="1"/>
          <p:nvPr/>
        </p:nvSpPr>
        <p:spPr>
          <a:xfrm>
            <a:off x="4909680" y="2355840"/>
            <a:ext cx="27378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Continu, over organisatiegrenzen heen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5" name=""/>
          <p:cNvSpPr txBox="1"/>
          <p:nvPr/>
        </p:nvSpPr>
        <p:spPr>
          <a:xfrm>
            <a:off x="563760" y="2917800"/>
            <a:ext cx="12063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Machine learning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6" name=""/>
          <p:cNvSpPr txBox="1"/>
          <p:nvPr/>
        </p:nvSpPr>
        <p:spPr>
          <a:xfrm>
            <a:off x="2233080" y="2917800"/>
            <a:ext cx="26416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Modellen die op veel bronnen tegelijk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7" name=""/>
          <p:cNvSpPr txBox="1"/>
          <p:nvPr/>
        </p:nvSpPr>
        <p:spPr>
          <a:xfrm>
            <a:off x="2233080" y="3127320"/>
            <a:ext cx="4791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leunen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8" name=""/>
          <p:cNvSpPr txBox="1"/>
          <p:nvPr/>
        </p:nvSpPr>
        <p:spPr>
          <a:xfrm>
            <a:off x="4909680" y="2917800"/>
            <a:ext cx="3063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Meer bronnen, betere kwaliteit, herleidbaar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9" name=""/>
          <p:cNvSpPr txBox="1"/>
          <p:nvPr/>
        </p:nvSpPr>
        <p:spPr>
          <a:xfrm>
            <a:off x="563760" y="3470400"/>
            <a:ext cx="12124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AI-assistenten 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0" name=""/>
          <p:cNvSpPr txBox="1"/>
          <p:nvPr/>
        </p:nvSpPr>
        <p:spPr>
          <a:xfrm>
            <a:off x="563760" y="3679920"/>
            <a:ext cx="4777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agents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1" name=""/>
          <p:cNvSpPr txBox="1"/>
          <p:nvPr/>
        </p:nvSpPr>
        <p:spPr>
          <a:xfrm>
            <a:off x="2233080" y="3470400"/>
            <a:ext cx="27468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Een laag die alles wil kunnen bevragen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2" name=""/>
          <p:cNvSpPr txBox="1"/>
          <p:nvPr/>
        </p:nvSpPr>
        <p:spPr>
          <a:xfrm>
            <a:off x="4909680" y="3470400"/>
            <a:ext cx="3549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Alles hierboven, plus vindbaar en interpreteerbaar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3" name=""/>
          <p:cNvSpPr/>
          <p:nvPr/>
        </p:nvSpPr>
        <p:spPr>
          <a:xfrm>
            <a:off x="456840" y="4047840"/>
            <a:ext cx="7915680" cy="790920"/>
          </a:xfrm>
          <a:custGeom>
            <a:avLst/>
            <a:gdLst/>
            <a:ahLst/>
            <a:rect l="0" t="0" r="r" b="b"/>
            <a:pathLst>
              <a:path w="21988" h="2197">
                <a:moveTo>
                  <a:pt x="0" y="0"/>
                </a:moveTo>
                <a:lnTo>
                  <a:pt x="21988" y="0"/>
                </a:lnTo>
                <a:lnTo>
                  <a:pt x="21988" y="2197"/>
                </a:lnTo>
                <a:lnTo>
                  <a:pt x="0" y="21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4" name=""/>
          <p:cNvSpPr/>
          <p:nvPr/>
        </p:nvSpPr>
        <p:spPr>
          <a:xfrm>
            <a:off x="456840" y="4047840"/>
            <a:ext cx="7915680" cy="38520"/>
          </a:xfrm>
          <a:custGeom>
            <a:avLst/>
            <a:gdLst/>
            <a:ahLst/>
            <a:rect l="0" t="0" r="r" b="b"/>
            <a:pathLst>
              <a:path w="21988" h="107">
                <a:moveTo>
                  <a:pt x="0" y="0"/>
                </a:moveTo>
                <a:lnTo>
                  <a:pt x="21988" y="0"/>
                </a:lnTo>
                <a:lnTo>
                  <a:pt x="2198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5" name=""/>
          <p:cNvSpPr/>
          <p:nvPr/>
        </p:nvSpPr>
        <p:spPr>
          <a:xfrm>
            <a:off x="456840" y="4829040"/>
            <a:ext cx="7915680" cy="9720"/>
          </a:xfrm>
          <a:custGeom>
            <a:avLst/>
            <a:gdLst/>
            <a:ahLst/>
            <a:rect l="0" t="0" r="r" b="b"/>
            <a:pathLst>
              <a:path w="21988" h="27">
                <a:moveTo>
                  <a:pt x="0" y="0"/>
                </a:moveTo>
                <a:lnTo>
                  <a:pt x="21988" y="0"/>
                </a:lnTo>
                <a:lnTo>
                  <a:pt x="2198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6" name=""/>
          <p:cNvSpPr/>
          <p:nvPr/>
        </p:nvSpPr>
        <p:spPr>
          <a:xfrm>
            <a:off x="8362800" y="4047840"/>
            <a:ext cx="9720" cy="790920"/>
          </a:xfrm>
          <a:custGeom>
            <a:avLst/>
            <a:gdLst/>
            <a:ahLst/>
            <a:rect l="0" t="0" r="r" b="b"/>
            <a:pathLst>
              <a:path w="27" h="2197">
                <a:moveTo>
                  <a:pt x="0" y="106"/>
                </a:moveTo>
                <a:lnTo>
                  <a:pt x="0" y="2197"/>
                </a:lnTo>
                <a:lnTo>
                  <a:pt x="27" y="2197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7" name=""/>
          <p:cNvSpPr/>
          <p:nvPr/>
        </p:nvSpPr>
        <p:spPr>
          <a:xfrm>
            <a:off x="456840" y="404784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0"/>
                </a:moveTo>
                <a:lnTo>
                  <a:pt x="0" y="2197"/>
                </a:lnTo>
                <a:lnTo>
                  <a:pt x="28" y="219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8" name=""/>
          <p:cNvSpPr txBox="1"/>
          <p:nvPr/>
        </p:nvSpPr>
        <p:spPr>
          <a:xfrm>
            <a:off x="4909680" y="3679920"/>
            <a:ext cx="9104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zonder mens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9" name=""/>
          <p:cNvSpPr txBox="1"/>
          <p:nvPr/>
        </p:nvSpPr>
        <p:spPr>
          <a:xfrm>
            <a:off x="634320" y="4256640"/>
            <a:ext cx="85838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Elke golf maakte de vraag naar gegevensuitwisseling groter. Geen enkele maakte hem kleiner. AI is de eerste laag die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1" name=""/>
          <p:cNvSpPr txBox="1"/>
          <p:nvPr/>
        </p:nvSpPr>
        <p:spPr>
          <a:xfrm>
            <a:off x="634320" y="4475880"/>
            <a:ext cx="63770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niets eigens opslaat en dus volledig afhankelijk is van wat de lagen eronder aanleveren.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6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6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69" name=""/>
          <p:cNvSpPr txBox="1"/>
          <p:nvPr/>
        </p:nvSpPr>
        <p:spPr>
          <a:xfrm>
            <a:off x="439920" y="415080"/>
            <a:ext cx="51778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Ons traject ernaast gelegd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0" name=""/>
          <p:cNvSpPr txBox="1"/>
          <p:nvPr/>
        </p:nvSpPr>
        <p:spPr>
          <a:xfrm>
            <a:off x="457200" y="1227600"/>
            <a:ext cx="87256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OKx werkt niet aan een laag. OKx werkt aan de verbinding tussen de lagen: welke gegevens tussen systemen gaan, wat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1" name=""/>
          <p:cNvSpPr txBox="1"/>
          <p:nvPr/>
        </p:nvSpPr>
        <p:spPr>
          <a:xfrm>
            <a:off x="457200" y="1456200"/>
            <a:ext cx="86799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ze betekenen, en wie waarvan de bron is. Dat is precies het element dat in alle vier de platen voorkomt en dat elke golf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2" name=""/>
          <p:cNvSpPr/>
          <p:nvPr/>
        </p:nvSpPr>
        <p:spPr>
          <a:xfrm>
            <a:off x="456840" y="2152440"/>
            <a:ext cx="3324600" cy="314640"/>
          </a:xfrm>
          <a:custGeom>
            <a:avLst/>
            <a:gdLst/>
            <a:ahLst/>
            <a:rect l="0" t="0" r="r" b="b"/>
            <a:pathLst>
              <a:path w="9235" h="874">
                <a:moveTo>
                  <a:pt x="0" y="0"/>
                </a:moveTo>
                <a:lnTo>
                  <a:pt x="9235" y="0"/>
                </a:lnTo>
                <a:lnTo>
                  <a:pt x="9235" y="874"/>
                </a:lnTo>
                <a:lnTo>
                  <a:pt x="0" y="87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3" name=""/>
          <p:cNvSpPr/>
          <p:nvPr/>
        </p:nvSpPr>
        <p:spPr>
          <a:xfrm>
            <a:off x="3781080" y="2152440"/>
            <a:ext cx="4591440" cy="314640"/>
          </a:xfrm>
          <a:custGeom>
            <a:avLst/>
            <a:gdLst/>
            <a:ahLst/>
            <a:rect l="0" t="0" r="r" b="b"/>
            <a:pathLst>
              <a:path w="12754" h="874">
                <a:moveTo>
                  <a:pt x="0" y="0"/>
                </a:moveTo>
                <a:lnTo>
                  <a:pt x="12754" y="0"/>
                </a:lnTo>
                <a:lnTo>
                  <a:pt x="12754" y="874"/>
                </a:lnTo>
                <a:lnTo>
                  <a:pt x="0" y="87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4" name=""/>
          <p:cNvSpPr/>
          <p:nvPr/>
        </p:nvSpPr>
        <p:spPr>
          <a:xfrm>
            <a:off x="456840" y="2457360"/>
            <a:ext cx="3324600" cy="19440"/>
          </a:xfrm>
          <a:custGeom>
            <a:avLst/>
            <a:gdLst/>
            <a:ahLst/>
            <a:rect l="0" t="0" r="r" b="b"/>
            <a:pathLst>
              <a:path w="9235" h="54">
                <a:moveTo>
                  <a:pt x="0" y="0"/>
                </a:moveTo>
                <a:lnTo>
                  <a:pt x="9235" y="0"/>
                </a:lnTo>
                <a:lnTo>
                  <a:pt x="9235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5" name=""/>
          <p:cNvSpPr/>
          <p:nvPr/>
        </p:nvSpPr>
        <p:spPr>
          <a:xfrm>
            <a:off x="3781080" y="2457360"/>
            <a:ext cx="4591440" cy="19440"/>
          </a:xfrm>
          <a:custGeom>
            <a:avLst/>
            <a:gdLst/>
            <a:ahLst/>
            <a:rect l="0" t="0" r="r" b="b"/>
            <a:pathLst>
              <a:path w="12754" h="54">
                <a:moveTo>
                  <a:pt x="0" y="0"/>
                </a:moveTo>
                <a:lnTo>
                  <a:pt x="12754" y="0"/>
                </a:lnTo>
                <a:lnTo>
                  <a:pt x="12754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6" name=""/>
          <p:cNvSpPr/>
          <p:nvPr/>
        </p:nvSpPr>
        <p:spPr>
          <a:xfrm>
            <a:off x="456840" y="3019320"/>
            <a:ext cx="3324600" cy="9720"/>
          </a:xfrm>
          <a:custGeom>
            <a:avLst/>
            <a:gdLst/>
            <a:ahLst/>
            <a:rect l="0" t="0" r="r" b="b"/>
            <a:pathLst>
              <a:path w="9235" h="27">
                <a:moveTo>
                  <a:pt x="0" y="0"/>
                </a:moveTo>
                <a:lnTo>
                  <a:pt x="9235" y="0"/>
                </a:lnTo>
                <a:lnTo>
                  <a:pt x="92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7" name=""/>
          <p:cNvSpPr/>
          <p:nvPr/>
        </p:nvSpPr>
        <p:spPr>
          <a:xfrm>
            <a:off x="3781080" y="3019320"/>
            <a:ext cx="4591440" cy="9720"/>
          </a:xfrm>
          <a:custGeom>
            <a:avLst/>
            <a:gdLst/>
            <a:ahLst/>
            <a:rect l="0" t="0" r="r" b="b"/>
            <a:pathLst>
              <a:path w="12754" h="27">
                <a:moveTo>
                  <a:pt x="0" y="0"/>
                </a:moveTo>
                <a:lnTo>
                  <a:pt x="12754" y="0"/>
                </a:lnTo>
                <a:lnTo>
                  <a:pt x="1275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8" name=""/>
          <p:cNvSpPr/>
          <p:nvPr/>
        </p:nvSpPr>
        <p:spPr>
          <a:xfrm>
            <a:off x="456840" y="3362040"/>
            <a:ext cx="3324600" cy="10080"/>
          </a:xfrm>
          <a:custGeom>
            <a:avLst/>
            <a:gdLst/>
            <a:ahLst/>
            <a:rect l="0" t="0" r="r" b="b"/>
            <a:pathLst>
              <a:path w="9235" h="28">
                <a:moveTo>
                  <a:pt x="0" y="0"/>
                </a:moveTo>
                <a:lnTo>
                  <a:pt x="9235" y="0"/>
                </a:lnTo>
                <a:lnTo>
                  <a:pt x="923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9" name=""/>
          <p:cNvSpPr/>
          <p:nvPr/>
        </p:nvSpPr>
        <p:spPr>
          <a:xfrm>
            <a:off x="3781080" y="3362040"/>
            <a:ext cx="4591440" cy="10080"/>
          </a:xfrm>
          <a:custGeom>
            <a:avLst/>
            <a:gdLst/>
            <a:ahLst/>
            <a:rect l="0" t="0" r="r" b="b"/>
            <a:pathLst>
              <a:path w="12754" h="28">
                <a:moveTo>
                  <a:pt x="0" y="0"/>
                </a:moveTo>
                <a:lnTo>
                  <a:pt x="12754" y="0"/>
                </a:lnTo>
                <a:lnTo>
                  <a:pt x="1275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0" name=""/>
          <p:cNvSpPr/>
          <p:nvPr/>
        </p:nvSpPr>
        <p:spPr>
          <a:xfrm>
            <a:off x="456840" y="3705120"/>
            <a:ext cx="3324600" cy="9720"/>
          </a:xfrm>
          <a:custGeom>
            <a:avLst/>
            <a:gdLst/>
            <a:ahLst/>
            <a:rect l="0" t="0" r="r" b="b"/>
            <a:pathLst>
              <a:path w="9235" h="27">
                <a:moveTo>
                  <a:pt x="0" y="0"/>
                </a:moveTo>
                <a:lnTo>
                  <a:pt x="9235" y="0"/>
                </a:lnTo>
                <a:lnTo>
                  <a:pt x="92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1" name=""/>
          <p:cNvSpPr/>
          <p:nvPr/>
        </p:nvSpPr>
        <p:spPr>
          <a:xfrm>
            <a:off x="3781080" y="3705120"/>
            <a:ext cx="4591440" cy="9720"/>
          </a:xfrm>
          <a:custGeom>
            <a:avLst/>
            <a:gdLst/>
            <a:ahLst/>
            <a:rect l="0" t="0" r="r" b="b"/>
            <a:pathLst>
              <a:path w="12754" h="27">
                <a:moveTo>
                  <a:pt x="0" y="0"/>
                </a:moveTo>
                <a:lnTo>
                  <a:pt x="12754" y="0"/>
                </a:lnTo>
                <a:lnTo>
                  <a:pt x="1275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2" name=""/>
          <p:cNvSpPr txBox="1"/>
          <p:nvPr/>
        </p:nvSpPr>
        <p:spPr>
          <a:xfrm>
            <a:off x="457200" y="1684800"/>
            <a:ext cx="8146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overleefde.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3" name=""/>
          <p:cNvSpPr txBox="1"/>
          <p:nvPr/>
        </p:nvSpPr>
        <p:spPr>
          <a:xfrm>
            <a:off x="563760" y="2250720"/>
            <a:ext cx="11635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DE TREND VRAAGT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4" name=""/>
          <p:cNvSpPr txBox="1"/>
          <p:nvPr/>
        </p:nvSpPr>
        <p:spPr>
          <a:xfrm>
            <a:off x="3888000" y="2250720"/>
            <a:ext cx="18007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WAT OKX DAARVOOR MAAKT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5" name=""/>
          <p:cNvSpPr txBox="1"/>
          <p:nvPr/>
        </p:nvSpPr>
        <p:spPr>
          <a:xfrm>
            <a:off x="563760" y="2568240"/>
            <a:ext cx="29253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Afspraken tussen partijen, niet binnen een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6" name=""/>
          <p:cNvSpPr txBox="1"/>
          <p:nvPr/>
        </p:nvSpPr>
        <p:spPr>
          <a:xfrm>
            <a:off x="563760" y="2768400"/>
            <a:ext cx="7671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organisatie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7" name=""/>
          <p:cNvSpPr txBox="1"/>
          <p:nvPr/>
        </p:nvSpPr>
        <p:spPr>
          <a:xfrm>
            <a:off x="3888000" y="2568240"/>
            <a:ext cx="45925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Koppelingen tussen referentiecomponenten, met een eigenaar per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8" name=""/>
          <p:cNvSpPr txBox="1"/>
          <p:nvPr/>
        </p:nvSpPr>
        <p:spPr>
          <a:xfrm>
            <a:off x="3888000" y="2768400"/>
            <a:ext cx="5936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gegeven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9" name=""/>
          <p:cNvSpPr txBox="1"/>
          <p:nvPr/>
        </p:nvSpPr>
        <p:spPr>
          <a:xfrm>
            <a:off x="563760" y="3111120"/>
            <a:ext cx="28659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Bronnen van betere kwaliteit, herleidbaar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0" name=""/>
          <p:cNvSpPr txBox="1"/>
          <p:nvPr/>
        </p:nvSpPr>
        <p:spPr>
          <a:xfrm>
            <a:off x="3888000" y="3111120"/>
            <a:ext cx="40986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Een begrippenkader waarin vastligt wat een leeruitkomst is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1" name=""/>
          <p:cNvSpPr txBox="1"/>
          <p:nvPr/>
        </p:nvSpPr>
        <p:spPr>
          <a:xfrm>
            <a:off x="563760" y="3454200"/>
            <a:ext cx="29451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Vindbaar en interpreteerbaar zonder mens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2" name=""/>
          <p:cNvSpPr/>
          <p:nvPr/>
        </p:nvSpPr>
        <p:spPr>
          <a:xfrm>
            <a:off x="456840" y="3838320"/>
            <a:ext cx="7744320" cy="1000440"/>
          </a:xfrm>
          <a:custGeom>
            <a:avLst/>
            <a:gdLst/>
            <a:ahLst/>
            <a:rect l="0" t="0" r="r" b="b"/>
            <a:pathLst>
              <a:path w="21512" h="2779">
                <a:moveTo>
                  <a:pt x="0" y="0"/>
                </a:moveTo>
                <a:lnTo>
                  <a:pt x="21512" y="0"/>
                </a:lnTo>
                <a:lnTo>
                  <a:pt x="21512" y="2779"/>
                </a:lnTo>
                <a:lnTo>
                  <a:pt x="0" y="277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3" name=""/>
          <p:cNvSpPr/>
          <p:nvPr/>
        </p:nvSpPr>
        <p:spPr>
          <a:xfrm>
            <a:off x="456840" y="3838320"/>
            <a:ext cx="7744320" cy="38520"/>
          </a:xfrm>
          <a:custGeom>
            <a:avLst/>
            <a:gdLst/>
            <a:ahLst/>
            <a:rect l="0" t="0" r="r" b="b"/>
            <a:pathLst>
              <a:path w="21512" h="107">
                <a:moveTo>
                  <a:pt x="0" y="0"/>
                </a:moveTo>
                <a:lnTo>
                  <a:pt x="21512" y="0"/>
                </a:lnTo>
                <a:lnTo>
                  <a:pt x="21512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4" name=""/>
          <p:cNvSpPr/>
          <p:nvPr/>
        </p:nvSpPr>
        <p:spPr>
          <a:xfrm>
            <a:off x="456840" y="4829040"/>
            <a:ext cx="7744320" cy="9720"/>
          </a:xfrm>
          <a:custGeom>
            <a:avLst/>
            <a:gdLst/>
            <a:ahLst/>
            <a:rect l="0" t="0" r="r" b="b"/>
            <a:pathLst>
              <a:path w="21512" h="27">
                <a:moveTo>
                  <a:pt x="0" y="0"/>
                </a:moveTo>
                <a:lnTo>
                  <a:pt x="21512" y="0"/>
                </a:lnTo>
                <a:lnTo>
                  <a:pt x="2151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5" name=""/>
          <p:cNvSpPr/>
          <p:nvPr/>
        </p:nvSpPr>
        <p:spPr>
          <a:xfrm>
            <a:off x="8191440" y="3838320"/>
            <a:ext cx="9720" cy="1000440"/>
          </a:xfrm>
          <a:custGeom>
            <a:avLst/>
            <a:gdLst/>
            <a:ahLst/>
            <a:rect l="0" t="0" r="r" b="b"/>
            <a:pathLst>
              <a:path w="27" h="2779">
                <a:moveTo>
                  <a:pt x="0" y="106"/>
                </a:moveTo>
                <a:lnTo>
                  <a:pt x="0" y="2779"/>
                </a:lnTo>
                <a:lnTo>
                  <a:pt x="27" y="2779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6" name=""/>
          <p:cNvSpPr/>
          <p:nvPr/>
        </p:nvSpPr>
        <p:spPr>
          <a:xfrm>
            <a:off x="456840" y="3838320"/>
            <a:ext cx="10080" cy="1000440"/>
          </a:xfrm>
          <a:custGeom>
            <a:avLst/>
            <a:gdLst/>
            <a:ahLst/>
            <a:rect l="0" t="0" r="r" b="b"/>
            <a:pathLst>
              <a:path w="28" h="2779">
                <a:moveTo>
                  <a:pt x="0" y="0"/>
                </a:moveTo>
                <a:lnTo>
                  <a:pt x="0" y="2779"/>
                </a:lnTo>
                <a:lnTo>
                  <a:pt x="28" y="2779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7" name=""/>
          <p:cNvSpPr txBox="1"/>
          <p:nvPr/>
        </p:nvSpPr>
        <p:spPr>
          <a:xfrm>
            <a:off x="3888000" y="3454200"/>
            <a:ext cx="36766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24 datamodelschema’s, meegeleverd bij elke release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8" name=""/>
          <p:cNvSpPr txBox="1"/>
          <p:nvPr/>
        </p:nvSpPr>
        <p:spPr>
          <a:xfrm>
            <a:off x="634320" y="4047120"/>
            <a:ext cx="82105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Een instelling met losse systemen en onduidelijke begrippen heeft niets aan een AI-laag: die kan alleen bevragen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9" name=""/>
          <p:cNvSpPr txBox="1"/>
          <p:nvPr/>
        </p:nvSpPr>
        <p:spPr>
          <a:xfrm>
            <a:off x="634320" y="4256640"/>
            <a:ext cx="82882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wat ontsloten en gedeﬁnieerd is. Meer interconnectie levert sterkere bronnen op, en sterkere bronnen zijn waar AI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1" name=""/>
          <p:cNvSpPr txBox="1"/>
          <p:nvPr/>
        </p:nvSpPr>
        <p:spPr>
          <a:xfrm>
            <a:off x="634320" y="4475880"/>
            <a:ext cx="9486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op aanhaakt.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0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09" name=""/>
          <p:cNvSpPr/>
          <p:nvPr/>
        </p:nvSpPr>
        <p:spPr>
          <a:xfrm>
            <a:off x="456840" y="1562040"/>
            <a:ext cx="2753280" cy="304920"/>
          </a:xfrm>
          <a:custGeom>
            <a:avLst/>
            <a:gdLst/>
            <a:ahLst/>
            <a:rect l="0" t="0" r="r" b="b"/>
            <a:pathLst>
              <a:path w="7648" h="847">
                <a:moveTo>
                  <a:pt x="0" y="0"/>
                </a:moveTo>
                <a:lnTo>
                  <a:pt x="7648" y="0"/>
                </a:lnTo>
                <a:lnTo>
                  <a:pt x="7648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0" name=""/>
          <p:cNvSpPr/>
          <p:nvPr/>
        </p:nvSpPr>
        <p:spPr>
          <a:xfrm>
            <a:off x="3209760" y="1562040"/>
            <a:ext cx="5334480" cy="304920"/>
          </a:xfrm>
          <a:custGeom>
            <a:avLst/>
            <a:gdLst/>
            <a:ahLst/>
            <a:rect l="0" t="0" r="r" b="b"/>
            <a:pathLst>
              <a:path w="14818" h="847">
                <a:moveTo>
                  <a:pt x="0" y="0"/>
                </a:moveTo>
                <a:lnTo>
                  <a:pt x="14818" y="0"/>
                </a:lnTo>
                <a:lnTo>
                  <a:pt x="14818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1" name=""/>
          <p:cNvSpPr/>
          <p:nvPr/>
        </p:nvSpPr>
        <p:spPr>
          <a:xfrm>
            <a:off x="456840" y="1857240"/>
            <a:ext cx="2753280" cy="19440"/>
          </a:xfrm>
          <a:custGeom>
            <a:avLst/>
            <a:gdLst/>
            <a:ahLst/>
            <a:rect l="0" t="0" r="r" b="b"/>
            <a:pathLst>
              <a:path w="7648" h="54">
                <a:moveTo>
                  <a:pt x="0" y="0"/>
                </a:moveTo>
                <a:lnTo>
                  <a:pt x="7648" y="0"/>
                </a:lnTo>
                <a:lnTo>
                  <a:pt x="7648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2" name=""/>
          <p:cNvSpPr/>
          <p:nvPr/>
        </p:nvSpPr>
        <p:spPr>
          <a:xfrm>
            <a:off x="3209760" y="1857240"/>
            <a:ext cx="5334480" cy="19440"/>
          </a:xfrm>
          <a:custGeom>
            <a:avLst/>
            <a:gdLst/>
            <a:ahLst/>
            <a:rect l="0" t="0" r="r" b="b"/>
            <a:pathLst>
              <a:path w="14818" h="54">
                <a:moveTo>
                  <a:pt x="0" y="0"/>
                </a:moveTo>
                <a:lnTo>
                  <a:pt x="14818" y="0"/>
                </a:lnTo>
                <a:lnTo>
                  <a:pt x="14818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3" name=""/>
          <p:cNvSpPr/>
          <p:nvPr/>
        </p:nvSpPr>
        <p:spPr>
          <a:xfrm>
            <a:off x="456840" y="2390760"/>
            <a:ext cx="2753280" cy="9720"/>
          </a:xfrm>
          <a:custGeom>
            <a:avLst/>
            <a:gdLst/>
            <a:ahLst/>
            <a:rect l="0" t="0" r="r" b="b"/>
            <a:pathLst>
              <a:path w="7648" h="27">
                <a:moveTo>
                  <a:pt x="0" y="0"/>
                </a:moveTo>
                <a:lnTo>
                  <a:pt x="7648" y="0"/>
                </a:lnTo>
                <a:lnTo>
                  <a:pt x="76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4" name=""/>
          <p:cNvSpPr/>
          <p:nvPr/>
        </p:nvSpPr>
        <p:spPr>
          <a:xfrm>
            <a:off x="3209760" y="2390760"/>
            <a:ext cx="5334480" cy="9720"/>
          </a:xfrm>
          <a:custGeom>
            <a:avLst/>
            <a:gdLst/>
            <a:ahLst/>
            <a:rect l="0" t="0" r="r" b="b"/>
            <a:pathLst>
              <a:path w="14818" h="27">
                <a:moveTo>
                  <a:pt x="0" y="0"/>
                </a:moveTo>
                <a:lnTo>
                  <a:pt x="14818" y="0"/>
                </a:lnTo>
                <a:lnTo>
                  <a:pt x="1481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5" name=""/>
          <p:cNvSpPr/>
          <p:nvPr/>
        </p:nvSpPr>
        <p:spPr>
          <a:xfrm>
            <a:off x="456840" y="2914560"/>
            <a:ext cx="2753280" cy="9720"/>
          </a:xfrm>
          <a:custGeom>
            <a:avLst/>
            <a:gdLst/>
            <a:ahLst/>
            <a:rect l="0" t="0" r="r" b="b"/>
            <a:pathLst>
              <a:path w="7648" h="27">
                <a:moveTo>
                  <a:pt x="0" y="0"/>
                </a:moveTo>
                <a:lnTo>
                  <a:pt x="7648" y="0"/>
                </a:lnTo>
                <a:lnTo>
                  <a:pt x="76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6" name=""/>
          <p:cNvSpPr/>
          <p:nvPr/>
        </p:nvSpPr>
        <p:spPr>
          <a:xfrm>
            <a:off x="3209760" y="2914560"/>
            <a:ext cx="5334480" cy="9720"/>
          </a:xfrm>
          <a:custGeom>
            <a:avLst/>
            <a:gdLst/>
            <a:ahLst/>
            <a:rect l="0" t="0" r="r" b="b"/>
            <a:pathLst>
              <a:path w="14818" h="27">
                <a:moveTo>
                  <a:pt x="0" y="0"/>
                </a:moveTo>
                <a:lnTo>
                  <a:pt x="14818" y="0"/>
                </a:lnTo>
                <a:lnTo>
                  <a:pt x="1481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7" name=""/>
          <p:cNvSpPr/>
          <p:nvPr/>
        </p:nvSpPr>
        <p:spPr>
          <a:xfrm>
            <a:off x="456840" y="3447720"/>
            <a:ext cx="2753280" cy="10080"/>
          </a:xfrm>
          <a:custGeom>
            <a:avLst/>
            <a:gdLst/>
            <a:ahLst/>
            <a:rect l="0" t="0" r="r" b="b"/>
            <a:pathLst>
              <a:path w="7648" h="28">
                <a:moveTo>
                  <a:pt x="0" y="0"/>
                </a:moveTo>
                <a:lnTo>
                  <a:pt x="7648" y="0"/>
                </a:lnTo>
                <a:lnTo>
                  <a:pt x="764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8" name=""/>
          <p:cNvSpPr/>
          <p:nvPr/>
        </p:nvSpPr>
        <p:spPr>
          <a:xfrm>
            <a:off x="3209760" y="3447720"/>
            <a:ext cx="5334480" cy="10080"/>
          </a:xfrm>
          <a:custGeom>
            <a:avLst/>
            <a:gdLst/>
            <a:ahLst/>
            <a:rect l="0" t="0" r="r" b="b"/>
            <a:pathLst>
              <a:path w="14818" h="28">
                <a:moveTo>
                  <a:pt x="0" y="0"/>
                </a:moveTo>
                <a:lnTo>
                  <a:pt x="14818" y="0"/>
                </a:lnTo>
                <a:lnTo>
                  <a:pt x="1481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9" name=""/>
          <p:cNvSpPr/>
          <p:nvPr/>
        </p:nvSpPr>
        <p:spPr>
          <a:xfrm>
            <a:off x="456840" y="3971880"/>
            <a:ext cx="2753280" cy="9720"/>
          </a:xfrm>
          <a:custGeom>
            <a:avLst/>
            <a:gdLst/>
            <a:ahLst/>
            <a:rect l="0" t="0" r="r" b="b"/>
            <a:pathLst>
              <a:path w="7648" h="27">
                <a:moveTo>
                  <a:pt x="0" y="0"/>
                </a:moveTo>
                <a:lnTo>
                  <a:pt x="7648" y="0"/>
                </a:lnTo>
                <a:lnTo>
                  <a:pt x="76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0" name=""/>
          <p:cNvSpPr/>
          <p:nvPr/>
        </p:nvSpPr>
        <p:spPr>
          <a:xfrm>
            <a:off x="3209760" y="3971880"/>
            <a:ext cx="5334480" cy="9720"/>
          </a:xfrm>
          <a:custGeom>
            <a:avLst/>
            <a:gdLst/>
            <a:ahLst/>
            <a:rect l="0" t="0" r="r" b="b"/>
            <a:pathLst>
              <a:path w="14818" h="27">
                <a:moveTo>
                  <a:pt x="0" y="0"/>
                </a:moveTo>
                <a:lnTo>
                  <a:pt x="14818" y="0"/>
                </a:lnTo>
                <a:lnTo>
                  <a:pt x="1481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1" name=""/>
          <p:cNvSpPr txBox="1"/>
          <p:nvPr/>
        </p:nvSpPr>
        <p:spPr>
          <a:xfrm>
            <a:off x="439920" y="948600"/>
            <a:ext cx="22896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Vier kansen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2" name=""/>
          <p:cNvSpPr txBox="1"/>
          <p:nvPr/>
        </p:nvSpPr>
        <p:spPr>
          <a:xfrm>
            <a:off x="563760" y="1641240"/>
            <a:ext cx="3420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KANS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3" name=""/>
          <p:cNvSpPr txBox="1"/>
          <p:nvPr/>
        </p:nvSpPr>
        <p:spPr>
          <a:xfrm>
            <a:off x="3318120" y="1641240"/>
            <a:ext cx="1675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WAAR DIE VANDAAN KOMT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4" name=""/>
          <p:cNvSpPr txBox="1"/>
          <p:nvPr/>
        </p:nvSpPr>
        <p:spPr>
          <a:xfrm>
            <a:off x="563760" y="1961640"/>
            <a:ext cx="27486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De sector als eerste met een speciﬁcatie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5" name=""/>
          <p:cNvSpPr txBox="1"/>
          <p:nvPr/>
        </p:nvSpPr>
        <p:spPr>
          <a:xfrm>
            <a:off x="563760" y="2152080"/>
            <a:ext cx="19346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die een agent kan gebruiken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6" name=""/>
          <p:cNvSpPr txBox="1"/>
          <p:nvPr/>
        </p:nvSpPr>
        <p:spPr>
          <a:xfrm>
            <a:off x="3318120" y="1961640"/>
            <a:ext cx="57614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De payloads zijn al machineleesbaar. Wie ook de interactie zo uitgeeft, levert iets dat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7" name=""/>
          <p:cNvSpPr txBox="1"/>
          <p:nvPr/>
        </p:nvSpPr>
        <p:spPr>
          <a:xfrm>
            <a:off x="3318120" y="2152080"/>
            <a:ext cx="15598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elders nog niet bestaat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8" name=""/>
          <p:cNvSpPr txBox="1"/>
          <p:nvPr/>
        </p:nvSpPr>
        <p:spPr>
          <a:xfrm>
            <a:off x="563760" y="2485440"/>
            <a:ext cx="20977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Ons eigen tempo als voorbeeld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9" name=""/>
          <p:cNvSpPr txBox="1"/>
          <p:nvPr/>
        </p:nvSpPr>
        <p:spPr>
          <a:xfrm>
            <a:off x="3318120" y="2485440"/>
            <a:ext cx="56883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Twee releases in twee weken, mediaan 9 dagen per issue, met AI in de keten. Dat is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0" name=""/>
          <p:cNvSpPr txBox="1"/>
          <p:nvPr/>
        </p:nvSpPr>
        <p:spPr>
          <a:xfrm>
            <a:off x="3318120" y="2675880"/>
            <a:ext cx="39218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een werkwijze die andere standaardisatietrajecten missen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1" name=""/>
          <p:cNvSpPr txBox="1"/>
          <p:nvPr/>
        </p:nvSpPr>
        <p:spPr>
          <a:xfrm>
            <a:off x="563760" y="3009240"/>
            <a:ext cx="25761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De verschuiving werkt in ons voordeel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2" name=""/>
          <p:cNvSpPr txBox="1"/>
          <p:nvPr/>
        </p:nvSpPr>
        <p:spPr>
          <a:xfrm>
            <a:off x="3318120" y="3009240"/>
            <a:ext cx="57034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Bouwen wordt goedkoop, het eens worden over betekenis niet. Precies dat laatste is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3" name=""/>
          <p:cNvSpPr txBox="1"/>
          <p:nvPr/>
        </p:nvSpPr>
        <p:spPr>
          <a:xfrm>
            <a:off x="3318120" y="3199680"/>
            <a:ext cx="10310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wat OKx maakt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4" name=""/>
          <p:cNvSpPr txBox="1"/>
          <p:nvPr/>
        </p:nvSpPr>
        <p:spPr>
          <a:xfrm>
            <a:off x="563760" y="3533040"/>
            <a:ext cx="18781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Laat zijn heeft een voordeel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5" name=""/>
          <p:cNvSpPr txBox="1"/>
          <p:nvPr/>
        </p:nvSpPr>
        <p:spPr>
          <a:xfrm>
            <a:off x="3318120" y="3533040"/>
            <a:ext cx="54720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Andere sectoren zijn ons voor. Hun keuzes zijn over te nemen in plaats van uit te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6" name=""/>
          <p:cNvSpPr txBox="1"/>
          <p:nvPr/>
        </p:nvSpPr>
        <p:spPr>
          <a:xfrm>
            <a:off x="3318120" y="3733200"/>
            <a:ext cx="4550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vinden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8" name=""/>
          <p:cNvSpPr txBox="1"/>
          <p:nvPr/>
        </p:nvSpPr>
        <p:spPr>
          <a:xfrm>
            <a:off x="457200" y="4130280"/>
            <a:ext cx="71575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De eerste twee zijn een positie die we kunnen innemen. De laatste twee zijn meewind die er sowieso is.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4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46" name=""/>
          <p:cNvSpPr/>
          <p:nvPr/>
        </p:nvSpPr>
        <p:spPr>
          <a:xfrm>
            <a:off x="456840" y="1390320"/>
            <a:ext cx="1705680" cy="305280"/>
          </a:xfrm>
          <a:custGeom>
            <a:avLst/>
            <a:gdLst/>
            <a:ahLst/>
            <a:rect l="0" t="0" r="r" b="b"/>
            <a:pathLst>
              <a:path w="4738" h="848">
                <a:moveTo>
                  <a:pt x="0" y="0"/>
                </a:moveTo>
                <a:lnTo>
                  <a:pt x="4738" y="0"/>
                </a:lnTo>
                <a:lnTo>
                  <a:pt x="4738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7" name=""/>
          <p:cNvSpPr/>
          <p:nvPr/>
        </p:nvSpPr>
        <p:spPr>
          <a:xfrm>
            <a:off x="2162160" y="1390320"/>
            <a:ext cx="3972240" cy="305280"/>
          </a:xfrm>
          <a:custGeom>
            <a:avLst/>
            <a:gdLst/>
            <a:ahLst/>
            <a:rect l="0" t="0" r="r" b="b"/>
            <a:pathLst>
              <a:path w="11034" h="848">
                <a:moveTo>
                  <a:pt x="0" y="0"/>
                </a:moveTo>
                <a:lnTo>
                  <a:pt x="11034" y="0"/>
                </a:lnTo>
                <a:lnTo>
                  <a:pt x="11034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8" name=""/>
          <p:cNvSpPr/>
          <p:nvPr/>
        </p:nvSpPr>
        <p:spPr>
          <a:xfrm>
            <a:off x="6134040" y="1390320"/>
            <a:ext cx="2410200" cy="305280"/>
          </a:xfrm>
          <a:custGeom>
            <a:avLst/>
            <a:gdLst/>
            <a:ahLst/>
            <a:rect l="0" t="0" r="r" b="b"/>
            <a:pathLst>
              <a:path w="6695" h="848">
                <a:moveTo>
                  <a:pt x="0" y="0"/>
                </a:moveTo>
                <a:lnTo>
                  <a:pt x="6695" y="0"/>
                </a:lnTo>
                <a:lnTo>
                  <a:pt x="6695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9" name=""/>
          <p:cNvSpPr/>
          <p:nvPr/>
        </p:nvSpPr>
        <p:spPr>
          <a:xfrm>
            <a:off x="456840" y="1685880"/>
            <a:ext cx="1705680" cy="19440"/>
          </a:xfrm>
          <a:custGeom>
            <a:avLst/>
            <a:gdLst/>
            <a:ahLst/>
            <a:rect l="0" t="0" r="r" b="b"/>
            <a:pathLst>
              <a:path w="4738" h="54">
                <a:moveTo>
                  <a:pt x="0" y="0"/>
                </a:moveTo>
                <a:lnTo>
                  <a:pt x="4738" y="0"/>
                </a:lnTo>
                <a:lnTo>
                  <a:pt x="4738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0" name=""/>
          <p:cNvSpPr/>
          <p:nvPr/>
        </p:nvSpPr>
        <p:spPr>
          <a:xfrm>
            <a:off x="2162160" y="1685880"/>
            <a:ext cx="3972240" cy="19440"/>
          </a:xfrm>
          <a:custGeom>
            <a:avLst/>
            <a:gdLst/>
            <a:ahLst/>
            <a:rect l="0" t="0" r="r" b="b"/>
            <a:pathLst>
              <a:path w="11034" h="54">
                <a:moveTo>
                  <a:pt x="0" y="0"/>
                </a:moveTo>
                <a:lnTo>
                  <a:pt x="11034" y="0"/>
                </a:lnTo>
                <a:lnTo>
                  <a:pt x="11034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1" name=""/>
          <p:cNvSpPr/>
          <p:nvPr/>
        </p:nvSpPr>
        <p:spPr>
          <a:xfrm>
            <a:off x="6134040" y="1685880"/>
            <a:ext cx="2410200" cy="19440"/>
          </a:xfrm>
          <a:custGeom>
            <a:avLst/>
            <a:gdLst/>
            <a:ahLst/>
            <a:rect l="0" t="0" r="r" b="b"/>
            <a:pathLst>
              <a:path w="6695" h="54">
                <a:moveTo>
                  <a:pt x="0" y="0"/>
                </a:moveTo>
                <a:lnTo>
                  <a:pt x="6695" y="0"/>
                </a:lnTo>
                <a:lnTo>
                  <a:pt x="6695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2" name=""/>
          <p:cNvSpPr/>
          <p:nvPr/>
        </p:nvSpPr>
        <p:spPr>
          <a:xfrm>
            <a:off x="456840" y="2400120"/>
            <a:ext cx="1705680" cy="9720"/>
          </a:xfrm>
          <a:custGeom>
            <a:avLst/>
            <a:gdLst/>
            <a:ahLst/>
            <a:rect l="0" t="0" r="r" b="b"/>
            <a:pathLst>
              <a:path w="4738" h="27">
                <a:moveTo>
                  <a:pt x="0" y="0"/>
                </a:moveTo>
                <a:lnTo>
                  <a:pt x="4738" y="0"/>
                </a:lnTo>
                <a:lnTo>
                  <a:pt x="473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3" name=""/>
          <p:cNvSpPr/>
          <p:nvPr/>
        </p:nvSpPr>
        <p:spPr>
          <a:xfrm>
            <a:off x="2162160" y="2400120"/>
            <a:ext cx="3972240" cy="9720"/>
          </a:xfrm>
          <a:custGeom>
            <a:avLst/>
            <a:gdLst/>
            <a:ahLst/>
            <a:rect l="0" t="0" r="r" b="b"/>
            <a:pathLst>
              <a:path w="11034" h="27">
                <a:moveTo>
                  <a:pt x="0" y="0"/>
                </a:moveTo>
                <a:lnTo>
                  <a:pt x="11034" y="0"/>
                </a:lnTo>
                <a:lnTo>
                  <a:pt x="110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4" name=""/>
          <p:cNvSpPr/>
          <p:nvPr/>
        </p:nvSpPr>
        <p:spPr>
          <a:xfrm>
            <a:off x="6134040" y="2400120"/>
            <a:ext cx="2410200" cy="9720"/>
          </a:xfrm>
          <a:custGeom>
            <a:avLst/>
            <a:gdLst/>
            <a:ahLst/>
            <a:rect l="0" t="0" r="r" b="b"/>
            <a:pathLst>
              <a:path w="6695" h="27">
                <a:moveTo>
                  <a:pt x="0" y="0"/>
                </a:moveTo>
                <a:lnTo>
                  <a:pt x="6695" y="0"/>
                </a:lnTo>
                <a:lnTo>
                  <a:pt x="66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5" name=""/>
          <p:cNvSpPr/>
          <p:nvPr/>
        </p:nvSpPr>
        <p:spPr>
          <a:xfrm>
            <a:off x="456840" y="2914560"/>
            <a:ext cx="1705680" cy="9720"/>
          </a:xfrm>
          <a:custGeom>
            <a:avLst/>
            <a:gdLst/>
            <a:ahLst/>
            <a:rect l="0" t="0" r="r" b="b"/>
            <a:pathLst>
              <a:path w="4738" h="27">
                <a:moveTo>
                  <a:pt x="0" y="0"/>
                </a:moveTo>
                <a:lnTo>
                  <a:pt x="4738" y="0"/>
                </a:lnTo>
                <a:lnTo>
                  <a:pt x="473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6" name=""/>
          <p:cNvSpPr/>
          <p:nvPr/>
        </p:nvSpPr>
        <p:spPr>
          <a:xfrm>
            <a:off x="2162160" y="2914560"/>
            <a:ext cx="3972240" cy="9720"/>
          </a:xfrm>
          <a:custGeom>
            <a:avLst/>
            <a:gdLst/>
            <a:ahLst/>
            <a:rect l="0" t="0" r="r" b="b"/>
            <a:pathLst>
              <a:path w="11034" h="27">
                <a:moveTo>
                  <a:pt x="0" y="0"/>
                </a:moveTo>
                <a:lnTo>
                  <a:pt x="11034" y="0"/>
                </a:lnTo>
                <a:lnTo>
                  <a:pt x="110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7" name=""/>
          <p:cNvSpPr/>
          <p:nvPr/>
        </p:nvSpPr>
        <p:spPr>
          <a:xfrm>
            <a:off x="6134040" y="2914560"/>
            <a:ext cx="2410200" cy="9720"/>
          </a:xfrm>
          <a:custGeom>
            <a:avLst/>
            <a:gdLst/>
            <a:ahLst/>
            <a:rect l="0" t="0" r="r" b="b"/>
            <a:pathLst>
              <a:path w="6695" h="27">
                <a:moveTo>
                  <a:pt x="0" y="0"/>
                </a:moveTo>
                <a:lnTo>
                  <a:pt x="6695" y="0"/>
                </a:lnTo>
                <a:lnTo>
                  <a:pt x="66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8" name=""/>
          <p:cNvSpPr/>
          <p:nvPr/>
        </p:nvSpPr>
        <p:spPr>
          <a:xfrm>
            <a:off x="456840" y="3628800"/>
            <a:ext cx="1705680" cy="10080"/>
          </a:xfrm>
          <a:custGeom>
            <a:avLst/>
            <a:gdLst/>
            <a:ahLst/>
            <a:rect l="0" t="0" r="r" b="b"/>
            <a:pathLst>
              <a:path w="4738" h="28">
                <a:moveTo>
                  <a:pt x="0" y="0"/>
                </a:moveTo>
                <a:lnTo>
                  <a:pt x="4738" y="0"/>
                </a:lnTo>
                <a:lnTo>
                  <a:pt x="473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9" name=""/>
          <p:cNvSpPr/>
          <p:nvPr/>
        </p:nvSpPr>
        <p:spPr>
          <a:xfrm>
            <a:off x="2162160" y="3628800"/>
            <a:ext cx="3972240" cy="10080"/>
          </a:xfrm>
          <a:custGeom>
            <a:avLst/>
            <a:gdLst/>
            <a:ahLst/>
            <a:rect l="0" t="0" r="r" b="b"/>
            <a:pathLst>
              <a:path w="11034" h="28">
                <a:moveTo>
                  <a:pt x="0" y="0"/>
                </a:moveTo>
                <a:lnTo>
                  <a:pt x="11034" y="0"/>
                </a:lnTo>
                <a:lnTo>
                  <a:pt x="1103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0" name=""/>
          <p:cNvSpPr/>
          <p:nvPr/>
        </p:nvSpPr>
        <p:spPr>
          <a:xfrm>
            <a:off x="6134040" y="3628800"/>
            <a:ext cx="2410200" cy="10080"/>
          </a:xfrm>
          <a:custGeom>
            <a:avLst/>
            <a:gdLst/>
            <a:ahLst/>
            <a:rect l="0" t="0" r="r" b="b"/>
            <a:pathLst>
              <a:path w="6695" h="28">
                <a:moveTo>
                  <a:pt x="0" y="0"/>
                </a:moveTo>
                <a:lnTo>
                  <a:pt x="6695" y="0"/>
                </a:lnTo>
                <a:lnTo>
                  <a:pt x="669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1" name=""/>
          <p:cNvSpPr/>
          <p:nvPr/>
        </p:nvSpPr>
        <p:spPr>
          <a:xfrm>
            <a:off x="456840" y="4143240"/>
            <a:ext cx="1705680" cy="9720"/>
          </a:xfrm>
          <a:custGeom>
            <a:avLst/>
            <a:gdLst/>
            <a:ahLst/>
            <a:rect l="0" t="0" r="r" b="b"/>
            <a:pathLst>
              <a:path w="4738" h="27">
                <a:moveTo>
                  <a:pt x="0" y="0"/>
                </a:moveTo>
                <a:lnTo>
                  <a:pt x="4738" y="0"/>
                </a:lnTo>
                <a:lnTo>
                  <a:pt x="473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2" name=""/>
          <p:cNvSpPr/>
          <p:nvPr/>
        </p:nvSpPr>
        <p:spPr>
          <a:xfrm>
            <a:off x="2162160" y="4143240"/>
            <a:ext cx="3972240" cy="9720"/>
          </a:xfrm>
          <a:custGeom>
            <a:avLst/>
            <a:gdLst/>
            <a:ahLst/>
            <a:rect l="0" t="0" r="r" b="b"/>
            <a:pathLst>
              <a:path w="11034" h="27">
                <a:moveTo>
                  <a:pt x="0" y="0"/>
                </a:moveTo>
                <a:lnTo>
                  <a:pt x="11034" y="0"/>
                </a:lnTo>
                <a:lnTo>
                  <a:pt x="110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3" name=""/>
          <p:cNvSpPr/>
          <p:nvPr/>
        </p:nvSpPr>
        <p:spPr>
          <a:xfrm>
            <a:off x="6134040" y="4143240"/>
            <a:ext cx="2410200" cy="9720"/>
          </a:xfrm>
          <a:custGeom>
            <a:avLst/>
            <a:gdLst/>
            <a:ahLst/>
            <a:rect l="0" t="0" r="r" b="b"/>
            <a:pathLst>
              <a:path w="6695" h="27">
                <a:moveTo>
                  <a:pt x="0" y="0"/>
                </a:moveTo>
                <a:lnTo>
                  <a:pt x="6695" y="0"/>
                </a:lnTo>
                <a:lnTo>
                  <a:pt x="66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4" name=""/>
          <p:cNvSpPr txBox="1"/>
          <p:nvPr/>
        </p:nvSpPr>
        <p:spPr>
          <a:xfrm>
            <a:off x="439920" y="777240"/>
            <a:ext cx="22852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Vier risico’s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5" name=""/>
          <p:cNvSpPr txBox="1"/>
          <p:nvPr/>
        </p:nvSpPr>
        <p:spPr>
          <a:xfrm>
            <a:off x="563760" y="1469880"/>
            <a:ext cx="419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RISICO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6" name=""/>
          <p:cNvSpPr txBox="1"/>
          <p:nvPr/>
        </p:nvSpPr>
        <p:spPr>
          <a:xfrm>
            <a:off x="2266920" y="1469880"/>
            <a:ext cx="11772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STAND VAN ZAKEN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7" name=""/>
          <p:cNvSpPr txBox="1"/>
          <p:nvPr/>
        </p:nvSpPr>
        <p:spPr>
          <a:xfrm>
            <a:off x="6242760" y="1469880"/>
            <a:ext cx="20610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WAT ER GEBEURT ALS HET BLIJFT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8" name=""/>
          <p:cNvSpPr txBox="1"/>
          <p:nvPr/>
        </p:nvSpPr>
        <p:spPr>
          <a:xfrm>
            <a:off x="563760" y="1783440"/>
            <a:ext cx="13190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Doorlooptijd tot een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9" name=""/>
          <p:cNvSpPr txBox="1"/>
          <p:nvPr/>
        </p:nvSpPr>
        <p:spPr>
          <a:xfrm>
            <a:off x="563760" y="1973880"/>
            <a:ext cx="12427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gedragen afspraak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0" name=""/>
          <p:cNvSpPr txBox="1"/>
          <p:nvPr/>
        </p:nvSpPr>
        <p:spPr>
          <a:xfrm>
            <a:off x="2266920" y="1783440"/>
            <a:ext cx="42084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Binnen het project gaat het snel. De tijd tot een afspraak die de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1" name=""/>
          <p:cNvSpPr txBox="1"/>
          <p:nvPr/>
        </p:nvSpPr>
        <p:spPr>
          <a:xfrm>
            <a:off x="2266920" y="1973880"/>
            <a:ext cx="41490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sector draagt is niet gemeten; de eerste toets is de review van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2" name=""/>
          <p:cNvSpPr txBox="1"/>
          <p:nvPr/>
        </p:nvSpPr>
        <p:spPr>
          <a:xfrm>
            <a:off x="2266920" y="2164320"/>
            <a:ext cx="4122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v0.1.0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3" name=""/>
          <p:cNvSpPr txBox="1"/>
          <p:nvPr/>
        </p:nvSpPr>
        <p:spPr>
          <a:xfrm>
            <a:off x="6242760" y="1783440"/>
            <a:ext cx="23842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De uitkomst van die review overvalt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4" name=""/>
          <p:cNvSpPr txBox="1"/>
          <p:nvPr/>
        </p:nvSpPr>
        <p:spPr>
          <a:xfrm>
            <a:off x="6242760" y="1973880"/>
            <a:ext cx="2340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ons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5" name=""/>
          <p:cNvSpPr txBox="1"/>
          <p:nvPr/>
        </p:nvSpPr>
        <p:spPr>
          <a:xfrm>
            <a:off x="563760" y="2497680"/>
            <a:ext cx="9241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Interactie niet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6" name=""/>
          <p:cNvSpPr txBox="1"/>
          <p:nvPr/>
        </p:nvSpPr>
        <p:spPr>
          <a:xfrm>
            <a:off x="563760" y="2688120"/>
            <a:ext cx="11314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machineleesbaar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7" name=""/>
          <p:cNvSpPr txBox="1"/>
          <p:nvPr/>
        </p:nvSpPr>
        <p:spPr>
          <a:xfrm>
            <a:off x="2266920" y="2497680"/>
            <a:ext cx="37483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De 24 datamodelschema’s wel, de interactiepatronen 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8" name=""/>
          <p:cNvSpPr txBox="1"/>
          <p:nvPr/>
        </p:nvSpPr>
        <p:spPr>
          <a:xfrm>
            <a:off x="2266920" y="2688120"/>
            <a:ext cx="9486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endpoints niet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9" name=""/>
          <p:cNvSpPr txBox="1"/>
          <p:nvPr/>
        </p:nvSpPr>
        <p:spPr>
          <a:xfrm>
            <a:off x="6242760" y="2497680"/>
            <a:ext cx="23612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Kans 1 gaat naar een andere sector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0" name=""/>
          <p:cNvSpPr txBox="1"/>
          <p:nvPr/>
        </p:nvSpPr>
        <p:spPr>
          <a:xfrm>
            <a:off x="563760" y="3012120"/>
            <a:ext cx="16437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Binding naar OEAPI open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1" name=""/>
          <p:cNvSpPr txBox="1"/>
          <p:nvPr/>
        </p:nvSpPr>
        <p:spPr>
          <a:xfrm>
            <a:off x="2266920" y="3012120"/>
            <a:ext cx="35899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Payloads zijn Nederlandstalig en wijken bewust af; het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2" name=""/>
          <p:cNvSpPr txBox="1"/>
          <p:nvPr/>
        </p:nvSpPr>
        <p:spPr>
          <a:xfrm>
            <a:off x="2266920" y="3202560"/>
            <a:ext cx="25030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aﬂeveringsmechanisme is niet belegd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3" name=""/>
          <p:cNvSpPr txBox="1"/>
          <p:nvPr/>
        </p:nvSpPr>
        <p:spPr>
          <a:xfrm>
            <a:off x="6242760" y="3012120"/>
            <a:ext cx="20397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Twee partijen die beide aan de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4" name=""/>
          <p:cNvSpPr txBox="1"/>
          <p:nvPr/>
        </p:nvSpPr>
        <p:spPr>
          <a:xfrm>
            <a:off x="6242760" y="3202560"/>
            <a:ext cx="23612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speciﬁcatie voldoen, kunnen alsnog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5" name=""/>
          <p:cNvSpPr txBox="1"/>
          <p:nvPr/>
        </p:nvSpPr>
        <p:spPr>
          <a:xfrm>
            <a:off x="6242760" y="3393000"/>
            <a:ext cx="9014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niet koppelen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6" name=""/>
          <p:cNvSpPr txBox="1"/>
          <p:nvPr/>
        </p:nvSpPr>
        <p:spPr>
          <a:xfrm>
            <a:off x="563760" y="3717000"/>
            <a:ext cx="14302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Beheerpartij na Npuls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7" name=""/>
          <p:cNvSpPr txBox="1"/>
          <p:nvPr/>
        </p:nvSpPr>
        <p:spPr>
          <a:xfrm>
            <a:off x="2266920" y="3717000"/>
            <a:ext cx="40165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De route ligt vast via AMIGO richting Edustandaard. De partij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8" name=""/>
          <p:cNvSpPr txBox="1"/>
          <p:nvPr/>
        </p:nvSpPr>
        <p:spPr>
          <a:xfrm>
            <a:off x="2266920" y="3907440"/>
            <a:ext cx="2538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niet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9" name=""/>
          <p:cNvSpPr txBox="1"/>
          <p:nvPr/>
        </p:nvSpPr>
        <p:spPr>
          <a:xfrm>
            <a:off x="6242760" y="3717000"/>
            <a:ext cx="23295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Alles in dit deck verloopt op de dag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0" name=""/>
          <p:cNvSpPr txBox="1"/>
          <p:nvPr/>
        </p:nvSpPr>
        <p:spPr>
          <a:xfrm>
            <a:off x="6242760" y="3907440"/>
            <a:ext cx="16664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dat het programma stopt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2" name=""/>
          <p:cNvSpPr txBox="1"/>
          <p:nvPr/>
        </p:nvSpPr>
        <p:spPr>
          <a:xfrm>
            <a:off x="457200" y="4302000"/>
            <a:ext cx="77518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Drie van de vier staan los van AI en waren al bekend. Alleen het tweede wordt door de AI-ontwikkeling urgenter.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9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00" name=""/>
          <p:cNvSpPr/>
          <p:nvPr/>
        </p:nvSpPr>
        <p:spPr>
          <a:xfrm>
            <a:off x="456840" y="1457280"/>
            <a:ext cx="38520" cy="2057760"/>
          </a:xfrm>
          <a:custGeom>
            <a:avLst/>
            <a:gdLst/>
            <a:ahLst/>
            <a:rect l="0" t="0" r="r" b="b"/>
            <a:pathLst>
              <a:path w="107" h="5716">
                <a:moveTo>
                  <a:pt x="0" y="0"/>
                </a:moveTo>
                <a:lnTo>
                  <a:pt x="107" y="0"/>
                </a:lnTo>
                <a:lnTo>
                  <a:pt x="107" y="5716"/>
                </a:lnTo>
                <a:lnTo>
                  <a:pt x="0" y="5716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01" name=""/>
          <p:cNvSpPr txBox="1"/>
          <p:nvPr/>
        </p:nvSpPr>
        <p:spPr>
          <a:xfrm>
            <a:off x="439920" y="834480"/>
            <a:ext cx="94341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instellingen en leveranciers hiervan merken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2" name=""/>
          <p:cNvSpPr txBox="1"/>
          <p:nvPr/>
        </p:nvSpPr>
        <p:spPr>
          <a:xfrm>
            <a:off x="632520" y="1653840"/>
            <a:ext cx="9165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0b4f6c"/>
                </a:solidFill>
                <a:latin typeface="Arial"/>
                <a:ea typeface="Arial"/>
              </a:rPr>
              <a:t>Instellingen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3" name=""/>
          <p:cNvSpPr txBox="1"/>
          <p:nvPr/>
        </p:nvSpPr>
        <p:spPr>
          <a:xfrm>
            <a:off x="632520" y="2034720"/>
            <a:ext cx="40014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Een student kan alleen over systemen heen kiezen als die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4" name=""/>
          <p:cNvSpPr txBox="1"/>
          <p:nvPr/>
        </p:nvSpPr>
        <p:spPr>
          <a:xfrm>
            <a:off x="632520" y="2263320"/>
            <a:ext cx="40712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systemen het eens zijn over wat een leeruitkomst is. Dat is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5" name=""/>
          <p:cNvSpPr txBox="1"/>
          <p:nvPr/>
        </p:nvSpPr>
        <p:spPr>
          <a:xfrm>
            <a:off x="632520" y="2491920"/>
            <a:ext cx="38502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wat OKx vastlegt. Wordt de interactie machineleesbaar,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6" name=""/>
          <p:cNvSpPr txBox="1"/>
          <p:nvPr/>
        </p:nvSpPr>
        <p:spPr>
          <a:xfrm>
            <a:off x="632520" y="2720520"/>
            <a:ext cx="33411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dan kan een instelling straks controleren of haar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7" name=""/>
          <p:cNvSpPr txBox="1"/>
          <p:nvPr/>
        </p:nvSpPr>
        <p:spPr>
          <a:xfrm>
            <a:off x="632520" y="2949120"/>
            <a:ext cx="41428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leveranciers zich eraan houden, in plaats van het te moeten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8" name=""/>
          <p:cNvSpPr/>
          <p:nvPr/>
        </p:nvSpPr>
        <p:spPr>
          <a:xfrm>
            <a:off x="4524120" y="1457280"/>
            <a:ext cx="38520" cy="2057760"/>
          </a:xfrm>
          <a:custGeom>
            <a:avLst/>
            <a:gdLst/>
            <a:ahLst/>
            <a:rect l="0" t="0" r="r" b="b"/>
            <a:pathLst>
              <a:path w="107" h="5716">
                <a:moveTo>
                  <a:pt x="0" y="0"/>
                </a:moveTo>
                <a:lnTo>
                  <a:pt x="107" y="0"/>
                </a:lnTo>
                <a:lnTo>
                  <a:pt x="107" y="5716"/>
                </a:lnTo>
                <a:lnTo>
                  <a:pt x="0" y="5716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9" name=""/>
          <p:cNvSpPr txBox="1"/>
          <p:nvPr/>
        </p:nvSpPr>
        <p:spPr>
          <a:xfrm>
            <a:off x="632520" y="3177720"/>
            <a:ext cx="5889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geloven.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0" name=""/>
          <p:cNvSpPr txBox="1"/>
          <p:nvPr/>
        </p:nvSpPr>
        <p:spPr>
          <a:xfrm>
            <a:off x="4704120" y="1653840"/>
            <a:ext cx="9914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a8481f"/>
                </a:solidFill>
                <a:latin typeface="Arial"/>
                <a:ea typeface="Arial"/>
              </a:rPr>
              <a:t>Leveranciers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1" name=""/>
          <p:cNvSpPr txBox="1"/>
          <p:nvPr/>
        </p:nvSpPr>
        <p:spPr>
          <a:xfrm>
            <a:off x="4704120" y="2034720"/>
            <a:ext cx="27590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Zij bouwen tegen het koppelvlak van de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2" name=""/>
          <p:cNvSpPr txBox="1"/>
          <p:nvPr/>
        </p:nvSpPr>
        <p:spPr>
          <a:xfrm>
            <a:off x="4704120" y="2263320"/>
            <a:ext cx="41306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onderwijscatalogus, met drie koppelingen: naar planning 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3" name=""/>
          <p:cNvSpPr txBox="1"/>
          <p:nvPr/>
        </p:nvSpPr>
        <p:spPr>
          <a:xfrm>
            <a:off x="4704120" y="2491920"/>
            <a:ext cx="40608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roostering, naar het studentinformatiesysteem en naar het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4" name=""/>
          <p:cNvSpPr txBox="1"/>
          <p:nvPr/>
        </p:nvSpPr>
        <p:spPr>
          <a:xfrm>
            <a:off x="4704120" y="2720520"/>
            <a:ext cx="38610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leermanagementsysteem. Zolang de interactie alleen in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5" name=""/>
          <p:cNvSpPr/>
          <p:nvPr/>
        </p:nvSpPr>
        <p:spPr>
          <a:xfrm>
            <a:off x="456840" y="3657240"/>
            <a:ext cx="7915680" cy="762480"/>
          </a:xfrm>
          <a:custGeom>
            <a:avLst/>
            <a:gdLst/>
            <a:ahLst/>
            <a:rect l="0" t="0" r="r" b="b"/>
            <a:pathLst>
              <a:path w="21988" h="2118">
                <a:moveTo>
                  <a:pt x="0" y="0"/>
                </a:moveTo>
                <a:lnTo>
                  <a:pt x="21988" y="0"/>
                </a:lnTo>
                <a:lnTo>
                  <a:pt x="21988" y="2118"/>
                </a:lnTo>
                <a:lnTo>
                  <a:pt x="0" y="21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6" name=""/>
          <p:cNvSpPr/>
          <p:nvPr/>
        </p:nvSpPr>
        <p:spPr>
          <a:xfrm>
            <a:off x="456840" y="3657240"/>
            <a:ext cx="7915680" cy="38520"/>
          </a:xfrm>
          <a:custGeom>
            <a:avLst/>
            <a:gdLst/>
            <a:ahLst/>
            <a:rect l="0" t="0" r="r" b="b"/>
            <a:pathLst>
              <a:path w="21988" h="107">
                <a:moveTo>
                  <a:pt x="0" y="0"/>
                </a:moveTo>
                <a:lnTo>
                  <a:pt x="21988" y="0"/>
                </a:lnTo>
                <a:lnTo>
                  <a:pt x="2198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7" name=""/>
          <p:cNvSpPr/>
          <p:nvPr/>
        </p:nvSpPr>
        <p:spPr>
          <a:xfrm>
            <a:off x="456840" y="4410000"/>
            <a:ext cx="7915680" cy="9720"/>
          </a:xfrm>
          <a:custGeom>
            <a:avLst/>
            <a:gdLst/>
            <a:ahLst/>
            <a:rect l="0" t="0" r="r" b="b"/>
            <a:pathLst>
              <a:path w="21988" h="27">
                <a:moveTo>
                  <a:pt x="0" y="0"/>
                </a:moveTo>
                <a:lnTo>
                  <a:pt x="21988" y="0"/>
                </a:lnTo>
                <a:lnTo>
                  <a:pt x="2198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8" name=""/>
          <p:cNvSpPr/>
          <p:nvPr/>
        </p:nvSpPr>
        <p:spPr>
          <a:xfrm>
            <a:off x="8362800" y="3657240"/>
            <a:ext cx="9720" cy="762480"/>
          </a:xfrm>
          <a:custGeom>
            <a:avLst/>
            <a:gdLst/>
            <a:ahLst/>
            <a:rect l="0" t="0" r="r" b="b"/>
            <a:pathLst>
              <a:path w="27" h="2118">
                <a:moveTo>
                  <a:pt x="0" y="106"/>
                </a:moveTo>
                <a:lnTo>
                  <a:pt x="0" y="2118"/>
                </a:lnTo>
                <a:lnTo>
                  <a:pt x="27" y="2118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9" name=""/>
          <p:cNvSpPr/>
          <p:nvPr/>
        </p:nvSpPr>
        <p:spPr>
          <a:xfrm>
            <a:off x="456840" y="3657240"/>
            <a:ext cx="10080" cy="762480"/>
          </a:xfrm>
          <a:custGeom>
            <a:avLst/>
            <a:gdLst/>
            <a:ahLst/>
            <a:rect l="0" t="0" r="r" b="b"/>
            <a:pathLst>
              <a:path w="28" h="2118">
                <a:moveTo>
                  <a:pt x="0" y="0"/>
                </a:moveTo>
                <a:lnTo>
                  <a:pt x="0" y="2118"/>
                </a:lnTo>
                <a:lnTo>
                  <a:pt x="28" y="2118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0" name=""/>
          <p:cNvSpPr txBox="1"/>
          <p:nvPr/>
        </p:nvSpPr>
        <p:spPr>
          <a:xfrm>
            <a:off x="4704120" y="2949120"/>
            <a:ext cx="34509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tekst staat, kunnen zij niet automatisch valideren.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1" name=""/>
          <p:cNvSpPr txBox="1"/>
          <p:nvPr/>
        </p:nvSpPr>
        <p:spPr>
          <a:xfrm>
            <a:off x="634320" y="3873240"/>
            <a:ext cx="81860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d4a017"/>
                </a:solidFill>
                <a:latin typeface="Arial"/>
                <a:ea typeface="Arial"/>
              </a:rPr>
              <a:t>Wat hier niet ter discussie staat</a:t>
            </a:r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: het detailniveau dat leveranciers toegezegd hebben gekregen voor v0.1.0. Wordt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2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3" name=""/>
          <p:cNvSpPr txBox="1"/>
          <p:nvPr/>
        </p:nvSpPr>
        <p:spPr>
          <a:xfrm>
            <a:off x="634320" y="4073400"/>
            <a:ext cx="69166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daaraan getornd, dan is dat een apart gesprek met elke leverancier, gevoerd door de projectleiding.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8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3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31" name=""/>
          <p:cNvSpPr txBox="1"/>
          <p:nvPr/>
        </p:nvSpPr>
        <p:spPr>
          <a:xfrm>
            <a:off x="439920" y="615240"/>
            <a:ext cx="43182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zetten we op in?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2" name=""/>
          <p:cNvSpPr/>
          <p:nvPr/>
        </p:nvSpPr>
        <p:spPr>
          <a:xfrm>
            <a:off x="456840" y="1866600"/>
            <a:ext cx="1315080" cy="305280"/>
          </a:xfrm>
          <a:custGeom>
            <a:avLst/>
            <a:gdLst/>
            <a:ahLst/>
            <a:rect l="0" t="0" r="r" b="b"/>
            <a:pathLst>
              <a:path w="3653" h="848">
                <a:moveTo>
                  <a:pt x="0" y="0"/>
                </a:moveTo>
                <a:lnTo>
                  <a:pt x="3653" y="0"/>
                </a:lnTo>
                <a:lnTo>
                  <a:pt x="3653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3" name=""/>
          <p:cNvSpPr/>
          <p:nvPr/>
        </p:nvSpPr>
        <p:spPr>
          <a:xfrm>
            <a:off x="1771560" y="1866600"/>
            <a:ext cx="3029040" cy="305280"/>
          </a:xfrm>
          <a:custGeom>
            <a:avLst/>
            <a:gdLst/>
            <a:ahLst/>
            <a:rect l="0" t="0" r="r" b="b"/>
            <a:pathLst>
              <a:path w="8414" h="848">
                <a:moveTo>
                  <a:pt x="0" y="0"/>
                </a:moveTo>
                <a:lnTo>
                  <a:pt x="8414" y="0"/>
                </a:lnTo>
                <a:lnTo>
                  <a:pt x="8414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4" name=""/>
          <p:cNvSpPr/>
          <p:nvPr/>
        </p:nvSpPr>
        <p:spPr>
          <a:xfrm>
            <a:off x="4800240" y="1866600"/>
            <a:ext cx="3744000" cy="305280"/>
          </a:xfrm>
          <a:custGeom>
            <a:avLst/>
            <a:gdLst/>
            <a:ahLst/>
            <a:rect l="0" t="0" r="r" b="b"/>
            <a:pathLst>
              <a:path w="10400" h="848">
                <a:moveTo>
                  <a:pt x="0" y="0"/>
                </a:moveTo>
                <a:lnTo>
                  <a:pt x="10400" y="0"/>
                </a:lnTo>
                <a:lnTo>
                  <a:pt x="10400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5" name=""/>
          <p:cNvSpPr/>
          <p:nvPr/>
        </p:nvSpPr>
        <p:spPr>
          <a:xfrm>
            <a:off x="456840" y="2162160"/>
            <a:ext cx="1315080" cy="19080"/>
          </a:xfrm>
          <a:custGeom>
            <a:avLst/>
            <a:gdLst/>
            <a:ahLst/>
            <a:rect l="0" t="0" r="r" b="b"/>
            <a:pathLst>
              <a:path w="3653" h="53">
                <a:moveTo>
                  <a:pt x="0" y="0"/>
                </a:moveTo>
                <a:lnTo>
                  <a:pt x="3653" y="0"/>
                </a:lnTo>
                <a:lnTo>
                  <a:pt x="3653" y="53"/>
                </a:lnTo>
                <a:lnTo>
                  <a:pt x="0" y="5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6" name=""/>
          <p:cNvSpPr/>
          <p:nvPr/>
        </p:nvSpPr>
        <p:spPr>
          <a:xfrm>
            <a:off x="1771560" y="2162160"/>
            <a:ext cx="3029040" cy="19080"/>
          </a:xfrm>
          <a:custGeom>
            <a:avLst/>
            <a:gdLst/>
            <a:ahLst/>
            <a:rect l="0" t="0" r="r" b="b"/>
            <a:pathLst>
              <a:path w="8414" h="53">
                <a:moveTo>
                  <a:pt x="0" y="0"/>
                </a:moveTo>
                <a:lnTo>
                  <a:pt x="8414" y="0"/>
                </a:lnTo>
                <a:lnTo>
                  <a:pt x="8414" y="53"/>
                </a:lnTo>
                <a:lnTo>
                  <a:pt x="0" y="5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7" name=""/>
          <p:cNvSpPr/>
          <p:nvPr/>
        </p:nvSpPr>
        <p:spPr>
          <a:xfrm>
            <a:off x="4800240" y="2162160"/>
            <a:ext cx="3744000" cy="19080"/>
          </a:xfrm>
          <a:custGeom>
            <a:avLst/>
            <a:gdLst/>
            <a:ahLst/>
            <a:rect l="0" t="0" r="r" b="b"/>
            <a:pathLst>
              <a:path w="10400" h="53">
                <a:moveTo>
                  <a:pt x="0" y="0"/>
                </a:moveTo>
                <a:lnTo>
                  <a:pt x="10400" y="0"/>
                </a:lnTo>
                <a:lnTo>
                  <a:pt x="10400" y="53"/>
                </a:lnTo>
                <a:lnTo>
                  <a:pt x="0" y="5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8" name=""/>
          <p:cNvSpPr/>
          <p:nvPr/>
        </p:nvSpPr>
        <p:spPr>
          <a:xfrm>
            <a:off x="456840" y="2685960"/>
            <a:ext cx="1315080" cy="9720"/>
          </a:xfrm>
          <a:custGeom>
            <a:avLst/>
            <a:gdLst/>
            <a:ahLst/>
            <a:rect l="0" t="0" r="r" b="b"/>
            <a:pathLst>
              <a:path w="3653" h="27">
                <a:moveTo>
                  <a:pt x="0" y="0"/>
                </a:moveTo>
                <a:lnTo>
                  <a:pt x="3653" y="0"/>
                </a:lnTo>
                <a:lnTo>
                  <a:pt x="365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9" name=""/>
          <p:cNvSpPr/>
          <p:nvPr/>
        </p:nvSpPr>
        <p:spPr>
          <a:xfrm>
            <a:off x="1771560" y="2685960"/>
            <a:ext cx="3029040" cy="9720"/>
          </a:xfrm>
          <a:custGeom>
            <a:avLst/>
            <a:gdLst/>
            <a:ahLst/>
            <a:rect l="0" t="0" r="r" b="b"/>
            <a:pathLst>
              <a:path w="8414" h="27">
                <a:moveTo>
                  <a:pt x="0" y="0"/>
                </a:moveTo>
                <a:lnTo>
                  <a:pt x="8414" y="0"/>
                </a:lnTo>
                <a:lnTo>
                  <a:pt x="841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0" name=""/>
          <p:cNvSpPr/>
          <p:nvPr/>
        </p:nvSpPr>
        <p:spPr>
          <a:xfrm>
            <a:off x="4800240" y="2685960"/>
            <a:ext cx="3744000" cy="9720"/>
          </a:xfrm>
          <a:custGeom>
            <a:avLst/>
            <a:gdLst/>
            <a:ahLst/>
            <a:rect l="0" t="0" r="r" b="b"/>
            <a:pathLst>
              <a:path w="10400" h="27">
                <a:moveTo>
                  <a:pt x="0" y="0"/>
                </a:moveTo>
                <a:lnTo>
                  <a:pt x="10400" y="0"/>
                </a:lnTo>
                <a:lnTo>
                  <a:pt x="1040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1" name=""/>
          <p:cNvSpPr/>
          <p:nvPr/>
        </p:nvSpPr>
        <p:spPr>
          <a:xfrm>
            <a:off x="456840" y="3209760"/>
            <a:ext cx="1315080" cy="9720"/>
          </a:xfrm>
          <a:custGeom>
            <a:avLst/>
            <a:gdLst/>
            <a:ahLst/>
            <a:rect l="0" t="0" r="r" b="b"/>
            <a:pathLst>
              <a:path w="3653" h="27">
                <a:moveTo>
                  <a:pt x="0" y="0"/>
                </a:moveTo>
                <a:lnTo>
                  <a:pt x="3653" y="0"/>
                </a:lnTo>
                <a:lnTo>
                  <a:pt x="365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2" name=""/>
          <p:cNvSpPr/>
          <p:nvPr/>
        </p:nvSpPr>
        <p:spPr>
          <a:xfrm>
            <a:off x="1771560" y="3209760"/>
            <a:ext cx="3029040" cy="9720"/>
          </a:xfrm>
          <a:custGeom>
            <a:avLst/>
            <a:gdLst/>
            <a:ahLst/>
            <a:rect l="0" t="0" r="r" b="b"/>
            <a:pathLst>
              <a:path w="8414" h="27">
                <a:moveTo>
                  <a:pt x="0" y="0"/>
                </a:moveTo>
                <a:lnTo>
                  <a:pt x="8414" y="0"/>
                </a:lnTo>
                <a:lnTo>
                  <a:pt x="841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3" name=""/>
          <p:cNvSpPr/>
          <p:nvPr/>
        </p:nvSpPr>
        <p:spPr>
          <a:xfrm>
            <a:off x="4800240" y="3209760"/>
            <a:ext cx="3744000" cy="9720"/>
          </a:xfrm>
          <a:custGeom>
            <a:avLst/>
            <a:gdLst/>
            <a:ahLst/>
            <a:rect l="0" t="0" r="r" b="b"/>
            <a:pathLst>
              <a:path w="10400" h="27">
                <a:moveTo>
                  <a:pt x="0" y="0"/>
                </a:moveTo>
                <a:lnTo>
                  <a:pt x="10400" y="0"/>
                </a:lnTo>
                <a:lnTo>
                  <a:pt x="1040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4" name=""/>
          <p:cNvSpPr/>
          <p:nvPr/>
        </p:nvSpPr>
        <p:spPr>
          <a:xfrm>
            <a:off x="456840" y="3724200"/>
            <a:ext cx="1315080" cy="9720"/>
          </a:xfrm>
          <a:custGeom>
            <a:avLst/>
            <a:gdLst/>
            <a:ahLst/>
            <a:rect l="0" t="0" r="r" b="b"/>
            <a:pathLst>
              <a:path w="3653" h="27">
                <a:moveTo>
                  <a:pt x="0" y="0"/>
                </a:moveTo>
                <a:lnTo>
                  <a:pt x="3653" y="0"/>
                </a:lnTo>
                <a:lnTo>
                  <a:pt x="365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5" name=""/>
          <p:cNvSpPr/>
          <p:nvPr/>
        </p:nvSpPr>
        <p:spPr>
          <a:xfrm>
            <a:off x="1771560" y="3724200"/>
            <a:ext cx="3029040" cy="9720"/>
          </a:xfrm>
          <a:custGeom>
            <a:avLst/>
            <a:gdLst/>
            <a:ahLst/>
            <a:rect l="0" t="0" r="r" b="b"/>
            <a:pathLst>
              <a:path w="8414" h="27">
                <a:moveTo>
                  <a:pt x="0" y="0"/>
                </a:moveTo>
                <a:lnTo>
                  <a:pt x="8414" y="0"/>
                </a:lnTo>
                <a:lnTo>
                  <a:pt x="841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6" name=""/>
          <p:cNvSpPr/>
          <p:nvPr/>
        </p:nvSpPr>
        <p:spPr>
          <a:xfrm>
            <a:off x="4800240" y="3724200"/>
            <a:ext cx="3744000" cy="9720"/>
          </a:xfrm>
          <a:custGeom>
            <a:avLst/>
            <a:gdLst/>
            <a:ahLst/>
            <a:rect l="0" t="0" r="r" b="b"/>
            <a:pathLst>
              <a:path w="10400" h="27">
                <a:moveTo>
                  <a:pt x="0" y="0"/>
                </a:moveTo>
                <a:lnTo>
                  <a:pt x="10400" y="0"/>
                </a:lnTo>
                <a:lnTo>
                  <a:pt x="1040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7" name=""/>
          <p:cNvSpPr txBox="1"/>
          <p:nvPr/>
        </p:nvSpPr>
        <p:spPr>
          <a:xfrm>
            <a:off x="457200" y="1408680"/>
            <a:ext cx="79531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Drie richtingen waar de kansen en de risico’s samenkomen. Ze kunnen niet alle drie tegelijk voorrang krijgen.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8" name=""/>
          <p:cNvSpPr txBox="1"/>
          <p:nvPr/>
        </p:nvSpPr>
        <p:spPr>
          <a:xfrm>
            <a:off x="563760" y="1946160"/>
            <a:ext cx="3618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INZET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9" name=""/>
          <p:cNvSpPr txBox="1"/>
          <p:nvPr/>
        </p:nvSpPr>
        <p:spPr>
          <a:xfrm>
            <a:off x="1881720" y="1946160"/>
            <a:ext cx="12351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WAT HET OPLEVERT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0" name=""/>
          <p:cNvSpPr txBox="1"/>
          <p:nvPr/>
        </p:nvSpPr>
        <p:spPr>
          <a:xfrm>
            <a:off x="4907520" y="1946160"/>
            <a:ext cx="1102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WAT HET VRAAGT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1" name=""/>
          <p:cNvSpPr txBox="1"/>
          <p:nvPr/>
        </p:nvSpPr>
        <p:spPr>
          <a:xfrm>
            <a:off x="563760" y="2269080"/>
            <a:ext cx="5007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Tempo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2" name=""/>
          <p:cNvSpPr txBox="1"/>
          <p:nvPr/>
        </p:nvSpPr>
        <p:spPr>
          <a:xfrm>
            <a:off x="1881720" y="2269080"/>
            <a:ext cx="28231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Een gedragen afspraak voordat de praktijk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3" name=""/>
          <p:cNvSpPr txBox="1"/>
          <p:nvPr/>
        </p:nvSpPr>
        <p:spPr>
          <a:xfrm>
            <a:off x="1881720" y="2459520"/>
            <a:ext cx="14821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verder is. Dekt risico 1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4" name=""/>
          <p:cNvSpPr txBox="1"/>
          <p:nvPr/>
        </p:nvSpPr>
        <p:spPr>
          <a:xfrm>
            <a:off x="4907520" y="2269080"/>
            <a:ext cx="31644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Een norm op doorlooptijd en sturing erop, bij de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5" name=""/>
          <p:cNvSpPr txBox="1"/>
          <p:nvPr/>
        </p:nvSpPr>
        <p:spPr>
          <a:xfrm>
            <a:off x="4907520" y="2459520"/>
            <a:ext cx="9014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projectleiding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6" name=""/>
          <p:cNvSpPr txBox="1"/>
          <p:nvPr/>
        </p:nvSpPr>
        <p:spPr>
          <a:xfrm>
            <a:off x="563760" y="2783520"/>
            <a:ext cx="12502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Machineleesbaar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7" name=""/>
          <p:cNvSpPr txBox="1"/>
          <p:nvPr/>
        </p:nvSpPr>
        <p:spPr>
          <a:xfrm>
            <a:off x="1881720" y="2783520"/>
            <a:ext cx="27043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Kans 1 verzilveren en risico 2 wegnemen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8" name=""/>
          <p:cNvSpPr txBox="1"/>
          <p:nvPr/>
        </p:nvSpPr>
        <p:spPr>
          <a:xfrm>
            <a:off x="4907520" y="2783520"/>
            <a:ext cx="31964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3 tot 4 weken werk, plus onderhoud per release.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9" name=""/>
          <p:cNvSpPr txBox="1"/>
          <p:nvPr/>
        </p:nvSpPr>
        <p:spPr>
          <a:xfrm>
            <a:off x="4907520" y="2973960"/>
            <a:ext cx="7351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Inschatting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0" name=""/>
          <p:cNvSpPr txBox="1"/>
          <p:nvPr/>
        </p:nvSpPr>
        <p:spPr>
          <a:xfrm>
            <a:off x="563760" y="3297960"/>
            <a:ext cx="5814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Borging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1" name=""/>
          <p:cNvSpPr txBox="1"/>
          <p:nvPr/>
        </p:nvSpPr>
        <p:spPr>
          <a:xfrm>
            <a:off x="1881720" y="3297960"/>
            <a:ext cx="30668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Alles behouden na aﬂoop van het programma.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2" name=""/>
          <p:cNvSpPr txBox="1"/>
          <p:nvPr/>
        </p:nvSpPr>
        <p:spPr>
          <a:xfrm>
            <a:off x="1881720" y="3488400"/>
            <a:ext cx="8236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Dekt risico 4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3" name=""/>
          <p:cNvSpPr txBox="1"/>
          <p:nvPr/>
        </p:nvSpPr>
        <p:spPr>
          <a:xfrm>
            <a:off x="4907520" y="3297960"/>
            <a:ext cx="37695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Een gesprek met Edustandaard en Npuls, met de langste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4" name=""/>
          <p:cNvSpPr/>
          <p:nvPr/>
        </p:nvSpPr>
        <p:spPr>
          <a:xfrm>
            <a:off x="456840" y="3857400"/>
            <a:ext cx="7915680" cy="781560"/>
          </a:xfrm>
          <a:custGeom>
            <a:avLst/>
            <a:gdLst/>
            <a:ahLst/>
            <a:rect l="0" t="0" r="r" b="b"/>
            <a:pathLst>
              <a:path w="21988" h="2171">
                <a:moveTo>
                  <a:pt x="0" y="0"/>
                </a:moveTo>
                <a:lnTo>
                  <a:pt x="21988" y="0"/>
                </a:lnTo>
                <a:lnTo>
                  <a:pt x="21988" y="2171"/>
                </a:lnTo>
                <a:lnTo>
                  <a:pt x="0" y="217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5" name=""/>
          <p:cNvSpPr/>
          <p:nvPr/>
        </p:nvSpPr>
        <p:spPr>
          <a:xfrm>
            <a:off x="456840" y="3857400"/>
            <a:ext cx="7915680" cy="38520"/>
          </a:xfrm>
          <a:custGeom>
            <a:avLst/>
            <a:gdLst/>
            <a:ahLst/>
            <a:rect l="0" t="0" r="r" b="b"/>
            <a:pathLst>
              <a:path w="21988" h="107">
                <a:moveTo>
                  <a:pt x="0" y="0"/>
                </a:moveTo>
                <a:lnTo>
                  <a:pt x="21988" y="0"/>
                </a:lnTo>
                <a:lnTo>
                  <a:pt x="2198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6" name=""/>
          <p:cNvSpPr/>
          <p:nvPr/>
        </p:nvSpPr>
        <p:spPr>
          <a:xfrm>
            <a:off x="456840" y="4628880"/>
            <a:ext cx="7915680" cy="10080"/>
          </a:xfrm>
          <a:custGeom>
            <a:avLst/>
            <a:gdLst/>
            <a:ahLst/>
            <a:rect l="0" t="0" r="r" b="b"/>
            <a:pathLst>
              <a:path w="21988" h="28">
                <a:moveTo>
                  <a:pt x="0" y="0"/>
                </a:moveTo>
                <a:lnTo>
                  <a:pt x="21988" y="0"/>
                </a:lnTo>
                <a:lnTo>
                  <a:pt x="2198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7" name=""/>
          <p:cNvSpPr/>
          <p:nvPr/>
        </p:nvSpPr>
        <p:spPr>
          <a:xfrm>
            <a:off x="8362800" y="3857400"/>
            <a:ext cx="9720" cy="781560"/>
          </a:xfrm>
          <a:custGeom>
            <a:avLst/>
            <a:gdLst/>
            <a:ahLst/>
            <a:rect l="0" t="0" r="r" b="b"/>
            <a:pathLst>
              <a:path w="27" h="2171">
                <a:moveTo>
                  <a:pt x="0" y="106"/>
                </a:moveTo>
                <a:lnTo>
                  <a:pt x="0" y="2171"/>
                </a:lnTo>
                <a:lnTo>
                  <a:pt x="27" y="2171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8" name=""/>
          <p:cNvSpPr/>
          <p:nvPr/>
        </p:nvSpPr>
        <p:spPr>
          <a:xfrm>
            <a:off x="456840" y="3857400"/>
            <a:ext cx="10080" cy="781560"/>
          </a:xfrm>
          <a:custGeom>
            <a:avLst/>
            <a:gdLst/>
            <a:ahLst/>
            <a:rect l="0" t="0" r="r" b="b"/>
            <a:pathLst>
              <a:path w="28" h="2171">
                <a:moveTo>
                  <a:pt x="0" y="0"/>
                </a:moveTo>
                <a:lnTo>
                  <a:pt x="0" y="2171"/>
                </a:lnTo>
                <a:lnTo>
                  <a:pt x="28" y="2171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9" name=""/>
          <p:cNvSpPr txBox="1"/>
          <p:nvPr/>
        </p:nvSpPr>
        <p:spPr>
          <a:xfrm>
            <a:off x="4907520" y="3488400"/>
            <a:ext cx="15750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doorlooptijd van de drie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0" name=""/>
          <p:cNvSpPr txBox="1"/>
          <p:nvPr/>
        </p:nvSpPr>
        <p:spPr>
          <a:xfrm>
            <a:off x="634320" y="4070520"/>
            <a:ext cx="85226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Gevraagd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: welke van deze drie voorrang krijgt richting v0.1.0, en of borging daar los van alvast in gang gezet wordt. De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2" name=""/>
          <p:cNvSpPr txBox="1"/>
          <p:nvPr/>
        </p:nvSpPr>
        <p:spPr>
          <a:xfrm>
            <a:off x="634320" y="4289400"/>
            <a:ext cx="63694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binding naar OEAPI hoort bij de technische werkgroep en staat hier daarom niet als keuze.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7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LibreOffice/7.4.7.2$Linux_X86_64 LibreOffice_project/40$Build-2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