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29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8088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5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4"/>
                  <a:pt x="20434" y="53"/>
                  <a:pt x="20444" y="62"/>
                </a:cubicBezTo>
                <a:cubicBezTo>
                  <a:pt x="20454" y="72"/>
                  <a:pt x="20463" y="83"/>
                  <a:pt x="20470" y="95"/>
                </a:cubicBezTo>
                <a:cubicBezTo>
                  <a:pt x="20478" y="106"/>
                  <a:pt x="20485" y="118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6"/>
                </a:lnTo>
                <a:cubicBezTo>
                  <a:pt x="20506" y="1180"/>
                  <a:pt x="20505" y="1193"/>
                  <a:pt x="20502" y="1207"/>
                </a:cubicBezTo>
                <a:cubicBezTo>
                  <a:pt x="20499" y="1221"/>
                  <a:pt x="20495" y="1234"/>
                  <a:pt x="20490" y="1247"/>
                </a:cubicBezTo>
                <a:cubicBezTo>
                  <a:pt x="20485" y="1259"/>
                  <a:pt x="20478" y="1272"/>
                  <a:pt x="20470" y="1283"/>
                </a:cubicBezTo>
                <a:cubicBezTo>
                  <a:pt x="20463" y="1295"/>
                  <a:pt x="20454" y="1305"/>
                  <a:pt x="20444" y="1315"/>
                </a:cubicBezTo>
                <a:cubicBezTo>
                  <a:pt x="20434" y="1325"/>
                  <a:pt x="20424" y="1334"/>
                  <a:pt x="20412" y="1342"/>
                </a:cubicBezTo>
                <a:cubicBezTo>
                  <a:pt x="20400" y="1349"/>
                  <a:pt x="20388" y="1356"/>
                  <a:pt x="20375" y="1361"/>
                </a:cubicBezTo>
                <a:cubicBezTo>
                  <a:pt x="20363" y="1366"/>
                  <a:pt x="20349" y="1371"/>
                  <a:pt x="20336" y="1373"/>
                </a:cubicBezTo>
                <a:cubicBezTo>
                  <a:pt x="20322" y="1376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6"/>
                  <a:pt x="106" y="1373"/>
                </a:cubicBezTo>
                <a:cubicBezTo>
                  <a:pt x="98" y="1371"/>
                  <a:pt x="90" y="1366"/>
                  <a:pt x="82" y="1361"/>
                </a:cubicBezTo>
                <a:cubicBezTo>
                  <a:pt x="74" y="1356"/>
                  <a:pt x="66" y="1349"/>
                  <a:pt x="59" y="1342"/>
                </a:cubicBezTo>
                <a:cubicBezTo>
                  <a:pt x="51" y="1334"/>
                  <a:pt x="45" y="1325"/>
                  <a:pt x="39" y="1315"/>
                </a:cubicBezTo>
                <a:cubicBezTo>
                  <a:pt x="32" y="1305"/>
                  <a:pt x="27" y="1295"/>
                  <a:pt x="22" y="1283"/>
                </a:cubicBezTo>
                <a:cubicBezTo>
                  <a:pt x="17" y="1272"/>
                  <a:pt x="13" y="1259"/>
                  <a:pt x="10" y="1247"/>
                </a:cubicBezTo>
                <a:cubicBezTo>
                  <a:pt x="7" y="1234"/>
                  <a:pt x="4" y="1221"/>
                  <a:pt x="2" y="1207"/>
                </a:cubicBezTo>
                <a:cubicBezTo>
                  <a:pt x="1" y="1193"/>
                  <a:pt x="0" y="1180"/>
                  <a:pt x="0" y="1166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8088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66160"/>
            <a:ext cx="53575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wij leggen spoor, terwijl de markt aan zelfrijdende auto's werkt.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52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3"/>
                  <a:pt x="32" y="73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3"/>
                  <a:pt x="20463" y="83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52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968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Maar spoor is geen stoomtrein. Het is wat elke volgende trein nodig heeft.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18520"/>
            <a:ext cx="4572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En zodra het spoor er ligt, versnelt alles wat erover gaat.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50892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50892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50892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3832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3"/>
                </a:move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2"/>
                  <a:pt x="20553" y="4"/>
                </a:cubicBezTo>
                <a:cubicBezTo>
                  <a:pt x="20560" y="7"/>
                  <a:pt x="20566" y="11"/>
                  <a:pt x="20571" y="16"/>
                </a:cubicBezTo>
                <a:cubicBezTo>
                  <a:pt x="20576" y="21"/>
                  <a:pt x="20579" y="26"/>
                  <a:pt x="20582" y="33"/>
                </a:cubicBezTo>
                <a:cubicBezTo>
                  <a:pt x="20585" y="39"/>
                  <a:pt x="20586" y="46"/>
                  <a:pt x="20586" y="53"/>
                </a:cubicBezTo>
                <a:cubicBezTo>
                  <a:pt x="20586" y="60"/>
                  <a:pt x="20585" y="67"/>
                  <a:pt x="20582" y="73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99"/>
                  <a:pt x="20553" y="103"/>
                </a:cubicBezTo>
                <a:cubicBezTo>
                  <a:pt x="20547" y="106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99"/>
                  <a:pt x="21" y="96"/>
                  <a:pt x="16" y="91"/>
                </a:cubicBezTo>
                <a:cubicBezTo>
                  <a:pt x="11" y="86"/>
                  <a:pt x="7" y="80"/>
                  <a:pt x="5" y="73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72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36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43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36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5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1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34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97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29" name=""/>
          <p:cNvSpPr txBox="1"/>
          <p:nvPr/>
        </p:nvSpPr>
        <p:spPr>
          <a:xfrm>
            <a:off x="439920" y="31032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2168640" y="139032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2137320" y="20559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2129760" y="20487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5"/>
                </a:lnTo>
                <a:lnTo>
                  <a:pt x="63" y="216"/>
                </a:lnTo>
                <a:lnTo>
                  <a:pt x="42" y="216"/>
                </a:lnTo>
                <a:lnTo>
                  <a:pt x="43" y="195"/>
                </a:lnTo>
                <a:moveTo>
                  <a:pt x="64" y="195"/>
                </a:moveTo>
                <a:lnTo>
                  <a:pt x="85" y="196"/>
                </a:lnTo>
                <a:lnTo>
                  <a:pt x="84" y="217"/>
                </a:lnTo>
                <a:lnTo>
                  <a:pt x="63" y="216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7"/>
                </a:lnTo>
                <a:lnTo>
                  <a:pt x="106" y="218"/>
                </a:lnTo>
                <a:lnTo>
                  <a:pt x="84" y="217"/>
                </a:lnTo>
                <a:lnTo>
                  <a:pt x="85" y="196"/>
                </a:lnTo>
                <a:moveTo>
                  <a:pt x="106" y="197"/>
                </a:moveTo>
                <a:lnTo>
                  <a:pt x="127" y="198"/>
                </a:lnTo>
                <a:lnTo>
                  <a:pt x="127" y="220"/>
                </a:lnTo>
                <a:lnTo>
                  <a:pt x="106" y="218"/>
                </a:lnTo>
                <a:lnTo>
                  <a:pt x="106" y="197"/>
                </a:lnTo>
                <a:moveTo>
                  <a:pt x="127" y="198"/>
                </a:moveTo>
                <a:lnTo>
                  <a:pt x="149" y="199"/>
                </a:lnTo>
                <a:lnTo>
                  <a:pt x="148" y="221"/>
                </a:lnTo>
                <a:lnTo>
                  <a:pt x="127" y="220"/>
                </a:lnTo>
                <a:lnTo>
                  <a:pt x="127" y="198"/>
                </a:lnTo>
                <a:moveTo>
                  <a:pt x="149" y="199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1"/>
                </a:lnTo>
                <a:lnTo>
                  <a:pt x="149" y="199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1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1"/>
                </a:moveTo>
                <a:lnTo>
                  <a:pt x="233" y="202"/>
                </a:lnTo>
                <a:lnTo>
                  <a:pt x="232" y="224"/>
                </a:lnTo>
                <a:lnTo>
                  <a:pt x="211" y="223"/>
                </a:lnTo>
                <a:lnTo>
                  <a:pt x="212" y="201"/>
                </a:lnTo>
                <a:moveTo>
                  <a:pt x="233" y="202"/>
                </a:moveTo>
                <a:lnTo>
                  <a:pt x="255" y="202"/>
                </a:lnTo>
                <a:lnTo>
                  <a:pt x="255" y="225"/>
                </a:lnTo>
                <a:lnTo>
                  <a:pt x="232" y="224"/>
                </a:lnTo>
                <a:lnTo>
                  <a:pt x="233" y="202"/>
                </a:lnTo>
                <a:moveTo>
                  <a:pt x="255" y="202"/>
                </a:moveTo>
                <a:lnTo>
                  <a:pt x="259" y="203"/>
                </a:lnTo>
                <a:lnTo>
                  <a:pt x="259" y="213"/>
                </a:lnTo>
                <a:lnTo>
                  <a:pt x="248" y="218"/>
                </a:lnTo>
                <a:lnTo>
                  <a:pt x="241" y="202"/>
                </a:lnTo>
                <a:lnTo>
                  <a:pt x="261" y="193"/>
                </a:lnTo>
                <a:lnTo>
                  <a:pt x="276" y="225"/>
                </a:lnTo>
                <a:lnTo>
                  <a:pt x="255" y="225"/>
                </a:lnTo>
                <a:lnTo>
                  <a:pt x="255" y="202"/>
                </a:lnTo>
                <a:moveTo>
                  <a:pt x="241" y="202"/>
                </a:moveTo>
                <a:lnTo>
                  <a:pt x="232" y="182"/>
                </a:lnTo>
                <a:lnTo>
                  <a:pt x="253" y="174"/>
                </a:lnTo>
                <a:lnTo>
                  <a:pt x="261" y="193"/>
                </a:lnTo>
                <a:lnTo>
                  <a:pt x="241" y="202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4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4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4"/>
                </a:moveTo>
                <a:lnTo>
                  <a:pt x="206" y="125"/>
                </a:lnTo>
                <a:lnTo>
                  <a:pt x="225" y="116"/>
                </a:lnTo>
                <a:lnTo>
                  <a:pt x="234" y="135"/>
                </a:lnTo>
                <a:lnTo>
                  <a:pt x="215" y="144"/>
                </a:lnTo>
                <a:moveTo>
                  <a:pt x="206" y="125"/>
                </a:moveTo>
                <a:lnTo>
                  <a:pt x="197" y="105"/>
                </a:lnTo>
                <a:lnTo>
                  <a:pt x="217" y="97"/>
                </a:lnTo>
                <a:lnTo>
                  <a:pt x="225" y="116"/>
                </a:lnTo>
                <a:lnTo>
                  <a:pt x="206" y="125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7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8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8"/>
                </a:moveTo>
                <a:lnTo>
                  <a:pt x="162" y="28"/>
                </a:lnTo>
                <a:lnTo>
                  <a:pt x="182" y="20"/>
                </a:lnTo>
                <a:lnTo>
                  <a:pt x="190" y="39"/>
                </a:lnTo>
                <a:lnTo>
                  <a:pt x="171" y="48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1"/>
                </a:lnTo>
                <a:lnTo>
                  <a:pt x="151" y="27"/>
                </a:lnTo>
                <a:lnTo>
                  <a:pt x="173" y="0"/>
                </a:lnTo>
                <a:lnTo>
                  <a:pt x="182" y="20"/>
                </a:lnTo>
                <a:lnTo>
                  <a:pt x="162" y="28"/>
                </a:lnTo>
                <a:moveTo>
                  <a:pt x="168" y="41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1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7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7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3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3"/>
                </a:moveTo>
                <a:lnTo>
                  <a:pt x="88" y="139"/>
                </a:lnTo>
                <a:lnTo>
                  <a:pt x="71" y="126"/>
                </a:lnTo>
                <a:lnTo>
                  <a:pt x="85" y="109"/>
                </a:lnTo>
                <a:lnTo>
                  <a:pt x="101" y="123"/>
                </a:lnTo>
                <a:moveTo>
                  <a:pt x="88" y="139"/>
                </a:moveTo>
                <a:lnTo>
                  <a:pt x="74" y="156"/>
                </a:lnTo>
                <a:lnTo>
                  <a:pt x="58" y="142"/>
                </a:lnTo>
                <a:lnTo>
                  <a:pt x="71" y="126"/>
                </a:lnTo>
                <a:lnTo>
                  <a:pt x="88" y="139"/>
                </a:lnTo>
                <a:moveTo>
                  <a:pt x="74" y="156"/>
                </a:moveTo>
                <a:lnTo>
                  <a:pt x="61" y="172"/>
                </a:lnTo>
                <a:lnTo>
                  <a:pt x="45" y="159"/>
                </a:lnTo>
                <a:lnTo>
                  <a:pt x="58" y="142"/>
                </a:lnTo>
                <a:lnTo>
                  <a:pt x="74" y="156"/>
                </a:lnTo>
                <a:moveTo>
                  <a:pt x="61" y="172"/>
                </a:moveTo>
                <a:lnTo>
                  <a:pt x="48" y="189"/>
                </a:lnTo>
                <a:lnTo>
                  <a:pt x="31" y="175"/>
                </a:lnTo>
                <a:lnTo>
                  <a:pt x="45" y="159"/>
                </a:lnTo>
                <a:lnTo>
                  <a:pt x="61" y="172"/>
                </a:lnTo>
                <a:moveTo>
                  <a:pt x="48" y="189"/>
                </a:moveTo>
                <a:lnTo>
                  <a:pt x="34" y="205"/>
                </a:lnTo>
                <a:lnTo>
                  <a:pt x="18" y="192"/>
                </a:lnTo>
                <a:lnTo>
                  <a:pt x="31" y="175"/>
                </a:lnTo>
                <a:lnTo>
                  <a:pt x="48" y="189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4"/>
                </a:lnTo>
                <a:lnTo>
                  <a:pt x="43" y="195"/>
                </a:lnTo>
                <a:lnTo>
                  <a:pt x="42" y="216"/>
                </a:lnTo>
                <a:lnTo>
                  <a:pt x="0" y="214"/>
                </a:lnTo>
                <a:lnTo>
                  <a:pt x="18" y="192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4974840" y="13525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4970880" y="13460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4" y="27"/>
                </a:lnTo>
                <a:lnTo>
                  <a:pt x="45" y="46"/>
                </a:lnTo>
                <a:lnTo>
                  <a:pt x="25" y="37"/>
                </a:lnTo>
                <a:lnTo>
                  <a:pt x="34" y="18"/>
                </a:lnTo>
                <a:moveTo>
                  <a:pt x="54" y="27"/>
                </a:moveTo>
                <a:lnTo>
                  <a:pt x="73" y="37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7"/>
                </a:moveTo>
                <a:lnTo>
                  <a:pt x="92" y="46"/>
                </a:lnTo>
                <a:lnTo>
                  <a:pt x="83" y="66"/>
                </a:lnTo>
                <a:lnTo>
                  <a:pt x="64" y="55"/>
                </a:lnTo>
                <a:lnTo>
                  <a:pt x="73" y="37"/>
                </a:lnTo>
                <a:moveTo>
                  <a:pt x="92" y="46"/>
                </a:moveTo>
                <a:lnTo>
                  <a:pt x="111" y="55"/>
                </a:lnTo>
                <a:lnTo>
                  <a:pt x="102" y="75"/>
                </a:lnTo>
                <a:lnTo>
                  <a:pt x="83" y="66"/>
                </a:lnTo>
                <a:lnTo>
                  <a:pt x="92" y="46"/>
                </a:lnTo>
                <a:moveTo>
                  <a:pt x="111" y="55"/>
                </a:moveTo>
                <a:lnTo>
                  <a:pt x="130" y="66"/>
                </a:lnTo>
                <a:lnTo>
                  <a:pt x="120" y="85"/>
                </a:lnTo>
                <a:lnTo>
                  <a:pt x="102" y="75"/>
                </a:lnTo>
                <a:lnTo>
                  <a:pt x="111" y="55"/>
                </a:lnTo>
                <a:moveTo>
                  <a:pt x="130" y="66"/>
                </a:moveTo>
                <a:lnTo>
                  <a:pt x="149" y="75"/>
                </a:lnTo>
                <a:lnTo>
                  <a:pt x="139" y="94"/>
                </a:lnTo>
                <a:lnTo>
                  <a:pt x="120" y="85"/>
                </a:lnTo>
                <a:lnTo>
                  <a:pt x="130" y="66"/>
                </a:lnTo>
                <a:moveTo>
                  <a:pt x="149" y="75"/>
                </a:moveTo>
                <a:lnTo>
                  <a:pt x="168" y="85"/>
                </a:lnTo>
                <a:lnTo>
                  <a:pt x="158" y="104"/>
                </a:lnTo>
                <a:lnTo>
                  <a:pt x="139" y="94"/>
                </a:lnTo>
                <a:lnTo>
                  <a:pt x="149" y="75"/>
                </a:lnTo>
                <a:moveTo>
                  <a:pt x="168" y="85"/>
                </a:moveTo>
                <a:lnTo>
                  <a:pt x="187" y="94"/>
                </a:lnTo>
                <a:lnTo>
                  <a:pt x="177" y="113"/>
                </a:lnTo>
                <a:lnTo>
                  <a:pt x="158" y="104"/>
                </a:lnTo>
                <a:lnTo>
                  <a:pt x="168" y="85"/>
                </a:lnTo>
                <a:moveTo>
                  <a:pt x="187" y="94"/>
                </a:moveTo>
                <a:lnTo>
                  <a:pt x="206" y="104"/>
                </a:lnTo>
                <a:lnTo>
                  <a:pt x="196" y="123"/>
                </a:lnTo>
                <a:lnTo>
                  <a:pt x="177" y="113"/>
                </a:lnTo>
                <a:lnTo>
                  <a:pt x="187" y="94"/>
                </a:lnTo>
                <a:moveTo>
                  <a:pt x="206" y="104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3"/>
                </a:lnTo>
                <a:lnTo>
                  <a:pt x="206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9" y="115"/>
                </a:lnTo>
                <a:lnTo>
                  <a:pt x="223" y="124"/>
                </a:lnTo>
                <a:lnTo>
                  <a:pt x="219" y="134"/>
                </a:lnTo>
                <a:lnTo>
                  <a:pt x="215" y="132"/>
                </a:lnTo>
                <a:lnTo>
                  <a:pt x="225" y="113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1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1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1"/>
                </a:lnTo>
                <a:moveTo>
                  <a:pt x="156" y="170"/>
                </a:moveTo>
                <a:lnTo>
                  <a:pt x="137" y="180"/>
                </a:lnTo>
                <a:lnTo>
                  <a:pt x="127" y="161"/>
                </a:lnTo>
                <a:lnTo>
                  <a:pt x="146" y="151"/>
                </a:lnTo>
                <a:lnTo>
                  <a:pt x="156" y="170"/>
                </a:lnTo>
                <a:moveTo>
                  <a:pt x="137" y="180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1"/>
                </a:lnTo>
                <a:lnTo>
                  <a:pt x="137" y="180"/>
                </a:lnTo>
                <a:moveTo>
                  <a:pt x="118" y="189"/>
                </a:moveTo>
                <a:lnTo>
                  <a:pt x="99" y="198"/>
                </a:lnTo>
                <a:lnTo>
                  <a:pt x="89" y="180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80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2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8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6"/>
                </a:lnTo>
                <a:lnTo>
                  <a:pt x="21" y="196"/>
                </a:lnTo>
                <a:lnTo>
                  <a:pt x="21" y="217"/>
                </a:lnTo>
                <a:lnTo>
                  <a:pt x="0" y="217"/>
                </a:lnTo>
                <a:moveTo>
                  <a:pt x="0" y="196"/>
                </a:moveTo>
                <a:lnTo>
                  <a:pt x="0" y="174"/>
                </a:lnTo>
                <a:lnTo>
                  <a:pt x="21" y="174"/>
                </a:lnTo>
                <a:lnTo>
                  <a:pt x="21" y="196"/>
                </a:lnTo>
                <a:lnTo>
                  <a:pt x="0" y="196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90"/>
                </a:lnTo>
                <a:lnTo>
                  <a:pt x="21" y="90"/>
                </a:lnTo>
                <a:lnTo>
                  <a:pt x="21" y="111"/>
                </a:lnTo>
                <a:lnTo>
                  <a:pt x="0" y="111"/>
                </a:lnTo>
                <a:moveTo>
                  <a:pt x="0" y="90"/>
                </a:moveTo>
                <a:lnTo>
                  <a:pt x="0" y="69"/>
                </a:lnTo>
                <a:lnTo>
                  <a:pt x="21" y="69"/>
                </a:lnTo>
                <a:lnTo>
                  <a:pt x="21" y="90"/>
                </a:lnTo>
                <a:lnTo>
                  <a:pt x="0" y="90"/>
                </a:lnTo>
                <a:moveTo>
                  <a:pt x="0" y="69"/>
                </a:moveTo>
                <a:lnTo>
                  <a:pt x="0" y="46"/>
                </a:lnTo>
                <a:lnTo>
                  <a:pt x="21" y="46"/>
                </a:lnTo>
                <a:lnTo>
                  <a:pt x="21" y="69"/>
                </a:lnTo>
                <a:lnTo>
                  <a:pt x="0" y="69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7"/>
                </a:lnTo>
                <a:lnTo>
                  <a:pt x="11" y="18"/>
                </a:lnTo>
                <a:lnTo>
                  <a:pt x="21" y="18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2639880" y="238104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260568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259704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2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6"/>
                </a:lnTo>
                <a:lnTo>
                  <a:pt x="247" y="86"/>
                </a:lnTo>
                <a:lnTo>
                  <a:pt x="247" y="107"/>
                </a:lnTo>
                <a:lnTo>
                  <a:pt x="226" y="107"/>
                </a:lnTo>
                <a:moveTo>
                  <a:pt x="226" y="86"/>
                </a:moveTo>
                <a:lnTo>
                  <a:pt x="226" y="64"/>
                </a:lnTo>
                <a:lnTo>
                  <a:pt x="247" y="64"/>
                </a:lnTo>
                <a:lnTo>
                  <a:pt x="247" y="86"/>
                </a:lnTo>
                <a:lnTo>
                  <a:pt x="226" y="86"/>
                </a:lnTo>
                <a:moveTo>
                  <a:pt x="226" y="64"/>
                </a:moveTo>
                <a:lnTo>
                  <a:pt x="226" y="43"/>
                </a:lnTo>
                <a:lnTo>
                  <a:pt x="247" y="43"/>
                </a:lnTo>
                <a:lnTo>
                  <a:pt x="247" y="64"/>
                </a:lnTo>
                <a:lnTo>
                  <a:pt x="226" y="64"/>
                </a:lnTo>
                <a:moveTo>
                  <a:pt x="226" y="43"/>
                </a:moveTo>
                <a:lnTo>
                  <a:pt x="226" y="22"/>
                </a:lnTo>
                <a:lnTo>
                  <a:pt x="247" y="22"/>
                </a:lnTo>
                <a:lnTo>
                  <a:pt x="247" y="43"/>
                </a:lnTo>
                <a:lnTo>
                  <a:pt x="226" y="43"/>
                </a:lnTo>
                <a:moveTo>
                  <a:pt x="226" y="22"/>
                </a:moveTo>
                <a:lnTo>
                  <a:pt x="226" y="18"/>
                </a:lnTo>
                <a:lnTo>
                  <a:pt x="236" y="18"/>
                </a:lnTo>
                <a:lnTo>
                  <a:pt x="241" y="28"/>
                </a:lnTo>
                <a:lnTo>
                  <a:pt x="226" y="35"/>
                </a:lnTo>
                <a:lnTo>
                  <a:pt x="216" y="17"/>
                </a:lnTo>
                <a:lnTo>
                  <a:pt x="247" y="0"/>
                </a:lnTo>
                <a:lnTo>
                  <a:pt x="247" y="22"/>
                </a:lnTo>
                <a:lnTo>
                  <a:pt x="226" y="22"/>
                </a:lnTo>
                <a:moveTo>
                  <a:pt x="226" y="35"/>
                </a:moveTo>
                <a:lnTo>
                  <a:pt x="207" y="45"/>
                </a:lnTo>
                <a:lnTo>
                  <a:pt x="197" y="26"/>
                </a:lnTo>
                <a:lnTo>
                  <a:pt x="216" y="17"/>
                </a:lnTo>
                <a:lnTo>
                  <a:pt x="226" y="35"/>
                </a:lnTo>
                <a:moveTo>
                  <a:pt x="207" y="45"/>
                </a:moveTo>
                <a:lnTo>
                  <a:pt x="188" y="54"/>
                </a:lnTo>
                <a:lnTo>
                  <a:pt x="178" y="35"/>
                </a:lnTo>
                <a:lnTo>
                  <a:pt x="197" y="26"/>
                </a:lnTo>
                <a:lnTo>
                  <a:pt x="207" y="45"/>
                </a:lnTo>
                <a:moveTo>
                  <a:pt x="188" y="54"/>
                </a:moveTo>
                <a:lnTo>
                  <a:pt x="169" y="64"/>
                </a:lnTo>
                <a:lnTo>
                  <a:pt x="159" y="45"/>
                </a:lnTo>
                <a:lnTo>
                  <a:pt x="178" y="35"/>
                </a:lnTo>
                <a:lnTo>
                  <a:pt x="188" y="54"/>
                </a:lnTo>
                <a:moveTo>
                  <a:pt x="169" y="64"/>
                </a:moveTo>
                <a:lnTo>
                  <a:pt x="150" y="73"/>
                </a:lnTo>
                <a:lnTo>
                  <a:pt x="140" y="54"/>
                </a:lnTo>
                <a:lnTo>
                  <a:pt x="159" y="45"/>
                </a:lnTo>
                <a:lnTo>
                  <a:pt x="169" y="64"/>
                </a:lnTo>
                <a:moveTo>
                  <a:pt x="150" y="73"/>
                </a:moveTo>
                <a:lnTo>
                  <a:pt x="131" y="83"/>
                </a:lnTo>
                <a:lnTo>
                  <a:pt x="122" y="64"/>
                </a:lnTo>
                <a:lnTo>
                  <a:pt x="140" y="54"/>
                </a:lnTo>
                <a:lnTo>
                  <a:pt x="150" y="73"/>
                </a:lnTo>
                <a:moveTo>
                  <a:pt x="131" y="83"/>
                </a:moveTo>
                <a:lnTo>
                  <a:pt x="112" y="92"/>
                </a:lnTo>
                <a:lnTo>
                  <a:pt x="103" y="73"/>
                </a:lnTo>
                <a:lnTo>
                  <a:pt x="122" y="64"/>
                </a:lnTo>
                <a:lnTo>
                  <a:pt x="131" y="83"/>
                </a:lnTo>
                <a:moveTo>
                  <a:pt x="112" y="92"/>
                </a:moveTo>
                <a:lnTo>
                  <a:pt x="93" y="102"/>
                </a:lnTo>
                <a:lnTo>
                  <a:pt x="84" y="83"/>
                </a:lnTo>
                <a:lnTo>
                  <a:pt x="103" y="73"/>
                </a:lnTo>
                <a:lnTo>
                  <a:pt x="112" y="92"/>
                </a:lnTo>
                <a:moveTo>
                  <a:pt x="93" y="102"/>
                </a:moveTo>
                <a:lnTo>
                  <a:pt x="74" y="111"/>
                </a:lnTo>
                <a:lnTo>
                  <a:pt x="65" y="92"/>
                </a:lnTo>
                <a:lnTo>
                  <a:pt x="84" y="83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2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482112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481716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3" y="28"/>
                </a:lnTo>
                <a:lnTo>
                  <a:pt x="44" y="47"/>
                </a:lnTo>
                <a:lnTo>
                  <a:pt x="25" y="37"/>
                </a:lnTo>
                <a:lnTo>
                  <a:pt x="34" y="18"/>
                </a:lnTo>
                <a:moveTo>
                  <a:pt x="53" y="28"/>
                </a:moveTo>
                <a:lnTo>
                  <a:pt x="72" y="37"/>
                </a:lnTo>
                <a:lnTo>
                  <a:pt x="63" y="56"/>
                </a:lnTo>
                <a:lnTo>
                  <a:pt x="44" y="47"/>
                </a:lnTo>
                <a:lnTo>
                  <a:pt x="53" y="28"/>
                </a:lnTo>
                <a:moveTo>
                  <a:pt x="72" y="37"/>
                </a:moveTo>
                <a:lnTo>
                  <a:pt x="91" y="47"/>
                </a:lnTo>
                <a:lnTo>
                  <a:pt x="82" y="66"/>
                </a:lnTo>
                <a:lnTo>
                  <a:pt x="63" y="56"/>
                </a:lnTo>
                <a:lnTo>
                  <a:pt x="72" y="37"/>
                </a:lnTo>
                <a:moveTo>
                  <a:pt x="91" y="47"/>
                </a:moveTo>
                <a:lnTo>
                  <a:pt x="110" y="56"/>
                </a:lnTo>
                <a:lnTo>
                  <a:pt x="100" y="75"/>
                </a:lnTo>
                <a:lnTo>
                  <a:pt x="82" y="66"/>
                </a:lnTo>
                <a:lnTo>
                  <a:pt x="91" y="47"/>
                </a:lnTo>
                <a:moveTo>
                  <a:pt x="110" y="56"/>
                </a:moveTo>
                <a:lnTo>
                  <a:pt x="129" y="66"/>
                </a:lnTo>
                <a:lnTo>
                  <a:pt x="119" y="85"/>
                </a:lnTo>
                <a:lnTo>
                  <a:pt x="100" y="75"/>
                </a:lnTo>
                <a:lnTo>
                  <a:pt x="110" y="56"/>
                </a:lnTo>
                <a:moveTo>
                  <a:pt x="129" y="66"/>
                </a:moveTo>
                <a:lnTo>
                  <a:pt x="148" y="75"/>
                </a:lnTo>
                <a:lnTo>
                  <a:pt x="138" y="94"/>
                </a:lnTo>
                <a:lnTo>
                  <a:pt x="119" y="85"/>
                </a:lnTo>
                <a:lnTo>
                  <a:pt x="129" y="66"/>
                </a:lnTo>
                <a:moveTo>
                  <a:pt x="148" y="75"/>
                </a:moveTo>
                <a:lnTo>
                  <a:pt x="167" y="85"/>
                </a:lnTo>
                <a:lnTo>
                  <a:pt x="157" y="103"/>
                </a:lnTo>
                <a:lnTo>
                  <a:pt x="138" y="94"/>
                </a:lnTo>
                <a:lnTo>
                  <a:pt x="148" y="75"/>
                </a:lnTo>
                <a:moveTo>
                  <a:pt x="167" y="85"/>
                </a:moveTo>
                <a:lnTo>
                  <a:pt x="186" y="94"/>
                </a:lnTo>
                <a:lnTo>
                  <a:pt x="176" y="113"/>
                </a:lnTo>
                <a:lnTo>
                  <a:pt x="157" y="103"/>
                </a:lnTo>
                <a:lnTo>
                  <a:pt x="167" y="85"/>
                </a:lnTo>
                <a:moveTo>
                  <a:pt x="186" y="94"/>
                </a:moveTo>
                <a:lnTo>
                  <a:pt x="205" y="103"/>
                </a:lnTo>
                <a:lnTo>
                  <a:pt x="195" y="122"/>
                </a:lnTo>
                <a:lnTo>
                  <a:pt x="176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9"/>
                </a:lnTo>
                <a:lnTo>
                  <a:pt x="21" y="89"/>
                </a:lnTo>
                <a:lnTo>
                  <a:pt x="21" y="111"/>
                </a:lnTo>
                <a:lnTo>
                  <a:pt x="0" y="111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6"/>
                </a:lnTo>
                <a:lnTo>
                  <a:pt x="21" y="26"/>
                </a:lnTo>
                <a:lnTo>
                  <a:pt x="21" y="47"/>
                </a:lnTo>
                <a:lnTo>
                  <a:pt x="0" y="47"/>
                </a:lnTo>
                <a:moveTo>
                  <a:pt x="0" y="26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8"/>
                </a:lnTo>
                <a:lnTo>
                  <a:pt x="11" y="18"/>
                </a:lnTo>
                <a:lnTo>
                  <a:pt x="21" y="18"/>
                </a:lnTo>
                <a:lnTo>
                  <a:pt x="21" y="26"/>
                </a:lnTo>
                <a:lnTo>
                  <a:pt x="0" y="2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2168640" y="265392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2137320" y="263664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2129760" y="263268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5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5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5"/>
                </a:lnTo>
                <a:lnTo>
                  <a:pt x="205" y="154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5"/>
                </a:moveTo>
                <a:lnTo>
                  <a:pt x="194" y="126"/>
                </a:lnTo>
                <a:lnTo>
                  <a:pt x="213" y="134"/>
                </a:lnTo>
                <a:lnTo>
                  <a:pt x="205" y="154"/>
                </a:lnTo>
                <a:lnTo>
                  <a:pt x="185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2" y="115"/>
                </a:lnTo>
                <a:lnTo>
                  <a:pt x="213" y="134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5291640" y="3333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5287680" y="3327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8"/>
                </a:lnTo>
                <a:lnTo>
                  <a:pt x="126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7" y="178"/>
                </a:lnTo>
                <a:moveTo>
                  <a:pt x="117" y="187"/>
                </a:moveTo>
                <a:lnTo>
                  <a:pt x="98" y="198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8"/>
                </a:moveTo>
                <a:lnTo>
                  <a:pt x="79" y="207"/>
                </a:lnTo>
                <a:lnTo>
                  <a:pt x="69" y="187"/>
                </a:lnTo>
                <a:lnTo>
                  <a:pt x="88" y="178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7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0"/>
                </a:lnTo>
                <a:lnTo>
                  <a:pt x="21" y="130"/>
                </a:lnTo>
                <a:lnTo>
                  <a:pt x="21" y="152"/>
                </a:lnTo>
                <a:lnTo>
                  <a:pt x="0" y="152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57200" y="87552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2968200" y="11826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3345120" y="141120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2944080" y="21733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2840040" y="24019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2968200" y="31636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3225240" y="339228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819000" y="228744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5337000" y="129672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5182920" y="228744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485640" y="3819240"/>
            <a:ext cx="3953160" cy="1124280"/>
          </a:xfrm>
          <a:custGeom>
            <a:avLst/>
            <a:gdLst/>
            <a:ahLst/>
            <a:rect l="0" t="0" r="r" b="b"/>
            <a:pathLst>
              <a:path w="10981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0769" y="0"/>
                </a:lnTo>
                <a:cubicBezTo>
                  <a:pt x="10783" y="0"/>
                  <a:pt x="10797" y="2"/>
                  <a:pt x="10811" y="4"/>
                </a:cubicBezTo>
                <a:cubicBezTo>
                  <a:pt x="10824" y="7"/>
                  <a:pt x="10838" y="11"/>
                  <a:pt x="10850" y="16"/>
                </a:cubicBezTo>
                <a:cubicBezTo>
                  <a:pt x="10863" y="22"/>
                  <a:pt x="10875" y="28"/>
                  <a:pt x="10887" y="36"/>
                </a:cubicBezTo>
                <a:cubicBezTo>
                  <a:pt x="10899" y="44"/>
                  <a:pt x="10909" y="52"/>
                  <a:pt x="10919" y="62"/>
                </a:cubicBezTo>
                <a:cubicBezTo>
                  <a:pt x="10929" y="72"/>
                  <a:pt x="10938" y="83"/>
                  <a:pt x="10945" y="94"/>
                </a:cubicBezTo>
                <a:cubicBezTo>
                  <a:pt x="10953" y="106"/>
                  <a:pt x="10960" y="118"/>
                  <a:pt x="10965" y="131"/>
                </a:cubicBezTo>
                <a:cubicBezTo>
                  <a:pt x="10970" y="144"/>
                  <a:pt x="10974" y="157"/>
                  <a:pt x="10977" y="171"/>
                </a:cubicBezTo>
                <a:cubicBezTo>
                  <a:pt x="10980" y="184"/>
                  <a:pt x="10981" y="198"/>
                  <a:pt x="10981" y="212"/>
                </a:cubicBezTo>
                <a:lnTo>
                  <a:pt x="10981" y="2912"/>
                </a:lnTo>
                <a:cubicBezTo>
                  <a:pt x="10981" y="2926"/>
                  <a:pt x="10980" y="2939"/>
                  <a:pt x="10977" y="2953"/>
                </a:cubicBezTo>
                <a:cubicBezTo>
                  <a:pt x="10974" y="2967"/>
                  <a:pt x="10970" y="2980"/>
                  <a:pt x="10965" y="2993"/>
                </a:cubicBezTo>
                <a:cubicBezTo>
                  <a:pt x="10960" y="3006"/>
                  <a:pt x="10953" y="3018"/>
                  <a:pt x="10945" y="3029"/>
                </a:cubicBezTo>
                <a:cubicBezTo>
                  <a:pt x="10938" y="3041"/>
                  <a:pt x="10929" y="3052"/>
                  <a:pt x="10919" y="3061"/>
                </a:cubicBezTo>
                <a:cubicBezTo>
                  <a:pt x="10909" y="3071"/>
                  <a:pt x="10899" y="3080"/>
                  <a:pt x="10887" y="3088"/>
                </a:cubicBezTo>
                <a:cubicBezTo>
                  <a:pt x="10875" y="3095"/>
                  <a:pt x="10863" y="3102"/>
                  <a:pt x="10850" y="3107"/>
                </a:cubicBezTo>
                <a:cubicBezTo>
                  <a:pt x="10838" y="3113"/>
                  <a:pt x="10824" y="3117"/>
                  <a:pt x="10811" y="3119"/>
                </a:cubicBezTo>
                <a:cubicBezTo>
                  <a:pt x="10797" y="3122"/>
                  <a:pt x="10783" y="3123"/>
                  <a:pt x="10769" y="3123"/>
                </a:cubicBezTo>
                <a:lnTo>
                  <a:pt x="132" y="3123"/>
                </a:lnTo>
                <a:cubicBezTo>
                  <a:pt x="123" y="3123"/>
                  <a:pt x="115" y="3122"/>
                  <a:pt x="106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1" y="3080"/>
                  <a:pt x="45" y="3071"/>
                  <a:pt x="39" y="3061"/>
                </a:cubicBezTo>
                <a:cubicBezTo>
                  <a:pt x="32" y="3052"/>
                  <a:pt x="27" y="3041"/>
                  <a:pt x="22" y="3029"/>
                </a:cubicBezTo>
                <a:cubicBezTo>
                  <a:pt x="17" y="3018"/>
                  <a:pt x="13" y="3006"/>
                  <a:pt x="10" y="2993"/>
                </a:cubicBezTo>
                <a:cubicBezTo>
                  <a:pt x="7" y="2980"/>
                  <a:pt x="4" y="2967"/>
                  <a:pt x="2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45684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5653440" y="327816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681840" y="3966840"/>
            <a:ext cx="1555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Spoor, geen draad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681840" y="4232160"/>
            <a:ext cx="395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Per instelling en per leverancier opnieuw bedacht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681840" y="4432320"/>
            <a:ext cx="356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draad. Met een afspraak eronder is het spoor waar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4590720" y="3819240"/>
            <a:ext cx="3953520" cy="1124280"/>
          </a:xfrm>
          <a:custGeom>
            <a:avLst/>
            <a:gdLst/>
            <a:ahLst/>
            <a:rect l="0" t="0" r="r" b="b"/>
            <a:pathLst>
              <a:path w="10982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3" y="171"/>
                </a:cubicBezTo>
                <a:cubicBezTo>
                  <a:pt x="5" y="157"/>
                  <a:pt x="7" y="144"/>
                  <a:pt x="10" y="131"/>
                </a:cubicBezTo>
                <a:cubicBezTo>
                  <a:pt x="14" y="118"/>
                  <a:pt x="18" y="106"/>
                  <a:pt x="23" y="94"/>
                </a:cubicBezTo>
                <a:cubicBezTo>
                  <a:pt x="28" y="83"/>
                  <a:pt x="33" y="72"/>
                  <a:pt x="39" y="62"/>
                </a:cubicBezTo>
                <a:cubicBezTo>
                  <a:pt x="45" y="52"/>
                  <a:pt x="52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7" y="4"/>
                </a:cubicBezTo>
                <a:cubicBezTo>
                  <a:pt x="115" y="2"/>
                  <a:pt x="124" y="0"/>
                  <a:pt x="133" y="0"/>
                </a:cubicBezTo>
                <a:lnTo>
                  <a:pt x="10770" y="0"/>
                </a:lnTo>
                <a:cubicBezTo>
                  <a:pt x="10784" y="0"/>
                  <a:pt x="10798" y="2"/>
                  <a:pt x="10811" y="4"/>
                </a:cubicBezTo>
                <a:cubicBezTo>
                  <a:pt x="10825" y="7"/>
                  <a:pt x="10838" y="11"/>
                  <a:pt x="10851" y="16"/>
                </a:cubicBezTo>
                <a:cubicBezTo>
                  <a:pt x="10864" y="22"/>
                  <a:pt x="10876" y="28"/>
                  <a:pt x="10888" y="36"/>
                </a:cubicBezTo>
                <a:cubicBezTo>
                  <a:pt x="10899" y="44"/>
                  <a:pt x="10910" y="52"/>
                  <a:pt x="10920" y="62"/>
                </a:cubicBezTo>
                <a:cubicBezTo>
                  <a:pt x="10929" y="72"/>
                  <a:pt x="10938" y="83"/>
                  <a:pt x="10946" y="94"/>
                </a:cubicBezTo>
                <a:cubicBezTo>
                  <a:pt x="10954" y="106"/>
                  <a:pt x="10960" y="118"/>
                  <a:pt x="10966" y="131"/>
                </a:cubicBezTo>
                <a:cubicBezTo>
                  <a:pt x="10971" y="144"/>
                  <a:pt x="10975" y="157"/>
                  <a:pt x="10978" y="171"/>
                </a:cubicBezTo>
                <a:cubicBezTo>
                  <a:pt x="10980" y="184"/>
                  <a:pt x="10982" y="198"/>
                  <a:pt x="10982" y="212"/>
                </a:cubicBezTo>
                <a:lnTo>
                  <a:pt x="10982" y="2912"/>
                </a:lnTo>
                <a:cubicBezTo>
                  <a:pt x="10982" y="2926"/>
                  <a:pt x="10980" y="2939"/>
                  <a:pt x="10978" y="2953"/>
                </a:cubicBezTo>
                <a:cubicBezTo>
                  <a:pt x="10975" y="2967"/>
                  <a:pt x="10971" y="2980"/>
                  <a:pt x="10966" y="2993"/>
                </a:cubicBezTo>
                <a:cubicBezTo>
                  <a:pt x="10960" y="3006"/>
                  <a:pt x="10954" y="3018"/>
                  <a:pt x="10946" y="3029"/>
                </a:cubicBezTo>
                <a:cubicBezTo>
                  <a:pt x="10938" y="3041"/>
                  <a:pt x="10929" y="3052"/>
                  <a:pt x="10920" y="3061"/>
                </a:cubicBezTo>
                <a:cubicBezTo>
                  <a:pt x="10910" y="3071"/>
                  <a:pt x="10899" y="3080"/>
                  <a:pt x="10888" y="3088"/>
                </a:cubicBezTo>
                <a:cubicBezTo>
                  <a:pt x="10876" y="3095"/>
                  <a:pt x="10864" y="3102"/>
                  <a:pt x="10851" y="3107"/>
                </a:cubicBezTo>
                <a:cubicBezTo>
                  <a:pt x="10838" y="3113"/>
                  <a:pt x="10825" y="3117"/>
                  <a:pt x="10811" y="3119"/>
                </a:cubicBezTo>
                <a:cubicBezTo>
                  <a:pt x="10798" y="3122"/>
                  <a:pt x="10784" y="3123"/>
                  <a:pt x="10770" y="3123"/>
                </a:cubicBezTo>
                <a:lnTo>
                  <a:pt x="133" y="3123"/>
                </a:lnTo>
                <a:cubicBezTo>
                  <a:pt x="124" y="3123"/>
                  <a:pt x="115" y="3122"/>
                  <a:pt x="107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2" y="3080"/>
                  <a:pt x="45" y="3071"/>
                  <a:pt x="39" y="3061"/>
                </a:cubicBezTo>
                <a:cubicBezTo>
                  <a:pt x="33" y="3052"/>
                  <a:pt x="28" y="3041"/>
                  <a:pt x="23" y="3029"/>
                </a:cubicBezTo>
                <a:cubicBezTo>
                  <a:pt x="18" y="3018"/>
                  <a:pt x="14" y="3006"/>
                  <a:pt x="10" y="2993"/>
                </a:cubicBezTo>
                <a:cubicBezTo>
                  <a:pt x="7" y="2980"/>
                  <a:pt x="5" y="2967"/>
                  <a:pt x="3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456228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681840" y="463248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iedereen op aansluit, en mag veranderen wat erover rijdt.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4784400" y="3966840"/>
            <a:ext cx="1663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e8912b"/>
                </a:solidFill>
                <a:latin typeface="Arial"/>
                <a:ea typeface="Arial"/>
              </a:rPr>
              <a:t>En daar leeft AI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4784400" y="4232160"/>
            <a:ext cx="3571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agent verzint geen betekenis, die leest wat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4784400" y="4432320"/>
            <a:ext cx="366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 aanleveren. Rommel erin is rommel eruit.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88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634320" y="4109400"/>
            <a:ext cx="90302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agent moet bij die informatie kunnen en weten wat ze betekent. Het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634320" y="4338000"/>
            <a:ext cx="392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eerste is een koppeling. Het tweede is een 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49" name=""/>
          <p:cNvSpPr txBox="1"/>
          <p:nvPr/>
        </p:nvSpPr>
        <p:spPr>
          <a:xfrm>
            <a:off x="439920" y="215280"/>
            <a:ext cx="2309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456840" y="1104840"/>
            <a:ext cx="2591280" cy="2981520"/>
          </a:xfrm>
          <a:custGeom>
            <a:avLst/>
            <a:gdLst/>
            <a:ahLst/>
            <a:rect l="0" t="0" r="r" b="b"/>
            <a:pathLst>
              <a:path w="7198" h="8282">
                <a:moveTo>
                  <a:pt x="0" y="801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89"/>
                  <a:pt x="7144" y="103"/>
                  <a:pt x="7154" y="117"/>
                </a:cubicBezTo>
                <a:cubicBezTo>
                  <a:pt x="7163" y="132"/>
                  <a:pt x="7171" y="147"/>
                  <a:pt x="7178" y="163"/>
                </a:cubicBezTo>
                <a:cubicBezTo>
                  <a:pt x="7185" y="179"/>
                  <a:pt x="7190" y="196"/>
                  <a:pt x="7193" y="213"/>
                </a:cubicBezTo>
                <a:cubicBezTo>
                  <a:pt x="7196" y="230"/>
                  <a:pt x="7198" y="247"/>
                  <a:pt x="7198" y="264"/>
                </a:cubicBezTo>
                <a:lnTo>
                  <a:pt x="7198" y="8018"/>
                </a:lnTo>
                <a:cubicBezTo>
                  <a:pt x="7198" y="8035"/>
                  <a:pt x="7196" y="8052"/>
                  <a:pt x="7193" y="8069"/>
                </a:cubicBezTo>
                <a:cubicBezTo>
                  <a:pt x="7190" y="8086"/>
                  <a:pt x="7185" y="8103"/>
                  <a:pt x="7178" y="8119"/>
                </a:cubicBezTo>
                <a:cubicBezTo>
                  <a:pt x="7171" y="8135"/>
                  <a:pt x="7163" y="8150"/>
                  <a:pt x="7154" y="8165"/>
                </a:cubicBezTo>
                <a:cubicBezTo>
                  <a:pt x="7144" y="8179"/>
                  <a:pt x="7133" y="8192"/>
                  <a:pt x="7121" y="8205"/>
                </a:cubicBezTo>
                <a:cubicBezTo>
                  <a:pt x="7108" y="8217"/>
                  <a:pt x="7095" y="8228"/>
                  <a:pt x="7081" y="8238"/>
                </a:cubicBezTo>
                <a:cubicBezTo>
                  <a:pt x="7066" y="8247"/>
                  <a:pt x="7051" y="8255"/>
                  <a:pt x="7035" y="8262"/>
                </a:cubicBezTo>
                <a:cubicBezTo>
                  <a:pt x="7019" y="8269"/>
                  <a:pt x="7002" y="8274"/>
                  <a:pt x="6985" y="8277"/>
                </a:cubicBezTo>
                <a:cubicBezTo>
                  <a:pt x="6968" y="8280"/>
                  <a:pt x="6951" y="8282"/>
                  <a:pt x="6934" y="8282"/>
                </a:cubicBezTo>
                <a:lnTo>
                  <a:pt x="265" y="8282"/>
                </a:lnTo>
                <a:cubicBezTo>
                  <a:pt x="248" y="8282"/>
                  <a:pt x="231" y="8280"/>
                  <a:pt x="213" y="8277"/>
                </a:cubicBezTo>
                <a:cubicBezTo>
                  <a:pt x="196" y="8274"/>
                  <a:pt x="180" y="8269"/>
                  <a:pt x="164" y="8262"/>
                </a:cubicBezTo>
                <a:cubicBezTo>
                  <a:pt x="148" y="8255"/>
                  <a:pt x="133" y="8247"/>
                  <a:pt x="118" y="8238"/>
                </a:cubicBezTo>
                <a:cubicBezTo>
                  <a:pt x="104" y="8228"/>
                  <a:pt x="90" y="8217"/>
                  <a:pt x="78" y="8205"/>
                </a:cubicBezTo>
                <a:cubicBezTo>
                  <a:pt x="66" y="8192"/>
                  <a:pt x="55" y="8179"/>
                  <a:pt x="45" y="8165"/>
                </a:cubicBezTo>
                <a:cubicBezTo>
                  <a:pt x="35" y="8150"/>
                  <a:pt x="27" y="8135"/>
                  <a:pt x="21" y="8119"/>
                </a:cubicBezTo>
                <a:cubicBezTo>
                  <a:pt x="14" y="8103"/>
                  <a:pt x="9" y="8086"/>
                  <a:pt x="6" y="8069"/>
                </a:cubicBezTo>
                <a:cubicBezTo>
                  <a:pt x="2" y="8052"/>
                  <a:pt x="0" y="8035"/>
                  <a:pt x="0" y="801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457200" y="780480"/>
            <a:ext cx="2269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Wat er kan zodra het spoor er ligt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632520" y="1284480"/>
            <a:ext cx="2164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2e86c1"/>
                </a:solidFill>
                <a:latin typeface="Arial"/>
                <a:ea typeface="Arial"/>
              </a:rPr>
              <a:t>Flexibel onderwijs wordt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 txBox="1"/>
          <p:nvPr/>
        </p:nvSpPr>
        <p:spPr>
          <a:xfrm>
            <a:off x="632520" y="1522440"/>
            <a:ext cx="102636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2e86c1"/>
                </a:solidFill>
                <a:latin typeface="Arial"/>
                <a:ea typeface="Arial"/>
              </a:rPr>
              <a:t>uitvoerbaar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632520" y="1810080"/>
            <a:ext cx="21524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Modulair en ﬂexibel onderwijs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632520" y="2010240"/>
            <a:ext cx="24285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staat al jaren in plannen. Een van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632520" y="2219760"/>
            <a:ext cx="21405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de blokkades is dat systemen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632520" y="2429280"/>
            <a:ext cx="19742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elkaars leeruitkomsten niet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632520" y="2638800"/>
            <a:ext cx="21967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kennen. Die blokkade haalt de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628560" y="314316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632520" y="2848320"/>
            <a:ext cx="10126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afspraak weg.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632520" y="3244320"/>
            <a:ext cx="595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2e86c1"/>
                </a:solidFill>
                <a:latin typeface="Arial"/>
                <a:ea typeface="Arial"/>
              </a:rPr>
              <a:t>VANDAAG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632520" y="3423240"/>
            <a:ext cx="2140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Elke instelling regelt het in eigen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32520" y="3594600"/>
            <a:ext cx="2347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systemen, en bij de grens houdt het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/>
          <p:nvPr/>
        </p:nvSpPr>
        <p:spPr>
          <a:xfrm>
            <a:off x="3200040" y="1104840"/>
            <a:ext cx="2591280" cy="2981520"/>
          </a:xfrm>
          <a:custGeom>
            <a:avLst/>
            <a:gdLst/>
            <a:ahLst/>
            <a:rect l="0" t="0" r="r" b="b"/>
            <a:pathLst>
              <a:path w="7198" h="8282">
                <a:moveTo>
                  <a:pt x="0" y="801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89"/>
                  <a:pt x="7144" y="103"/>
                  <a:pt x="7154" y="117"/>
                </a:cubicBezTo>
                <a:cubicBezTo>
                  <a:pt x="7163" y="132"/>
                  <a:pt x="7171" y="147"/>
                  <a:pt x="7178" y="163"/>
                </a:cubicBezTo>
                <a:cubicBezTo>
                  <a:pt x="7185" y="179"/>
                  <a:pt x="7190" y="196"/>
                  <a:pt x="7193" y="213"/>
                </a:cubicBezTo>
                <a:cubicBezTo>
                  <a:pt x="7196" y="230"/>
                  <a:pt x="7198" y="247"/>
                  <a:pt x="7198" y="264"/>
                </a:cubicBezTo>
                <a:lnTo>
                  <a:pt x="7198" y="8018"/>
                </a:lnTo>
                <a:cubicBezTo>
                  <a:pt x="7198" y="8035"/>
                  <a:pt x="7196" y="8052"/>
                  <a:pt x="7193" y="8069"/>
                </a:cubicBezTo>
                <a:cubicBezTo>
                  <a:pt x="7190" y="8086"/>
                  <a:pt x="7185" y="8103"/>
                  <a:pt x="7178" y="8119"/>
                </a:cubicBezTo>
                <a:cubicBezTo>
                  <a:pt x="7171" y="8135"/>
                  <a:pt x="7163" y="8150"/>
                  <a:pt x="7154" y="8165"/>
                </a:cubicBezTo>
                <a:cubicBezTo>
                  <a:pt x="7144" y="8179"/>
                  <a:pt x="7133" y="8192"/>
                  <a:pt x="7121" y="8205"/>
                </a:cubicBezTo>
                <a:cubicBezTo>
                  <a:pt x="7108" y="8217"/>
                  <a:pt x="7095" y="8228"/>
                  <a:pt x="7081" y="8238"/>
                </a:cubicBezTo>
                <a:cubicBezTo>
                  <a:pt x="7066" y="8247"/>
                  <a:pt x="7051" y="8255"/>
                  <a:pt x="7035" y="8262"/>
                </a:cubicBezTo>
                <a:cubicBezTo>
                  <a:pt x="7019" y="8269"/>
                  <a:pt x="7002" y="8274"/>
                  <a:pt x="6985" y="8277"/>
                </a:cubicBezTo>
                <a:cubicBezTo>
                  <a:pt x="6968" y="8280"/>
                  <a:pt x="6951" y="8282"/>
                  <a:pt x="6934" y="8282"/>
                </a:cubicBezTo>
                <a:lnTo>
                  <a:pt x="265" y="8282"/>
                </a:lnTo>
                <a:cubicBezTo>
                  <a:pt x="248" y="8282"/>
                  <a:pt x="231" y="8280"/>
                  <a:pt x="213" y="8277"/>
                </a:cubicBezTo>
                <a:cubicBezTo>
                  <a:pt x="196" y="8274"/>
                  <a:pt x="180" y="8269"/>
                  <a:pt x="164" y="8262"/>
                </a:cubicBezTo>
                <a:cubicBezTo>
                  <a:pt x="148" y="8255"/>
                  <a:pt x="133" y="8247"/>
                  <a:pt x="118" y="8238"/>
                </a:cubicBezTo>
                <a:cubicBezTo>
                  <a:pt x="104" y="8228"/>
                  <a:pt x="90" y="8217"/>
                  <a:pt x="78" y="8205"/>
                </a:cubicBezTo>
                <a:cubicBezTo>
                  <a:pt x="66" y="8192"/>
                  <a:pt x="55" y="8179"/>
                  <a:pt x="45" y="8165"/>
                </a:cubicBezTo>
                <a:cubicBezTo>
                  <a:pt x="35" y="8150"/>
                  <a:pt x="27" y="8135"/>
                  <a:pt x="21" y="8119"/>
                </a:cubicBezTo>
                <a:cubicBezTo>
                  <a:pt x="14" y="8103"/>
                  <a:pt x="9" y="8086"/>
                  <a:pt x="6" y="8069"/>
                </a:cubicBezTo>
                <a:cubicBezTo>
                  <a:pt x="2" y="8052"/>
                  <a:pt x="0" y="8035"/>
                  <a:pt x="0" y="8018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632520" y="3775680"/>
            <a:ext cx="203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op.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3377520" y="1284480"/>
            <a:ext cx="24742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0e9e7e"/>
                </a:solidFill>
                <a:latin typeface="Arial"/>
                <a:ea typeface="Arial"/>
              </a:rPr>
              <a:t>Onderwijs kan meebewegen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3377520" y="1522440"/>
            <a:ext cx="1844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0e9e7e"/>
                </a:solidFill>
                <a:latin typeface="Arial"/>
                <a:ea typeface="Arial"/>
              </a:rPr>
              <a:t>met de arbeidsmarkt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3377520" y="1810080"/>
            <a:ext cx="2138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Aanbod dat in leeruitkomsten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 txBox="1"/>
          <p:nvPr/>
        </p:nvSpPr>
        <p:spPr>
          <a:xfrm>
            <a:off x="3377520" y="2010240"/>
            <a:ext cx="19681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staat, is te leggen naast de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3377520" y="2219760"/>
            <a:ext cx="19911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vaardigheden die gevraagd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3377520" y="2429280"/>
            <a:ext cx="24328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worden. Bijstellen wordt daarmee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3377520" y="2638800"/>
            <a:ext cx="20505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een cyclus in plaats van een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3381120" y="3314520"/>
            <a:ext cx="2238840" cy="9720"/>
          </a:xfrm>
          <a:custGeom>
            <a:avLst/>
            <a:gdLst/>
            <a:ahLst/>
            <a:rect l="0" t="0" r="r" b="b"/>
            <a:pathLst>
              <a:path w="6219" h="27">
                <a:moveTo>
                  <a:pt x="0" y="0"/>
                </a:moveTo>
                <a:lnTo>
                  <a:pt x="6219" y="0"/>
                </a:lnTo>
                <a:lnTo>
                  <a:pt x="6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 txBox="1"/>
          <p:nvPr/>
        </p:nvSpPr>
        <p:spPr>
          <a:xfrm>
            <a:off x="3377520" y="2848320"/>
            <a:ext cx="8024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herziening.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 txBox="1"/>
          <p:nvPr/>
        </p:nvSpPr>
        <p:spPr>
          <a:xfrm>
            <a:off x="3377520" y="3415680"/>
            <a:ext cx="595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VANDAAG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3377520" y="3594600"/>
            <a:ext cx="2044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Met de hand, per opleiding, 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5943240" y="1104840"/>
            <a:ext cx="2601000" cy="2981520"/>
          </a:xfrm>
          <a:custGeom>
            <a:avLst/>
            <a:gdLst/>
            <a:ahLst/>
            <a:rect l="0" t="0" r="r" b="b"/>
            <a:pathLst>
              <a:path w="7225" h="8282">
                <a:moveTo>
                  <a:pt x="0" y="801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8018"/>
                </a:lnTo>
                <a:cubicBezTo>
                  <a:pt x="7225" y="8035"/>
                  <a:pt x="7223" y="8052"/>
                  <a:pt x="7220" y="8069"/>
                </a:cubicBezTo>
                <a:cubicBezTo>
                  <a:pt x="7216" y="8086"/>
                  <a:pt x="7211" y="8103"/>
                  <a:pt x="7204" y="8119"/>
                </a:cubicBezTo>
                <a:cubicBezTo>
                  <a:pt x="7198" y="8135"/>
                  <a:pt x="7190" y="8150"/>
                  <a:pt x="7180" y="8165"/>
                </a:cubicBezTo>
                <a:cubicBezTo>
                  <a:pt x="7170" y="8179"/>
                  <a:pt x="7159" y="8192"/>
                  <a:pt x="7147" y="8205"/>
                </a:cubicBezTo>
                <a:cubicBezTo>
                  <a:pt x="7135" y="8217"/>
                  <a:pt x="7121" y="8228"/>
                  <a:pt x="7107" y="8238"/>
                </a:cubicBezTo>
                <a:cubicBezTo>
                  <a:pt x="7093" y="8247"/>
                  <a:pt x="7077" y="8255"/>
                  <a:pt x="7061" y="8262"/>
                </a:cubicBezTo>
                <a:cubicBezTo>
                  <a:pt x="7045" y="8269"/>
                  <a:pt x="7029" y="8274"/>
                  <a:pt x="7012" y="8277"/>
                </a:cubicBezTo>
                <a:cubicBezTo>
                  <a:pt x="6995" y="8280"/>
                  <a:pt x="6977" y="8282"/>
                  <a:pt x="6960" y="8282"/>
                </a:cubicBezTo>
                <a:lnTo>
                  <a:pt x="265" y="8282"/>
                </a:lnTo>
                <a:cubicBezTo>
                  <a:pt x="248" y="8282"/>
                  <a:pt x="231" y="8280"/>
                  <a:pt x="213" y="8277"/>
                </a:cubicBezTo>
                <a:cubicBezTo>
                  <a:pt x="196" y="8274"/>
                  <a:pt x="180" y="8269"/>
                  <a:pt x="164" y="8262"/>
                </a:cubicBezTo>
                <a:cubicBezTo>
                  <a:pt x="148" y="8255"/>
                  <a:pt x="133" y="8247"/>
                  <a:pt x="118" y="8238"/>
                </a:cubicBezTo>
                <a:cubicBezTo>
                  <a:pt x="104" y="8228"/>
                  <a:pt x="90" y="8217"/>
                  <a:pt x="78" y="8205"/>
                </a:cubicBezTo>
                <a:cubicBezTo>
                  <a:pt x="66" y="8192"/>
                  <a:pt x="55" y="8179"/>
                  <a:pt x="45" y="8165"/>
                </a:cubicBezTo>
                <a:cubicBezTo>
                  <a:pt x="35" y="8150"/>
                  <a:pt x="27" y="8135"/>
                  <a:pt x="21" y="8119"/>
                </a:cubicBezTo>
                <a:cubicBezTo>
                  <a:pt x="14" y="8103"/>
                  <a:pt x="9" y="8086"/>
                  <a:pt x="6" y="8069"/>
                </a:cubicBezTo>
                <a:cubicBezTo>
                  <a:pt x="2" y="8052"/>
                  <a:pt x="0" y="8035"/>
                  <a:pt x="0" y="801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 txBox="1"/>
          <p:nvPr/>
        </p:nvSpPr>
        <p:spPr>
          <a:xfrm>
            <a:off x="3377520" y="3775680"/>
            <a:ext cx="7246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herziening.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6122880" y="1284480"/>
            <a:ext cx="2303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e8912b"/>
                </a:solidFill>
                <a:latin typeface="Arial"/>
                <a:ea typeface="Arial"/>
              </a:rPr>
              <a:t>Leren over instellingen en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6122880" y="1522440"/>
            <a:ext cx="12520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e8912b"/>
                </a:solidFill>
                <a:latin typeface="Arial"/>
                <a:ea typeface="Arial"/>
              </a:rPr>
              <a:t>sectoren heen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6122880" y="1810080"/>
            <a:ext cx="21052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Wat een student elders heeft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6122880" y="2010240"/>
            <a:ext cx="2455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gehaald, is te herkennen in plaats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 txBox="1"/>
          <p:nvPr/>
        </p:nvSpPr>
        <p:spPr>
          <a:xfrm>
            <a:off x="6122880" y="2219760"/>
            <a:ext cx="22485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van opnieuw uit te zoeken. Dat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6122880" y="2429280"/>
            <a:ext cx="22622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geldt binnen het mbo en straks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6124320" y="3314520"/>
            <a:ext cx="2238840" cy="9720"/>
          </a:xfrm>
          <a:custGeom>
            <a:avLst/>
            <a:gdLst/>
            <a:ahLst/>
            <a:rect l="0" t="0" r="r" b="b"/>
            <a:pathLst>
              <a:path w="6219" h="27">
                <a:moveTo>
                  <a:pt x="0" y="0"/>
                </a:moveTo>
                <a:lnTo>
                  <a:pt x="6219" y="0"/>
                </a:lnTo>
                <a:lnTo>
                  <a:pt x="6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6122880" y="2638800"/>
            <a:ext cx="11941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richting het hbo.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6122880" y="3415680"/>
            <a:ext cx="595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e8912b"/>
                </a:solidFill>
                <a:latin typeface="Arial"/>
                <a:ea typeface="Arial"/>
              </a:rPr>
              <a:t>VANDAAG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6122880" y="3594600"/>
            <a:ext cx="21466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Per instelling opnieuw uitzoeken,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56840" y="421956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456840" y="421956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456840" y="50288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8534160" y="421956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5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456840" y="421956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6122880" y="3775680"/>
            <a:ext cx="10080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vaak op papier.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634320" y="4442760"/>
            <a:ext cx="83293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OKx bouwt deze drie dingen niet zelf. OKx legt het spoor waarop een ander ze kan bouwen. </a:t>
            </a:r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Daar zit de kans: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 txBox="1"/>
          <p:nvPr/>
        </p:nvSpPr>
        <p:spPr>
          <a:xfrm>
            <a:off x="634320" y="4681080"/>
            <a:ext cx="34509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katalysator zijn voor onderwijsinnovatie.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05" name=""/>
          <p:cNvSpPr/>
          <p:nvPr/>
        </p:nvSpPr>
        <p:spPr>
          <a:xfrm>
            <a:off x="485640" y="143820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6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7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456840" y="143820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439920" y="75816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681840" y="159228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681840" y="1851120"/>
            <a:ext cx="476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Elke maand zonder gedragen afspraak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5343480" y="143820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6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7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5314680" y="143820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681840" y="205128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maand waarin systemen op eigen houtje aan elkaar geknoopt worden.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5535360" y="15796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5535360" y="180900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5535360" y="202824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 txBox="1"/>
          <p:nvPr/>
        </p:nvSpPr>
        <p:spPr>
          <a:xfrm>
            <a:off x="5670720" y="220932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485640" y="2866680"/>
            <a:ext cx="4705560" cy="1629360"/>
          </a:xfrm>
          <a:custGeom>
            <a:avLst/>
            <a:gdLst/>
            <a:ahLst/>
            <a:rect l="0" t="0" r="r" b="b"/>
            <a:pathLst>
              <a:path w="1307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314"/>
                </a:lnTo>
                <a:cubicBezTo>
                  <a:pt x="13071" y="4328"/>
                  <a:pt x="13070" y="4342"/>
                  <a:pt x="13067" y="4355"/>
                </a:cubicBezTo>
                <a:cubicBezTo>
                  <a:pt x="13065" y="4369"/>
                  <a:pt x="13060" y="4382"/>
                  <a:pt x="13055" y="4395"/>
                </a:cubicBezTo>
                <a:cubicBezTo>
                  <a:pt x="13050" y="4408"/>
                  <a:pt x="13043" y="4420"/>
                  <a:pt x="13036" y="4432"/>
                </a:cubicBezTo>
                <a:cubicBezTo>
                  <a:pt x="13028" y="4443"/>
                  <a:pt x="13019" y="4454"/>
                  <a:pt x="13009" y="4464"/>
                </a:cubicBezTo>
                <a:cubicBezTo>
                  <a:pt x="12999" y="4474"/>
                  <a:pt x="12989" y="4482"/>
                  <a:pt x="12977" y="4490"/>
                </a:cubicBezTo>
                <a:cubicBezTo>
                  <a:pt x="12966" y="4498"/>
                  <a:pt x="12953" y="4504"/>
                  <a:pt x="12941" y="4510"/>
                </a:cubicBezTo>
                <a:cubicBezTo>
                  <a:pt x="12928" y="4515"/>
                  <a:pt x="12915" y="4519"/>
                  <a:pt x="12901" y="4522"/>
                </a:cubicBezTo>
                <a:cubicBezTo>
                  <a:pt x="12887" y="4524"/>
                  <a:pt x="12874" y="4526"/>
                  <a:pt x="12860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90" y="4515"/>
                  <a:pt x="82" y="4510"/>
                </a:cubicBezTo>
                <a:cubicBezTo>
                  <a:pt x="74" y="4504"/>
                  <a:pt x="66" y="4498"/>
                  <a:pt x="59" y="4490"/>
                </a:cubicBezTo>
                <a:cubicBezTo>
                  <a:pt x="51" y="4482"/>
                  <a:pt x="45" y="4474"/>
                  <a:pt x="39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7" y="4382"/>
                  <a:pt x="4" y="4369"/>
                  <a:pt x="2" y="4355"/>
                </a:cubicBezTo>
                <a:cubicBezTo>
                  <a:pt x="1" y="4342"/>
                  <a:pt x="0" y="4328"/>
                  <a:pt x="0" y="431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456840" y="2866680"/>
            <a:ext cx="4734360" cy="1629360"/>
          </a:xfrm>
          <a:custGeom>
            <a:avLst/>
            <a:gdLst/>
            <a:ahLst/>
            <a:rect l="0" t="0" r="r" b="b"/>
            <a:pathLst>
              <a:path w="13151" h="4526">
                <a:moveTo>
                  <a:pt x="0" y="0"/>
                </a:moveTo>
                <a:lnTo>
                  <a:pt x="13151" y="0"/>
                </a:lnTo>
                <a:lnTo>
                  <a:pt x="1315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5535360" y="242820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681840" y="3020760"/>
            <a:ext cx="4452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Speciﬁceren in een standaard in plaats van in eisen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681840" y="32799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Leggen we alleen vast hoe het in OEAPI moet, dan verdwijnt de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 txBox="1"/>
          <p:nvPr/>
        </p:nvSpPr>
        <p:spPr>
          <a:xfrm>
            <a:off x="681840" y="3479760"/>
            <a:ext cx="489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erachter uit beeld. Bij een nieuwe versie of een ander protocol begint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681840" y="3689280"/>
            <a:ext cx="180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speciﬁceren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681840" y="3965760"/>
            <a:ext cx="476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Hier bouw je de stoomtrein, in plaats van het spoor waar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5343480" y="2866680"/>
            <a:ext cx="3200760" cy="1629360"/>
          </a:xfrm>
          <a:custGeom>
            <a:avLst/>
            <a:gdLst/>
            <a:ahLst/>
            <a:rect l="0" t="0" r="r" b="b"/>
            <a:pathLst>
              <a:path w="889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314"/>
                </a:lnTo>
                <a:cubicBezTo>
                  <a:pt x="8891" y="4328"/>
                  <a:pt x="8889" y="4342"/>
                  <a:pt x="8887" y="4355"/>
                </a:cubicBezTo>
                <a:cubicBezTo>
                  <a:pt x="8884" y="4369"/>
                  <a:pt x="8880" y="4382"/>
                  <a:pt x="8875" y="4395"/>
                </a:cubicBezTo>
                <a:cubicBezTo>
                  <a:pt x="8869" y="4408"/>
                  <a:pt x="8863" y="4420"/>
                  <a:pt x="8855" y="4432"/>
                </a:cubicBezTo>
                <a:cubicBezTo>
                  <a:pt x="8847" y="4443"/>
                  <a:pt x="8838" y="4454"/>
                  <a:pt x="8829" y="4464"/>
                </a:cubicBezTo>
                <a:cubicBezTo>
                  <a:pt x="8819" y="4474"/>
                  <a:pt x="8808" y="4482"/>
                  <a:pt x="8797" y="4490"/>
                </a:cubicBezTo>
                <a:cubicBezTo>
                  <a:pt x="8785" y="4498"/>
                  <a:pt x="8773" y="4504"/>
                  <a:pt x="8760" y="4510"/>
                </a:cubicBezTo>
                <a:cubicBezTo>
                  <a:pt x="8747" y="4515"/>
                  <a:pt x="8734" y="4519"/>
                  <a:pt x="8720" y="4522"/>
                </a:cubicBezTo>
                <a:cubicBezTo>
                  <a:pt x="8707" y="4524"/>
                  <a:pt x="8693" y="4526"/>
                  <a:pt x="8679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89" y="4515"/>
                  <a:pt x="81" y="4510"/>
                </a:cubicBezTo>
                <a:cubicBezTo>
                  <a:pt x="73" y="4504"/>
                  <a:pt x="66" y="4498"/>
                  <a:pt x="58" y="4490"/>
                </a:cubicBezTo>
                <a:cubicBezTo>
                  <a:pt x="51" y="4482"/>
                  <a:pt x="45" y="4474"/>
                  <a:pt x="38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6" y="4382"/>
                  <a:pt x="4" y="4369"/>
                  <a:pt x="2" y="4355"/>
                </a:cubicBezTo>
                <a:cubicBezTo>
                  <a:pt x="0" y="4342"/>
                  <a:pt x="0" y="4328"/>
                  <a:pt x="0" y="431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5314680" y="2866680"/>
            <a:ext cx="3229560" cy="1629360"/>
          </a:xfrm>
          <a:custGeom>
            <a:avLst/>
            <a:gdLst/>
            <a:ahLst/>
            <a:rect l="0" t="0" r="r" b="b"/>
            <a:pathLst>
              <a:path w="8971" h="4526">
                <a:moveTo>
                  <a:pt x="0" y="0"/>
                </a:moveTo>
                <a:lnTo>
                  <a:pt x="8971" y="0"/>
                </a:lnTo>
                <a:lnTo>
                  <a:pt x="897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681840" y="4175280"/>
            <a:ext cx="220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vliegende auto ook op past.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5535360" y="30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 txBox="1"/>
          <p:nvPr/>
        </p:nvSpPr>
        <p:spPr>
          <a:xfrm>
            <a:off x="5535360" y="323784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 txBox="1"/>
          <p:nvPr/>
        </p:nvSpPr>
        <p:spPr>
          <a:xfrm>
            <a:off x="5535360" y="34570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5535360" y="367596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5670720" y="385704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41" name=""/>
          <p:cNvSpPr/>
          <p:nvPr/>
        </p:nvSpPr>
        <p:spPr>
          <a:xfrm>
            <a:off x="456840" y="170964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4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8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6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5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5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6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8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844"/>
                </a:lnTo>
                <a:cubicBezTo>
                  <a:pt x="4896" y="2858"/>
                  <a:pt x="4895" y="2872"/>
                  <a:pt x="4892" y="2885"/>
                </a:cubicBezTo>
                <a:cubicBezTo>
                  <a:pt x="4890" y="2900"/>
                  <a:pt x="4885" y="2913"/>
                  <a:pt x="4880" y="2926"/>
                </a:cubicBezTo>
                <a:cubicBezTo>
                  <a:pt x="4875" y="2939"/>
                  <a:pt x="4868" y="2951"/>
                  <a:pt x="4861" y="2963"/>
                </a:cubicBezTo>
                <a:cubicBezTo>
                  <a:pt x="4853" y="2974"/>
                  <a:pt x="4844" y="2985"/>
                  <a:pt x="4834" y="2995"/>
                </a:cubicBezTo>
                <a:cubicBezTo>
                  <a:pt x="4824" y="3005"/>
                  <a:pt x="4814" y="3013"/>
                  <a:pt x="4802" y="3021"/>
                </a:cubicBezTo>
                <a:cubicBezTo>
                  <a:pt x="4791" y="3029"/>
                  <a:pt x="4778" y="3035"/>
                  <a:pt x="4766" y="3041"/>
                </a:cubicBezTo>
                <a:cubicBezTo>
                  <a:pt x="4753" y="3046"/>
                  <a:pt x="4740" y="3050"/>
                  <a:pt x="4726" y="3053"/>
                </a:cubicBezTo>
                <a:cubicBezTo>
                  <a:pt x="4712" y="3055"/>
                  <a:pt x="4699" y="3057"/>
                  <a:pt x="4685" y="3057"/>
                </a:cubicBezTo>
                <a:lnTo>
                  <a:pt x="212" y="3057"/>
                </a:lnTo>
                <a:cubicBezTo>
                  <a:pt x="198" y="3057"/>
                  <a:pt x="185" y="3055"/>
                  <a:pt x="171" y="3053"/>
                </a:cubicBezTo>
                <a:cubicBezTo>
                  <a:pt x="157" y="3050"/>
                  <a:pt x="144" y="3046"/>
                  <a:pt x="131" y="3041"/>
                </a:cubicBezTo>
                <a:cubicBezTo>
                  <a:pt x="118" y="3035"/>
                  <a:pt x="106" y="3029"/>
                  <a:pt x="95" y="3021"/>
                </a:cubicBezTo>
                <a:cubicBezTo>
                  <a:pt x="83" y="3013"/>
                  <a:pt x="72" y="3005"/>
                  <a:pt x="62" y="2995"/>
                </a:cubicBezTo>
                <a:cubicBezTo>
                  <a:pt x="53" y="2985"/>
                  <a:pt x="44" y="2974"/>
                  <a:pt x="36" y="2963"/>
                </a:cubicBezTo>
                <a:cubicBezTo>
                  <a:pt x="28" y="2951"/>
                  <a:pt x="22" y="2939"/>
                  <a:pt x="17" y="2926"/>
                </a:cubicBezTo>
                <a:cubicBezTo>
                  <a:pt x="11" y="2913"/>
                  <a:pt x="7" y="2900"/>
                  <a:pt x="5" y="2885"/>
                </a:cubicBezTo>
                <a:cubicBezTo>
                  <a:pt x="2" y="2872"/>
                  <a:pt x="0" y="2858"/>
                  <a:pt x="0" y="28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456840" y="168588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439920" y="98676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1315080" y="18889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770760" y="209448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2562120" y="170964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4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4"/>
                </a:lnTo>
                <a:cubicBezTo>
                  <a:pt x="4896" y="2858"/>
                  <a:pt x="4894" y="2872"/>
                  <a:pt x="4892" y="2885"/>
                </a:cubicBezTo>
                <a:cubicBezTo>
                  <a:pt x="4889" y="2900"/>
                  <a:pt x="4885" y="2913"/>
                  <a:pt x="4879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5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5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5"/>
                </a:cubicBezTo>
                <a:cubicBezTo>
                  <a:pt x="1" y="2872"/>
                  <a:pt x="0" y="2858"/>
                  <a:pt x="0" y="28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2562120" y="168588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230904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3412800" y="18889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 txBox="1"/>
          <p:nvPr/>
        </p:nvSpPr>
        <p:spPr>
          <a:xfrm>
            <a:off x="2797200" y="209448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 txBox="1"/>
          <p:nvPr/>
        </p:nvSpPr>
        <p:spPr>
          <a:xfrm>
            <a:off x="3297240" y="229464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4676760" y="1709640"/>
            <a:ext cx="1752840" cy="1100520"/>
          </a:xfrm>
          <a:custGeom>
            <a:avLst/>
            <a:gdLst/>
            <a:ahLst/>
            <a:rect l="0" t="0" r="r" b="b"/>
            <a:pathLst>
              <a:path w="4869" h="3057">
                <a:moveTo>
                  <a:pt x="0" y="2844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8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5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5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6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8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844"/>
                </a:lnTo>
                <a:cubicBezTo>
                  <a:pt x="4869" y="2858"/>
                  <a:pt x="4868" y="2872"/>
                  <a:pt x="4865" y="2885"/>
                </a:cubicBezTo>
                <a:cubicBezTo>
                  <a:pt x="4862" y="2900"/>
                  <a:pt x="4858" y="2913"/>
                  <a:pt x="4853" y="2926"/>
                </a:cubicBezTo>
                <a:cubicBezTo>
                  <a:pt x="4847" y="2939"/>
                  <a:pt x="4841" y="2951"/>
                  <a:pt x="4833" y="2963"/>
                </a:cubicBezTo>
                <a:cubicBezTo>
                  <a:pt x="4825" y="2974"/>
                  <a:pt x="4817" y="2985"/>
                  <a:pt x="4807" y="2995"/>
                </a:cubicBezTo>
                <a:cubicBezTo>
                  <a:pt x="4797" y="3005"/>
                  <a:pt x="4786" y="3013"/>
                  <a:pt x="4775" y="3021"/>
                </a:cubicBezTo>
                <a:cubicBezTo>
                  <a:pt x="4763" y="3029"/>
                  <a:pt x="4751" y="3035"/>
                  <a:pt x="4738" y="3041"/>
                </a:cubicBezTo>
                <a:cubicBezTo>
                  <a:pt x="4725" y="3046"/>
                  <a:pt x="4712" y="3050"/>
                  <a:pt x="4699" y="3053"/>
                </a:cubicBezTo>
                <a:cubicBezTo>
                  <a:pt x="4685" y="3055"/>
                  <a:pt x="4671" y="3057"/>
                  <a:pt x="4657" y="3057"/>
                </a:cubicBezTo>
                <a:lnTo>
                  <a:pt x="211" y="3057"/>
                </a:lnTo>
                <a:cubicBezTo>
                  <a:pt x="197" y="3057"/>
                  <a:pt x="184" y="3055"/>
                  <a:pt x="170" y="3053"/>
                </a:cubicBezTo>
                <a:cubicBezTo>
                  <a:pt x="156" y="3050"/>
                  <a:pt x="143" y="3046"/>
                  <a:pt x="130" y="3041"/>
                </a:cubicBezTo>
                <a:cubicBezTo>
                  <a:pt x="117" y="3035"/>
                  <a:pt x="105" y="3029"/>
                  <a:pt x="94" y="3021"/>
                </a:cubicBezTo>
                <a:cubicBezTo>
                  <a:pt x="82" y="3013"/>
                  <a:pt x="71" y="3005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7" y="2951"/>
                  <a:pt x="21" y="2939"/>
                  <a:pt x="16" y="2926"/>
                </a:cubicBezTo>
                <a:cubicBezTo>
                  <a:pt x="10" y="2913"/>
                  <a:pt x="6" y="2900"/>
                  <a:pt x="4" y="2885"/>
                </a:cubicBezTo>
                <a:cubicBezTo>
                  <a:pt x="1" y="2872"/>
                  <a:pt x="0" y="2858"/>
                  <a:pt x="0" y="28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4676760" y="1685880"/>
            <a:ext cx="1752840" cy="1124280"/>
          </a:xfrm>
          <a:custGeom>
            <a:avLst/>
            <a:gdLst/>
            <a:ahLst/>
            <a:rect l="0" t="0" r="r" b="b"/>
            <a:pathLst>
              <a:path w="4869" h="3123">
                <a:moveTo>
                  <a:pt x="0" y="0"/>
                </a:moveTo>
                <a:lnTo>
                  <a:pt x="4869" y="0"/>
                </a:lnTo>
                <a:lnTo>
                  <a:pt x="4869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44164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5515560" y="18889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4914360" y="2094480"/>
            <a:ext cx="1448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 van hoge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 txBox="1"/>
          <p:nvPr/>
        </p:nvSpPr>
        <p:spPr>
          <a:xfrm>
            <a:off x="4904640" y="2294640"/>
            <a:ext cx="1488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kwaliteit, volgens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 txBox="1"/>
          <p:nvPr/>
        </p:nvSpPr>
        <p:spPr>
          <a:xfrm>
            <a:off x="5057280" y="2504160"/>
            <a:ext cx="1076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OKx-standaard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6781680" y="170964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4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4"/>
                </a:lnTo>
                <a:cubicBezTo>
                  <a:pt x="4896" y="2858"/>
                  <a:pt x="4894" y="2872"/>
                  <a:pt x="4892" y="2885"/>
                </a:cubicBezTo>
                <a:cubicBezTo>
                  <a:pt x="4889" y="2900"/>
                  <a:pt x="4885" y="2913"/>
                  <a:pt x="4880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5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5"/>
                  <a:pt x="62" y="2995"/>
                </a:cubicBezTo>
                <a:cubicBezTo>
                  <a:pt x="52" y="2985"/>
                  <a:pt x="43" y="2974"/>
                  <a:pt x="36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5"/>
                </a:cubicBezTo>
                <a:cubicBezTo>
                  <a:pt x="1" y="2872"/>
                  <a:pt x="0" y="2858"/>
                  <a:pt x="0" y="28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6781680" y="168588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 txBox="1"/>
          <p:nvPr/>
        </p:nvSpPr>
        <p:spPr>
          <a:xfrm>
            <a:off x="65242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 txBox="1"/>
          <p:nvPr/>
        </p:nvSpPr>
        <p:spPr>
          <a:xfrm>
            <a:off x="7623360" y="18889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 txBox="1"/>
          <p:nvPr/>
        </p:nvSpPr>
        <p:spPr>
          <a:xfrm>
            <a:off x="6964560" y="209448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 txBox="1"/>
          <p:nvPr/>
        </p:nvSpPr>
        <p:spPr>
          <a:xfrm>
            <a:off x="7588440" y="229464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456840" y="3219120"/>
            <a:ext cx="8087400" cy="1048320"/>
          </a:xfrm>
          <a:custGeom>
            <a:avLst/>
            <a:gdLst/>
            <a:ahLst/>
            <a:rect l="0" t="0" r="r" b="b"/>
            <a:pathLst>
              <a:path w="22465" h="2912">
                <a:moveTo>
                  <a:pt x="0" y="0"/>
                </a:moveTo>
                <a:lnTo>
                  <a:pt x="22465" y="0"/>
                </a:lnTo>
                <a:lnTo>
                  <a:pt x="22465" y="2912"/>
                </a:lnTo>
                <a:lnTo>
                  <a:pt x="0" y="29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456840" y="32191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456840" y="425736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8534160" y="3219120"/>
            <a:ext cx="10080" cy="1048320"/>
          </a:xfrm>
          <a:custGeom>
            <a:avLst/>
            <a:gdLst/>
            <a:ahLst/>
            <a:rect l="0" t="0" r="r" b="b"/>
            <a:pathLst>
              <a:path w="28" h="2912">
                <a:moveTo>
                  <a:pt x="0" y="106"/>
                </a:moveTo>
                <a:lnTo>
                  <a:pt x="0" y="2912"/>
                </a:lnTo>
                <a:lnTo>
                  <a:pt x="28" y="291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456840" y="3219120"/>
            <a:ext cx="10080" cy="1048320"/>
          </a:xfrm>
          <a:custGeom>
            <a:avLst/>
            <a:gdLst/>
            <a:ahLst/>
            <a:rect l="0" t="0" r="r" b="b"/>
            <a:pathLst>
              <a:path w="28" h="2912">
                <a:moveTo>
                  <a:pt x="0" y="0"/>
                </a:moveTo>
                <a:lnTo>
                  <a:pt x="0" y="2912"/>
                </a:lnTo>
                <a:lnTo>
                  <a:pt x="28" y="291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 txBox="1"/>
          <p:nvPr/>
        </p:nvSpPr>
        <p:spPr>
          <a:xfrm>
            <a:off x="457200" y="290880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 txBox="1"/>
          <p:nvPr/>
        </p:nvSpPr>
        <p:spPr>
          <a:xfrm>
            <a:off x="634320" y="3442680"/>
            <a:ext cx="870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Daarmee versnelt de doorontwikkeling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naar de volgende fase van integratie in het onderwijsecosysteem: meer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 txBox="1"/>
          <p:nvPr/>
        </p:nvSpPr>
        <p:spPr>
          <a:xfrm>
            <a:off x="634320" y="3681000"/>
            <a:ext cx="8573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aanbod dat te vergelijken is, meer resultaten die meetellen, meer ondersteuning die op echte gegevens staat. Dat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634320" y="3909600"/>
            <a:ext cx="4220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helpt de student, de instelling en de leverancier tegelijk.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82" name=""/>
          <p:cNvSpPr txBox="1"/>
          <p:nvPr/>
        </p:nvSpPr>
        <p:spPr>
          <a:xfrm>
            <a:off x="439920" y="94860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456840" y="2219040"/>
            <a:ext cx="2067480" cy="305280"/>
          </a:xfrm>
          <a:custGeom>
            <a:avLst/>
            <a:gdLst/>
            <a:ahLst/>
            <a:rect l="0" t="0" r="r" b="b"/>
            <a:pathLst>
              <a:path w="5743" h="848">
                <a:moveTo>
                  <a:pt x="0" y="0"/>
                </a:moveTo>
                <a:lnTo>
                  <a:pt x="5743" y="0"/>
                </a:lnTo>
                <a:lnTo>
                  <a:pt x="57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2523960" y="2219040"/>
            <a:ext cx="3210120" cy="305280"/>
          </a:xfrm>
          <a:custGeom>
            <a:avLst/>
            <a:gdLst/>
            <a:ahLst/>
            <a:rect l="0" t="0" r="r" b="b"/>
            <a:pathLst>
              <a:path w="8917" h="848">
                <a:moveTo>
                  <a:pt x="0" y="0"/>
                </a:moveTo>
                <a:lnTo>
                  <a:pt x="8917" y="0"/>
                </a:lnTo>
                <a:lnTo>
                  <a:pt x="891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5733720" y="2219040"/>
            <a:ext cx="2810520" cy="305280"/>
          </a:xfrm>
          <a:custGeom>
            <a:avLst/>
            <a:gdLst/>
            <a:ahLst/>
            <a:rect l="0" t="0" r="r" b="b"/>
            <a:pathLst>
              <a:path w="7807" h="848">
                <a:moveTo>
                  <a:pt x="0" y="0"/>
                </a:moveTo>
                <a:lnTo>
                  <a:pt x="7807" y="0"/>
                </a:lnTo>
                <a:lnTo>
                  <a:pt x="780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456840" y="2514240"/>
            <a:ext cx="2067480" cy="19440"/>
          </a:xfrm>
          <a:custGeom>
            <a:avLst/>
            <a:gdLst/>
            <a:ahLst/>
            <a:rect l="0" t="0" r="r" b="b"/>
            <a:pathLst>
              <a:path w="5743" h="54">
                <a:moveTo>
                  <a:pt x="0" y="0"/>
                </a:moveTo>
                <a:lnTo>
                  <a:pt x="5743" y="0"/>
                </a:lnTo>
                <a:lnTo>
                  <a:pt x="57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2523960" y="2514240"/>
            <a:ext cx="3210120" cy="19440"/>
          </a:xfrm>
          <a:custGeom>
            <a:avLst/>
            <a:gdLst/>
            <a:ahLst/>
            <a:rect l="0" t="0" r="r" b="b"/>
            <a:pathLst>
              <a:path w="8917" h="54">
                <a:moveTo>
                  <a:pt x="0" y="0"/>
                </a:moveTo>
                <a:lnTo>
                  <a:pt x="8917" y="0"/>
                </a:lnTo>
                <a:lnTo>
                  <a:pt x="891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5733720" y="2514240"/>
            <a:ext cx="2810520" cy="19440"/>
          </a:xfrm>
          <a:custGeom>
            <a:avLst/>
            <a:gdLst/>
            <a:ahLst/>
            <a:rect l="0" t="0" r="r" b="b"/>
            <a:pathLst>
              <a:path w="7807" h="54">
                <a:moveTo>
                  <a:pt x="0" y="0"/>
                </a:moveTo>
                <a:lnTo>
                  <a:pt x="7807" y="0"/>
                </a:lnTo>
                <a:lnTo>
                  <a:pt x="780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456840" y="304776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2523960" y="304776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5733720" y="304776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456840" y="3771720"/>
            <a:ext cx="2067480" cy="9720"/>
          </a:xfrm>
          <a:custGeom>
            <a:avLst/>
            <a:gdLst/>
            <a:ahLst/>
            <a:rect l="0" t="0" r="r" b="b"/>
            <a:pathLst>
              <a:path w="5743" h="27">
                <a:moveTo>
                  <a:pt x="0" y="0"/>
                </a:moveTo>
                <a:lnTo>
                  <a:pt x="5743" y="0"/>
                </a:lnTo>
                <a:lnTo>
                  <a:pt x="5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2523960" y="3771720"/>
            <a:ext cx="3210120" cy="9720"/>
          </a:xfrm>
          <a:custGeom>
            <a:avLst/>
            <a:gdLst/>
            <a:ahLst/>
            <a:rect l="0" t="0" r="r" b="b"/>
            <a:pathLst>
              <a:path w="8917" h="27">
                <a:moveTo>
                  <a:pt x="0" y="0"/>
                </a:moveTo>
                <a:lnTo>
                  <a:pt x="8917" y="0"/>
                </a:lnTo>
                <a:lnTo>
                  <a:pt x="8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5733720" y="3771720"/>
            <a:ext cx="2810520" cy="9720"/>
          </a:xfrm>
          <a:custGeom>
            <a:avLst/>
            <a:gdLst/>
            <a:ahLst/>
            <a:rect l="0" t="0" r="r" b="b"/>
            <a:pathLst>
              <a:path w="7807" h="27">
                <a:moveTo>
                  <a:pt x="0" y="0"/>
                </a:moveTo>
                <a:lnTo>
                  <a:pt x="7807" y="0"/>
                </a:lnTo>
                <a:lnTo>
                  <a:pt x="78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456840" y="429552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2523960" y="429552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5733720" y="429552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457200" y="174204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563760" y="229860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2630520" y="229860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5838120" y="229860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563760" y="26186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2630520" y="26186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2630520" y="280908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5838120" y="2618640"/>
            <a:ext cx="2905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Focus en capaciteit voor het uitwerken van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5838120" y="2809080"/>
            <a:ext cx="969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 txBox="1"/>
          <p:nvPr/>
        </p:nvSpPr>
        <p:spPr>
          <a:xfrm>
            <a:off x="563760" y="31424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563760" y="333324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2630520" y="31424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5838120" y="3142440"/>
            <a:ext cx="212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5838120" y="3333240"/>
            <a:ext cx="2827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vastleggen, de vertaling naar OEAPI apart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5838120" y="3533040"/>
            <a:ext cx="506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563760" y="385704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2630520" y="3857040"/>
            <a:ext cx="311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de vliegende auto’s: de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2630520" y="4056840"/>
            <a:ext cx="333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werkt nu al met AI en draagt de doorontwikkeling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 txBox="1"/>
          <p:nvPr/>
        </p:nvSpPr>
        <p:spPr>
          <a:xfrm>
            <a:off x="5838120" y="3857040"/>
            <a:ext cx="2608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van het GitHub-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5838120" y="4056840"/>
            <a:ext cx="1393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