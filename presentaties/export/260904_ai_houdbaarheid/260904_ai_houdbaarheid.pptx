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971360"/>
            <a:ext cx="7553520" cy="790920"/>
          </a:xfrm>
          <a:custGeom>
            <a:avLst/>
            <a:gdLst/>
            <a:ahLst/>
            <a:rect l="0" t="0" r="r" b="b"/>
            <a:pathLst>
              <a:path w="20982" h="2197">
                <a:moveTo>
                  <a:pt x="0" y="198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7"/>
                </a:cubicBezTo>
                <a:cubicBezTo>
                  <a:pt x="66" y="29"/>
                  <a:pt x="74" y="23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2"/>
                  <a:pt x="20812" y="4"/>
                </a:cubicBezTo>
                <a:cubicBezTo>
                  <a:pt x="20826" y="7"/>
                  <a:pt x="20839" y="11"/>
                  <a:pt x="20852" y="17"/>
                </a:cubicBezTo>
                <a:cubicBezTo>
                  <a:pt x="20865" y="23"/>
                  <a:pt x="20877" y="29"/>
                  <a:pt x="20888" y="37"/>
                </a:cubicBezTo>
                <a:cubicBezTo>
                  <a:pt x="20900" y="45"/>
                  <a:pt x="20911" y="54"/>
                  <a:pt x="20920" y="63"/>
                </a:cubicBezTo>
                <a:cubicBezTo>
                  <a:pt x="20930" y="73"/>
                  <a:pt x="20939" y="84"/>
                  <a:pt x="20947" y="95"/>
                </a:cubicBezTo>
                <a:cubicBezTo>
                  <a:pt x="20954" y="107"/>
                  <a:pt x="20961" y="119"/>
                  <a:pt x="20966" y="132"/>
                </a:cubicBezTo>
                <a:cubicBezTo>
                  <a:pt x="20972" y="145"/>
                  <a:pt x="20976" y="158"/>
                  <a:pt x="20978" y="172"/>
                </a:cubicBezTo>
                <a:cubicBezTo>
                  <a:pt x="20981" y="185"/>
                  <a:pt x="20982" y="199"/>
                  <a:pt x="20982" y="213"/>
                </a:cubicBezTo>
                <a:lnTo>
                  <a:pt x="20982" y="1986"/>
                </a:lnTo>
                <a:cubicBezTo>
                  <a:pt x="20982" y="2000"/>
                  <a:pt x="20981" y="2013"/>
                  <a:pt x="20978" y="2027"/>
                </a:cubicBezTo>
                <a:cubicBezTo>
                  <a:pt x="20976" y="2041"/>
                  <a:pt x="20972" y="2054"/>
                  <a:pt x="20966" y="2067"/>
                </a:cubicBezTo>
                <a:cubicBezTo>
                  <a:pt x="20961" y="2080"/>
                  <a:pt x="20954" y="2092"/>
                  <a:pt x="20947" y="2103"/>
                </a:cubicBezTo>
                <a:cubicBezTo>
                  <a:pt x="20939" y="2115"/>
                  <a:pt x="20930" y="2126"/>
                  <a:pt x="20920" y="2135"/>
                </a:cubicBezTo>
                <a:cubicBezTo>
                  <a:pt x="20911" y="2145"/>
                  <a:pt x="20900" y="2154"/>
                  <a:pt x="20888" y="2162"/>
                </a:cubicBezTo>
                <a:cubicBezTo>
                  <a:pt x="20877" y="2169"/>
                  <a:pt x="20865" y="2176"/>
                  <a:pt x="20852" y="2181"/>
                </a:cubicBezTo>
                <a:cubicBezTo>
                  <a:pt x="20839" y="2187"/>
                  <a:pt x="20826" y="2191"/>
                  <a:pt x="20812" y="2193"/>
                </a:cubicBezTo>
                <a:cubicBezTo>
                  <a:pt x="20798" y="2196"/>
                  <a:pt x="20785" y="2197"/>
                  <a:pt x="20771" y="2197"/>
                </a:cubicBezTo>
                <a:lnTo>
                  <a:pt x="132" y="2197"/>
                </a:lnTo>
                <a:cubicBezTo>
                  <a:pt x="123" y="2197"/>
                  <a:pt x="115" y="2196"/>
                  <a:pt x="106" y="2193"/>
                </a:cubicBezTo>
                <a:cubicBezTo>
                  <a:pt x="98" y="2191"/>
                  <a:pt x="90" y="2187"/>
                  <a:pt x="82" y="2181"/>
                </a:cubicBezTo>
                <a:cubicBezTo>
                  <a:pt x="74" y="2176"/>
                  <a:pt x="66" y="2169"/>
                  <a:pt x="59" y="2162"/>
                </a:cubicBezTo>
                <a:cubicBezTo>
                  <a:pt x="51" y="2154"/>
                  <a:pt x="45" y="2145"/>
                  <a:pt x="39" y="2135"/>
                </a:cubicBezTo>
                <a:cubicBezTo>
                  <a:pt x="32" y="2126"/>
                  <a:pt x="27" y="2115"/>
                  <a:pt x="22" y="2103"/>
                </a:cubicBezTo>
                <a:cubicBezTo>
                  <a:pt x="17" y="2092"/>
                  <a:pt x="13" y="2080"/>
                  <a:pt x="10" y="2067"/>
                </a:cubicBezTo>
                <a:cubicBezTo>
                  <a:pt x="7" y="2054"/>
                  <a:pt x="4" y="2041"/>
                  <a:pt x="2" y="2027"/>
                </a:cubicBezTo>
                <a:cubicBezTo>
                  <a:pt x="1" y="2013"/>
                  <a:pt x="0" y="2000"/>
                  <a:pt x="0" y="19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971360"/>
            <a:ext cx="7582320" cy="790920"/>
          </a:xfrm>
          <a:custGeom>
            <a:avLst/>
            <a:gdLst/>
            <a:ahLst/>
            <a:rect l="0" t="0" r="r" b="b"/>
            <a:pathLst>
              <a:path w="21062" h="2197">
                <a:moveTo>
                  <a:pt x="0" y="0"/>
                </a:moveTo>
                <a:lnTo>
                  <a:pt x="21062" y="0"/>
                </a:lnTo>
                <a:lnTo>
                  <a:pt x="2106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1253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712440" y="2156760"/>
            <a:ext cx="7402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Elke technologiegolf van dertig jaar maakte gegevensuitwisseling belangrijker. Geen enkele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85640" y="28382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2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3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4"/>
                  <a:pt x="20976" y="157"/>
                  <a:pt x="20978" y="170"/>
                </a:cubicBezTo>
                <a:cubicBezTo>
                  <a:pt x="20981" y="184"/>
                  <a:pt x="20982" y="198"/>
                  <a:pt x="20982" y="212"/>
                </a:cubicBezTo>
                <a:lnTo>
                  <a:pt x="20982" y="1298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6"/>
                  <a:pt x="20966" y="1379"/>
                </a:cubicBezTo>
                <a:cubicBezTo>
                  <a:pt x="20961" y="1391"/>
                  <a:pt x="20954" y="1404"/>
                  <a:pt x="20947" y="1415"/>
                </a:cubicBezTo>
                <a:cubicBezTo>
                  <a:pt x="20939" y="1427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4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4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7"/>
                  <a:pt x="22" y="1415"/>
                </a:cubicBezTo>
                <a:cubicBezTo>
                  <a:pt x="17" y="1404"/>
                  <a:pt x="13" y="1391"/>
                  <a:pt x="10" y="1379"/>
                </a:cubicBezTo>
                <a:cubicBezTo>
                  <a:pt x="7" y="1366"/>
                  <a:pt x="4" y="1352"/>
                  <a:pt x="2" y="1339"/>
                </a:cubicBezTo>
                <a:cubicBezTo>
                  <a:pt x="1" y="1325"/>
                  <a:pt x="0" y="1311"/>
                  <a:pt x="0" y="1298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/>
          <p:nvPr/>
        </p:nvSpPr>
        <p:spPr>
          <a:xfrm>
            <a:off x="456840" y="28382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12440" y="2394720"/>
            <a:ext cx="16603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maakte hem kleiner.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85640" y="3457440"/>
            <a:ext cx="7553520" cy="543240"/>
          </a:xfrm>
          <a:custGeom>
            <a:avLst/>
            <a:gdLst/>
            <a:ahLst/>
            <a:rect l="0" t="0" r="r" b="b"/>
            <a:pathLst>
              <a:path w="20982" h="1509">
                <a:moveTo>
                  <a:pt x="0" y="1297"/>
                </a:moveTo>
                <a:lnTo>
                  <a:pt x="0" y="213"/>
                </a:lnTo>
                <a:cubicBezTo>
                  <a:pt x="0" y="199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771" y="0"/>
                </a:lnTo>
                <a:cubicBezTo>
                  <a:pt x="20785" y="0"/>
                  <a:pt x="20798" y="1"/>
                  <a:pt x="20812" y="4"/>
                </a:cubicBezTo>
                <a:cubicBezTo>
                  <a:pt x="20826" y="7"/>
                  <a:pt x="20839" y="11"/>
                  <a:pt x="20852" y="16"/>
                </a:cubicBezTo>
                <a:cubicBezTo>
                  <a:pt x="20865" y="21"/>
                  <a:pt x="20877" y="28"/>
                  <a:pt x="20888" y="36"/>
                </a:cubicBezTo>
                <a:cubicBezTo>
                  <a:pt x="20900" y="43"/>
                  <a:pt x="20911" y="52"/>
                  <a:pt x="20920" y="62"/>
                </a:cubicBezTo>
                <a:cubicBezTo>
                  <a:pt x="20930" y="72"/>
                  <a:pt x="20939" y="82"/>
                  <a:pt x="20947" y="94"/>
                </a:cubicBezTo>
                <a:cubicBezTo>
                  <a:pt x="20954" y="106"/>
                  <a:pt x="20961" y="118"/>
                  <a:pt x="20966" y="131"/>
                </a:cubicBezTo>
                <a:cubicBezTo>
                  <a:pt x="20972" y="143"/>
                  <a:pt x="20976" y="157"/>
                  <a:pt x="20978" y="170"/>
                </a:cubicBezTo>
                <a:cubicBezTo>
                  <a:pt x="20981" y="184"/>
                  <a:pt x="20982" y="199"/>
                  <a:pt x="20982" y="213"/>
                </a:cubicBezTo>
                <a:lnTo>
                  <a:pt x="20982" y="1297"/>
                </a:lnTo>
                <a:cubicBezTo>
                  <a:pt x="20982" y="1311"/>
                  <a:pt x="20981" y="1325"/>
                  <a:pt x="20978" y="1339"/>
                </a:cubicBezTo>
                <a:cubicBezTo>
                  <a:pt x="20976" y="1352"/>
                  <a:pt x="20972" y="1365"/>
                  <a:pt x="20966" y="1378"/>
                </a:cubicBezTo>
                <a:cubicBezTo>
                  <a:pt x="20961" y="1391"/>
                  <a:pt x="20954" y="1403"/>
                  <a:pt x="20947" y="1415"/>
                </a:cubicBezTo>
                <a:cubicBezTo>
                  <a:pt x="20939" y="1426"/>
                  <a:pt x="20930" y="1437"/>
                  <a:pt x="20920" y="1447"/>
                </a:cubicBezTo>
                <a:cubicBezTo>
                  <a:pt x="20911" y="1457"/>
                  <a:pt x="20900" y="1466"/>
                  <a:pt x="20888" y="1473"/>
                </a:cubicBezTo>
                <a:cubicBezTo>
                  <a:pt x="20877" y="1481"/>
                  <a:pt x="20865" y="1488"/>
                  <a:pt x="20852" y="1493"/>
                </a:cubicBezTo>
                <a:cubicBezTo>
                  <a:pt x="20839" y="1498"/>
                  <a:pt x="20826" y="1502"/>
                  <a:pt x="20812" y="1505"/>
                </a:cubicBezTo>
                <a:cubicBezTo>
                  <a:pt x="20798" y="1508"/>
                  <a:pt x="20785" y="1509"/>
                  <a:pt x="20771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8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/>
          <p:nvPr/>
        </p:nvSpPr>
        <p:spPr>
          <a:xfrm>
            <a:off x="456840" y="3457440"/>
            <a:ext cx="7582320" cy="543240"/>
          </a:xfrm>
          <a:custGeom>
            <a:avLst/>
            <a:gdLst/>
            <a:ahLst/>
            <a:rect l="0" t="0" r="r" b="b"/>
            <a:pathLst>
              <a:path w="21062" h="1509">
                <a:moveTo>
                  <a:pt x="0" y="0"/>
                </a:moveTo>
                <a:lnTo>
                  <a:pt x="21062" y="0"/>
                </a:lnTo>
                <a:lnTo>
                  <a:pt x="2106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712440" y="3023280"/>
            <a:ext cx="77716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 opslaat. Die leunt volledig op wat de lagen eronder aanleveren.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12440" y="3642480"/>
            <a:ext cx="78876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OKx werkt precies daar: aan de afspraken over wat er tussen systemen gaat en wat het betekent.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9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277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3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370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1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3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6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9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5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9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0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9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2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7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3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15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6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41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7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6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668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2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4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3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31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3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4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8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4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5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63" name=""/>
          <p:cNvSpPr/>
          <p:nvPr/>
        </p:nvSpPr>
        <p:spPr>
          <a:xfrm>
            <a:off x="2168640" y="142848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/>
          <p:nvPr/>
        </p:nvSpPr>
        <p:spPr>
          <a:xfrm>
            <a:off x="2137320" y="209412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/>
          <p:nvPr/>
        </p:nvSpPr>
        <p:spPr>
          <a:xfrm>
            <a:off x="2129760" y="208692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6"/>
                </a:lnTo>
                <a:lnTo>
                  <a:pt x="63" y="217"/>
                </a:lnTo>
                <a:lnTo>
                  <a:pt x="42" y="217"/>
                </a:lnTo>
                <a:lnTo>
                  <a:pt x="43" y="195"/>
                </a:lnTo>
                <a:moveTo>
                  <a:pt x="64" y="196"/>
                </a:moveTo>
                <a:lnTo>
                  <a:pt x="85" y="197"/>
                </a:lnTo>
                <a:lnTo>
                  <a:pt x="84" y="218"/>
                </a:lnTo>
                <a:lnTo>
                  <a:pt x="63" y="217"/>
                </a:lnTo>
                <a:lnTo>
                  <a:pt x="64" y="196"/>
                </a:lnTo>
                <a:moveTo>
                  <a:pt x="85" y="197"/>
                </a:moveTo>
                <a:lnTo>
                  <a:pt x="106" y="198"/>
                </a:lnTo>
                <a:lnTo>
                  <a:pt x="106" y="219"/>
                </a:lnTo>
                <a:lnTo>
                  <a:pt x="84" y="218"/>
                </a:lnTo>
                <a:lnTo>
                  <a:pt x="85" y="197"/>
                </a:lnTo>
                <a:moveTo>
                  <a:pt x="106" y="198"/>
                </a:moveTo>
                <a:lnTo>
                  <a:pt x="127" y="199"/>
                </a:lnTo>
                <a:lnTo>
                  <a:pt x="127" y="220"/>
                </a:lnTo>
                <a:lnTo>
                  <a:pt x="106" y="219"/>
                </a:lnTo>
                <a:lnTo>
                  <a:pt x="106" y="198"/>
                </a:lnTo>
                <a:moveTo>
                  <a:pt x="127" y="199"/>
                </a:moveTo>
                <a:lnTo>
                  <a:pt x="149" y="199"/>
                </a:lnTo>
                <a:lnTo>
                  <a:pt x="148" y="220"/>
                </a:lnTo>
                <a:lnTo>
                  <a:pt x="127" y="220"/>
                </a:lnTo>
                <a:lnTo>
                  <a:pt x="127" y="199"/>
                </a:lnTo>
                <a:moveTo>
                  <a:pt x="149" y="199"/>
                </a:moveTo>
                <a:lnTo>
                  <a:pt x="170" y="200"/>
                </a:lnTo>
                <a:lnTo>
                  <a:pt x="169" y="221"/>
                </a:lnTo>
                <a:lnTo>
                  <a:pt x="148" y="220"/>
                </a:lnTo>
                <a:lnTo>
                  <a:pt x="149" y="199"/>
                </a:lnTo>
                <a:moveTo>
                  <a:pt x="170" y="200"/>
                </a:moveTo>
                <a:lnTo>
                  <a:pt x="191" y="201"/>
                </a:lnTo>
                <a:lnTo>
                  <a:pt x="190" y="222"/>
                </a:lnTo>
                <a:lnTo>
                  <a:pt x="169" y="221"/>
                </a:lnTo>
                <a:lnTo>
                  <a:pt x="170" y="200"/>
                </a:lnTo>
                <a:moveTo>
                  <a:pt x="191" y="201"/>
                </a:moveTo>
                <a:lnTo>
                  <a:pt x="212" y="202"/>
                </a:lnTo>
                <a:lnTo>
                  <a:pt x="211" y="223"/>
                </a:lnTo>
                <a:lnTo>
                  <a:pt x="190" y="222"/>
                </a:lnTo>
                <a:lnTo>
                  <a:pt x="191" y="201"/>
                </a:lnTo>
                <a:moveTo>
                  <a:pt x="212" y="202"/>
                </a:moveTo>
                <a:lnTo>
                  <a:pt x="233" y="203"/>
                </a:lnTo>
                <a:lnTo>
                  <a:pt x="232" y="224"/>
                </a:lnTo>
                <a:lnTo>
                  <a:pt x="211" y="223"/>
                </a:lnTo>
                <a:lnTo>
                  <a:pt x="212" y="202"/>
                </a:lnTo>
                <a:moveTo>
                  <a:pt x="233" y="203"/>
                </a:moveTo>
                <a:lnTo>
                  <a:pt x="255" y="203"/>
                </a:lnTo>
                <a:lnTo>
                  <a:pt x="255" y="224"/>
                </a:lnTo>
                <a:lnTo>
                  <a:pt x="232" y="224"/>
                </a:lnTo>
                <a:lnTo>
                  <a:pt x="233" y="203"/>
                </a:lnTo>
                <a:moveTo>
                  <a:pt x="255" y="203"/>
                </a:moveTo>
                <a:lnTo>
                  <a:pt x="259" y="203"/>
                </a:lnTo>
                <a:lnTo>
                  <a:pt x="259" y="214"/>
                </a:lnTo>
                <a:lnTo>
                  <a:pt x="248" y="218"/>
                </a:lnTo>
                <a:lnTo>
                  <a:pt x="241" y="203"/>
                </a:lnTo>
                <a:lnTo>
                  <a:pt x="261" y="194"/>
                </a:lnTo>
                <a:lnTo>
                  <a:pt x="276" y="225"/>
                </a:lnTo>
                <a:lnTo>
                  <a:pt x="255" y="224"/>
                </a:lnTo>
                <a:lnTo>
                  <a:pt x="255" y="203"/>
                </a:lnTo>
                <a:moveTo>
                  <a:pt x="241" y="203"/>
                </a:moveTo>
                <a:lnTo>
                  <a:pt x="232" y="183"/>
                </a:lnTo>
                <a:lnTo>
                  <a:pt x="253" y="175"/>
                </a:lnTo>
                <a:lnTo>
                  <a:pt x="261" y="194"/>
                </a:lnTo>
                <a:lnTo>
                  <a:pt x="241" y="203"/>
                </a:lnTo>
                <a:moveTo>
                  <a:pt x="232" y="183"/>
                </a:moveTo>
                <a:lnTo>
                  <a:pt x="224" y="164"/>
                </a:lnTo>
                <a:lnTo>
                  <a:pt x="243" y="155"/>
                </a:lnTo>
                <a:lnTo>
                  <a:pt x="253" y="175"/>
                </a:lnTo>
                <a:lnTo>
                  <a:pt x="232" y="183"/>
                </a:lnTo>
                <a:moveTo>
                  <a:pt x="224" y="164"/>
                </a:moveTo>
                <a:lnTo>
                  <a:pt x="215" y="145"/>
                </a:lnTo>
                <a:lnTo>
                  <a:pt x="234" y="136"/>
                </a:lnTo>
                <a:lnTo>
                  <a:pt x="243" y="155"/>
                </a:lnTo>
                <a:lnTo>
                  <a:pt x="224" y="164"/>
                </a:lnTo>
                <a:moveTo>
                  <a:pt x="215" y="145"/>
                </a:moveTo>
                <a:lnTo>
                  <a:pt x="206" y="126"/>
                </a:lnTo>
                <a:lnTo>
                  <a:pt x="225" y="117"/>
                </a:lnTo>
                <a:lnTo>
                  <a:pt x="234" y="136"/>
                </a:lnTo>
                <a:lnTo>
                  <a:pt x="215" y="145"/>
                </a:lnTo>
                <a:moveTo>
                  <a:pt x="206" y="126"/>
                </a:moveTo>
                <a:lnTo>
                  <a:pt x="197" y="105"/>
                </a:lnTo>
                <a:lnTo>
                  <a:pt x="217" y="96"/>
                </a:lnTo>
                <a:lnTo>
                  <a:pt x="225" y="117"/>
                </a:lnTo>
                <a:lnTo>
                  <a:pt x="206" y="126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7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9"/>
                </a:lnTo>
                <a:lnTo>
                  <a:pt x="171" y="47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4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4"/>
                </a:moveTo>
                <a:lnTo>
                  <a:pt x="88" y="140"/>
                </a:lnTo>
                <a:lnTo>
                  <a:pt x="71" y="127"/>
                </a:lnTo>
                <a:lnTo>
                  <a:pt x="85" y="109"/>
                </a:lnTo>
                <a:lnTo>
                  <a:pt x="101" y="124"/>
                </a:lnTo>
                <a:moveTo>
                  <a:pt x="88" y="140"/>
                </a:moveTo>
                <a:lnTo>
                  <a:pt x="74" y="157"/>
                </a:lnTo>
                <a:lnTo>
                  <a:pt x="58" y="143"/>
                </a:lnTo>
                <a:lnTo>
                  <a:pt x="71" y="127"/>
                </a:lnTo>
                <a:lnTo>
                  <a:pt x="88" y="140"/>
                </a:lnTo>
                <a:moveTo>
                  <a:pt x="74" y="157"/>
                </a:moveTo>
                <a:lnTo>
                  <a:pt x="61" y="173"/>
                </a:lnTo>
                <a:lnTo>
                  <a:pt x="45" y="160"/>
                </a:lnTo>
                <a:lnTo>
                  <a:pt x="58" y="143"/>
                </a:lnTo>
                <a:lnTo>
                  <a:pt x="74" y="157"/>
                </a:lnTo>
                <a:moveTo>
                  <a:pt x="61" y="173"/>
                </a:moveTo>
                <a:lnTo>
                  <a:pt x="48" y="189"/>
                </a:lnTo>
                <a:lnTo>
                  <a:pt x="31" y="176"/>
                </a:lnTo>
                <a:lnTo>
                  <a:pt x="45" y="160"/>
                </a:lnTo>
                <a:lnTo>
                  <a:pt x="61" y="173"/>
                </a:lnTo>
                <a:moveTo>
                  <a:pt x="48" y="189"/>
                </a:moveTo>
                <a:lnTo>
                  <a:pt x="34" y="206"/>
                </a:lnTo>
                <a:lnTo>
                  <a:pt x="18" y="193"/>
                </a:lnTo>
                <a:lnTo>
                  <a:pt x="31" y="176"/>
                </a:lnTo>
                <a:lnTo>
                  <a:pt x="48" y="189"/>
                </a:lnTo>
                <a:moveTo>
                  <a:pt x="34" y="206"/>
                </a:moveTo>
                <a:lnTo>
                  <a:pt x="30" y="212"/>
                </a:lnTo>
                <a:lnTo>
                  <a:pt x="21" y="205"/>
                </a:lnTo>
                <a:lnTo>
                  <a:pt x="22" y="195"/>
                </a:lnTo>
                <a:lnTo>
                  <a:pt x="43" y="195"/>
                </a:lnTo>
                <a:lnTo>
                  <a:pt x="42" y="217"/>
                </a:lnTo>
                <a:lnTo>
                  <a:pt x="0" y="215"/>
                </a:lnTo>
                <a:lnTo>
                  <a:pt x="18" y="193"/>
                </a:lnTo>
                <a:lnTo>
                  <a:pt x="34" y="2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4974840" y="139032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4970880" y="13842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5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5"/>
                </a:lnTo>
                <a:lnTo>
                  <a:pt x="92" y="46"/>
                </a:lnTo>
                <a:moveTo>
                  <a:pt x="111" y="55"/>
                </a:moveTo>
                <a:lnTo>
                  <a:pt x="130" y="65"/>
                </a:lnTo>
                <a:lnTo>
                  <a:pt x="120" y="84"/>
                </a:lnTo>
                <a:lnTo>
                  <a:pt x="102" y="74"/>
                </a:lnTo>
                <a:lnTo>
                  <a:pt x="111" y="55"/>
                </a:lnTo>
                <a:moveTo>
                  <a:pt x="130" y="65"/>
                </a:moveTo>
                <a:lnTo>
                  <a:pt x="149" y="74"/>
                </a:lnTo>
                <a:lnTo>
                  <a:pt x="139" y="93"/>
                </a:lnTo>
                <a:lnTo>
                  <a:pt x="120" y="84"/>
                </a:lnTo>
                <a:lnTo>
                  <a:pt x="130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2"/>
                </a:lnTo>
                <a:lnTo>
                  <a:pt x="219" y="114"/>
                </a:lnTo>
                <a:lnTo>
                  <a:pt x="223" y="123"/>
                </a:lnTo>
                <a:lnTo>
                  <a:pt x="219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8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8"/>
                </a:moveTo>
                <a:lnTo>
                  <a:pt x="61" y="217"/>
                </a:lnTo>
                <a:lnTo>
                  <a:pt x="52" y="197"/>
                </a:lnTo>
                <a:lnTo>
                  <a:pt x="70" y="188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7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4"/>
                </a:lnTo>
                <a:lnTo>
                  <a:pt x="21" y="194"/>
                </a:lnTo>
                <a:lnTo>
                  <a:pt x="21" y="217"/>
                </a:lnTo>
                <a:lnTo>
                  <a:pt x="0" y="217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2639880" y="241920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60568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7"/>
                </a:moveTo>
                <a:lnTo>
                  <a:pt x="212" y="213"/>
                </a:lnTo>
                <a:lnTo>
                  <a:pt x="212" y="0"/>
                </a:lnTo>
                <a:lnTo>
                  <a:pt x="0" y="10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9704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2"/>
                </a:lnTo>
                <a:lnTo>
                  <a:pt x="39" y="143"/>
                </a:lnTo>
                <a:lnTo>
                  <a:pt x="48" y="123"/>
                </a:lnTo>
                <a:moveTo>
                  <a:pt x="67" y="132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2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7"/>
                </a:lnTo>
                <a:lnTo>
                  <a:pt x="247" y="127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7"/>
                </a:moveTo>
                <a:lnTo>
                  <a:pt x="226" y="106"/>
                </a:lnTo>
                <a:lnTo>
                  <a:pt x="247" y="106"/>
                </a:lnTo>
                <a:lnTo>
                  <a:pt x="247" y="127"/>
                </a:lnTo>
                <a:lnTo>
                  <a:pt x="226" y="127"/>
                </a:lnTo>
                <a:moveTo>
                  <a:pt x="226" y="106"/>
                </a:moveTo>
                <a:lnTo>
                  <a:pt x="226" y="84"/>
                </a:lnTo>
                <a:lnTo>
                  <a:pt x="247" y="84"/>
                </a:lnTo>
                <a:lnTo>
                  <a:pt x="247" y="106"/>
                </a:lnTo>
                <a:lnTo>
                  <a:pt x="226" y="106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7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4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4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4"/>
                </a:lnTo>
                <a:moveTo>
                  <a:pt x="188" y="53"/>
                </a:moveTo>
                <a:lnTo>
                  <a:pt x="169" y="63"/>
                </a:lnTo>
                <a:lnTo>
                  <a:pt x="159" y="44"/>
                </a:lnTo>
                <a:lnTo>
                  <a:pt x="178" y="34"/>
                </a:lnTo>
                <a:lnTo>
                  <a:pt x="188" y="53"/>
                </a:lnTo>
                <a:moveTo>
                  <a:pt x="169" y="63"/>
                </a:moveTo>
                <a:lnTo>
                  <a:pt x="150" y="72"/>
                </a:lnTo>
                <a:lnTo>
                  <a:pt x="140" y="53"/>
                </a:lnTo>
                <a:lnTo>
                  <a:pt x="159" y="44"/>
                </a:lnTo>
                <a:lnTo>
                  <a:pt x="169" y="63"/>
                </a:lnTo>
                <a:moveTo>
                  <a:pt x="150" y="72"/>
                </a:moveTo>
                <a:lnTo>
                  <a:pt x="131" y="82"/>
                </a:lnTo>
                <a:lnTo>
                  <a:pt x="122" y="63"/>
                </a:lnTo>
                <a:lnTo>
                  <a:pt x="140" y="53"/>
                </a:lnTo>
                <a:lnTo>
                  <a:pt x="150" y="72"/>
                </a:lnTo>
                <a:moveTo>
                  <a:pt x="131" y="82"/>
                </a:moveTo>
                <a:lnTo>
                  <a:pt x="112" y="91"/>
                </a:lnTo>
                <a:lnTo>
                  <a:pt x="103" y="72"/>
                </a:lnTo>
                <a:lnTo>
                  <a:pt x="122" y="63"/>
                </a:lnTo>
                <a:lnTo>
                  <a:pt x="131" y="82"/>
                </a:lnTo>
                <a:moveTo>
                  <a:pt x="112" y="91"/>
                </a:moveTo>
                <a:lnTo>
                  <a:pt x="93" y="101"/>
                </a:lnTo>
                <a:lnTo>
                  <a:pt x="84" y="82"/>
                </a:lnTo>
                <a:lnTo>
                  <a:pt x="103" y="72"/>
                </a:lnTo>
                <a:lnTo>
                  <a:pt x="112" y="91"/>
                </a:lnTo>
                <a:moveTo>
                  <a:pt x="93" y="101"/>
                </a:moveTo>
                <a:lnTo>
                  <a:pt x="74" y="110"/>
                </a:lnTo>
                <a:lnTo>
                  <a:pt x="65" y="91"/>
                </a:lnTo>
                <a:lnTo>
                  <a:pt x="84" y="82"/>
                </a:lnTo>
                <a:lnTo>
                  <a:pt x="93" y="101"/>
                </a:lnTo>
                <a:moveTo>
                  <a:pt x="74" y="110"/>
                </a:moveTo>
                <a:lnTo>
                  <a:pt x="55" y="120"/>
                </a:lnTo>
                <a:lnTo>
                  <a:pt x="46" y="101"/>
                </a:lnTo>
                <a:lnTo>
                  <a:pt x="65" y="91"/>
                </a:lnTo>
                <a:lnTo>
                  <a:pt x="74" y="110"/>
                </a:lnTo>
                <a:moveTo>
                  <a:pt x="55" y="120"/>
                </a:moveTo>
                <a:lnTo>
                  <a:pt x="36" y="129"/>
                </a:lnTo>
                <a:lnTo>
                  <a:pt x="27" y="110"/>
                </a:lnTo>
                <a:lnTo>
                  <a:pt x="46" y="101"/>
                </a:lnTo>
                <a:lnTo>
                  <a:pt x="55" y="120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3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4821120" y="238104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7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4817160" y="237492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7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2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2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2"/>
                </a:lnTo>
                <a:lnTo>
                  <a:pt x="214" y="131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1"/>
                </a:lnTo>
                <a:lnTo>
                  <a:pt x="225" y="112"/>
                </a:lnTo>
                <a:moveTo>
                  <a:pt x="211" y="140"/>
                </a:moveTo>
                <a:lnTo>
                  <a:pt x="192" y="151"/>
                </a:lnTo>
                <a:lnTo>
                  <a:pt x="183" y="131"/>
                </a:lnTo>
                <a:lnTo>
                  <a:pt x="202" y="121"/>
                </a:lnTo>
                <a:lnTo>
                  <a:pt x="211" y="140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0"/>
                </a:lnTo>
                <a:lnTo>
                  <a:pt x="183" y="131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0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1"/>
                </a:lnTo>
                <a:lnTo>
                  <a:pt x="21" y="131"/>
                </a:lnTo>
                <a:lnTo>
                  <a:pt x="21" y="153"/>
                </a:lnTo>
                <a:lnTo>
                  <a:pt x="0" y="153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168640" y="269208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137320" y="26748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129760" y="267084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29"/>
                </a:moveTo>
                <a:lnTo>
                  <a:pt x="56" y="46"/>
                </a:lnTo>
                <a:lnTo>
                  <a:pt x="40" y="60"/>
                </a:lnTo>
                <a:lnTo>
                  <a:pt x="26" y="43"/>
                </a:lnTo>
                <a:lnTo>
                  <a:pt x="43" y="29"/>
                </a:lnTo>
                <a:moveTo>
                  <a:pt x="56" y="46"/>
                </a:moveTo>
                <a:lnTo>
                  <a:pt x="70" y="63"/>
                </a:lnTo>
                <a:lnTo>
                  <a:pt x="53" y="77"/>
                </a:lnTo>
                <a:lnTo>
                  <a:pt x="40" y="60"/>
                </a:lnTo>
                <a:lnTo>
                  <a:pt x="56" y="46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7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10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3"/>
                </a:lnTo>
                <a:lnTo>
                  <a:pt x="93" y="126"/>
                </a:lnTo>
                <a:lnTo>
                  <a:pt x="80" y="110"/>
                </a:lnTo>
                <a:lnTo>
                  <a:pt x="96" y="96"/>
                </a:lnTo>
                <a:moveTo>
                  <a:pt x="110" y="113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3"/>
                </a:lnTo>
                <a:moveTo>
                  <a:pt x="123" y="129"/>
                </a:moveTo>
                <a:lnTo>
                  <a:pt x="136" y="146"/>
                </a:lnTo>
                <a:lnTo>
                  <a:pt x="120" y="159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6"/>
                </a:moveTo>
                <a:lnTo>
                  <a:pt x="149" y="162"/>
                </a:lnTo>
                <a:lnTo>
                  <a:pt x="133" y="175"/>
                </a:lnTo>
                <a:lnTo>
                  <a:pt x="120" y="159"/>
                </a:lnTo>
                <a:lnTo>
                  <a:pt x="136" y="146"/>
                </a:lnTo>
                <a:moveTo>
                  <a:pt x="149" y="162"/>
                </a:moveTo>
                <a:lnTo>
                  <a:pt x="163" y="178"/>
                </a:lnTo>
                <a:lnTo>
                  <a:pt x="146" y="192"/>
                </a:lnTo>
                <a:lnTo>
                  <a:pt x="133" y="175"/>
                </a:lnTo>
                <a:lnTo>
                  <a:pt x="149" y="162"/>
                </a:lnTo>
                <a:moveTo>
                  <a:pt x="163" y="178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8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4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4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4"/>
                </a:lnTo>
                <a:moveTo>
                  <a:pt x="177" y="165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6"/>
                </a:moveTo>
                <a:lnTo>
                  <a:pt x="194" y="127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7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7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7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9"/>
                </a:lnTo>
                <a:lnTo>
                  <a:pt x="240" y="77"/>
                </a:lnTo>
                <a:lnTo>
                  <a:pt x="231" y="97"/>
                </a:lnTo>
                <a:lnTo>
                  <a:pt x="212" y="88"/>
                </a:lnTo>
                <a:moveTo>
                  <a:pt x="220" y="69"/>
                </a:moveTo>
                <a:lnTo>
                  <a:pt x="229" y="48"/>
                </a:lnTo>
                <a:lnTo>
                  <a:pt x="248" y="58"/>
                </a:lnTo>
                <a:lnTo>
                  <a:pt x="240" y="77"/>
                </a:lnTo>
                <a:lnTo>
                  <a:pt x="220" y="69"/>
                </a:lnTo>
                <a:moveTo>
                  <a:pt x="229" y="48"/>
                </a:moveTo>
                <a:lnTo>
                  <a:pt x="238" y="29"/>
                </a:lnTo>
                <a:lnTo>
                  <a:pt x="258" y="38"/>
                </a:lnTo>
                <a:lnTo>
                  <a:pt x="248" y="58"/>
                </a:lnTo>
                <a:lnTo>
                  <a:pt x="229" y="48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6"/>
                </a:lnTo>
                <a:lnTo>
                  <a:pt x="259" y="11"/>
                </a:lnTo>
                <a:lnTo>
                  <a:pt x="259" y="21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2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4"/>
                </a:lnTo>
                <a:lnTo>
                  <a:pt x="177" y="3"/>
                </a:lnTo>
                <a:lnTo>
                  <a:pt x="198" y="2"/>
                </a:lnTo>
                <a:lnTo>
                  <a:pt x="199" y="24"/>
                </a:lnTo>
                <a:moveTo>
                  <a:pt x="177" y="24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4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6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8"/>
                </a:lnTo>
                <a:lnTo>
                  <a:pt x="71" y="7"/>
                </a:lnTo>
                <a:lnTo>
                  <a:pt x="92" y="6"/>
                </a:lnTo>
                <a:lnTo>
                  <a:pt x="93" y="28"/>
                </a:lnTo>
                <a:moveTo>
                  <a:pt x="72" y="28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8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29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5291640" y="337176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7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5287680" y="33656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2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2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1"/>
                </a:lnTo>
                <a:lnTo>
                  <a:pt x="203" y="122"/>
                </a:lnTo>
                <a:lnTo>
                  <a:pt x="218" y="114"/>
                </a:lnTo>
                <a:lnTo>
                  <a:pt x="223" y="124"/>
                </a:lnTo>
                <a:lnTo>
                  <a:pt x="218" y="133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1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2"/>
                </a:lnTo>
                <a:lnTo>
                  <a:pt x="212" y="141"/>
                </a:lnTo>
                <a:moveTo>
                  <a:pt x="194" y="150"/>
                </a:moveTo>
                <a:lnTo>
                  <a:pt x="175" y="160"/>
                </a:lnTo>
                <a:lnTo>
                  <a:pt x="165" y="141"/>
                </a:lnTo>
                <a:lnTo>
                  <a:pt x="184" y="131"/>
                </a:lnTo>
                <a:lnTo>
                  <a:pt x="194" y="150"/>
                </a:lnTo>
                <a:moveTo>
                  <a:pt x="175" y="160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1"/>
                </a:lnTo>
                <a:lnTo>
                  <a:pt x="175" y="160"/>
                </a:lnTo>
                <a:moveTo>
                  <a:pt x="156" y="169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9"/>
                </a:moveTo>
                <a:lnTo>
                  <a:pt x="117" y="188"/>
                </a:lnTo>
                <a:lnTo>
                  <a:pt x="107" y="169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9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5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5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5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2"/>
                </a:lnTo>
                <a:lnTo>
                  <a:pt x="21" y="152"/>
                </a:lnTo>
                <a:lnTo>
                  <a:pt x="21" y="174"/>
                </a:lnTo>
                <a:lnTo>
                  <a:pt x="0" y="174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10"/>
                </a:lnTo>
                <a:lnTo>
                  <a:pt x="21" y="110"/>
                </a:lnTo>
                <a:lnTo>
                  <a:pt x="21" y="131"/>
                </a:lnTo>
                <a:lnTo>
                  <a:pt x="0" y="131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2968200" y="119988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439920" y="55800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2968200" y="122076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2840040" y="219060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345120" y="144936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944080" y="22111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2968200" y="31813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 txBox="1"/>
          <p:nvPr/>
        </p:nvSpPr>
        <p:spPr>
          <a:xfrm>
            <a:off x="2840040" y="24397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 txBox="1"/>
          <p:nvPr/>
        </p:nvSpPr>
        <p:spPr>
          <a:xfrm>
            <a:off x="2968200" y="320184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533160" y="216216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3225240" y="343044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5050800" y="117144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819000" y="232560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897080" y="216216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5337000" y="133488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5367600" y="315252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182920" y="232560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456840" y="3876480"/>
            <a:ext cx="7915680" cy="819360"/>
          </a:xfrm>
          <a:custGeom>
            <a:avLst/>
            <a:gdLst/>
            <a:ahLst/>
            <a:rect l="0" t="0" r="r" b="b"/>
            <a:pathLst>
              <a:path w="21988" h="2276">
                <a:moveTo>
                  <a:pt x="0" y="0"/>
                </a:moveTo>
                <a:lnTo>
                  <a:pt x="21988" y="0"/>
                </a:lnTo>
                <a:lnTo>
                  <a:pt x="21988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456840" y="387648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/>
          <p:nvPr/>
        </p:nvSpPr>
        <p:spPr>
          <a:xfrm>
            <a:off x="456840" y="46861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8362800" y="3876480"/>
            <a:ext cx="9720" cy="819360"/>
          </a:xfrm>
          <a:custGeom>
            <a:avLst/>
            <a:gdLst/>
            <a:ahLst/>
            <a:rect l="0" t="0" r="r" b="b"/>
            <a:pathLst>
              <a:path w="27" h="2276">
                <a:moveTo>
                  <a:pt x="0" y="106"/>
                </a:moveTo>
                <a:lnTo>
                  <a:pt x="0" y="2276"/>
                </a:lnTo>
                <a:lnTo>
                  <a:pt x="27" y="2276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456840" y="387648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5653440" y="331632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634320" y="4100040"/>
            <a:ext cx="85899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OKx wijst de punten aan waar systemen elkaar raken, en legt vast wat er over zo'n punt gaat en wat het betekent.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634320" y="4338000"/>
            <a:ext cx="81417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Niet willekeurig, maar op basis van wat een student moet kunnen: kiezen, inschrijven, leren, resultaat halen.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1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17" name=""/>
          <p:cNvSpPr/>
          <p:nvPr/>
        </p:nvSpPr>
        <p:spPr>
          <a:xfrm>
            <a:off x="456840" y="1323720"/>
            <a:ext cx="2591280" cy="2333880"/>
          </a:xfrm>
          <a:custGeom>
            <a:avLst/>
            <a:gdLst/>
            <a:ahLst/>
            <a:rect l="0" t="0" r="r" b="b"/>
            <a:pathLst>
              <a:path w="7198" h="6483">
                <a:moveTo>
                  <a:pt x="0" y="621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2"/>
                  <a:pt x="6985" y="5"/>
                </a:cubicBezTo>
                <a:cubicBezTo>
                  <a:pt x="7002" y="9"/>
                  <a:pt x="7019" y="14"/>
                  <a:pt x="7035" y="20"/>
                </a:cubicBezTo>
                <a:cubicBezTo>
                  <a:pt x="7051" y="27"/>
                  <a:pt x="7066" y="35"/>
                  <a:pt x="7081" y="45"/>
                </a:cubicBezTo>
                <a:cubicBezTo>
                  <a:pt x="7095" y="54"/>
                  <a:pt x="7108" y="65"/>
                  <a:pt x="7121" y="78"/>
                </a:cubicBezTo>
                <a:cubicBezTo>
                  <a:pt x="7133" y="90"/>
                  <a:pt x="7144" y="103"/>
                  <a:pt x="7154" y="118"/>
                </a:cubicBezTo>
                <a:cubicBezTo>
                  <a:pt x="7163" y="132"/>
                  <a:pt x="7171" y="147"/>
                  <a:pt x="7178" y="164"/>
                </a:cubicBezTo>
                <a:cubicBezTo>
                  <a:pt x="7185" y="180"/>
                  <a:pt x="7190" y="196"/>
                  <a:pt x="7193" y="213"/>
                </a:cubicBezTo>
                <a:cubicBezTo>
                  <a:pt x="7196" y="230"/>
                  <a:pt x="7198" y="247"/>
                  <a:pt x="7198" y="265"/>
                </a:cubicBezTo>
                <a:lnTo>
                  <a:pt x="7198" y="6219"/>
                </a:lnTo>
                <a:cubicBezTo>
                  <a:pt x="7198" y="6236"/>
                  <a:pt x="7196" y="6253"/>
                  <a:pt x="7193" y="6271"/>
                </a:cubicBezTo>
                <a:cubicBezTo>
                  <a:pt x="7190" y="6288"/>
                  <a:pt x="7185" y="6304"/>
                  <a:pt x="7178" y="6320"/>
                </a:cubicBezTo>
                <a:cubicBezTo>
                  <a:pt x="7171" y="6336"/>
                  <a:pt x="7163" y="6351"/>
                  <a:pt x="7154" y="6366"/>
                </a:cubicBezTo>
                <a:cubicBezTo>
                  <a:pt x="7144" y="6380"/>
                  <a:pt x="7133" y="6394"/>
                  <a:pt x="7121" y="6406"/>
                </a:cubicBezTo>
                <a:cubicBezTo>
                  <a:pt x="7108" y="6418"/>
                  <a:pt x="7095" y="6429"/>
                  <a:pt x="7081" y="6439"/>
                </a:cubicBezTo>
                <a:cubicBezTo>
                  <a:pt x="7066" y="6449"/>
                  <a:pt x="7051" y="6457"/>
                  <a:pt x="7035" y="6463"/>
                </a:cubicBezTo>
                <a:cubicBezTo>
                  <a:pt x="7019" y="6470"/>
                  <a:pt x="7002" y="6475"/>
                  <a:pt x="6985" y="6478"/>
                </a:cubicBezTo>
                <a:cubicBezTo>
                  <a:pt x="6968" y="6482"/>
                  <a:pt x="6951" y="6483"/>
                  <a:pt x="6934" y="6483"/>
                </a:cubicBezTo>
                <a:lnTo>
                  <a:pt x="265" y="6483"/>
                </a:lnTo>
                <a:cubicBezTo>
                  <a:pt x="248" y="6483"/>
                  <a:pt x="231" y="6482"/>
                  <a:pt x="213" y="6478"/>
                </a:cubicBezTo>
                <a:cubicBezTo>
                  <a:pt x="196" y="6475"/>
                  <a:pt x="180" y="6470"/>
                  <a:pt x="164" y="6463"/>
                </a:cubicBezTo>
                <a:cubicBezTo>
                  <a:pt x="148" y="6457"/>
                  <a:pt x="133" y="6449"/>
                  <a:pt x="118" y="6439"/>
                </a:cubicBezTo>
                <a:cubicBezTo>
                  <a:pt x="104" y="6429"/>
                  <a:pt x="90" y="6418"/>
                  <a:pt x="78" y="6406"/>
                </a:cubicBezTo>
                <a:cubicBezTo>
                  <a:pt x="66" y="6394"/>
                  <a:pt x="55" y="6380"/>
                  <a:pt x="45" y="6366"/>
                </a:cubicBezTo>
                <a:cubicBezTo>
                  <a:pt x="35" y="6351"/>
                  <a:pt x="27" y="6336"/>
                  <a:pt x="21" y="6320"/>
                </a:cubicBezTo>
                <a:cubicBezTo>
                  <a:pt x="14" y="6304"/>
                  <a:pt x="9" y="6288"/>
                  <a:pt x="6" y="6271"/>
                </a:cubicBezTo>
                <a:cubicBezTo>
                  <a:pt x="2" y="6253"/>
                  <a:pt x="0" y="6236"/>
                  <a:pt x="0" y="6219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439920" y="64368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141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141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141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141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1405800" y="1475280"/>
            <a:ext cx="829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Oriëntatie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39160" y="184248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948600" y="2166120"/>
            <a:ext cx="1782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Jouw proﬁel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1428480" y="2628720"/>
            <a:ext cx="648000" cy="295560"/>
          </a:xfrm>
          <a:custGeom>
            <a:avLst/>
            <a:gdLst/>
            <a:ahLst/>
            <a:rect l="0" t="0" r="r" b="b"/>
            <a:pathLst>
              <a:path w="1800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6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62"/>
                </a:lnTo>
                <a:cubicBezTo>
                  <a:pt x="1800" y="673"/>
                  <a:pt x="1799" y="683"/>
                  <a:pt x="1797" y="693"/>
                </a:cubicBezTo>
                <a:cubicBezTo>
                  <a:pt x="1795" y="704"/>
                  <a:pt x="1792" y="714"/>
                  <a:pt x="1788" y="723"/>
                </a:cubicBezTo>
                <a:cubicBezTo>
                  <a:pt x="1784" y="733"/>
                  <a:pt x="1779" y="742"/>
                  <a:pt x="1774" y="751"/>
                </a:cubicBezTo>
                <a:cubicBezTo>
                  <a:pt x="1768" y="759"/>
                  <a:pt x="1761" y="767"/>
                  <a:pt x="1754" y="775"/>
                </a:cubicBezTo>
                <a:cubicBezTo>
                  <a:pt x="1747" y="782"/>
                  <a:pt x="1739" y="789"/>
                  <a:pt x="1730" y="794"/>
                </a:cubicBezTo>
                <a:cubicBezTo>
                  <a:pt x="1721" y="800"/>
                  <a:pt x="1712" y="805"/>
                  <a:pt x="1702" y="809"/>
                </a:cubicBezTo>
                <a:cubicBezTo>
                  <a:pt x="1693" y="813"/>
                  <a:pt x="1683" y="816"/>
                  <a:pt x="1673" y="818"/>
                </a:cubicBezTo>
                <a:cubicBezTo>
                  <a:pt x="1662" y="820"/>
                  <a:pt x="1652" y="821"/>
                  <a:pt x="1642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79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1689120" y="24066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1563120" y="269928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689120" y="2949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624960" y="3184920"/>
            <a:ext cx="2556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 aanbod sluit het best aan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3200040" y="1323720"/>
            <a:ext cx="2591280" cy="2333880"/>
          </a:xfrm>
          <a:custGeom>
            <a:avLst/>
            <a:gdLst/>
            <a:ahLst/>
            <a:rect l="0" t="0" r="r" b="b"/>
            <a:pathLst>
              <a:path w="7198" h="6483">
                <a:moveTo>
                  <a:pt x="0" y="621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2"/>
                  <a:pt x="6985" y="5"/>
                </a:cubicBezTo>
                <a:cubicBezTo>
                  <a:pt x="7002" y="9"/>
                  <a:pt x="7019" y="14"/>
                  <a:pt x="7035" y="20"/>
                </a:cubicBezTo>
                <a:cubicBezTo>
                  <a:pt x="7051" y="27"/>
                  <a:pt x="7066" y="35"/>
                  <a:pt x="7081" y="45"/>
                </a:cubicBezTo>
                <a:cubicBezTo>
                  <a:pt x="7095" y="54"/>
                  <a:pt x="7108" y="65"/>
                  <a:pt x="7121" y="78"/>
                </a:cubicBezTo>
                <a:cubicBezTo>
                  <a:pt x="7133" y="90"/>
                  <a:pt x="7144" y="103"/>
                  <a:pt x="7154" y="118"/>
                </a:cubicBezTo>
                <a:cubicBezTo>
                  <a:pt x="7163" y="132"/>
                  <a:pt x="7171" y="147"/>
                  <a:pt x="7178" y="164"/>
                </a:cubicBezTo>
                <a:cubicBezTo>
                  <a:pt x="7185" y="180"/>
                  <a:pt x="7190" y="196"/>
                  <a:pt x="7193" y="213"/>
                </a:cubicBezTo>
                <a:cubicBezTo>
                  <a:pt x="7196" y="230"/>
                  <a:pt x="7198" y="247"/>
                  <a:pt x="7198" y="265"/>
                </a:cubicBezTo>
                <a:lnTo>
                  <a:pt x="7198" y="6219"/>
                </a:lnTo>
                <a:cubicBezTo>
                  <a:pt x="7198" y="6236"/>
                  <a:pt x="7196" y="6253"/>
                  <a:pt x="7193" y="6271"/>
                </a:cubicBezTo>
                <a:cubicBezTo>
                  <a:pt x="7190" y="6288"/>
                  <a:pt x="7185" y="6304"/>
                  <a:pt x="7178" y="6320"/>
                </a:cubicBezTo>
                <a:cubicBezTo>
                  <a:pt x="7171" y="6336"/>
                  <a:pt x="7163" y="6351"/>
                  <a:pt x="7154" y="6366"/>
                </a:cubicBezTo>
                <a:cubicBezTo>
                  <a:pt x="7144" y="6380"/>
                  <a:pt x="7133" y="6394"/>
                  <a:pt x="7121" y="6406"/>
                </a:cubicBezTo>
                <a:cubicBezTo>
                  <a:pt x="7108" y="6418"/>
                  <a:pt x="7095" y="6429"/>
                  <a:pt x="7081" y="6439"/>
                </a:cubicBezTo>
                <a:cubicBezTo>
                  <a:pt x="7066" y="6449"/>
                  <a:pt x="7051" y="6457"/>
                  <a:pt x="7035" y="6463"/>
                </a:cubicBezTo>
                <a:cubicBezTo>
                  <a:pt x="7019" y="6470"/>
                  <a:pt x="7002" y="6475"/>
                  <a:pt x="6985" y="6478"/>
                </a:cubicBezTo>
                <a:cubicBezTo>
                  <a:pt x="6968" y="6482"/>
                  <a:pt x="6951" y="6483"/>
                  <a:pt x="6934" y="6483"/>
                </a:cubicBezTo>
                <a:lnTo>
                  <a:pt x="265" y="6483"/>
                </a:lnTo>
                <a:cubicBezTo>
                  <a:pt x="248" y="6483"/>
                  <a:pt x="231" y="6482"/>
                  <a:pt x="213" y="6478"/>
                </a:cubicBezTo>
                <a:cubicBezTo>
                  <a:pt x="196" y="6475"/>
                  <a:pt x="180" y="6470"/>
                  <a:pt x="164" y="6463"/>
                </a:cubicBezTo>
                <a:cubicBezTo>
                  <a:pt x="148" y="6457"/>
                  <a:pt x="133" y="6449"/>
                  <a:pt x="118" y="6439"/>
                </a:cubicBezTo>
                <a:cubicBezTo>
                  <a:pt x="104" y="6429"/>
                  <a:pt x="90" y="6418"/>
                  <a:pt x="78" y="6406"/>
                </a:cubicBezTo>
                <a:cubicBezTo>
                  <a:pt x="66" y="6394"/>
                  <a:pt x="55" y="6380"/>
                  <a:pt x="45" y="6366"/>
                </a:cubicBezTo>
                <a:cubicBezTo>
                  <a:pt x="35" y="6351"/>
                  <a:pt x="27" y="6336"/>
                  <a:pt x="21" y="6320"/>
                </a:cubicBezTo>
                <a:cubicBezTo>
                  <a:pt x="14" y="6304"/>
                  <a:pt x="9" y="6288"/>
                  <a:pt x="6" y="6271"/>
                </a:cubicBezTo>
                <a:cubicBezTo>
                  <a:pt x="2" y="6253"/>
                  <a:pt x="0" y="6236"/>
                  <a:pt x="0" y="6219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772560" y="3356280"/>
            <a:ext cx="2149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 voor de komende periode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33573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3357360" y="1766880"/>
            <a:ext cx="2277000" cy="285840"/>
          </a:xfrm>
          <a:custGeom>
            <a:avLst/>
            <a:gdLst/>
            <a:ahLst/>
            <a:rect l="0" t="0" r="r" b="b"/>
            <a:pathLst>
              <a:path w="6325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5"/>
                  <a:pt x="6325" y="145"/>
                </a:cubicBezTo>
                <a:lnTo>
                  <a:pt x="6325" y="649"/>
                </a:lnTo>
                <a:cubicBezTo>
                  <a:pt x="6325" y="658"/>
                  <a:pt x="6324" y="668"/>
                  <a:pt x="6322" y="677"/>
                </a:cubicBezTo>
                <a:cubicBezTo>
                  <a:pt x="6320" y="687"/>
                  <a:pt x="6317" y="696"/>
                  <a:pt x="6314" y="704"/>
                </a:cubicBezTo>
                <a:cubicBezTo>
                  <a:pt x="6310" y="713"/>
                  <a:pt x="6305" y="722"/>
                  <a:pt x="6300" y="730"/>
                </a:cubicBezTo>
                <a:cubicBezTo>
                  <a:pt x="6295" y="738"/>
                  <a:pt x="6289" y="745"/>
                  <a:pt x="6282" y="752"/>
                </a:cubicBezTo>
                <a:cubicBezTo>
                  <a:pt x="6275" y="758"/>
                  <a:pt x="6268" y="764"/>
                  <a:pt x="6260" y="770"/>
                </a:cubicBezTo>
                <a:cubicBezTo>
                  <a:pt x="6252" y="775"/>
                  <a:pt x="6244" y="780"/>
                  <a:pt x="6235" y="783"/>
                </a:cubicBezTo>
                <a:cubicBezTo>
                  <a:pt x="6226" y="787"/>
                  <a:pt x="6217" y="790"/>
                  <a:pt x="6207" y="791"/>
                </a:cubicBezTo>
                <a:cubicBezTo>
                  <a:pt x="6198" y="793"/>
                  <a:pt x="6189" y="794"/>
                  <a:pt x="6179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5" name=""/>
          <p:cNvSpPr/>
          <p:nvPr/>
        </p:nvSpPr>
        <p:spPr>
          <a:xfrm>
            <a:off x="33573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3357360" y="210024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0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29"/>
                  <a:pt x="6275" y="35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89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1"/>
                </a:lnTo>
                <a:cubicBezTo>
                  <a:pt x="6325" y="631"/>
                  <a:pt x="6324" y="640"/>
                  <a:pt x="6322" y="650"/>
                </a:cubicBezTo>
                <a:cubicBezTo>
                  <a:pt x="6320" y="659"/>
                  <a:pt x="6317" y="668"/>
                  <a:pt x="6314" y="677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8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0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4155840" y="1475280"/>
            <a:ext cx="801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3827160" y="1842480"/>
            <a:ext cx="14972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3803400" y="2166120"/>
            <a:ext cx="15307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4171680" y="2628720"/>
            <a:ext cx="657720" cy="295560"/>
          </a:xfrm>
          <a:custGeom>
            <a:avLst/>
            <a:gdLst/>
            <a:ahLst/>
            <a:rect l="0" t="0" r="r" b="b"/>
            <a:pathLst>
              <a:path w="1827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6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62"/>
                </a:lnTo>
                <a:cubicBezTo>
                  <a:pt x="1827" y="673"/>
                  <a:pt x="1826" y="683"/>
                  <a:pt x="1824" y="693"/>
                </a:cubicBezTo>
                <a:cubicBezTo>
                  <a:pt x="1822" y="704"/>
                  <a:pt x="1819" y="714"/>
                  <a:pt x="1815" y="723"/>
                </a:cubicBezTo>
                <a:cubicBezTo>
                  <a:pt x="1811" y="733"/>
                  <a:pt x="1806" y="742"/>
                  <a:pt x="1800" y="751"/>
                </a:cubicBezTo>
                <a:cubicBezTo>
                  <a:pt x="1794" y="759"/>
                  <a:pt x="1788" y="767"/>
                  <a:pt x="1780" y="775"/>
                </a:cubicBezTo>
                <a:cubicBezTo>
                  <a:pt x="1773" y="782"/>
                  <a:pt x="1765" y="789"/>
                  <a:pt x="1756" y="794"/>
                </a:cubicBezTo>
                <a:cubicBezTo>
                  <a:pt x="1748" y="800"/>
                  <a:pt x="1739" y="805"/>
                  <a:pt x="1729" y="809"/>
                </a:cubicBezTo>
                <a:cubicBezTo>
                  <a:pt x="1719" y="813"/>
                  <a:pt x="1709" y="816"/>
                  <a:pt x="1699" y="818"/>
                </a:cubicBezTo>
                <a:cubicBezTo>
                  <a:pt x="1689" y="820"/>
                  <a:pt x="1679" y="821"/>
                  <a:pt x="1668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79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4434480" y="24066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4308120" y="269928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434480" y="2949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3427200" y="3184920"/>
            <a:ext cx="23965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Wat is de volgende stap binnen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5943240" y="1323720"/>
            <a:ext cx="2601000" cy="2333880"/>
          </a:xfrm>
          <a:custGeom>
            <a:avLst/>
            <a:gdLst/>
            <a:ahLst/>
            <a:rect l="0" t="0" r="r" b="b"/>
            <a:pathLst>
              <a:path w="7225" h="6483">
                <a:moveTo>
                  <a:pt x="0" y="6219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9"/>
                  <a:pt x="7045" y="14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8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4"/>
                </a:cubicBezTo>
                <a:cubicBezTo>
                  <a:pt x="7211" y="180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6219"/>
                </a:lnTo>
                <a:cubicBezTo>
                  <a:pt x="7225" y="6236"/>
                  <a:pt x="7223" y="6253"/>
                  <a:pt x="7220" y="6271"/>
                </a:cubicBezTo>
                <a:cubicBezTo>
                  <a:pt x="7216" y="6288"/>
                  <a:pt x="7211" y="6304"/>
                  <a:pt x="7204" y="6320"/>
                </a:cubicBezTo>
                <a:cubicBezTo>
                  <a:pt x="7198" y="6336"/>
                  <a:pt x="7190" y="6351"/>
                  <a:pt x="7180" y="6366"/>
                </a:cubicBezTo>
                <a:cubicBezTo>
                  <a:pt x="7170" y="6380"/>
                  <a:pt x="7159" y="6394"/>
                  <a:pt x="7147" y="6406"/>
                </a:cubicBezTo>
                <a:cubicBezTo>
                  <a:pt x="7135" y="6418"/>
                  <a:pt x="7121" y="6429"/>
                  <a:pt x="7107" y="6439"/>
                </a:cubicBezTo>
                <a:cubicBezTo>
                  <a:pt x="7093" y="6449"/>
                  <a:pt x="7077" y="6457"/>
                  <a:pt x="7061" y="6463"/>
                </a:cubicBezTo>
                <a:cubicBezTo>
                  <a:pt x="7045" y="6470"/>
                  <a:pt x="7029" y="6475"/>
                  <a:pt x="7012" y="6478"/>
                </a:cubicBezTo>
                <a:cubicBezTo>
                  <a:pt x="6995" y="6482"/>
                  <a:pt x="6977" y="6483"/>
                  <a:pt x="6960" y="6483"/>
                </a:cubicBezTo>
                <a:lnTo>
                  <a:pt x="265" y="6483"/>
                </a:lnTo>
                <a:cubicBezTo>
                  <a:pt x="248" y="6483"/>
                  <a:pt x="231" y="6482"/>
                  <a:pt x="213" y="6478"/>
                </a:cubicBezTo>
                <a:cubicBezTo>
                  <a:pt x="196" y="6475"/>
                  <a:pt x="180" y="6470"/>
                  <a:pt x="164" y="6463"/>
                </a:cubicBezTo>
                <a:cubicBezTo>
                  <a:pt x="148" y="6457"/>
                  <a:pt x="133" y="6449"/>
                  <a:pt x="118" y="6439"/>
                </a:cubicBezTo>
                <a:cubicBezTo>
                  <a:pt x="104" y="6429"/>
                  <a:pt x="90" y="6418"/>
                  <a:pt x="78" y="6406"/>
                </a:cubicBezTo>
                <a:cubicBezTo>
                  <a:pt x="66" y="6394"/>
                  <a:pt x="55" y="6380"/>
                  <a:pt x="45" y="6366"/>
                </a:cubicBezTo>
                <a:cubicBezTo>
                  <a:pt x="35" y="6351"/>
                  <a:pt x="27" y="6336"/>
                  <a:pt x="21" y="6320"/>
                </a:cubicBezTo>
                <a:cubicBezTo>
                  <a:pt x="14" y="6304"/>
                  <a:pt x="9" y="6288"/>
                  <a:pt x="6" y="6271"/>
                </a:cubicBezTo>
                <a:cubicBezTo>
                  <a:pt x="2" y="6253"/>
                  <a:pt x="0" y="6236"/>
                  <a:pt x="0" y="6219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4079520" y="3356280"/>
            <a:ext cx="907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lopende route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6100560" y="1766880"/>
            <a:ext cx="2286360" cy="285840"/>
          </a:xfrm>
          <a:custGeom>
            <a:avLst/>
            <a:gdLst/>
            <a:ahLst/>
            <a:rect l="0" t="0" r="r" b="b"/>
            <a:pathLst>
              <a:path w="6351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5"/>
                  <a:pt x="6351" y="145"/>
                </a:cubicBezTo>
                <a:lnTo>
                  <a:pt x="6351" y="649"/>
                </a:lnTo>
                <a:cubicBezTo>
                  <a:pt x="6351" y="658"/>
                  <a:pt x="6350" y="668"/>
                  <a:pt x="6348" y="677"/>
                </a:cubicBezTo>
                <a:cubicBezTo>
                  <a:pt x="6346" y="687"/>
                  <a:pt x="6344" y="696"/>
                  <a:pt x="6340" y="704"/>
                </a:cubicBezTo>
                <a:cubicBezTo>
                  <a:pt x="6336" y="713"/>
                  <a:pt x="6332" y="722"/>
                  <a:pt x="6327" y="730"/>
                </a:cubicBezTo>
                <a:cubicBezTo>
                  <a:pt x="6321" y="738"/>
                  <a:pt x="6315" y="745"/>
                  <a:pt x="6308" y="752"/>
                </a:cubicBezTo>
                <a:cubicBezTo>
                  <a:pt x="6302" y="758"/>
                  <a:pt x="6294" y="764"/>
                  <a:pt x="6286" y="770"/>
                </a:cubicBezTo>
                <a:cubicBezTo>
                  <a:pt x="6278" y="775"/>
                  <a:pt x="6270" y="780"/>
                  <a:pt x="6261" y="783"/>
                </a:cubicBezTo>
                <a:cubicBezTo>
                  <a:pt x="6252" y="787"/>
                  <a:pt x="6243" y="790"/>
                  <a:pt x="6234" y="791"/>
                </a:cubicBezTo>
                <a:cubicBezTo>
                  <a:pt x="6225" y="793"/>
                  <a:pt x="6215" y="794"/>
                  <a:pt x="6206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6100560" y="1766880"/>
            <a:ext cx="2286360" cy="285840"/>
          </a:xfrm>
          <a:custGeom>
            <a:avLst/>
            <a:gdLst/>
            <a:ahLst/>
            <a:rect l="0" t="0" r="r" b="b"/>
            <a:pathLst>
              <a:path w="6351" h="794">
                <a:moveTo>
                  <a:pt x="0" y="649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5"/>
                  <a:pt x="6351" y="145"/>
                </a:cubicBezTo>
                <a:lnTo>
                  <a:pt x="6351" y="649"/>
                </a:lnTo>
                <a:cubicBezTo>
                  <a:pt x="6351" y="658"/>
                  <a:pt x="6350" y="668"/>
                  <a:pt x="6348" y="677"/>
                </a:cubicBezTo>
                <a:cubicBezTo>
                  <a:pt x="6346" y="687"/>
                  <a:pt x="6344" y="696"/>
                  <a:pt x="6340" y="704"/>
                </a:cubicBezTo>
                <a:cubicBezTo>
                  <a:pt x="6336" y="713"/>
                  <a:pt x="6332" y="722"/>
                  <a:pt x="6327" y="730"/>
                </a:cubicBezTo>
                <a:cubicBezTo>
                  <a:pt x="6321" y="738"/>
                  <a:pt x="6315" y="745"/>
                  <a:pt x="6308" y="752"/>
                </a:cubicBezTo>
                <a:cubicBezTo>
                  <a:pt x="6302" y="758"/>
                  <a:pt x="6294" y="764"/>
                  <a:pt x="6286" y="770"/>
                </a:cubicBezTo>
                <a:cubicBezTo>
                  <a:pt x="6278" y="775"/>
                  <a:pt x="6270" y="780"/>
                  <a:pt x="6261" y="783"/>
                </a:cubicBezTo>
                <a:cubicBezTo>
                  <a:pt x="6252" y="787"/>
                  <a:pt x="6243" y="790"/>
                  <a:pt x="6234" y="791"/>
                </a:cubicBezTo>
                <a:cubicBezTo>
                  <a:pt x="6225" y="793"/>
                  <a:pt x="6215" y="794"/>
                  <a:pt x="6206" y="794"/>
                </a:cubicBezTo>
                <a:lnTo>
                  <a:pt x="146" y="794"/>
                </a:lnTo>
                <a:cubicBezTo>
                  <a:pt x="136" y="794"/>
                  <a:pt x="127" y="793"/>
                  <a:pt x="117" y="791"/>
                </a:cubicBezTo>
                <a:cubicBezTo>
                  <a:pt x="108" y="790"/>
                  <a:pt x="99" y="787"/>
                  <a:pt x="90" y="783"/>
                </a:cubicBezTo>
                <a:cubicBezTo>
                  <a:pt x="81" y="780"/>
                  <a:pt x="73" y="775"/>
                  <a:pt x="65" y="770"/>
                </a:cubicBezTo>
                <a:cubicBezTo>
                  <a:pt x="57" y="764"/>
                  <a:pt x="49" y="758"/>
                  <a:pt x="43" y="752"/>
                </a:cubicBezTo>
                <a:cubicBezTo>
                  <a:pt x="36" y="745"/>
                  <a:pt x="30" y="738"/>
                  <a:pt x="25" y="730"/>
                </a:cubicBezTo>
                <a:cubicBezTo>
                  <a:pt x="19" y="722"/>
                  <a:pt x="15" y="713"/>
                  <a:pt x="11" y="704"/>
                </a:cubicBezTo>
                <a:cubicBezTo>
                  <a:pt x="7" y="696"/>
                  <a:pt x="5" y="687"/>
                  <a:pt x="3" y="677"/>
                </a:cubicBezTo>
                <a:cubicBezTo>
                  <a:pt x="1" y="668"/>
                  <a:pt x="0" y="658"/>
                  <a:pt x="0" y="649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6100560" y="210024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1"/>
                </a:lnTo>
                <a:cubicBezTo>
                  <a:pt x="6351" y="631"/>
                  <a:pt x="6350" y="640"/>
                  <a:pt x="6348" y="650"/>
                </a:cubicBezTo>
                <a:cubicBezTo>
                  <a:pt x="6346" y="659"/>
                  <a:pt x="6344" y="668"/>
                  <a:pt x="6340" y="677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8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0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6100560" y="210024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1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0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29"/>
                  <a:pt x="6302" y="35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89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1"/>
                </a:lnTo>
                <a:cubicBezTo>
                  <a:pt x="6351" y="631"/>
                  <a:pt x="6350" y="640"/>
                  <a:pt x="6348" y="650"/>
                </a:cubicBezTo>
                <a:cubicBezTo>
                  <a:pt x="6346" y="659"/>
                  <a:pt x="6344" y="668"/>
                  <a:pt x="6340" y="677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8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0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0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8"/>
                  <a:pt x="30" y="711"/>
                  <a:pt x="25" y="703"/>
                </a:cubicBezTo>
                <a:cubicBezTo>
                  <a:pt x="19" y="695"/>
                  <a:pt x="15" y="687"/>
                  <a:pt x="11" y="677"/>
                </a:cubicBezTo>
                <a:cubicBezTo>
                  <a:pt x="7" y="668"/>
                  <a:pt x="5" y="659"/>
                  <a:pt x="3" y="650"/>
                </a:cubicBezTo>
                <a:cubicBezTo>
                  <a:pt x="1" y="640"/>
                  <a:pt x="0" y="631"/>
                  <a:pt x="0" y="621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6924960" y="147528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6662880" y="184248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572520" y="21661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6914880" y="2628720"/>
            <a:ext cx="657720" cy="295560"/>
          </a:xfrm>
          <a:custGeom>
            <a:avLst/>
            <a:gdLst/>
            <a:ahLst/>
            <a:rect l="0" t="0" r="r" b="b"/>
            <a:pathLst>
              <a:path w="1827" h="821">
                <a:moveTo>
                  <a:pt x="0" y="66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6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62"/>
                </a:lnTo>
                <a:cubicBezTo>
                  <a:pt x="1827" y="673"/>
                  <a:pt x="1826" y="683"/>
                  <a:pt x="1824" y="693"/>
                </a:cubicBezTo>
                <a:cubicBezTo>
                  <a:pt x="1822" y="704"/>
                  <a:pt x="1819" y="714"/>
                  <a:pt x="1815" y="723"/>
                </a:cubicBezTo>
                <a:cubicBezTo>
                  <a:pt x="1811" y="733"/>
                  <a:pt x="1806" y="742"/>
                  <a:pt x="1800" y="751"/>
                </a:cubicBezTo>
                <a:cubicBezTo>
                  <a:pt x="1794" y="759"/>
                  <a:pt x="1788" y="767"/>
                  <a:pt x="1779" y="775"/>
                </a:cubicBezTo>
                <a:cubicBezTo>
                  <a:pt x="1772" y="782"/>
                  <a:pt x="1764" y="789"/>
                  <a:pt x="1755" y="794"/>
                </a:cubicBezTo>
                <a:cubicBezTo>
                  <a:pt x="1747" y="800"/>
                  <a:pt x="1738" y="805"/>
                  <a:pt x="1728" y="809"/>
                </a:cubicBezTo>
                <a:cubicBezTo>
                  <a:pt x="1718" y="813"/>
                  <a:pt x="1708" y="816"/>
                  <a:pt x="1698" y="818"/>
                </a:cubicBezTo>
                <a:cubicBezTo>
                  <a:pt x="1688" y="820"/>
                  <a:pt x="1678" y="821"/>
                  <a:pt x="1667" y="821"/>
                </a:cubicBezTo>
                <a:lnTo>
                  <a:pt x="159" y="821"/>
                </a:lnTo>
                <a:cubicBezTo>
                  <a:pt x="149" y="821"/>
                  <a:pt x="138" y="820"/>
                  <a:pt x="128" y="818"/>
                </a:cubicBezTo>
                <a:cubicBezTo>
                  <a:pt x="118" y="816"/>
                  <a:pt x="108" y="813"/>
                  <a:pt x="98" y="809"/>
                </a:cubicBezTo>
                <a:cubicBezTo>
                  <a:pt x="89" y="805"/>
                  <a:pt x="79" y="800"/>
                  <a:pt x="71" y="794"/>
                </a:cubicBezTo>
                <a:cubicBezTo>
                  <a:pt x="62" y="789"/>
                  <a:pt x="54" y="782"/>
                  <a:pt x="47" y="775"/>
                </a:cubicBezTo>
                <a:cubicBezTo>
                  <a:pt x="39" y="767"/>
                  <a:pt x="33" y="759"/>
                  <a:pt x="27" y="751"/>
                </a:cubicBezTo>
                <a:cubicBezTo>
                  <a:pt x="21" y="742"/>
                  <a:pt x="16" y="733"/>
                  <a:pt x="12" y="723"/>
                </a:cubicBezTo>
                <a:cubicBezTo>
                  <a:pt x="8" y="714"/>
                  <a:pt x="5" y="704"/>
                  <a:pt x="3" y="693"/>
                </a:cubicBezTo>
                <a:cubicBezTo>
                  <a:pt x="1" y="683"/>
                  <a:pt x="0" y="673"/>
                  <a:pt x="0" y="662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7179480" y="240660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7053480" y="269928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7179480" y="29494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6419880" y="318492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790800"/>
            <a:ext cx="8087400" cy="819360"/>
          </a:xfrm>
          <a:custGeom>
            <a:avLst/>
            <a:gdLst/>
            <a:ahLst/>
            <a:rect l="0" t="0" r="r" b="b"/>
            <a:pathLst>
              <a:path w="22465" h="2276">
                <a:moveTo>
                  <a:pt x="0" y="0"/>
                </a:moveTo>
                <a:lnTo>
                  <a:pt x="22465" y="0"/>
                </a:lnTo>
                <a:lnTo>
                  <a:pt x="22465" y="2276"/>
                </a:lnTo>
                <a:lnTo>
                  <a:pt x="0" y="22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7908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60044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534160" y="37908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106"/>
                </a:moveTo>
                <a:lnTo>
                  <a:pt x="0" y="2276"/>
                </a:lnTo>
                <a:lnTo>
                  <a:pt x="28" y="227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790800"/>
            <a:ext cx="10080" cy="819360"/>
          </a:xfrm>
          <a:custGeom>
            <a:avLst/>
            <a:gdLst/>
            <a:ahLst/>
            <a:rect l="0" t="0" r="r" b="b"/>
            <a:pathLst>
              <a:path w="28" h="2276">
                <a:moveTo>
                  <a:pt x="0" y="0"/>
                </a:moveTo>
                <a:lnTo>
                  <a:pt x="0" y="2276"/>
                </a:lnTo>
                <a:lnTo>
                  <a:pt x="28" y="227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905880" y="335628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4014360"/>
            <a:ext cx="86266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De agent moet bij die informatie kunnen </a:t>
            </a:r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en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weten wat ze betekent. Het eerste is een koppeling. Het tweede is een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4252320"/>
            <a:ext cx="69552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/>
          <p:nvPr/>
        </p:nvSpPr>
        <p:spPr>
          <a:xfrm>
            <a:off x="456840" y="1657080"/>
            <a:ext cx="3086640" cy="305280"/>
          </a:xfrm>
          <a:custGeom>
            <a:avLst/>
            <a:gdLst/>
            <a:ahLst/>
            <a:rect l="0" t="0" r="r" b="b"/>
            <a:pathLst>
              <a:path w="8574" h="848">
                <a:moveTo>
                  <a:pt x="0" y="0"/>
                </a:moveTo>
                <a:lnTo>
                  <a:pt x="8574" y="0"/>
                </a:lnTo>
                <a:lnTo>
                  <a:pt x="857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3543120" y="1657080"/>
            <a:ext cx="5001120" cy="305280"/>
          </a:xfrm>
          <a:custGeom>
            <a:avLst/>
            <a:gdLst/>
            <a:ahLst/>
            <a:rect l="0" t="0" r="r" b="b"/>
            <a:pathLst>
              <a:path w="13892" h="848">
                <a:moveTo>
                  <a:pt x="0" y="0"/>
                </a:moveTo>
                <a:lnTo>
                  <a:pt x="13892" y="0"/>
                </a:lnTo>
                <a:lnTo>
                  <a:pt x="13892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/>
          <p:nvPr/>
        </p:nvSpPr>
        <p:spPr>
          <a:xfrm>
            <a:off x="456840" y="1952280"/>
            <a:ext cx="3086640" cy="19440"/>
          </a:xfrm>
          <a:custGeom>
            <a:avLst/>
            <a:gdLst/>
            <a:ahLst/>
            <a:rect l="0" t="0" r="r" b="b"/>
            <a:pathLst>
              <a:path w="8574" h="54">
                <a:moveTo>
                  <a:pt x="0" y="0"/>
                </a:moveTo>
                <a:lnTo>
                  <a:pt x="8574" y="0"/>
                </a:lnTo>
                <a:lnTo>
                  <a:pt x="857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3543120" y="1952280"/>
            <a:ext cx="5001120" cy="19440"/>
          </a:xfrm>
          <a:custGeom>
            <a:avLst/>
            <a:gdLst/>
            <a:ahLst/>
            <a:rect l="0" t="0" r="r" b="b"/>
            <a:pathLst>
              <a:path w="13892" h="54">
                <a:moveTo>
                  <a:pt x="0" y="0"/>
                </a:moveTo>
                <a:lnTo>
                  <a:pt x="13892" y="0"/>
                </a:lnTo>
                <a:lnTo>
                  <a:pt x="13892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456840" y="2485800"/>
            <a:ext cx="3086640" cy="10080"/>
          </a:xfrm>
          <a:custGeom>
            <a:avLst/>
            <a:gdLst/>
            <a:ahLst/>
            <a:rect l="0" t="0" r="r" b="b"/>
            <a:pathLst>
              <a:path w="8574" h="28">
                <a:moveTo>
                  <a:pt x="0" y="0"/>
                </a:moveTo>
                <a:lnTo>
                  <a:pt x="8574" y="0"/>
                </a:lnTo>
                <a:lnTo>
                  <a:pt x="85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3543120" y="2485800"/>
            <a:ext cx="5001120" cy="10080"/>
          </a:xfrm>
          <a:custGeom>
            <a:avLst/>
            <a:gdLst/>
            <a:ahLst/>
            <a:rect l="0" t="0" r="r" b="b"/>
            <a:pathLst>
              <a:path w="13892" h="28">
                <a:moveTo>
                  <a:pt x="0" y="0"/>
                </a:moveTo>
                <a:lnTo>
                  <a:pt x="13892" y="0"/>
                </a:lnTo>
                <a:lnTo>
                  <a:pt x="138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456840" y="3019320"/>
            <a:ext cx="3086640" cy="9720"/>
          </a:xfrm>
          <a:custGeom>
            <a:avLst/>
            <a:gdLst/>
            <a:ahLst/>
            <a:rect l="0" t="0" r="r" b="b"/>
            <a:pathLst>
              <a:path w="8574" h="27">
                <a:moveTo>
                  <a:pt x="0" y="0"/>
                </a:moveTo>
                <a:lnTo>
                  <a:pt x="8574" y="0"/>
                </a:lnTo>
                <a:lnTo>
                  <a:pt x="85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3543120" y="3019320"/>
            <a:ext cx="5001120" cy="9720"/>
          </a:xfrm>
          <a:custGeom>
            <a:avLst/>
            <a:gdLst/>
            <a:ahLst/>
            <a:rect l="0" t="0" r="r" b="b"/>
            <a:pathLst>
              <a:path w="13892" h="27">
                <a:moveTo>
                  <a:pt x="0" y="0"/>
                </a:moveTo>
                <a:lnTo>
                  <a:pt x="13892" y="0"/>
                </a:lnTo>
                <a:lnTo>
                  <a:pt x="138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456840" y="3342960"/>
            <a:ext cx="3086640" cy="10080"/>
          </a:xfrm>
          <a:custGeom>
            <a:avLst/>
            <a:gdLst/>
            <a:ahLst/>
            <a:rect l="0" t="0" r="r" b="b"/>
            <a:pathLst>
              <a:path w="8574" h="28">
                <a:moveTo>
                  <a:pt x="0" y="0"/>
                </a:moveTo>
                <a:lnTo>
                  <a:pt x="8574" y="0"/>
                </a:lnTo>
                <a:lnTo>
                  <a:pt x="85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543120" y="3342960"/>
            <a:ext cx="5001120" cy="10080"/>
          </a:xfrm>
          <a:custGeom>
            <a:avLst/>
            <a:gdLst/>
            <a:ahLst/>
            <a:rect l="0" t="0" r="r" b="b"/>
            <a:pathLst>
              <a:path w="13892" h="28">
                <a:moveTo>
                  <a:pt x="0" y="0"/>
                </a:moveTo>
                <a:lnTo>
                  <a:pt x="13892" y="0"/>
                </a:lnTo>
                <a:lnTo>
                  <a:pt x="1389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456840" y="3876480"/>
            <a:ext cx="3086640" cy="9720"/>
          </a:xfrm>
          <a:custGeom>
            <a:avLst/>
            <a:gdLst/>
            <a:ahLst/>
            <a:rect l="0" t="0" r="r" b="b"/>
            <a:pathLst>
              <a:path w="8574" h="27">
                <a:moveTo>
                  <a:pt x="0" y="0"/>
                </a:moveTo>
                <a:lnTo>
                  <a:pt x="8574" y="0"/>
                </a:lnTo>
                <a:lnTo>
                  <a:pt x="85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3543120" y="3876480"/>
            <a:ext cx="5001120" cy="9720"/>
          </a:xfrm>
          <a:custGeom>
            <a:avLst/>
            <a:gdLst/>
            <a:ahLst/>
            <a:rect l="0" t="0" r="r" b="b"/>
            <a:pathLst>
              <a:path w="13892" h="27">
                <a:moveTo>
                  <a:pt x="0" y="0"/>
                </a:moveTo>
                <a:lnTo>
                  <a:pt x="13892" y="0"/>
                </a:lnTo>
                <a:lnTo>
                  <a:pt x="138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439920" y="1044000"/>
            <a:ext cx="22896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Vier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563760" y="1736640"/>
            <a:ext cx="3420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KANS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3649680" y="1736640"/>
            <a:ext cx="1675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WAAR DIE VANDAAN KOMT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563760" y="2056680"/>
            <a:ext cx="29955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sector als eerste met een speciﬁcatie die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63760" y="2247120"/>
            <a:ext cx="16876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agent kan gebruiken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3649680" y="2056680"/>
            <a:ext cx="5212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payloads zijn al machineleesbaar. Wie ook de interactie zo uitgeeft, levert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3649680" y="2247120"/>
            <a:ext cx="2108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iets dat elders nog niet bestaat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563760" y="2580480"/>
            <a:ext cx="2922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als 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3649680" y="2580480"/>
            <a:ext cx="46990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Dezelfde bron kan een API-deﬁnitie voeden en de invoer zijn voor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3649680" y="2771280"/>
            <a:ext cx="3205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testomgeving waarin een leverancier zich meet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563760" y="3104640"/>
            <a:ext cx="2097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Ons eigen tempo als voorbeeld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3649680" y="3104640"/>
            <a:ext cx="5214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Twee releases in twee weken, mediaan 9 dagen per issue, met AI in de keten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563760" y="3438000"/>
            <a:ext cx="1878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Laat zijn heeft een voordeel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 txBox="1"/>
          <p:nvPr/>
        </p:nvSpPr>
        <p:spPr>
          <a:xfrm>
            <a:off x="3649680" y="3438000"/>
            <a:ext cx="54720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Andere sectoren zijn ons voor. Hun keuzes zijn over te nemen in plaats van uit te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3649680" y="3637800"/>
            <a:ext cx="45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vinden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 txBox="1"/>
          <p:nvPr/>
        </p:nvSpPr>
        <p:spPr>
          <a:xfrm>
            <a:off x="457200" y="4025520"/>
            <a:ext cx="71575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374151"/>
                </a:solidFill>
                <a:latin typeface="Arial"/>
                <a:ea typeface="Arial"/>
              </a:rPr>
              <a:t>De eerste twee zijn een positie die we kunnen innemen. De laatste twee zijn meewind die er sowieso is.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1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11" name=""/>
          <p:cNvSpPr/>
          <p:nvPr/>
        </p:nvSpPr>
        <p:spPr>
          <a:xfrm>
            <a:off x="485640" y="1428480"/>
            <a:ext cx="7886880" cy="1019520"/>
          </a:xfrm>
          <a:custGeom>
            <a:avLst/>
            <a:gdLst/>
            <a:ahLst/>
            <a:rect l="0" t="0" r="r" b="b"/>
            <a:pathLst>
              <a:path w="21908" h="2832">
                <a:moveTo>
                  <a:pt x="0" y="2621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1697" y="0"/>
                </a:lnTo>
                <a:cubicBezTo>
                  <a:pt x="21711" y="0"/>
                  <a:pt x="21724" y="2"/>
                  <a:pt x="21738" y="4"/>
                </a:cubicBezTo>
                <a:cubicBezTo>
                  <a:pt x="21752" y="7"/>
                  <a:pt x="21765" y="11"/>
                  <a:pt x="21778" y="16"/>
                </a:cubicBezTo>
                <a:cubicBezTo>
                  <a:pt x="21791" y="22"/>
                  <a:pt x="21803" y="28"/>
                  <a:pt x="21814" y="36"/>
                </a:cubicBezTo>
                <a:cubicBezTo>
                  <a:pt x="21826" y="44"/>
                  <a:pt x="21837" y="52"/>
                  <a:pt x="21846" y="62"/>
                </a:cubicBezTo>
                <a:cubicBezTo>
                  <a:pt x="21856" y="72"/>
                  <a:pt x="21865" y="83"/>
                  <a:pt x="21873" y="94"/>
                </a:cubicBezTo>
                <a:cubicBezTo>
                  <a:pt x="21880" y="106"/>
                  <a:pt x="21887" y="118"/>
                  <a:pt x="21892" y="131"/>
                </a:cubicBezTo>
                <a:cubicBezTo>
                  <a:pt x="21898" y="144"/>
                  <a:pt x="21902" y="157"/>
                  <a:pt x="21904" y="171"/>
                </a:cubicBezTo>
                <a:cubicBezTo>
                  <a:pt x="21907" y="184"/>
                  <a:pt x="21908" y="198"/>
                  <a:pt x="21908" y="212"/>
                </a:cubicBezTo>
                <a:lnTo>
                  <a:pt x="21908" y="2621"/>
                </a:lnTo>
                <a:cubicBezTo>
                  <a:pt x="21908" y="2635"/>
                  <a:pt x="21907" y="2648"/>
                  <a:pt x="21904" y="2662"/>
                </a:cubicBezTo>
                <a:cubicBezTo>
                  <a:pt x="21902" y="2676"/>
                  <a:pt x="21898" y="2689"/>
                  <a:pt x="21892" y="2702"/>
                </a:cubicBezTo>
                <a:cubicBezTo>
                  <a:pt x="21887" y="2714"/>
                  <a:pt x="21880" y="2727"/>
                  <a:pt x="21873" y="2738"/>
                </a:cubicBezTo>
                <a:cubicBezTo>
                  <a:pt x="21865" y="2750"/>
                  <a:pt x="21856" y="2760"/>
                  <a:pt x="21846" y="2770"/>
                </a:cubicBezTo>
                <a:cubicBezTo>
                  <a:pt x="21837" y="2780"/>
                  <a:pt x="21826" y="2789"/>
                  <a:pt x="21814" y="2797"/>
                </a:cubicBezTo>
                <a:cubicBezTo>
                  <a:pt x="21803" y="2804"/>
                  <a:pt x="21791" y="2811"/>
                  <a:pt x="21778" y="2816"/>
                </a:cubicBezTo>
                <a:cubicBezTo>
                  <a:pt x="21765" y="2821"/>
                  <a:pt x="21752" y="2826"/>
                  <a:pt x="21738" y="2828"/>
                </a:cubicBezTo>
                <a:cubicBezTo>
                  <a:pt x="21724" y="2831"/>
                  <a:pt x="21711" y="2832"/>
                  <a:pt x="21697" y="2832"/>
                </a:cubicBezTo>
                <a:lnTo>
                  <a:pt x="132" y="2832"/>
                </a:lnTo>
                <a:cubicBezTo>
                  <a:pt x="123" y="2832"/>
                  <a:pt x="115" y="2831"/>
                  <a:pt x="106" y="2828"/>
                </a:cubicBezTo>
                <a:cubicBezTo>
                  <a:pt x="98" y="2826"/>
                  <a:pt x="90" y="2821"/>
                  <a:pt x="82" y="2816"/>
                </a:cubicBezTo>
                <a:cubicBezTo>
                  <a:pt x="74" y="2811"/>
                  <a:pt x="66" y="2804"/>
                  <a:pt x="59" y="2797"/>
                </a:cubicBezTo>
                <a:cubicBezTo>
                  <a:pt x="51" y="2789"/>
                  <a:pt x="45" y="2780"/>
                  <a:pt x="39" y="2770"/>
                </a:cubicBezTo>
                <a:cubicBezTo>
                  <a:pt x="32" y="2760"/>
                  <a:pt x="27" y="2750"/>
                  <a:pt x="22" y="2738"/>
                </a:cubicBezTo>
                <a:cubicBezTo>
                  <a:pt x="17" y="2727"/>
                  <a:pt x="13" y="2714"/>
                  <a:pt x="10" y="2702"/>
                </a:cubicBezTo>
                <a:cubicBezTo>
                  <a:pt x="7" y="2689"/>
                  <a:pt x="4" y="2676"/>
                  <a:pt x="2" y="2662"/>
                </a:cubicBezTo>
                <a:cubicBezTo>
                  <a:pt x="1" y="2648"/>
                  <a:pt x="0" y="2635"/>
                  <a:pt x="0" y="2621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456840" y="1428480"/>
            <a:ext cx="7915680" cy="1019520"/>
          </a:xfrm>
          <a:custGeom>
            <a:avLst/>
            <a:gdLst/>
            <a:ahLst/>
            <a:rect l="0" t="0" r="r" b="b"/>
            <a:pathLst>
              <a:path w="21988" h="2832">
                <a:moveTo>
                  <a:pt x="0" y="0"/>
                </a:moveTo>
                <a:lnTo>
                  <a:pt x="21988" y="0"/>
                </a:lnTo>
                <a:lnTo>
                  <a:pt x="2198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439920" y="73908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712440" y="1613880"/>
            <a:ext cx="35899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8a5a12"/>
                </a:solidFill>
                <a:latin typeface="Arial"/>
                <a:ea typeface="Arial"/>
              </a:rPr>
              <a:t>Doorlooptijd tot een gedragen afspraak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712440" y="1884960"/>
            <a:ext cx="836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Binnen het project gaat het snel. De tijd tot een afspraak die de sector draagt is niet gemeten; de eerste toets is de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485640" y="2543040"/>
            <a:ext cx="7886880" cy="1019520"/>
          </a:xfrm>
          <a:custGeom>
            <a:avLst/>
            <a:gdLst/>
            <a:ahLst/>
            <a:rect l="0" t="0" r="r" b="b"/>
            <a:pathLst>
              <a:path w="21908" h="2832">
                <a:moveTo>
                  <a:pt x="0" y="2620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3"/>
                  <a:pt x="32" y="73"/>
                  <a:pt x="39" y="63"/>
                </a:cubicBezTo>
                <a:cubicBezTo>
                  <a:pt x="45" y="53"/>
                  <a:pt x="51" y="44"/>
                  <a:pt x="59" y="37"/>
                </a:cubicBezTo>
                <a:cubicBezTo>
                  <a:pt x="66" y="29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1697" y="0"/>
                </a:lnTo>
                <a:cubicBezTo>
                  <a:pt x="21711" y="0"/>
                  <a:pt x="21724" y="1"/>
                  <a:pt x="21738" y="4"/>
                </a:cubicBezTo>
                <a:cubicBezTo>
                  <a:pt x="21752" y="7"/>
                  <a:pt x="21765" y="11"/>
                  <a:pt x="21778" y="17"/>
                </a:cubicBezTo>
                <a:cubicBezTo>
                  <a:pt x="21791" y="22"/>
                  <a:pt x="21803" y="29"/>
                  <a:pt x="21814" y="37"/>
                </a:cubicBezTo>
                <a:cubicBezTo>
                  <a:pt x="21826" y="44"/>
                  <a:pt x="21837" y="53"/>
                  <a:pt x="21846" y="63"/>
                </a:cubicBezTo>
                <a:cubicBezTo>
                  <a:pt x="21856" y="73"/>
                  <a:pt x="21865" y="83"/>
                  <a:pt x="21873" y="95"/>
                </a:cubicBezTo>
                <a:cubicBezTo>
                  <a:pt x="21880" y="107"/>
                  <a:pt x="21887" y="119"/>
                  <a:pt x="21892" y="132"/>
                </a:cubicBezTo>
                <a:cubicBezTo>
                  <a:pt x="21898" y="144"/>
                  <a:pt x="21902" y="158"/>
                  <a:pt x="21904" y="171"/>
                </a:cubicBezTo>
                <a:cubicBezTo>
                  <a:pt x="21907" y="185"/>
                  <a:pt x="21908" y="199"/>
                  <a:pt x="21908" y="213"/>
                </a:cubicBezTo>
                <a:lnTo>
                  <a:pt x="21908" y="2620"/>
                </a:lnTo>
                <a:cubicBezTo>
                  <a:pt x="21908" y="2634"/>
                  <a:pt x="21907" y="2648"/>
                  <a:pt x="21904" y="2662"/>
                </a:cubicBezTo>
                <a:cubicBezTo>
                  <a:pt x="21902" y="2675"/>
                  <a:pt x="21898" y="2688"/>
                  <a:pt x="21892" y="2701"/>
                </a:cubicBezTo>
                <a:cubicBezTo>
                  <a:pt x="21887" y="2714"/>
                  <a:pt x="21880" y="2726"/>
                  <a:pt x="21873" y="2738"/>
                </a:cubicBezTo>
                <a:cubicBezTo>
                  <a:pt x="21865" y="2749"/>
                  <a:pt x="21856" y="2760"/>
                  <a:pt x="21846" y="2770"/>
                </a:cubicBezTo>
                <a:cubicBezTo>
                  <a:pt x="21837" y="2780"/>
                  <a:pt x="21826" y="2789"/>
                  <a:pt x="21814" y="2796"/>
                </a:cubicBezTo>
                <a:cubicBezTo>
                  <a:pt x="21803" y="2804"/>
                  <a:pt x="21791" y="2810"/>
                  <a:pt x="21778" y="2816"/>
                </a:cubicBezTo>
                <a:cubicBezTo>
                  <a:pt x="21765" y="2821"/>
                  <a:pt x="21752" y="2825"/>
                  <a:pt x="21738" y="2828"/>
                </a:cubicBezTo>
                <a:cubicBezTo>
                  <a:pt x="21724" y="2831"/>
                  <a:pt x="21711" y="2832"/>
                  <a:pt x="21697" y="2832"/>
                </a:cubicBezTo>
                <a:lnTo>
                  <a:pt x="132" y="2832"/>
                </a:lnTo>
                <a:cubicBezTo>
                  <a:pt x="123" y="2832"/>
                  <a:pt x="115" y="2831"/>
                  <a:pt x="106" y="2828"/>
                </a:cubicBezTo>
                <a:cubicBezTo>
                  <a:pt x="98" y="2825"/>
                  <a:pt x="90" y="2821"/>
                  <a:pt x="82" y="2816"/>
                </a:cubicBezTo>
                <a:cubicBezTo>
                  <a:pt x="74" y="2810"/>
                  <a:pt x="66" y="2804"/>
                  <a:pt x="59" y="2796"/>
                </a:cubicBezTo>
                <a:cubicBezTo>
                  <a:pt x="51" y="2789"/>
                  <a:pt x="45" y="2780"/>
                  <a:pt x="39" y="2770"/>
                </a:cubicBezTo>
                <a:cubicBezTo>
                  <a:pt x="32" y="2760"/>
                  <a:pt x="27" y="2749"/>
                  <a:pt x="22" y="2738"/>
                </a:cubicBezTo>
                <a:cubicBezTo>
                  <a:pt x="17" y="2726"/>
                  <a:pt x="13" y="2714"/>
                  <a:pt x="10" y="2701"/>
                </a:cubicBezTo>
                <a:cubicBezTo>
                  <a:pt x="7" y="2688"/>
                  <a:pt x="4" y="2675"/>
                  <a:pt x="2" y="2662"/>
                </a:cubicBezTo>
                <a:cubicBezTo>
                  <a:pt x="1" y="2648"/>
                  <a:pt x="0" y="2634"/>
                  <a:pt x="0" y="2620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456840" y="2543040"/>
            <a:ext cx="7915680" cy="1019520"/>
          </a:xfrm>
          <a:custGeom>
            <a:avLst/>
            <a:gdLst/>
            <a:ahLst/>
            <a:rect l="0" t="0" r="r" b="b"/>
            <a:pathLst>
              <a:path w="21988" h="2832">
                <a:moveTo>
                  <a:pt x="0" y="0"/>
                </a:moveTo>
                <a:lnTo>
                  <a:pt x="21988" y="0"/>
                </a:lnTo>
                <a:lnTo>
                  <a:pt x="21988" y="2832"/>
                </a:lnTo>
                <a:lnTo>
                  <a:pt x="0" y="2832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 txBox="1"/>
          <p:nvPr/>
        </p:nvSpPr>
        <p:spPr>
          <a:xfrm>
            <a:off x="712440" y="2094480"/>
            <a:ext cx="6024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review van v0.1.0. Duurt dat te lang, dan is de uitkomst achterhaald bij oplevering.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 txBox="1"/>
          <p:nvPr/>
        </p:nvSpPr>
        <p:spPr>
          <a:xfrm>
            <a:off x="712440" y="2728080"/>
            <a:ext cx="284004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a8481f"/>
                </a:solidFill>
                <a:latin typeface="Arial"/>
                <a:ea typeface="Arial"/>
              </a:rPr>
              <a:t>Vastgroeien aan een standaard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12440" y="2999520"/>
            <a:ext cx="8499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Als de eisen alleen in OEAPI-vorm bestaan, kost een nieuwe versie of een ander protocol een nieuwe speciﬁcatie.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456840" y="3705120"/>
            <a:ext cx="7915680" cy="810000"/>
          </a:xfrm>
          <a:custGeom>
            <a:avLst/>
            <a:gdLst/>
            <a:ahLst/>
            <a:rect l="0" t="0" r="r" b="b"/>
            <a:pathLst>
              <a:path w="21988" h="2250">
                <a:moveTo>
                  <a:pt x="0" y="0"/>
                </a:moveTo>
                <a:lnTo>
                  <a:pt x="21988" y="0"/>
                </a:lnTo>
                <a:lnTo>
                  <a:pt x="21988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456840" y="37051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456840" y="45050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362800" y="3705120"/>
            <a:ext cx="9720" cy="810000"/>
          </a:xfrm>
          <a:custGeom>
            <a:avLst/>
            <a:gdLst/>
            <a:ahLst/>
            <a:rect l="0" t="0" r="r" b="b"/>
            <a:pathLst>
              <a:path w="27" h="2250">
                <a:moveTo>
                  <a:pt x="0" y="106"/>
                </a:moveTo>
                <a:lnTo>
                  <a:pt x="0" y="2250"/>
                </a:lnTo>
                <a:lnTo>
                  <a:pt x="27" y="2250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456840" y="370512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 txBox="1"/>
          <p:nvPr/>
        </p:nvSpPr>
        <p:spPr>
          <a:xfrm>
            <a:off x="712440" y="3218400"/>
            <a:ext cx="34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is het stoomtreinrisico, maar dan van binnenuit.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 txBox="1"/>
          <p:nvPr/>
        </p:nvSpPr>
        <p:spPr>
          <a:xfrm>
            <a:off x="634320" y="3928680"/>
            <a:ext cx="77032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De remedie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: wensen en eisen standaardonafhankelijk vastleggen, en die pas daarna vertalen naar de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634320" y="4157280"/>
            <a:ext cx="4586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techniekkeuze. De eis blijft dan staan als de techniek wisselt.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3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37" name=""/>
          <p:cNvSpPr/>
          <p:nvPr/>
        </p:nvSpPr>
        <p:spPr>
          <a:xfrm>
            <a:off x="456840" y="1428480"/>
            <a:ext cx="3839040" cy="2134080"/>
          </a:xfrm>
          <a:custGeom>
            <a:avLst/>
            <a:gdLst/>
            <a:ahLst/>
            <a:rect l="0" t="0" r="r" b="b"/>
            <a:pathLst>
              <a:path w="10664" h="5928">
                <a:moveTo>
                  <a:pt x="0" y="5663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10400" y="0"/>
                </a:lnTo>
                <a:cubicBezTo>
                  <a:pt x="10417" y="0"/>
                  <a:pt x="10434" y="2"/>
                  <a:pt x="10451" y="5"/>
                </a:cubicBezTo>
                <a:cubicBezTo>
                  <a:pt x="10468" y="9"/>
                  <a:pt x="10485" y="14"/>
                  <a:pt x="10501" y="20"/>
                </a:cubicBezTo>
                <a:cubicBezTo>
                  <a:pt x="10517" y="27"/>
                  <a:pt x="10532" y="35"/>
                  <a:pt x="10547" y="45"/>
                </a:cubicBezTo>
                <a:cubicBezTo>
                  <a:pt x="10561" y="54"/>
                  <a:pt x="10574" y="65"/>
                  <a:pt x="10587" y="78"/>
                </a:cubicBezTo>
                <a:cubicBezTo>
                  <a:pt x="10599" y="90"/>
                  <a:pt x="10610" y="103"/>
                  <a:pt x="10620" y="118"/>
                </a:cubicBezTo>
                <a:cubicBezTo>
                  <a:pt x="10629" y="132"/>
                  <a:pt x="10637" y="148"/>
                  <a:pt x="10644" y="164"/>
                </a:cubicBezTo>
                <a:cubicBezTo>
                  <a:pt x="10651" y="180"/>
                  <a:pt x="10656" y="196"/>
                  <a:pt x="10659" y="213"/>
                </a:cubicBezTo>
                <a:cubicBezTo>
                  <a:pt x="10663" y="230"/>
                  <a:pt x="10664" y="247"/>
                  <a:pt x="10664" y="265"/>
                </a:cubicBezTo>
                <a:lnTo>
                  <a:pt x="10664" y="5663"/>
                </a:lnTo>
                <a:cubicBezTo>
                  <a:pt x="10664" y="5681"/>
                  <a:pt x="10663" y="5698"/>
                  <a:pt x="10659" y="5715"/>
                </a:cubicBezTo>
                <a:cubicBezTo>
                  <a:pt x="10656" y="5732"/>
                  <a:pt x="10651" y="5749"/>
                  <a:pt x="10644" y="5765"/>
                </a:cubicBezTo>
                <a:cubicBezTo>
                  <a:pt x="10637" y="5781"/>
                  <a:pt x="10629" y="5796"/>
                  <a:pt x="10620" y="5810"/>
                </a:cubicBezTo>
                <a:cubicBezTo>
                  <a:pt x="10610" y="5825"/>
                  <a:pt x="10599" y="5838"/>
                  <a:pt x="10587" y="5850"/>
                </a:cubicBezTo>
                <a:cubicBezTo>
                  <a:pt x="10574" y="5863"/>
                  <a:pt x="10561" y="5874"/>
                  <a:pt x="10547" y="5883"/>
                </a:cubicBezTo>
                <a:cubicBezTo>
                  <a:pt x="10532" y="5893"/>
                  <a:pt x="10517" y="5901"/>
                  <a:pt x="10501" y="5908"/>
                </a:cubicBezTo>
                <a:cubicBezTo>
                  <a:pt x="10485" y="5914"/>
                  <a:pt x="10468" y="5919"/>
                  <a:pt x="10451" y="5923"/>
                </a:cubicBezTo>
                <a:cubicBezTo>
                  <a:pt x="10434" y="5926"/>
                  <a:pt x="10417" y="5928"/>
                  <a:pt x="10400" y="5928"/>
                </a:cubicBezTo>
                <a:lnTo>
                  <a:pt x="265" y="5928"/>
                </a:lnTo>
                <a:cubicBezTo>
                  <a:pt x="248" y="5928"/>
                  <a:pt x="231" y="5926"/>
                  <a:pt x="213" y="5923"/>
                </a:cubicBezTo>
                <a:cubicBezTo>
                  <a:pt x="196" y="5919"/>
                  <a:pt x="180" y="5914"/>
                  <a:pt x="164" y="5908"/>
                </a:cubicBezTo>
                <a:cubicBezTo>
                  <a:pt x="148" y="5901"/>
                  <a:pt x="133" y="5893"/>
                  <a:pt x="118" y="5883"/>
                </a:cubicBezTo>
                <a:cubicBezTo>
                  <a:pt x="104" y="5874"/>
                  <a:pt x="90" y="5863"/>
                  <a:pt x="78" y="5850"/>
                </a:cubicBezTo>
                <a:cubicBezTo>
                  <a:pt x="66" y="5838"/>
                  <a:pt x="55" y="5825"/>
                  <a:pt x="45" y="5810"/>
                </a:cubicBezTo>
                <a:cubicBezTo>
                  <a:pt x="35" y="5796"/>
                  <a:pt x="27" y="5781"/>
                  <a:pt x="21" y="5765"/>
                </a:cubicBezTo>
                <a:cubicBezTo>
                  <a:pt x="14" y="5749"/>
                  <a:pt x="9" y="5732"/>
                  <a:pt x="6" y="5715"/>
                </a:cubicBezTo>
                <a:cubicBezTo>
                  <a:pt x="2" y="5698"/>
                  <a:pt x="0" y="5681"/>
                  <a:pt x="0" y="566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439920" y="786600"/>
            <a:ext cx="94341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instellingen en leveranciers hiervan merken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640080" y="1765440"/>
            <a:ext cx="936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Instellingen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640080" y="2146320"/>
            <a:ext cx="3833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student kan alleen over systemen heen kiezen als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640080" y="2374920"/>
            <a:ext cx="3973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die systemen het eens zijn over wat een leeruitkomst is.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640080" y="2603520"/>
            <a:ext cx="3621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Ligt de eis standaardonafhankelijk vast, dan zit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640080" y="2832120"/>
            <a:ext cx="3486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instelling niet vast aan de techniekkeuze van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4524120" y="1428480"/>
            <a:ext cx="3848400" cy="2134080"/>
          </a:xfrm>
          <a:custGeom>
            <a:avLst/>
            <a:gdLst/>
            <a:ahLst/>
            <a:rect l="0" t="0" r="r" b="b"/>
            <a:pathLst>
              <a:path w="10690" h="5928">
                <a:moveTo>
                  <a:pt x="0" y="5663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4" y="103"/>
                  <a:pt x="65" y="90"/>
                  <a:pt x="78" y="78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10426" y="0"/>
                </a:lnTo>
                <a:cubicBezTo>
                  <a:pt x="10443" y="0"/>
                  <a:pt x="10460" y="2"/>
                  <a:pt x="10477" y="5"/>
                </a:cubicBezTo>
                <a:cubicBezTo>
                  <a:pt x="10494" y="9"/>
                  <a:pt x="10511" y="14"/>
                  <a:pt x="10527" y="20"/>
                </a:cubicBezTo>
                <a:cubicBezTo>
                  <a:pt x="10543" y="27"/>
                  <a:pt x="10558" y="35"/>
                  <a:pt x="10573" y="45"/>
                </a:cubicBezTo>
                <a:cubicBezTo>
                  <a:pt x="10587" y="54"/>
                  <a:pt x="10601" y="65"/>
                  <a:pt x="10613" y="78"/>
                </a:cubicBezTo>
                <a:cubicBezTo>
                  <a:pt x="10625" y="90"/>
                  <a:pt x="10636" y="103"/>
                  <a:pt x="10646" y="118"/>
                </a:cubicBezTo>
                <a:cubicBezTo>
                  <a:pt x="10655" y="132"/>
                  <a:pt x="10664" y="148"/>
                  <a:pt x="10670" y="164"/>
                </a:cubicBezTo>
                <a:cubicBezTo>
                  <a:pt x="10677" y="180"/>
                  <a:pt x="10682" y="196"/>
                  <a:pt x="10685" y="213"/>
                </a:cubicBezTo>
                <a:cubicBezTo>
                  <a:pt x="10689" y="230"/>
                  <a:pt x="10690" y="247"/>
                  <a:pt x="10690" y="265"/>
                </a:cubicBezTo>
                <a:lnTo>
                  <a:pt x="10690" y="5663"/>
                </a:lnTo>
                <a:cubicBezTo>
                  <a:pt x="10690" y="5681"/>
                  <a:pt x="10689" y="5698"/>
                  <a:pt x="10685" y="5715"/>
                </a:cubicBezTo>
                <a:cubicBezTo>
                  <a:pt x="10682" y="5732"/>
                  <a:pt x="10677" y="5749"/>
                  <a:pt x="10670" y="5765"/>
                </a:cubicBezTo>
                <a:cubicBezTo>
                  <a:pt x="10664" y="5781"/>
                  <a:pt x="10655" y="5796"/>
                  <a:pt x="10646" y="5810"/>
                </a:cubicBezTo>
                <a:cubicBezTo>
                  <a:pt x="10636" y="5825"/>
                  <a:pt x="10625" y="5838"/>
                  <a:pt x="10613" y="5850"/>
                </a:cubicBezTo>
                <a:cubicBezTo>
                  <a:pt x="10601" y="5863"/>
                  <a:pt x="10587" y="5874"/>
                  <a:pt x="10573" y="5883"/>
                </a:cubicBezTo>
                <a:cubicBezTo>
                  <a:pt x="10558" y="5893"/>
                  <a:pt x="10543" y="5901"/>
                  <a:pt x="10527" y="5908"/>
                </a:cubicBezTo>
                <a:cubicBezTo>
                  <a:pt x="10511" y="5914"/>
                  <a:pt x="10494" y="5919"/>
                  <a:pt x="10477" y="5923"/>
                </a:cubicBezTo>
                <a:cubicBezTo>
                  <a:pt x="10460" y="5926"/>
                  <a:pt x="10443" y="5928"/>
                  <a:pt x="10426" y="5928"/>
                </a:cubicBezTo>
                <a:lnTo>
                  <a:pt x="265" y="5928"/>
                </a:lnTo>
                <a:cubicBezTo>
                  <a:pt x="247" y="5928"/>
                  <a:pt x="230" y="5926"/>
                  <a:pt x="213" y="5923"/>
                </a:cubicBezTo>
                <a:cubicBezTo>
                  <a:pt x="196" y="5919"/>
                  <a:pt x="180" y="5914"/>
                  <a:pt x="164" y="5908"/>
                </a:cubicBezTo>
                <a:cubicBezTo>
                  <a:pt x="147" y="5901"/>
                  <a:pt x="132" y="5893"/>
                  <a:pt x="118" y="5883"/>
                </a:cubicBezTo>
                <a:cubicBezTo>
                  <a:pt x="103" y="5874"/>
                  <a:pt x="90" y="5863"/>
                  <a:pt x="78" y="5850"/>
                </a:cubicBezTo>
                <a:cubicBezTo>
                  <a:pt x="65" y="5838"/>
                  <a:pt x="54" y="5825"/>
                  <a:pt x="45" y="5810"/>
                </a:cubicBezTo>
                <a:cubicBezTo>
                  <a:pt x="35" y="5796"/>
                  <a:pt x="27" y="5781"/>
                  <a:pt x="20" y="5765"/>
                </a:cubicBezTo>
                <a:cubicBezTo>
                  <a:pt x="14" y="5749"/>
                  <a:pt x="9" y="5732"/>
                  <a:pt x="5" y="5715"/>
                </a:cubicBezTo>
                <a:cubicBezTo>
                  <a:pt x="2" y="5698"/>
                  <a:pt x="0" y="5681"/>
                  <a:pt x="0" y="566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640080" y="3060720"/>
            <a:ext cx="83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leverancier.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4711680" y="1765440"/>
            <a:ext cx="1012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e8912b"/>
                </a:solidFill>
                <a:latin typeface="Arial"/>
                <a:ea typeface="Arial"/>
              </a:rPr>
              <a:t>Leveranciers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4711680" y="2146320"/>
            <a:ext cx="281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Zij bouwen tegen het koppelvlak van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 txBox="1"/>
          <p:nvPr/>
        </p:nvSpPr>
        <p:spPr>
          <a:xfrm>
            <a:off x="4711680" y="2374920"/>
            <a:ext cx="38944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onderwijscatalogus, met drie koppelingen. Komt er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 txBox="1"/>
          <p:nvPr/>
        </p:nvSpPr>
        <p:spPr>
          <a:xfrm>
            <a:off x="4711680" y="2603520"/>
            <a:ext cx="37983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versie of een ander protocol, dan kost dat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56840" y="3695400"/>
            <a:ext cx="7915680" cy="771840"/>
          </a:xfrm>
          <a:custGeom>
            <a:avLst/>
            <a:gdLst/>
            <a:ahLst/>
            <a:rect l="0" t="0" r="r" b="b"/>
            <a:pathLst>
              <a:path w="21988" h="2144">
                <a:moveTo>
                  <a:pt x="0" y="0"/>
                </a:moveTo>
                <a:lnTo>
                  <a:pt x="21988" y="0"/>
                </a:lnTo>
                <a:lnTo>
                  <a:pt x="21988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456840" y="36954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56840" y="44575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8362800" y="369540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56840" y="369540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711680" y="2832120"/>
            <a:ext cx="314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vertaling in plaats van opnieuw speciﬁceren.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634320" y="3908520"/>
            <a:ext cx="8371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d4a017"/>
                </a:solidFill>
                <a:latin typeface="Arial"/>
                <a:ea typeface="Arial"/>
              </a:rPr>
              <a:t>Wat hier niet ter discussie staat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het detailniveau dat leveranciers toegezegd hebben gekregen voor v0.1.0. Wordt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 txBox="1"/>
          <p:nvPr/>
        </p:nvSpPr>
        <p:spPr>
          <a:xfrm>
            <a:off x="634320" y="4118040"/>
            <a:ext cx="7070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daaraan getornd, dan is dat een apart gesprek met elke leverancier, gevoerd door de projectleiding.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6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66" name=""/>
          <p:cNvSpPr txBox="1"/>
          <p:nvPr/>
        </p:nvSpPr>
        <p:spPr>
          <a:xfrm>
            <a:off x="439920" y="6915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456840" y="1962000"/>
            <a:ext cx="2219760" cy="305280"/>
          </a:xfrm>
          <a:custGeom>
            <a:avLst/>
            <a:gdLst/>
            <a:ahLst/>
            <a:rect l="0" t="0" r="r" b="b"/>
            <a:pathLst>
              <a:path w="6166" h="848">
                <a:moveTo>
                  <a:pt x="0" y="0"/>
                </a:moveTo>
                <a:lnTo>
                  <a:pt x="6166" y="0"/>
                </a:lnTo>
                <a:lnTo>
                  <a:pt x="6166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2676240" y="1962000"/>
            <a:ext cx="2924640" cy="305280"/>
          </a:xfrm>
          <a:custGeom>
            <a:avLst/>
            <a:gdLst/>
            <a:ahLst/>
            <a:rect l="0" t="0" r="r" b="b"/>
            <a:pathLst>
              <a:path w="8124" h="848">
                <a:moveTo>
                  <a:pt x="0" y="0"/>
                </a:moveTo>
                <a:lnTo>
                  <a:pt x="8124" y="0"/>
                </a:lnTo>
                <a:lnTo>
                  <a:pt x="8124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5600520" y="1962000"/>
            <a:ext cx="2943720" cy="305280"/>
          </a:xfrm>
          <a:custGeom>
            <a:avLst/>
            <a:gdLst/>
            <a:ahLst/>
            <a:rect l="0" t="0" r="r" b="b"/>
            <a:pathLst>
              <a:path w="8177" h="848">
                <a:moveTo>
                  <a:pt x="0" y="0"/>
                </a:moveTo>
                <a:lnTo>
                  <a:pt x="8177" y="0"/>
                </a:lnTo>
                <a:lnTo>
                  <a:pt x="817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456840" y="2257200"/>
            <a:ext cx="2219760" cy="19440"/>
          </a:xfrm>
          <a:custGeom>
            <a:avLst/>
            <a:gdLst/>
            <a:ahLst/>
            <a:rect l="0" t="0" r="r" b="b"/>
            <a:pathLst>
              <a:path w="6166" h="54">
                <a:moveTo>
                  <a:pt x="0" y="0"/>
                </a:moveTo>
                <a:lnTo>
                  <a:pt x="6166" y="0"/>
                </a:lnTo>
                <a:lnTo>
                  <a:pt x="6166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2676240" y="2257200"/>
            <a:ext cx="2924640" cy="19440"/>
          </a:xfrm>
          <a:custGeom>
            <a:avLst/>
            <a:gdLst/>
            <a:ahLst/>
            <a:rect l="0" t="0" r="r" b="b"/>
            <a:pathLst>
              <a:path w="8124" h="54">
                <a:moveTo>
                  <a:pt x="0" y="0"/>
                </a:moveTo>
                <a:lnTo>
                  <a:pt x="8124" y="0"/>
                </a:lnTo>
                <a:lnTo>
                  <a:pt x="8124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5600520" y="2257200"/>
            <a:ext cx="2943720" cy="19440"/>
          </a:xfrm>
          <a:custGeom>
            <a:avLst/>
            <a:gdLst/>
            <a:ahLst/>
            <a:rect l="0" t="0" r="r" b="b"/>
            <a:pathLst>
              <a:path w="8177" h="54">
                <a:moveTo>
                  <a:pt x="0" y="0"/>
                </a:moveTo>
                <a:lnTo>
                  <a:pt x="8177" y="0"/>
                </a:lnTo>
                <a:lnTo>
                  <a:pt x="817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456840" y="279072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676240" y="2790720"/>
            <a:ext cx="2924640" cy="9720"/>
          </a:xfrm>
          <a:custGeom>
            <a:avLst/>
            <a:gdLst/>
            <a:ahLst/>
            <a:rect l="0" t="0" r="r" b="b"/>
            <a:pathLst>
              <a:path w="8124" h="27">
                <a:moveTo>
                  <a:pt x="0" y="0"/>
                </a:moveTo>
                <a:lnTo>
                  <a:pt x="8124" y="0"/>
                </a:lnTo>
                <a:lnTo>
                  <a:pt x="812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5" name=""/>
          <p:cNvSpPr/>
          <p:nvPr/>
        </p:nvSpPr>
        <p:spPr>
          <a:xfrm>
            <a:off x="5600520" y="2790720"/>
            <a:ext cx="2943720" cy="9720"/>
          </a:xfrm>
          <a:custGeom>
            <a:avLst/>
            <a:gdLst/>
            <a:ahLst/>
            <a:rect l="0" t="0" r="r" b="b"/>
            <a:pathLst>
              <a:path w="8177" h="27">
                <a:moveTo>
                  <a:pt x="0" y="0"/>
                </a:moveTo>
                <a:lnTo>
                  <a:pt x="8177" y="0"/>
                </a:lnTo>
                <a:lnTo>
                  <a:pt x="81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456840" y="3314520"/>
            <a:ext cx="2219760" cy="9720"/>
          </a:xfrm>
          <a:custGeom>
            <a:avLst/>
            <a:gdLst/>
            <a:ahLst/>
            <a:rect l="0" t="0" r="r" b="b"/>
            <a:pathLst>
              <a:path w="6166" h="27">
                <a:moveTo>
                  <a:pt x="0" y="0"/>
                </a:moveTo>
                <a:lnTo>
                  <a:pt x="6166" y="0"/>
                </a:lnTo>
                <a:lnTo>
                  <a:pt x="61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2676240" y="3314520"/>
            <a:ext cx="2924640" cy="9720"/>
          </a:xfrm>
          <a:custGeom>
            <a:avLst/>
            <a:gdLst/>
            <a:ahLst/>
            <a:rect l="0" t="0" r="r" b="b"/>
            <a:pathLst>
              <a:path w="8124" h="27">
                <a:moveTo>
                  <a:pt x="0" y="0"/>
                </a:moveTo>
                <a:lnTo>
                  <a:pt x="8124" y="0"/>
                </a:lnTo>
                <a:lnTo>
                  <a:pt x="812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5600520" y="3314520"/>
            <a:ext cx="2943720" cy="9720"/>
          </a:xfrm>
          <a:custGeom>
            <a:avLst/>
            <a:gdLst/>
            <a:ahLst/>
            <a:rect l="0" t="0" r="r" b="b"/>
            <a:pathLst>
              <a:path w="8177" h="27">
                <a:moveTo>
                  <a:pt x="0" y="0"/>
                </a:moveTo>
                <a:lnTo>
                  <a:pt x="8177" y="0"/>
                </a:lnTo>
                <a:lnTo>
                  <a:pt x="817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56840" y="3838320"/>
            <a:ext cx="2219760" cy="10080"/>
          </a:xfrm>
          <a:custGeom>
            <a:avLst/>
            <a:gdLst/>
            <a:ahLst/>
            <a:rect l="0" t="0" r="r" b="b"/>
            <a:pathLst>
              <a:path w="6166" h="28">
                <a:moveTo>
                  <a:pt x="0" y="0"/>
                </a:moveTo>
                <a:lnTo>
                  <a:pt x="6166" y="0"/>
                </a:lnTo>
                <a:lnTo>
                  <a:pt x="61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2676240" y="3838320"/>
            <a:ext cx="2924640" cy="10080"/>
          </a:xfrm>
          <a:custGeom>
            <a:avLst/>
            <a:gdLst/>
            <a:ahLst/>
            <a:rect l="0" t="0" r="r" b="b"/>
            <a:pathLst>
              <a:path w="8124" h="28">
                <a:moveTo>
                  <a:pt x="0" y="0"/>
                </a:moveTo>
                <a:lnTo>
                  <a:pt x="8124" y="0"/>
                </a:lnTo>
                <a:lnTo>
                  <a:pt x="812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5600520" y="3838320"/>
            <a:ext cx="2943720" cy="10080"/>
          </a:xfrm>
          <a:custGeom>
            <a:avLst/>
            <a:gdLst/>
            <a:ahLst/>
            <a:rect l="0" t="0" r="r" b="b"/>
            <a:pathLst>
              <a:path w="8177" h="28">
                <a:moveTo>
                  <a:pt x="0" y="0"/>
                </a:moveTo>
                <a:lnTo>
                  <a:pt x="8177" y="0"/>
                </a:lnTo>
                <a:lnTo>
                  <a:pt x="817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 txBox="1"/>
          <p:nvPr/>
        </p:nvSpPr>
        <p:spPr>
          <a:xfrm>
            <a:off x="457200" y="14850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 txBox="1"/>
          <p:nvPr/>
        </p:nvSpPr>
        <p:spPr>
          <a:xfrm>
            <a:off x="563760" y="204120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2781720" y="204120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 txBox="1"/>
          <p:nvPr/>
        </p:nvSpPr>
        <p:spPr>
          <a:xfrm>
            <a:off x="5711760" y="204120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 txBox="1"/>
          <p:nvPr/>
        </p:nvSpPr>
        <p:spPr>
          <a:xfrm>
            <a:off x="563760" y="235188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781720" y="2351880"/>
            <a:ext cx="288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gedragen afspraak voordat de praktijk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 txBox="1"/>
          <p:nvPr/>
        </p:nvSpPr>
        <p:spPr>
          <a:xfrm>
            <a:off x="2781720" y="2552040"/>
            <a:ext cx="588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verder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 txBox="1"/>
          <p:nvPr/>
        </p:nvSpPr>
        <p:spPr>
          <a:xfrm>
            <a:off x="5711760" y="2351880"/>
            <a:ext cx="302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 bij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5711760" y="2552040"/>
            <a:ext cx="1126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 txBox="1"/>
          <p:nvPr/>
        </p:nvSpPr>
        <p:spPr>
          <a:xfrm>
            <a:off x="563760" y="288540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 txBox="1"/>
          <p:nvPr/>
        </p:nvSpPr>
        <p:spPr>
          <a:xfrm>
            <a:off x="563760" y="307584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2781720" y="288540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 txBox="1"/>
          <p:nvPr/>
        </p:nvSpPr>
        <p:spPr>
          <a:xfrm>
            <a:off x="5711760" y="2885400"/>
            <a:ext cx="2829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los van OEAPI opschrijven, en de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 txBox="1"/>
          <p:nvPr/>
        </p:nvSpPr>
        <p:spPr>
          <a:xfrm>
            <a:off x="5711760" y="3075840"/>
            <a:ext cx="1546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vertaling apart 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563760" y="34092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 txBox="1"/>
          <p:nvPr/>
        </p:nvSpPr>
        <p:spPr>
          <a:xfrm>
            <a:off x="2781720" y="3409200"/>
            <a:ext cx="30502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speciﬁcatie voedt ook een API-deﬁnitie 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 txBox="1"/>
          <p:nvPr/>
        </p:nvSpPr>
        <p:spPr>
          <a:xfrm>
            <a:off x="2781720" y="3599640"/>
            <a:ext cx="1220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testomgeving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5711760" y="3409200"/>
            <a:ext cx="3016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 aan de uitgave, en onderhoud daarvan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456840" y="3990960"/>
            <a:ext cx="7915680" cy="571680"/>
          </a:xfrm>
          <a:custGeom>
            <a:avLst/>
            <a:gdLst/>
            <a:ahLst/>
            <a:rect l="0" t="0" r="r" b="b"/>
            <a:pathLst>
              <a:path w="21988" h="1588">
                <a:moveTo>
                  <a:pt x="0" y="0"/>
                </a:moveTo>
                <a:lnTo>
                  <a:pt x="21988" y="0"/>
                </a:lnTo>
                <a:lnTo>
                  <a:pt x="21988" y="1588"/>
                </a:lnTo>
                <a:lnTo>
                  <a:pt x="0" y="15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456840" y="3990960"/>
            <a:ext cx="7915680" cy="38160"/>
          </a:xfrm>
          <a:custGeom>
            <a:avLst/>
            <a:gdLst/>
            <a:ahLst/>
            <a:rect l="0" t="0" r="r" b="b"/>
            <a:pathLst>
              <a:path w="21988" h="106">
                <a:moveTo>
                  <a:pt x="0" y="0"/>
                </a:moveTo>
                <a:lnTo>
                  <a:pt x="21988" y="0"/>
                </a:lnTo>
                <a:lnTo>
                  <a:pt x="21988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456840" y="4552920"/>
            <a:ext cx="7915680" cy="9720"/>
          </a:xfrm>
          <a:custGeom>
            <a:avLst/>
            <a:gdLst/>
            <a:ahLst/>
            <a:rect l="0" t="0" r="r" b="b"/>
            <a:pathLst>
              <a:path w="21988" h="27">
                <a:moveTo>
                  <a:pt x="0" y="0"/>
                </a:moveTo>
                <a:lnTo>
                  <a:pt x="21988" y="0"/>
                </a:lnTo>
                <a:lnTo>
                  <a:pt x="219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8362800" y="3990960"/>
            <a:ext cx="9720" cy="571680"/>
          </a:xfrm>
          <a:custGeom>
            <a:avLst/>
            <a:gdLst/>
            <a:ahLst/>
            <a:rect l="0" t="0" r="r" b="b"/>
            <a:pathLst>
              <a:path w="27" h="1588">
                <a:moveTo>
                  <a:pt x="0" y="105"/>
                </a:moveTo>
                <a:lnTo>
                  <a:pt x="0" y="1588"/>
                </a:lnTo>
                <a:lnTo>
                  <a:pt x="27" y="1588"/>
                </a:lnTo>
                <a:lnTo>
                  <a:pt x="27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456840" y="3990960"/>
            <a:ext cx="10080" cy="571680"/>
          </a:xfrm>
          <a:custGeom>
            <a:avLst/>
            <a:gdLst/>
            <a:ahLst/>
            <a:rect l="0" t="0" r="r" b="b"/>
            <a:pathLst>
              <a:path w="28" h="1588">
                <a:moveTo>
                  <a:pt x="0" y="0"/>
                </a:moveTo>
                <a:lnTo>
                  <a:pt x="0" y="1588"/>
                </a:lnTo>
                <a:lnTo>
                  <a:pt x="28" y="1588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 txBox="1"/>
          <p:nvPr/>
        </p:nvSpPr>
        <p:spPr>
          <a:xfrm>
            <a:off x="5711760" y="3599640"/>
            <a:ext cx="756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per release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634320" y="420912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