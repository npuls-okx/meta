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418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rails overleven de stoomtrein. Wat erover rijdt mag veranderen.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4729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gaat op schouders staan. Wij kunnen die schouders zijn.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171440"/>
            <a:ext cx="2601000" cy="2028960"/>
          </a:xfrm>
          <a:custGeom>
            <a:avLst/>
            <a:gdLst/>
            <a:ahLst/>
            <a:rect l="0" t="0" r="r" b="b"/>
            <a:pathLst>
              <a:path w="7225" h="5636">
                <a:moveTo>
                  <a:pt x="0" y="537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372"/>
                </a:lnTo>
                <a:cubicBezTo>
                  <a:pt x="7225" y="5389"/>
                  <a:pt x="7223" y="5406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4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6"/>
                  <a:pt x="6960" y="5636"/>
                </a:cubicBezTo>
                <a:lnTo>
                  <a:pt x="265" y="5636"/>
                </a:lnTo>
                <a:cubicBezTo>
                  <a:pt x="248" y="5636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4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6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52956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65528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6894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182664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194652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19810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0667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18664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22084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34108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63800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192960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8"/>
                </a:moveTo>
                <a:lnTo>
                  <a:pt x="48" y="263"/>
                </a:lnTo>
                <a:lnTo>
                  <a:pt x="0" y="263"/>
                </a:lnTo>
                <a:lnTo>
                  <a:pt x="0" y="168"/>
                </a:lnTo>
                <a:lnTo>
                  <a:pt x="48" y="168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16972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6"/>
                </a:moveTo>
                <a:lnTo>
                  <a:pt x="48" y="261"/>
                </a:lnTo>
                <a:lnTo>
                  <a:pt x="0" y="261"/>
                </a:lnTo>
                <a:lnTo>
                  <a:pt x="0" y="166"/>
                </a:lnTo>
                <a:lnTo>
                  <a:pt x="48" y="166"/>
                </a:lnTo>
                <a:moveTo>
                  <a:pt x="48" y="333"/>
                </a:moveTo>
                <a:lnTo>
                  <a:pt x="48" y="428"/>
                </a:lnTo>
                <a:lnTo>
                  <a:pt x="0" y="428"/>
                </a:lnTo>
                <a:lnTo>
                  <a:pt x="0" y="333"/>
                </a:lnTo>
                <a:lnTo>
                  <a:pt x="48" y="333"/>
                </a:lnTo>
                <a:moveTo>
                  <a:pt x="48" y="500"/>
                </a:moveTo>
                <a:lnTo>
                  <a:pt x="48" y="572"/>
                </a:lnTo>
                <a:lnTo>
                  <a:pt x="0" y="572"/>
                </a:lnTo>
                <a:lnTo>
                  <a:pt x="0" y="500"/>
                </a:lnTo>
                <a:lnTo>
                  <a:pt x="48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31760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42712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171440"/>
            <a:ext cx="2601000" cy="2028960"/>
          </a:xfrm>
          <a:custGeom>
            <a:avLst/>
            <a:gdLst/>
            <a:ahLst/>
            <a:rect l="0" t="0" r="r" b="b"/>
            <a:pathLst>
              <a:path w="7225" h="5636">
                <a:moveTo>
                  <a:pt x="0" y="537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372"/>
                </a:lnTo>
                <a:cubicBezTo>
                  <a:pt x="7225" y="5389"/>
                  <a:pt x="7223" y="5406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4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6"/>
                  <a:pt x="6960" y="5636"/>
                </a:cubicBezTo>
                <a:lnTo>
                  <a:pt x="265" y="5636"/>
                </a:lnTo>
                <a:cubicBezTo>
                  <a:pt x="248" y="5636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4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6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59848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186084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189540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11824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189540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1895400"/>
            <a:ext cx="69120" cy="51480"/>
          </a:xfrm>
          <a:custGeom>
            <a:avLst/>
            <a:gdLst/>
            <a:ahLst/>
            <a:rect l="0" t="0" r="r" b="b"/>
            <a:pathLst>
              <a:path fill="none" w="192" h="143">
                <a:moveTo>
                  <a:pt x="0" y="143"/>
                </a:moveTo>
                <a:lnTo>
                  <a:pt x="96" y="0"/>
                </a:lnTo>
                <a:lnTo>
                  <a:pt x="192" y="143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06676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10744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69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8"/>
                </a:moveTo>
                <a:cubicBezTo>
                  <a:pt x="446" y="383"/>
                  <a:pt x="477" y="363"/>
                  <a:pt x="505" y="343"/>
                </a:cubicBezTo>
                <a:lnTo>
                  <a:pt x="548" y="401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8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42388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4" y="0"/>
                </a:lnTo>
                <a:cubicBezTo>
                  <a:pt x="1261" y="0"/>
                  <a:pt x="1278" y="2"/>
                  <a:pt x="1295" y="5"/>
                </a:cubicBezTo>
                <a:cubicBezTo>
                  <a:pt x="1312" y="9"/>
                  <a:pt x="1329" y="14"/>
                  <a:pt x="1345" y="20"/>
                </a:cubicBezTo>
                <a:cubicBezTo>
                  <a:pt x="1361" y="27"/>
                  <a:pt x="1376" y="35"/>
                  <a:pt x="1391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7"/>
                  <a:pt x="1489" y="163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8" y="230"/>
                  <a:pt x="1509" y="247"/>
                  <a:pt x="1509" y="265"/>
                </a:cubicBezTo>
                <a:cubicBezTo>
                  <a:pt x="1509" y="282"/>
                  <a:pt x="1508" y="299"/>
                  <a:pt x="1504" y="316"/>
                </a:cubicBezTo>
                <a:cubicBezTo>
                  <a:pt x="1501" y="333"/>
                  <a:pt x="1496" y="350"/>
                  <a:pt x="1489" y="366"/>
                </a:cubicBezTo>
                <a:cubicBezTo>
                  <a:pt x="1482" y="382"/>
                  <a:pt x="1474" y="397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1" y="486"/>
                </a:cubicBezTo>
                <a:cubicBezTo>
                  <a:pt x="1376" y="495"/>
                  <a:pt x="1361" y="504"/>
                  <a:pt x="1345" y="510"/>
                </a:cubicBezTo>
                <a:cubicBezTo>
                  <a:pt x="1329" y="517"/>
                  <a:pt x="1312" y="522"/>
                  <a:pt x="1295" y="525"/>
                </a:cubicBezTo>
                <a:cubicBezTo>
                  <a:pt x="1278" y="529"/>
                  <a:pt x="1261" y="530"/>
                  <a:pt x="1244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80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4" y="350"/>
                  <a:pt x="9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42388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4" y="0"/>
                </a:lnTo>
                <a:cubicBezTo>
                  <a:pt x="1261" y="0"/>
                  <a:pt x="1278" y="2"/>
                  <a:pt x="1295" y="5"/>
                </a:cubicBezTo>
                <a:cubicBezTo>
                  <a:pt x="1312" y="9"/>
                  <a:pt x="1329" y="14"/>
                  <a:pt x="1345" y="20"/>
                </a:cubicBezTo>
                <a:cubicBezTo>
                  <a:pt x="1361" y="27"/>
                  <a:pt x="1376" y="35"/>
                  <a:pt x="1391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7"/>
                  <a:pt x="1489" y="163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8" y="230"/>
                  <a:pt x="1509" y="247"/>
                  <a:pt x="1509" y="265"/>
                </a:cubicBezTo>
                <a:cubicBezTo>
                  <a:pt x="1509" y="282"/>
                  <a:pt x="1508" y="299"/>
                  <a:pt x="1504" y="316"/>
                </a:cubicBezTo>
                <a:cubicBezTo>
                  <a:pt x="1501" y="333"/>
                  <a:pt x="1496" y="350"/>
                  <a:pt x="1489" y="366"/>
                </a:cubicBezTo>
                <a:cubicBezTo>
                  <a:pt x="1482" y="382"/>
                  <a:pt x="1474" y="397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1" y="486"/>
                </a:cubicBezTo>
                <a:cubicBezTo>
                  <a:pt x="1376" y="495"/>
                  <a:pt x="1361" y="504"/>
                  <a:pt x="1345" y="510"/>
                </a:cubicBezTo>
                <a:cubicBezTo>
                  <a:pt x="1329" y="517"/>
                  <a:pt x="1312" y="522"/>
                  <a:pt x="1295" y="525"/>
                </a:cubicBezTo>
                <a:cubicBezTo>
                  <a:pt x="1278" y="529"/>
                  <a:pt x="1261" y="530"/>
                  <a:pt x="1244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80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4" y="350"/>
                  <a:pt x="9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31760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42388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4" y="180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5" y="0"/>
                </a:lnTo>
                <a:cubicBezTo>
                  <a:pt x="1262" y="0"/>
                  <a:pt x="1279" y="2"/>
                  <a:pt x="1296" y="5"/>
                </a:cubicBezTo>
                <a:cubicBezTo>
                  <a:pt x="1313" y="9"/>
                  <a:pt x="1330" y="14"/>
                  <a:pt x="1346" y="20"/>
                </a:cubicBezTo>
                <a:cubicBezTo>
                  <a:pt x="1362" y="27"/>
                  <a:pt x="1377" y="35"/>
                  <a:pt x="1392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7"/>
                  <a:pt x="1489" y="163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7" y="230"/>
                  <a:pt x="1509" y="247"/>
                  <a:pt x="1509" y="265"/>
                </a:cubicBezTo>
                <a:cubicBezTo>
                  <a:pt x="1509" y="282"/>
                  <a:pt x="1507" y="299"/>
                  <a:pt x="1504" y="316"/>
                </a:cubicBezTo>
                <a:cubicBezTo>
                  <a:pt x="1501" y="333"/>
                  <a:pt x="1496" y="350"/>
                  <a:pt x="1489" y="366"/>
                </a:cubicBezTo>
                <a:cubicBezTo>
                  <a:pt x="1482" y="382"/>
                  <a:pt x="1474" y="397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2" y="486"/>
                </a:cubicBezTo>
                <a:cubicBezTo>
                  <a:pt x="1377" y="495"/>
                  <a:pt x="1362" y="504"/>
                  <a:pt x="1346" y="510"/>
                </a:cubicBezTo>
                <a:cubicBezTo>
                  <a:pt x="1330" y="517"/>
                  <a:pt x="1313" y="522"/>
                  <a:pt x="1296" y="525"/>
                </a:cubicBezTo>
                <a:cubicBezTo>
                  <a:pt x="1279" y="529"/>
                  <a:pt x="1262" y="530"/>
                  <a:pt x="1245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4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42388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4" y="180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5" y="0"/>
                </a:lnTo>
                <a:cubicBezTo>
                  <a:pt x="1262" y="0"/>
                  <a:pt x="1279" y="2"/>
                  <a:pt x="1296" y="5"/>
                </a:cubicBezTo>
                <a:cubicBezTo>
                  <a:pt x="1313" y="9"/>
                  <a:pt x="1330" y="14"/>
                  <a:pt x="1346" y="20"/>
                </a:cubicBezTo>
                <a:cubicBezTo>
                  <a:pt x="1362" y="27"/>
                  <a:pt x="1377" y="35"/>
                  <a:pt x="1392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7"/>
                  <a:pt x="1489" y="163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7" y="230"/>
                  <a:pt x="1509" y="247"/>
                  <a:pt x="1509" y="265"/>
                </a:cubicBezTo>
                <a:cubicBezTo>
                  <a:pt x="1509" y="282"/>
                  <a:pt x="1507" y="299"/>
                  <a:pt x="1504" y="316"/>
                </a:cubicBezTo>
                <a:cubicBezTo>
                  <a:pt x="1501" y="333"/>
                  <a:pt x="1496" y="350"/>
                  <a:pt x="1489" y="366"/>
                </a:cubicBezTo>
                <a:cubicBezTo>
                  <a:pt x="1482" y="382"/>
                  <a:pt x="1474" y="397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2" y="486"/>
                </a:cubicBezTo>
                <a:cubicBezTo>
                  <a:pt x="1377" y="495"/>
                  <a:pt x="1362" y="504"/>
                  <a:pt x="1346" y="510"/>
                </a:cubicBezTo>
                <a:cubicBezTo>
                  <a:pt x="1330" y="517"/>
                  <a:pt x="1313" y="522"/>
                  <a:pt x="1296" y="525"/>
                </a:cubicBezTo>
                <a:cubicBezTo>
                  <a:pt x="1279" y="529"/>
                  <a:pt x="1262" y="530"/>
                  <a:pt x="1245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4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46600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423880"/>
            <a:ext cx="657720" cy="190800"/>
          </a:xfrm>
          <a:custGeom>
            <a:avLst/>
            <a:gdLst/>
            <a:ahLst/>
            <a:rect l="0" t="0" r="r" b="b"/>
            <a:pathLst>
              <a:path w="1827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562" y="0"/>
                </a:lnTo>
                <a:cubicBezTo>
                  <a:pt x="1579" y="0"/>
                  <a:pt x="1597" y="2"/>
                  <a:pt x="1614" y="5"/>
                </a:cubicBezTo>
                <a:cubicBezTo>
                  <a:pt x="1631" y="9"/>
                  <a:pt x="1647" y="14"/>
                  <a:pt x="1663" y="20"/>
                </a:cubicBezTo>
                <a:cubicBezTo>
                  <a:pt x="1679" y="27"/>
                  <a:pt x="1694" y="35"/>
                  <a:pt x="1709" y="45"/>
                </a:cubicBezTo>
                <a:cubicBezTo>
                  <a:pt x="1723" y="54"/>
                  <a:pt x="1737" y="65"/>
                  <a:pt x="1749" y="78"/>
                </a:cubicBezTo>
                <a:cubicBezTo>
                  <a:pt x="1761" y="90"/>
                  <a:pt x="1772" y="103"/>
                  <a:pt x="1782" y="118"/>
                </a:cubicBezTo>
                <a:cubicBezTo>
                  <a:pt x="1792" y="132"/>
                  <a:pt x="1800" y="147"/>
                  <a:pt x="1806" y="163"/>
                </a:cubicBezTo>
                <a:cubicBezTo>
                  <a:pt x="1813" y="180"/>
                  <a:pt x="1818" y="196"/>
                  <a:pt x="1821" y="213"/>
                </a:cubicBezTo>
                <a:cubicBezTo>
                  <a:pt x="1825" y="230"/>
                  <a:pt x="1827" y="247"/>
                  <a:pt x="1827" y="265"/>
                </a:cubicBezTo>
                <a:cubicBezTo>
                  <a:pt x="1827" y="282"/>
                  <a:pt x="1825" y="299"/>
                  <a:pt x="1821" y="316"/>
                </a:cubicBezTo>
                <a:cubicBezTo>
                  <a:pt x="1818" y="333"/>
                  <a:pt x="1813" y="350"/>
                  <a:pt x="1806" y="366"/>
                </a:cubicBezTo>
                <a:cubicBezTo>
                  <a:pt x="1800" y="382"/>
                  <a:pt x="1792" y="397"/>
                  <a:pt x="1782" y="413"/>
                </a:cubicBezTo>
                <a:cubicBezTo>
                  <a:pt x="1772" y="427"/>
                  <a:pt x="1761" y="441"/>
                  <a:pt x="1749" y="453"/>
                </a:cubicBezTo>
                <a:cubicBezTo>
                  <a:pt x="1737" y="465"/>
                  <a:pt x="1723" y="476"/>
                  <a:pt x="1709" y="486"/>
                </a:cubicBezTo>
                <a:cubicBezTo>
                  <a:pt x="1694" y="495"/>
                  <a:pt x="1679" y="504"/>
                  <a:pt x="1663" y="510"/>
                </a:cubicBezTo>
                <a:cubicBezTo>
                  <a:pt x="1647" y="517"/>
                  <a:pt x="1631" y="522"/>
                  <a:pt x="1614" y="525"/>
                </a:cubicBezTo>
                <a:cubicBezTo>
                  <a:pt x="1597" y="529"/>
                  <a:pt x="1579" y="530"/>
                  <a:pt x="1562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423880"/>
            <a:ext cx="657720" cy="190800"/>
          </a:xfrm>
          <a:custGeom>
            <a:avLst/>
            <a:gdLst/>
            <a:ahLst/>
            <a:rect l="0" t="0" r="r" b="b"/>
            <a:pathLst>
              <a:path w="1827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562" y="0"/>
                </a:lnTo>
                <a:cubicBezTo>
                  <a:pt x="1579" y="0"/>
                  <a:pt x="1597" y="2"/>
                  <a:pt x="1614" y="5"/>
                </a:cubicBezTo>
                <a:cubicBezTo>
                  <a:pt x="1631" y="9"/>
                  <a:pt x="1647" y="14"/>
                  <a:pt x="1663" y="20"/>
                </a:cubicBezTo>
                <a:cubicBezTo>
                  <a:pt x="1679" y="27"/>
                  <a:pt x="1694" y="35"/>
                  <a:pt x="1709" y="45"/>
                </a:cubicBezTo>
                <a:cubicBezTo>
                  <a:pt x="1723" y="54"/>
                  <a:pt x="1737" y="65"/>
                  <a:pt x="1749" y="78"/>
                </a:cubicBezTo>
                <a:cubicBezTo>
                  <a:pt x="1761" y="90"/>
                  <a:pt x="1772" y="103"/>
                  <a:pt x="1782" y="118"/>
                </a:cubicBezTo>
                <a:cubicBezTo>
                  <a:pt x="1792" y="132"/>
                  <a:pt x="1800" y="147"/>
                  <a:pt x="1806" y="163"/>
                </a:cubicBezTo>
                <a:cubicBezTo>
                  <a:pt x="1813" y="180"/>
                  <a:pt x="1818" y="196"/>
                  <a:pt x="1821" y="213"/>
                </a:cubicBezTo>
                <a:cubicBezTo>
                  <a:pt x="1825" y="230"/>
                  <a:pt x="1827" y="247"/>
                  <a:pt x="1827" y="265"/>
                </a:cubicBezTo>
                <a:cubicBezTo>
                  <a:pt x="1827" y="282"/>
                  <a:pt x="1825" y="299"/>
                  <a:pt x="1821" y="316"/>
                </a:cubicBezTo>
                <a:cubicBezTo>
                  <a:pt x="1818" y="333"/>
                  <a:pt x="1813" y="350"/>
                  <a:pt x="1806" y="366"/>
                </a:cubicBezTo>
                <a:cubicBezTo>
                  <a:pt x="1800" y="382"/>
                  <a:pt x="1792" y="397"/>
                  <a:pt x="1782" y="413"/>
                </a:cubicBezTo>
                <a:cubicBezTo>
                  <a:pt x="1772" y="427"/>
                  <a:pt x="1761" y="441"/>
                  <a:pt x="1749" y="453"/>
                </a:cubicBezTo>
                <a:cubicBezTo>
                  <a:pt x="1737" y="465"/>
                  <a:pt x="1723" y="476"/>
                  <a:pt x="1709" y="486"/>
                </a:cubicBezTo>
                <a:cubicBezTo>
                  <a:pt x="1694" y="495"/>
                  <a:pt x="1679" y="504"/>
                  <a:pt x="1663" y="510"/>
                </a:cubicBezTo>
                <a:cubicBezTo>
                  <a:pt x="1647" y="517"/>
                  <a:pt x="1631" y="522"/>
                  <a:pt x="1614" y="525"/>
                </a:cubicBezTo>
                <a:cubicBezTo>
                  <a:pt x="1597" y="529"/>
                  <a:pt x="1579" y="530"/>
                  <a:pt x="1562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46600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67156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6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79"/>
                  <a:pt x="1527" y="196"/>
                  <a:pt x="1530" y="213"/>
                </a:cubicBezTo>
                <a:cubicBezTo>
                  <a:pt x="1534" y="230"/>
                  <a:pt x="1535" y="247"/>
                  <a:pt x="1535" y="266"/>
                </a:cubicBezTo>
                <a:cubicBezTo>
                  <a:pt x="1535" y="283"/>
                  <a:pt x="1534" y="300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0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3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300"/>
                  <a:pt x="0" y="283"/>
                  <a:pt x="0" y="26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67156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6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79"/>
                  <a:pt x="1527" y="196"/>
                  <a:pt x="1530" y="213"/>
                </a:cubicBezTo>
                <a:cubicBezTo>
                  <a:pt x="1534" y="230"/>
                  <a:pt x="1535" y="247"/>
                  <a:pt x="1535" y="266"/>
                </a:cubicBezTo>
                <a:cubicBezTo>
                  <a:pt x="1535" y="283"/>
                  <a:pt x="1534" y="300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0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3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300"/>
                  <a:pt x="0" y="283"/>
                  <a:pt x="0" y="266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46600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7043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171440"/>
            <a:ext cx="2610360" cy="2028960"/>
          </a:xfrm>
          <a:custGeom>
            <a:avLst/>
            <a:gdLst/>
            <a:ahLst/>
            <a:rect l="0" t="0" r="r" b="b"/>
            <a:pathLst>
              <a:path w="7251" h="5636">
                <a:moveTo>
                  <a:pt x="0" y="537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372"/>
                </a:lnTo>
                <a:cubicBezTo>
                  <a:pt x="7251" y="5389"/>
                  <a:pt x="7249" y="5406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4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6"/>
                  <a:pt x="6986" y="5636"/>
                </a:cubicBezTo>
                <a:lnTo>
                  <a:pt x="265" y="5636"/>
                </a:lnTo>
                <a:cubicBezTo>
                  <a:pt x="247" y="5636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4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6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292248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55232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39"/>
                  <a:pt x="1489" y="47"/>
                </a:cubicBezTo>
                <a:cubicBezTo>
                  <a:pt x="1496" y="54"/>
                  <a:pt x="1503" y="62"/>
                  <a:pt x="1508" y="71"/>
                </a:cubicBezTo>
                <a:cubicBezTo>
                  <a:pt x="1514" y="79"/>
                  <a:pt x="1519" y="89"/>
                  <a:pt x="1523" y="98"/>
                </a:cubicBezTo>
                <a:cubicBezTo>
                  <a:pt x="1527" y="108"/>
                  <a:pt x="1530" y="118"/>
                  <a:pt x="1532" y="128"/>
                </a:cubicBezTo>
                <a:cubicBezTo>
                  <a:pt x="1534" y="138"/>
                  <a:pt x="1535" y="149"/>
                  <a:pt x="1535" y="159"/>
                </a:cubicBezTo>
                <a:lnTo>
                  <a:pt x="1535" y="503"/>
                </a:lnTo>
                <a:cubicBezTo>
                  <a:pt x="1535" y="513"/>
                  <a:pt x="1534" y="524"/>
                  <a:pt x="1532" y="534"/>
                </a:cubicBezTo>
                <a:cubicBezTo>
                  <a:pt x="1530" y="544"/>
                  <a:pt x="1527" y="554"/>
                  <a:pt x="1523" y="564"/>
                </a:cubicBezTo>
                <a:cubicBezTo>
                  <a:pt x="1519" y="573"/>
                  <a:pt x="1514" y="582"/>
                  <a:pt x="1508" y="591"/>
                </a:cubicBezTo>
                <a:cubicBezTo>
                  <a:pt x="1503" y="600"/>
                  <a:pt x="1496" y="608"/>
                  <a:pt x="1489" y="615"/>
                </a:cubicBezTo>
                <a:cubicBezTo>
                  <a:pt x="1481" y="623"/>
                  <a:pt x="1473" y="629"/>
                  <a:pt x="1465" y="635"/>
                </a:cubicBezTo>
                <a:cubicBezTo>
                  <a:pt x="1456" y="641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1"/>
                  <a:pt x="70" y="635"/>
                </a:cubicBezTo>
                <a:cubicBezTo>
                  <a:pt x="61" y="629"/>
                  <a:pt x="53" y="623"/>
                  <a:pt x="46" y="615"/>
                </a:cubicBezTo>
                <a:cubicBezTo>
                  <a:pt x="39" y="608"/>
                  <a:pt x="32" y="600"/>
                  <a:pt x="26" y="591"/>
                </a:cubicBezTo>
                <a:cubicBezTo>
                  <a:pt x="21" y="582"/>
                  <a:pt x="16" y="573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3"/>
                  <a:pt x="0" y="503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31760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188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2230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30868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13732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17152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39436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08584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3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3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08584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3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3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28276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23164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2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187992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4"/>
                  <a:pt x="567" y="343"/>
                </a:cubicBezTo>
                <a:cubicBezTo>
                  <a:pt x="564" y="361"/>
                  <a:pt x="558" y="379"/>
                  <a:pt x="551" y="396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6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4"/>
                  <a:pt x="0" y="306"/>
                  <a:pt x="0" y="287"/>
                </a:cubicBezTo>
                <a:cubicBezTo>
                  <a:pt x="0" y="268"/>
                  <a:pt x="2" y="250"/>
                  <a:pt x="6" y="231"/>
                </a:cubicBezTo>
                <a:cubicBezTo>
                  <a:pt x="9" y="213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3"/>
                  <a:pt x="567" y="231"/>
                </a:cubicBezTo>
                <a:cubicBezTo>
                  <a:pt x="571" y="250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187992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4"/>
                  <a:pt x="567" y="343"/>
                </a:cubicBezTo>
                <a:cubicBezTo>
                  <a:pt x="564" y="361"/>
                  <a:pt x="558" y="379"/>
                  <a:pt x="551" y="396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6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4"/>
                  <a:pt x="0" y="306"/>
                  <a:pt x="0" y="287"/>
                </a:cubicBezTo>
                <a:cubicBezTo>
                  <a:pt x="0" y="268"/>
                  <a:pt x="2" y="250"/>
                  <a:pt x="6" y="231"/>
                </a:cubicBezTo>
                <a:cubicBezTo>
                  <a:pt x="9" y="213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3"/>
                  <a:pt x="567" y="231"/>
                </a:cubicBezTo>
                <a:cubicBezTo>
                  <a:pt x="571" y="250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192276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193140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200016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59876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70360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29544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2954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8383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29544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29544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287496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56840" y="393372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19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22200" y="0"/>
                </a:lnTo>
                <a:cubicBezTo>
                  <a:pt x="22217" y="0"/>
                  <a:pt x="22235" y="1"/>
                  <a:pt x="22252" y="5"/>
                </a:cubicBezTo>
                <a:cubicBezTo>
                  <a:pt x="22269" y="8"/>
                  <a:pt x="22285" y="13"/>
                  <a:pt x="22301" y="20"/>
                </a:cubicBezTo>
                <a:cubicBezTo>
                  <a:pt x="22317" y="27"/>
                  <a:pt x="22333" y="35"/>
                  <a:pt x="22347" y="44"/>
                </a:cubicBezTo>
                <a:cubicBezTo>
                  <a:pt x="22361" y="54"/>
                  <a:pt x="22375" y="65"/>
                  <a:pt x="22387" y="77"/>
                </a:cubicBezTo>
                <a:cubicBezTo>
                  <a:pt x="22399" y="90"/>
                  <a:pt x="22410" y="103"/>
                  <a:pt x="22420" y="117"/>
                </a:cubicBezTo>
                <a:cubicBezTo>
                  <a:pt x="22430" y="132"/>
                  <a:pt x="22438" y="147"/>
                  <a:pt x="22444" y="163"/>
                </a:cubicBezTo>
                <a:cubicBezTo>
                  <a:pt x="22451" y="179"/>
                  <a:pt x="22456" y="196"/>
                  <a:pt x="22460" y="213"/>
                </a:cubicBezTo>
                <a:cubicBezTo>
                  <a:pt x="22463" y="230"/>
                  <a:pt x="22465" y="247"/>
                  <a:pt x="22465" y="264"/>
                </a:cubicBezTo>
                <a:lnTo>
                  <a:pt x="22465" y="1932"/>
                </a:lnTo>
                <a:cubicBezTo>
                  <a:pt x="22465" y="1950"/>
                  <a:pt x="22463" y="1967"/>
                  <a:pt x="22460" y="1984"/>
                </a:cubicBezTo>
                <a:cubicBezTo>
                  <a:pt x="22456" y="2001"/>
                  <a:pt x="22451" y="2017"/>
                  <a:pt x="22444" y="2033"/>
                </a:cubicBezTo>
                <a:cubicBezTo>
                  <a:pt x="22438" y="2050"/>
                  <a:pt x="22430" y="2065"/>
                  <a:pt x="22420" y="2079"/>
                </a:cubicBezTo>
                <a:cubicBezTo>
                  <a:pt x="22410" y="2094"/>
                  <a:pt x="22399" y="2107"/>
                  <a:pt x="22387" y="2119"/>
                </a:cubicBezTo>
                <a:cubicBezTo>
                  <a:pt x="22375" y="2132"/>
                  <a:pt x="22361" y="2143"/>
                  <a:pt x="22347" y="2152"/>
                </a:cubicBezTo>
                <a:cubicBezTo>
                  <a:pt x="22333" y="2162"/>
                  <a:pt x="22317" y="2170"/>
                  <a:pt x="22301" y="2177"/>
                </a:cubicBezTo>
                <a:cubicBezTo>
                  <a:pt x="22285" y="2183"/>
                  <a:pt x="22269" y="2188"/>
                  <a:pt x="22252" y="2192"/>
                </a:cubicBezTo>
                <a:cubicBezTo>
                  <a:pt x="22235" y="2195"/>
                  <a:pt x="22217" y="2197"/>
                  <a:pt x="22200" y="2197"/>
                </a:cubicBezTo>
                <a:lnTo>
                  <a:pt x="265" y="2197"/>
                </a:lnTo>
                <a:cubicBezTo>
                  <a:pt x="248" y="2197"/>
                  <a:pt x="231" y="2195"/>
                  <a:pt x="213" y="2192"/>
                </a:cubicBezTo>
                <a:cubicBezTo>
                  <a:pt x="196" y="2188"/>
                  <a:pt x="180" y="2183"/>
                  <a:pt x="164" y="2177"/>
                </a:cubicBezTo>
                <a:cubicBezTo>
                  <a:pt x="148" y="2170"/>
                  <a:pt x="133" y="2162"/>
                  <a:pt x="118" y="2152"/>
                </a:cubicBezTo>
                <a:cubicBezTo>
                  <a:pt x="104" y="2143"/>
                  <a:pt x="90" y="2132"/>
                  <a:pt x="78" y="2119"/>
                </a:cubicBezTo>
                <a:cubicBezTo>
                  <a:pt x="66" y="2107"/>
                  <a:pt x="55" y="2094"/>
                  <a:pt x="45" y="2079"/>
                </a:cubicBezTo>
                <a:cubicBezTo>
                  <a:pt x="35" y="2065"/>
                  <a:pt x="27" y="2050"/>
                  <a:pt x="21" y="2033"/>
                </a:cubicBezTo>
                <a:cubicBezTo>
                  <a:pt x="14" y="2017"/>
                  <a:pt x="9" y="2001"/>
                  <a:pt x="6" y="1984"/>
                </a:cubicBezTo>
                <a:cubicBezTo>
                  <a:pt x="2" y="1967"/>
                  <a:pt x="0" y="1950"/>
                  <a:pt x="0" y="1932"/>
                </a:cubicBez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634320" y="3508560"/>
            <a:ext cx="789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wie bron is, wat een leeruitkomst betekent, en wanneer een resultaat rechtsgeldig is.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5520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ffffff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55200" y="4413240"/>
            <a:ext cx="738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ffffff"/>
                </a:solidFill>
                <a:latin typeface="Arial"/>
                <a:ea typeface="Arial"/>
              </a:rPr>
              <a:t>Een afspraak tussen instellingen vraagt een mandaat. Daar moet iemand aan gehouden kunnen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49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8" name=""/>
          <p:cNvSpPr/>
          <p:nvPr/>
        </p:nvSpPr>
        <p:spPr>
          <a:xfrm>
            <a:off x="45684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7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6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4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4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6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7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5" y="2873"/>
                  <a:pt x="4892" y="2886"/>
                </a:cubicBezTo>
                <a:cubicBezTo>
                  <a:pt x="4890" y="2900"/>
                  <a:pt x="4885" y="2913"/>
                  <a:pt x="4880" y="2926"/>
                </a:cubicBezTo>
                <a:cubicBezTo>
                  <a:pt x="4875" y="2939"/>
                  <a:pt x="4868" y="2951"/>
                  <a:pt x="4861" y="2963"/>
                </a:cubicBezTo>
                <a:cubicBezTo>
                  <a:pt x="4853" y="2974"/>
                  <a:pt x="4844" y="2985"/>
                  <a:pt x="4834" y="2995"/>
                </a:cubicBezTo>
                <a:cubicBezTo>
                  <a:pt x="4824" y="3004"/>
                  <a:pt x="4814" y="3013"/>
                  <a:pt x="4802" y="3021"/>
                </a:cubicBezTo>
                <a:cubicBezTo>
                  <a:pt x="4791" y="3029"/>
                  <a:pt x="4778" y="3035"/>
                  <a:pt x="4766" y="3041"/>
                </a:cubicBezTo>
                <a:cubicBezTo>
                  <a:pt x="4753" y="3046"/>
                  <a:pt x="4740" y="3050"/>
                  <a:pt x="4726" y="3053"/>
                </a:cubicBezTo>
                <a:cubicBezTo>
                  <a:pt x="4712" y="3055"/>
                  <a:pt x="4699" y="3057"/>
                  <a:pt x="4685" y="3057"/>
                </a:cubicBezTo>
                <a:lnTo>
                  <a:pt x="212" y="3057"/>
                </a:lnTo>
                <a:cubicBezTo>
                  <a:pt x="198" y="3057"/>
                  <a:pt x="185" y="3055"/>
                  <a:pt x="171" y="3053"/>
                </a:cubicBezTo>
                <a:cubicBezTo>
                  <a:pt x="157" y="3050"/>
                  <a:pt x="144" y="3046"/>
                  <a:pt x="131" y="3041"/>
                </a:cubicBezTo>
                <a:cubicBezTo>
                  <a:pt x="118" y="3035"/>
                  <a:pt x="106" y="3029"/>
                  <a:pt x="95" y="3021"/>
                </a:cubicBezTo>
                <a:cubicBezTo>
                  <a:pt x="83" y="3013"/>
                  <a:pt x="72" y="3004"/>
                  <a:pt x="62" y="2995"/>
                </a:cubicBezTo>
                <a:cubicBezTo>
                  <a:pt x="53" y="2985"/>
                  <a:pt x="44" y="2974"/>
                  <a:pt x="36" y="2963"/>
                </a:cubicBezTo>
                <a:cubicBezTo>
                  <a:pt x="28" y="2951"/>
                  <a:pt x="22" y="2939"/>
                  <a:pt x="17" y="2926"/>
                </a:cubicBezTo>
                <a:cubicBezTo>
                  <a:pt x="11" y="2913"/>
                  <a:pt x="7" y="2900"/>
                  <a:pt x="5" y="2886"/>
                </a:cubicBezTo>
                <a:cubicBezTo>
                  <a:pt x="2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439920" y="11008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131508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770760" y="220896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56212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79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56212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230904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341280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2797200" y="220896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297240" y="240876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676760" y="1833480"/>
            <a:ext cx="1752840" cy="1100520"/>
          </a:xfrm>
          <a:custGeom>
            <a:avLst/>
            <a:gdLst/>
            <a:ahLst/>
            <a:rect l="0" t="0" r="r" b="b"/>
            <a:pathLst>
              <a:path w="4869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7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4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4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6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7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845"/>
                </a:lnTo>
                <a:cubicBezTo>
                  <a:pt x="4869" y="2859"/>
                  <a:pt x="4868" y="2873"/>
                  <a:pt x="4865" y="2886"/>
                </a:cubicBezTo>
                <a:cubicBezTo>
                  <a:pt x="4862" y="2900"/>
                  <a:pt x="4858" y="2913"/>
                  <a:pt x="4853" y="2926"/>
                </a:cubicBezTo>
                <a:cubicBezTo>
                  <a:pt x="4847" y="2939"/>
                  <a:pt x="4841" y="2951"/>
                  <a:pt x="4833" y="2963"/>
                </a:cubicBezTo>
                <a:cubicBezTo>
                  <a:pt x="4825" y="2974"/>
                  <a:pt x="4817" y="2985"/>
                  <a:pt x="4807" y="2995"/>
                </a:cubicBezTo>
                <a:cubicBezTo>
                  <a:pt x="4797" y="3004"/>
                  <a:pt x="4786" y="3013"/>
                  <a:pt x="4775" y="3021"/>
                </a:cubicBezTo>
                <a:cubicBezTo>
                  <a:pt x="4763" y="3029"/>
                  <a:pt x="4751" y="3035"/>
                  <a:pt x="4738" y="3041"/>
                </a:cubicBezTo>
                <a:cubicBezTo>
                  <a:pt x="4725" y="3046"/>
                  <a:pt x="4712" y="3050"/>
                  <a:pt x="4699" y="3053"/>
                </a:cubicBezTo>
                <a:cubicBezTo>
                  <a:pt x="4685" y="3055"/>
                  <a:pt x="4671" y="3057"/>
                  <a:pt x="4657" y="3057"/>
                </a:cubicBezTo>
                <a:lnTo>
                  <a:pt x="211" y="3057"/>
                </a:lnTo>
                <a:cubicBezTo>
                  <a:pt x="197" y="3057"/>
                  <a:pt x="184" y="3055"/>
                  <a:pt x="170" y="3053"/>
                </a:cubicBezTo>
                <a:cubicBezTo>
                  <a:pt x="156" y="3050"/>
                  <a:pt x="143" y="3046"/>
                  <a:pt x="130" y="3041"/>
                </a:cubicBezTo>
                <a:cubicBezTo>
                  <a:pt x="117" y="3035"/>
                  <a:pt x="105" y="3029"/>
                  <a:pt x="94" y="3021"/>
                </a:cubicBezTo>
                <a:cubicBezTo>
                  <a:pt x="82" y="3013"/>
                  <a:pt x="71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7" y="2951"/>
                  <a:pt x="21" y="2939"/>
                  <a:pt x="16" y="2926"/>
                </a:cubicBezTo>
                <a:cubicBezTo>
                  <a:pt x="10" y="2913"/>
                  <a:pt x="6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4676760" y="1809720"/>
            <a:ext cx="1752840" cy="1124280"/>
          </a:xfrm>
          <a:custGeom>
            <a:avLst/>
            <a:gdLst/>
            <a:ahLst/>
            <a:rect l="0" t="0" r="r" b="b"/>
            <a:pathLst>
              <a:path w="4869" h="3123">
                <a:moveTo>
                  <a:pt x="0" y="0"/>
                </a:moveTo>
                <a:lnTo>
                  <a:pt x="4869" y="0"/>
                </a:lnTo>
                <a:lnTo>
                  <a:pt x="4869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44164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5155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914360" y="2208960"/>
            <a:ext cx="1448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 van hoge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4904640" y="2408760"/>
            <a:ext cx="148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kwaliteit, volgens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5057280" y="2618280"/>
            <a:ext cx="1076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OKx-standaard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678168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80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6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8168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65242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6233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6964560" y="220896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7588440" y="2408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56840" y="33336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56840" y="33336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6840" y="41432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853416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57200" y="303264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634320" y="3557160"/>
            <a:ext cx="87181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AI heeft standaardisatie nodig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want daarmee wordt communiceren makkelijk. Elke stap in deze keten maakt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34320" y="3795120"/>
            <a:ext cx="75247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fase van integratie sneller, en dat 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4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48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09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45" name=""/>
          <p:cNvSpPr txBox="1"/>
          <p:nvPr/>
        </p:nvSpPr>
        <p:spPr>
          <a:xfrm>
            <a:off x="439920" y="104400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456840" y="2314440"/>
            <a:ext cx="2095920" cy="305280"/>
          </a:xfrm>
          <a:custGeom>
            <a:avLst/>
            <a:gdLst/>
            <a:ahLst/>
            <a:rect l="0" t="0" r="r" b="b"/>
            <a:pathLst>
              <a:path w="5822" h="848">
                <a:moveTo>
                  <a:pt x="0" y="0"/>
                </a:moveTo>
                <a:lnTo>
                  <a:pt x="5822" y="0"/>
                </a:lnTo>
                <a:lnTo>
                  <a:pt x="582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2552400" y="2314440"/>
            <a:ext cx="3029400" cy="305280"/>
          </a:xfrm>
          <a:custGeom>
            <a:avLst/>
            <a:gdLst/>
            <a:ahLst/>
            <a:rect l="0" t="0" r="r" b="b"/>
            <a:pathLst>
              <a:path w="8415" h="848">
                <a:moveTo>
                  <a:pt x="0" y="0"/>
                </a:moveTo>
                <a:lnTo>
                  <a:pt x="8415" y="0"/>
                </a:lnTo>
                <a:lnTo>
                  <a:pt x="841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5581440" y="2314440"/>
            <a:ext cx="2962800" cy="305280"/>
          </a:xfrm>
          <a:custGeom>
            <a:avLst/>
            <a:gdLst/>
            <a:ahLst/>
            <a:rect l="0" t="0" r="r" b="b"/>
            <a:pathLst>
              <a:path w="8230" h="848">
                <a:moveTo>
                  <a:pt x="0" y="0"/>
                </a:moveTo>
                <a:lnTo>
                  <a:pt x="8230" y="0"/>
                </a:lnTo>
                <a:lnTo>
                  <a:pt x="823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456840" y="2609640"/>
            <a:ext cx="2095920" cy="19440"/>
          </a:xfrm>
          <a:custGeom>
            <a:avLst/>
            <a:gdLst/>
            <a:ahLst/>
            <a:rect l="0" t="0" r="r" b="b"/>
            <a:pathLst>
              <a:path w="5822" h="54">
                <a:moveTo>
                  <a:pt x="0" y="0"/>
                </a:moveTo>
                <a:lnTo>
                  <a:pt x="5822" y="0"/>
                </a:lnTo>
                <a:lnTo>
                  <a:pt x="582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2552400" y="2609640"/>
            <a:ext cx="3029400" cy="19440"/>
          </a:xfrm>
          <a:custGeom>
            <a:avLst/>
            <a:gdLst/>
            <a:ahLst/>
            <a:rect l="0" t="0" r="r" b="b"/>
            <a:pathLst>
              <a:path w="8415" h="54">
                <a:moveTo>
                  <a:pt x="0" y="0"/>
                </a:moveTo>
                <a:lnTo>
                  <a:pt x="8415" y="0"/>
                </a:lnTo>
                <a:lnTo>
                  <a:pt x="841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5581440" y="2609640"/>
            <a:ext cx="2962800" cy="19440"/>
          </a:xfrm>
          <a:custGeom>
            <a:avLst/>
            <a:gdLst/>
            <a:ahLst/>
            <a:rect l="0" t="0" r="r" b="b"/>
            <a:pathLst>
              <a:path w="8230" h="54">
                <a:moveTo>
                  <a:pt x="0" y="0"/>
                </a:moveTo>
                <a:lnTo>
                  <a:pt x="8230" y="0"/>
                </a:lnTo>
                <a:lnTo>
                  <a:pt x="82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56840" y="314316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2552400" y="314316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5581440" y="314316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56840" y="367632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2552400" y="3676320"/>
            <a:ext cx="3029400" cy="10080"/>
          </a:xfrm>
          <a:custGeom>
            <a:avLst/>
            <a:gdLst/>
            <a:ahLst/>
            <a:rect l="0" t="0" r="r" b="b"/>
            <a:pathLst>
              <a:path w="8415" h="28">
                <a:moveTo>
                  <a:pt x="0" y="0"/>
                </a:moveTo>
                <a:lnTo>
                  <a:pt x="8415" y="0"/>
                </a:lnTo>
                <a:lnTo>
                  <a:pt x="8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581440" y="3676320"/>
            <a:ext cx="2962800" cy="10080"/>
          </a:xfrm>
          <a:custGeom>
            <a:avLst/>
            <a:gdLst/>
            <a:ahLst/>
            <a:rect l="0" t="0" r="r" b="b"/>
            <a:pathLst>
              <a:path w="8230" h="28">
                <a:moveTo>
                  <a:pt x="0" y="0"/>
                </a:moveTo>
                <a:lnTo>
                  <a:pt x="8230" y="0"/>
                </a:lnTo>
                <a:lnTo>
                  <a:pt x="82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56840" y="420048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552400" y="420048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5581440" y="420048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457200" y="183744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563760" y="239364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2658960" y="239364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5689800" y="239364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563760" y="27140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2658960" y="27140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2658960" y="290448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689800" y="2714040"/>
            <a:ext cx="311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Focus en capaciteit voor het uitwerken van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689800" y="2904480"/>
            <a:ext cx="759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563760" y="32378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563760" y="342828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2658960" y="32378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5689800" y="3237840"/>
            <a:ext cx="2957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 vastleggen,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5689800" y="3428280"/>
            <a:ext cx="2548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OEAPI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563760" y="376164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658960" y="3761640"/>
            <a:ext cx="3211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wat er hierna over het spoor rijdt: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2658960" y="3961800"/>
            <a:ext cx="2038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 werkt nu al met AI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5689800" y="3761640"/>
            <a:ext cx="2608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van het GitHub-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689800" y="3961800"/>
            <a:ext cx="1393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