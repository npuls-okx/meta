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971360"/>
            <a:ext cx="7553520" cy="790920"/>
          </a:xfrm>
          <a:custGeom>
            <a:avLst/>
            <a:gdLst/>
            <a:ahLst/>
            <a:rect l="0" t="0" r="r" b="b"/>
            <a:pathLst>
              <a:path w="20982" h="2197">
                <a:moveTo>
                  <a:pt x="0" y="198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7"/>
                </a:cubicBezTo>
                <a:cubicBezTo>
                  <a:pt x="66" y="29"/>
                  <a:pt x="74" y="23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7"/>
                </a:cubicBezTo>
                <a:cubicBezTo>
                  <a:pt x="20865" y="23"/>
                  <a:pt x="20877" y="29"/>
                  <a:pt x="20888" y="37"/>
                </a:cubicBezTo>
                <a:cubicBezTo>
                  <a:pt x="20900" y="45"/>
                  <a:pt x="20911" y="54"/>
                  <a:pt x="20920" y="63"/>
                </a:cubicBezTo>
                <a:cubicBezTo>
                  <a:pt x="20930" y="73"/>
                  <a:pt x="20939" y="84"/>
                  <a:pt x="20947" y="95"/>
                </a:cubicBezTo>
                <a:cubicBezTo>
                  <a:pt x="20954" y="107"/>
                  <a:pt x="20961" y="119"/>
                  <a:pt x="20966" y="132"/>
                </a:cubicBezTo>
                <a:cubicBezTo>
                  <a:pt x="20972" y="145"/>
                  <a:pt x="20976" y="158"/>
                  <a:pt x="20978" y="172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986"/>
                </a:lnTo>
                <a:cubicBezTo>
                  <a:pt x="20982" y="2000"/>
                  <a:pt x="20981" y="2013"/>
                  <a:pt x="20978" y="2027"/>
                </a:cubicBezTo>
                <a:cubicBezTo>
                  <a:pt x="20976" y="2041"/>
                  <a:pt x="20972" y="2054"/>
                  <a:pt x="20966" y="2067"/>
                </a:cubicBezTo>
                <a:cubicBezTo>
                  <a:pt x="20961" y="2080"/>
                  <a:pt x="20954" y="2092"/>
                  <a:pt x="20947" y="2103"/>
                </a:cubicBezTo>
                <a:cubicBezTo>
                  <a:pt x="20939" y="2115"/>
                  <a:pt x="20930" y="2126"/>
                  <a:pt x="20920" y="2135"/>
                </a:cubicBezTo>
                <a:cubicBezTo>
                  <a:pt x="20911" y="2145"/>
                  <a:pt x="20900" y="2154"/>
                  <a:pt x="20888" y="2162"/>
                </a:cubicBezTo>
                <a:cubicBezTo>
                  <a:pt x="20877" y="2169"/>
                  <a:pt x="20865" y="2176"/>
                  <a:pt x="20852" y="2181"/>
                </a:cubicBezTo>
                <a:cubicBezTo>
                  <a:pt x="20839" y="2187"/>
                  <a:pt x="20826" y="2191"/>
                  <a:pt x="20812" y="2193"/>
                </a:cubicBezTo>
                <a:cubicBezTo>
                  <a:pt x="20798" y="2196"/>
                  <a:pt x="20785" y="2197"/>
                  <a:pt x="20771" y="2197"/>
                </a:cubicBezTo>
                <a:lnTo>
                  <a:pt x="132" y="2197"/>
                </a:lnTo>
                <a:cubicBezTo>
                  <a:pt x="123" y="2197"/>
                  <a:pt x="115" y="2196"/>
                  <a:pt x="106" y="2193"/>
                </a:cubicBezTo>
                <a:cubicBezTo>
                  <a:pt x="98" y="2191"/>
                  <a:pt x="90" y="2187"/>
                  <a:pt x="82" y="2181"/>
                </a:cubicBezTo>
                <a:cubicBezTo>
                  <a:pt x="74" y="2176"/>
                  <a:pt x="66" y="2169"/>
                  <a:pt x="59" y="2162"/>
                </a:cubicBezTo>
                <a:cubicBezTo>
                  <a:pt x="51" y="2154"/>
                  <a:pt x="45" y="2145"/>
                  <a:pt x="39" y="2135"/>
                </a:cubicBezTo>
                <a:cubicBezTo>
                  <a:pt x="32" y="2126"/>
                  <a:pt x="27" y="2115"/>
                  <a:pt x="22" y="2103"/>
                </a:cubicBezTo>
                <a:cubicBezTo>
                  <a:pt x="17" y="2092"/>
                  <a:pt x="13" y="2080"/>
                  <a:pt x="10" y="2067"/>
                </a:cubicBezTo>
                <a:cubicBezTo>
                  <a:pt x="7" y="2054"/>
                  <a:pt x="4" y="2041"/>
                  <a:pt x="2" y="2027"/>
                </a:cubicBezTo>
                <a:cubicBezTo>
                  <a:pt x="1" y="2013"/>
                  <a:pt x="0" y="2000"/>
                  <a:pt x="0" y="1986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971360"/>
            <a:ext cx="7582320" cy="790920"/>
          </a:xfrm>
          <a:custGeom>
            <a:avLst/>
            <a:gdLst/>
            <a:ahLst/>
            <a:rect l="0" t="0" r="r" b="b"/>
            <a:pathLst>
              <a:path w="21062" h="2197">
                <a:moveTo>
                  <a:pt x="0" y="0"/>
                </a:moveTo>
                <a:lnTo>
                  <a:pt x="21062" y="0"/>
                </a:lnTo>
                <a:lnTo>
                  <a:pt x="2106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1253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12440" y="2156760"/>
            <a:ext cx="7402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Elke technologiegolf van dertig jaar maakte gegevensuitwisseling belangrijker. Geen enkele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8382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0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298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6"/>
                  <a:pt x="20966" y="1379"/>
                </a:cubicBezTo>
                <a:cubicBezTo>
                  <a:pt x="20961" y="1391"/>
                  <a:pt x="20954" y="1404"/>
                  <a:pt x="20947" y="1415"/>
                </a:cubicBezTo>
                <a:cubicBezTo>
                  <a:pt x="20939" y="1427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4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4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7"/>
                  <a:pt x="22" y="1415"/>
                </a:cubicBezTo>
                <a:cubicBezTo>
                  <a:pt x="17" y="1404"/>
                  <a:pt x="13" y="1391"/>
                  <a:pt x="10" y="1379"/>
                </a:cubicBezTo>
                <a:cubicBezTo>
                  <a:pt x="7" y="1366"/>
                  <a:pt x="4" y="1352"/>
                  <a:pt x="2" y="1339"/>
                </a:cubicBezTo>
                <a:cubicBezTo>
                  <a:pt x="1" y="1325"/>
                  <a:pt x="0" y="1311"/>
                  <a:pt x="0" y="129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8382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12440" y="2394720"/>
            <a:ext cx="1660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maakte hem kleiner.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85640" y="34574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7"/>
                </a:moveTo>
                <a:lnTo>
                  <a:pt x="0" y="213"/>
                </a:lnTo>
                <a:cubicBezTo>
                  <a:pt x="0" y="199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3"/>
                  <a:pt x="20976" y="157"/>
                  <a:pt x="20978" y="170"/>
                </a:cubicBezTo>
                <a:cubicBezTo>
                  <a:pt x="20981" y="184"/>
                  <a:pt x="20982" y="199"/>
                  <a:pt x="20982" y="213"/>
                </a:cubicBezTo>
                <a:lnTo>
                  <a:pt x="20982" y="1297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5"/>
                  <a:pt x="20966" y="1378"/>
                </a:cubicBezTo>
                <a:cubicBezTo>
                  <a:pt x="20961" y="1391"/>
                  <a:pt x="20954" y="1403"/>
                  <a:pt x="20947" y="1415"/>
                </a:cubicBezTo>
                <a:cubicBezTo>
                  <a:pt x="20939" y="1426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3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6840" y="34574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12440" y="3023280"/>
            <a:ext cx="7771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is de eerste laag die zelf niets opslaat. Die leunt volledig op wat de lagen eronder aanleveren.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12440" y="3642480"/>
            <a:ext cx="78876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OKx werkt precies daar: aan de afspraken over wat er tussen systemen gaat en wat het betekent.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" name=""/>
          <p:cNvSpPr/>
          <p:nvPr/>
        </p:nvSpPr>
        <p:spPr>
          <a:xfrm>
            <a:off x="1148760" y="232524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3"/>
                </a:lnTo>
                <a:cubicBezTo>
                  <a:pt x="562" y="107"/>
                  <a:pt x="1125" y="15"/>
                  <a:pt x="1672" y="2"/>
                </a:cubicBezTo>
                <a:cubicBezTo>
                  <a:pt x="2221" y="-11"/>
                  <a:pt x="2754" y="54"/>
                  <a:pt x="3021" y="86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2301120" y="233676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2297880" y="2332080"/>
            <a:ext cx="67320" cy="63720"/>
          </a:xfrm>
          <a:custGeom>
            <a:avLst/>
            <a:gdLst/>
            <a:ahLst/>
            <a:rect l="0" t="0" r="r" b="b"/>
            <a:pathLst>
              <a:path w="187" h="177">
                <a:moveTo>
                  <a:pt x="46" y="15"/>
                </a:moveTo>
                <a:lnTo>
                  <a:pt x="58" y="24"/>
                </a:lnTo>
                <a:lnTo>
                  <a:pt x="50" y="37"/>
                </a:lnTo>
                <a:lnTo>
                  <a:pt x="37" y="28"/>
                </a:lnTo>
                <a:lnTo>
                  <a:pt x="46" y="15"/>
                </a:lnTo>
                <a:moveTo>
                  <a:pt x="58" y="24"/>
                </a:moveTo>
                <a:lnTo>
                  <a:pt x="71" y="32"/>
                </a:lnTo>
                <a:lnTo>
                  <a:pt x="63" y="45"/>
                </a:lnTo>
                <a:lnTo>
                  <a:pt x="50" y="37"/>
                </a:lnTo>
                <a:lnTo>
                  <a:pt x="58" y="24"/>
                </a:lnTo>
                <a:moveTo>
                  <a:pt x="71" y="32"/>
                </a:moveTo>
                <a:lnTo>
                  <a:pt x="84" y="41"/>
                </a:lnTo>
                <a:lnTo>
                  <a:pt x="75" y="53"/>
                </a:lnTo>
                <a:lnTo>
                  <a:pt x="63" y="45"/>
                </a:lnTo>
                <a:lnTo>
                  <a:pt x="71" y="32"/>
                </a:lnTo>
                <a:moveTo>
                  <a:pt x="84" y="41"/>
                </a:moveTo>
                <a:lnTo>
                  <a:pt x="96" y="49"/>
                </a:lnTo>
                <a:lnTo>
                  <a:pt x="88" y="62"/>
                </a:lnTo>
                <a:lnTo>
                  <a:pt x="75" y="53"/>
                </a:lnTo>
                <a:lnTo>
                  <a:pt x="84" y="41"/>
                </a:lnTo>
                <a:moveTo>
                  <a:pt x="96" y="49"/>
                </a:moveTo>
                <a:lnTo>
                  <a:pt x="109" y="57"/>
                </a:lnTo>
                <a:lnTo>
                  <a:pt x="101" y="70"/>
                </a:lnTo>
                <a:lnTo>
                  <a:pt x="88" y="62"/>
                </a:lnTo>
                <a:lnTo>
                  <a:pt x="96" y="49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4"/>
                </a:lnTo>
                <a:lnTo>
                  <a:pt x="126" y="88"/>
                </a:lnTo>
                <a:lnTo>
                  <a:pt x="113" y="79"/>
                </a:lnTo>
                <a:lnTo>
                  <a:pt x="122" y="66"/>
                </a:lnTo>
                <a:moveTo>
                  <a:pt x="134" y="74"/>
                </a:moveTo>
                <a:lnTo>
                  <a:pt x="147" y="83"/>
                </a:lnTo>
                <a:lnTo>
                  <a:pt x="139" y="96"/>
                </a:lnTo>
                <a:lnTo>
                  <a:pt x="126" y="88"/>
                </a:lnTo>
                <a:lnTo>
                  <a:pt x="134" y="74"/>
                </a:lnTo>
                <a:moveTo>
                  <a:pt x="147" y="83"/>
                </a:moveTo>
                <a:lnTo>
                  <a:pt x="160" y="92"/>
                </a:lnTo>
                <a:lnTo>
                  <a:pt x="151" y="105"/>
                </a:lnTo>
                <a:lnTo>
                  <a:pt x="139" y="96"/>
                </a:lnTo>
                <a:lnTo>
                  <a:pt x="147" y="83"/>
                </a:lnTo>
                <a:moveTo>
                  <a:pt x="160" y="92"/>
                </a:moveTo>
                <a:lnTo>
                  <a:pt x="173" y="100"/>
                </a:lnTo>
                <a:lnTo>
                  <a:pt x="164" y="113"/>
                </a:lnTo>
                <a:lnTo>
                  <a:pt x="151" y="105"/>
                </a:lnTo>
                <a:lnTo>
                  <a:pt x="160" y="92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20"/>
                </a:lnTo>
                <a:lnTo>
                  <a:pt x="156" y="105"/>
                </a:lnTo>
                <a:lnTo>
                  <a:pt x="168" y="101"/>
                </a:lnTo>
                <a:lnTo>
                  <a:pt x="171" y="108"/>
                </a:lnTo>
                <a:lnTo>
                  <a:pt x="166" y="115"/>
                </a:lnTo>
                <a:lnTo>
                  <a:pt x="164" y="113"/>
                </a:lnTo>
                <a:lnTo>
                  <a:pt x="173" y="100"/>
                </a:lnTo>
                <a:moveTo>
                  <a:pt x="161" y="120"/>
                </a:moveTo>
                <a:lnTo>
                  <a:pt x="147" y="125"/>
                </a:lnTo>
                <a:lnTo>
                  <a:pt x="142" y="110"/>
                </a:lnTo>
                <a:lnTo>
                  <a:pt x="156" y="105"/>
                </a:lnTo>
                <a:lnTo>
                  <a:pt x="161" y="120"/>
                </a:lnTo>
                <a:moveTo>
                  <a:pt x="147" y="125"/>
                </a:moveTo>
                <a:lnTo>
                  <a:pt x="133" y="130"/>
                </a:lnTo>
                <a:lnTo>
                  <a:pt x="128" y="116"/>
                </a:lnTo>
                <a:lnTo>
                  <a:pt x="142" y="110"/>
                </a:lnTo>
                <a:lnTo>
                  <a:pt x="147" y="125"/>
                </a:lnTo>
                <a:moveTo>
                  <a:pt x="133" y="130"/>
                </a:moveTo>
                <a:lnTo>
                  <a:pt x="118" y="135"/>
                </a:lnTo>
                <a:lnTo>
                  <a:pt x="113" y="121"/>
                </a:lnTo>
                <a:lnTo>
                  <a:pt x="128" y="116"/>
                </a:lnTo>
                <a:lnTo>
                  <a:pt x="133" y="130"/>
                </a:lnTo>
                <a:moveTo>
                  <a:pt x="118" y="135"/>
                </a:moveTo>
                <a:lnTo>
                  <a:pt x="104" y="140"/>
                </a:lnTo>
                <a:lnTo>
                  <a:pt x="99" y="126"/>
                </a:lnTo>
                <a:lnTo>
                  <a:pt x="113" y="121"/>
                </a:lnTo>
                <a:lnTo>
                  <a:pt x="118" y="135"/>
                </a:lnTo>
                <a:moveTo>
                  <a:pt x="104" y="140"/>
                </a:moveTo>
                <a:lnTo>
                  <a:pt x="90" y="145"/>
                </a:lnTo>
                <a:lnTo>
                  <a:pt x="85" y="131"/>
                </a:lnTo>
                <a:lnTo>
                  <a:pt x="99" y="126"/>
                </a:lnTo>
                <a:lnTo>
                  <a:pt x="104" y="140"/>
                </a:lnTo>
                <a:moveTo>
                  <a:pt x="90" y="145"/>
                </a:moveTo>
                <a:lnTo>
                  <a:pt x="75" y="150"/>
                </a:lnTo>
                <a:lnTo>
                  <a:pt x="70" y="136"/>
                </a:lnTo>
                <a:lnTo>
                  <a:pt x="85" y="131"/>
                </a:lnTo>
                <a:lnTo>
                  <a:pt x="90" y="145"/>
                </a:lnTo>
                <a:moveTo>
                  <a:pt x="75" y="150"/>
                </a:moveTo>
                <a:lnTo>
                  <a:pt x="61" y="155"/>
                </a:lnTo>
                <a:lnTo>
                  <a:pt x="56" y="141"/>
                </a:lnTo>
                <a:lnTo>
                  <a:pt x="70" y="136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6"/>
                </a:lnTo>
                <a:lnTo>
                  <a:pt x="56" y="141"/>
                </a:lnTo>
                <a:lnTo>
                  <a:pt x="61" y="155"/>
                </a:lnTo>
                <a:moveTo>
                  <a:pt x="47" y="160"/>
                </a:moveTo>
                <a:lnTo>
                  <a:pt x="31" y="166"/>
                </a:lnTo>
                <a:lnTo>
                  <a:pt x="26" y="151"/>
                </a:lnTo>
                <a:lnTo>
                  <a:pt x="42" y="146"/>
                </a:lnTo>
                <a:lnTo>
                  <a:pt x="47" y="160"/>
                </a:lnTo>
                <a:moveTo>
                  <a:pt x="31" y="166"/>
                </a:moveTo>
                <a:lnTo>
                  <a:pt x="17" y="171"/>
                </a:lnTo>
                <a:lnTo>
                  <a:pt x="12" y="156"/>
                </a:lnTo>
                <a:lnTo>
                  <a:pt x="26" y="151"/>
                </a:lnTo>
                <a:lnTo>
                  <a:pt x="31" y="166"/>
                </a:lnTo>
                <a:moveTo>
                  <a:pt x="17" y="171"/>
                </a:moveTo>
                <a:lnTo>
                  <a:pt x="0" y="177"/>
                </a:lnTo>
                <a:lnTo>
                  <a:pt x="3" y="155"/>
                </a:lnTo>
                <a:lnTo>
                  <a:pt x="18" y="157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1"/>
                </a:lnTo>
                <a:moveTo>
                  <a:pt x="3" y="155"/>
                </a:moveTo>
                <a:lnTo>
                  <a:pt x="5" y="140"/>
                </a:lnTo>
                <a:lnTo>
                  <a:pt x="20" y="142"/>
                </a:lnTo>
                <a:lnTo>
                  <a:pt x="18" y="157"/>
                </a:lnTo>
                <a:lnTo>
                  <a:pt x="3" y="155"/>
                </a:lnTo>
                <a:moveTo>
                  <a:pt x="5" y="140"/>
                </a:moveTo>
                <a:lnTo>
                  <a:pt x="7" y="125"/>
                </a:lnTo>
                <a:lnTo>
                  <a:pt x="22" y="126"/>
                </a:lnTo>
                <a:lnTo>
                  <a:pt x="20" y="142"/>
                </a:lnTo>
                <a:lnTo>
                  <a:pt x="5" y="140"/>
                </a:lnTo>
                <a:moveTo>
                  <a:pt x="7" y="125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5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8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8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8"/>
                </a:lnTo>
                <a:moveTo>
                  <a:pt x="14" y="63"/>
                </a:moveTo>
                <a:lnTo>
                  <a:pt x="16" y="48"/>
                </a:lnTo>
                <a:lnTo>
                  <a:pt x="31" y="50"/>
                </a:lnTo>
                <a:lnTo>
                  <a:pt x="29" y="65"/>
                </a:lnTo>
                <a:lnTo>
                  <a:pt x="14" y="63"/>
                </a:lnTo>
                <a:moveTo>
                  <a:pt x="16" y="48"/>
                </a:moveTo>
                <a:lnTo>
                  <a:pt x="18" y="33"/>
                </a:lnTo>
                <a:lnTo>
                  <a:pt x="33" y="35"/>
                </a:lnTo>
                <a:lnTo>
                  <a:pt x="31" y="50"/>
                </a:lnTo>
                <a:lnTo>
                  <a:pt x="16" y="48"/>
                </a:lnTo>
                <a:moveTo>
                  <a:pt x="18" y="33"/>
                </a:moveTo>
                <a:lnTo>
                  <a:pt x="20" y="18"/>
                </a:lnTo>
                <a:lnTo>
                  <a:pt x="36" y="20"/>
                </a:lnTo>
                <a:lnTo>
                  <a:pt x="33" y="35"/>
                </a:lnTo>
                <a:lnTo>
                  <a:pt x="18" y="33"/>
                </a:lnTo>
                <a:moveTo>
                  <a:pt x="20" y="18"/>
                </a:moveTo>
                <a:lnTo>
                  <a:pt x="22" y="0"/>
                </a:lnTo>
                <a:lnTo>
                  <a:pt x="46" y="15"/>
                </a:lnTo>
                <a:lnTo>
                  <a:pt x="37" y="28"/>
                </a:lnTo>
                <a:lnTo>
                  <a:pt x="24" y="20"/>
                </a:lnTo>
                <a:lnTo>
                  <a:pt x="28" y="13"/>
                </a:lnTo>
                <a:lnTo>
                  <a:pt x="36" y="14"/>
                </a:lnTo>
                <a:lnTo>
                  <a:pt x="36" y="20"/>
                </a:lnTo>
                <a:lnTo>
                  <a:pt x="2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612600" y="231480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3"/>
                </a:lnTo>
                <a:cubicBezTo>
                  <a:pt x="398" y="65"/>
                  <a:pt x="795" y="8"/>
                  <a:pt x="1179" y="1"/>
                </a:cubicBezTo>
                <a:cubicBezTo>
                  <a:pt x="1564" y="-6"/>
                  <a:pt x="1936" y="36"/>
                  <a:pt x="2122" y="57"/>
                </a:cubicBezTo>
                <a:lnTo>
                  <a:pt x="2307" y="79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412520" y="231264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2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409280" y="2307600"/>
            <a:ext cx="67320" cy="63720"/>
          </a:xfrm>
          <a:custGeom>
            <a:avLst/>
            <a:gdLst/>
            <a:ahLst/>
            <a:rect l="0" t="0" r="r" b="b"/>
            <a:pathLst>
              <a:path w="187" h="177">
                <a:moveTo>
                  <a:pt x="43" y="15"/>
                </a:moveTo>
                <a:lnTo>
                  <a:pt x="57" y="24"/>
                </a:lnTo>
                <a:lnTo>
                  <a:pt x="48" y="36"/>
                </a:lnTo>
                <a:lnTo>
                  <a:pt x="35" y="28"/>
                </a:lnTo>
                <a:lnTo>
                  <a:pt x="43" y="15"/>
                </a:lnTo>
                <a:moveTo>
                  <a:pt x="57" y="24"/>
                </a:moveTo>
                <a:lnTo>
                  <a:pt x="70" y="32"/>
                </a:lnTo>
                <a:lnTo>
                  <a:pt x="62" y="45"/>
                </a:lnTo>
                <a:lnTo>
                  <a:pt x="48" y="36"/>
                </a:lnTo>
                <a:lnTo>
                  <a:pt x="57" y="24"/>
                </a:lnTo>
                <a:moveTo>
                  <a:pt x="70" y="32"/>
                </a:moveTo>
                <a:lnTo>
                  <a:pt x="83" y="40"/>
                </a:lnTo>
                <a:lnTo>
                  <a:pt x="74" y="53"/>
                </a:lnTo>
                <a:lnTo>
                  <a:pt x="62" y="45"/>
                </a:lnTo>
                <a:lnTo>
                  <a:pt x="70" y="32"/>
                </a:lnTo>
                <a:moveTo>
                  <a:pt x="83" y="40"/>
                </a:moveTo>
                <a:lnTo>
                  <a:pt x="95" y="49"/>
                </a:lnTo>
                <a:lnTo>
                  <a:pt x="87" y="61"/>
                </a:lnTo>
                <a:lnTo>
                  <a:pt x="74" y="53"/>
                </a:lnTo>
                <a:lnTo>
                  <a:pt x="83" y="40"/>
                </a:lnTo>
                <a:moveTo>
                  <a:pt x="95" y="49"/>
                </a:moveTo>
                <a:lnTo>
                  <a:pt x="108" y="57"/>
                </a:lnTo>
                <a:lnTo>
                  <a:pt x="100" y="70"/>
                </a:lnTo>
                <a:lnTo>
                  <a:pt x="87" y="61"/>
                </a:lnTo>
                <a:lnTo>
                  <a:pt x="95" y="49"/>
                </a:lnTo>
                <a:moveTo>
                  <a:pt x="108" y="57"/>
                </a:moveTo>
                <a:lnTo>
                  <a:pt x="121" y="65"/>
                </a:lnTo>
                <a:lnTo>
                  <a:pt x="113" y="78"/>
                </a:lnTo>
                <a:lnTo>
                  <a:pt x="100" y="70"/>
                </a:lnTo>
                <a:lnTo>
                  <a:pt x="108" y="57"/>
                </a:lnTo>
                <a:moveTo>
                  <a:pt x="121" y="65"/>
                </a:moveTo>
                <a:lnTo>
                  <a:pt x="134" y="74"/>
                </a:lnTo>
                <a:lnTo>
                  <a:pt x="125" y="86"/>
                </a:lnTo>
                <a:lnTo>
                  <a:pt x="113" y="78"/>
                </a:lnTo>
                <a:lnTo>
                  <a:pt x="121" y="65"/>
                </a:lnTo>
                <a:moveTo>
                  <a:pt x="134" y="74"/>
                </a:moveTo>
                <a:lnTo>
                  <a:pt x="146" y="82"/>
                </a:lnTo>
                <a:lnTo>
                  <a:pt x="138" y="95"/>
                </a:lnTo>
                <a:lnTo>
                  <a:pt x="125" y="86"/>
                </a:lnTo>
                <a:lnTo>
                  <a:pt x="134" y="74"/>
                </a:lnTo>
                <a:moveTo>
                  <a:pt x="146" y="82"/>
                </a:moveTo>
                <a:lnTo>
                  <a:pt x="159" y="90"/>
                </a:lnTo>
                <a:lnTo>
                  <a:pt x="151" y="103"/>
                </a:lnTo>
                <a:lnTo>
                  <a:pt x="138" y="95"/>
                </a:lnTo>
                <a:lnTo>
                  <a:pt x="146" y="82"/>
                </a:lnTo>
                <a:moveTo>
                  <a:pt x="159" y="90"/>
                </a:moveTo>
                <a:lnTo>
                  <a:pt x="172" y="98"/>
                </a:lnTo>
                <a:lnTo>
                  <a:pt x="164" y="111"/>
                </a:lnTo>
                <a:lnTo>
                  <a:pt x="151" y="103"/>
                </a:lnTo>
                <a:lnTo>
                  <a:pt x="159" y="90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8"/>
                </a:lnTo>
                <a:lnTo>
                  <a:pt x="156" y="103"/>
                </a:lnTo>
                <a:lnTo>
                  <a:pt x="167" y="99"/>
                </a:lnTo>
                <a:lnTo>
                  <a:pt x="170" y="106"/>
                </a:lnTo>
                <a:lnTo>
                  <a:pt x="166" y="113"/>
                </a:lnTo>
                <a:lnTo>
                  <a:pt x="164" y="111"/>
                </a:lnTo>
                <a:lnTo>
                  <a:pt x="172" y="98"/>
                </a:lnTo>
                <a:moveTo>
                  <a:pt x="161" y="118"/>
                </a:moveTo>
                <a:lnTo>
                  <a:pt x="147" y="123"/>
                </a:lnTo>
                <a:lnTo>
                  <a:pt x="141" y="109"/>
                </a:lnTo>
                <a:lnTo>
                  <a:pt x="156" y="103"/>
                </a:lnTo>
                <a:lnTo>
                  <a:pt x="161" y="118"/>
                </a:lnTo>
                <a:moveTo>
                  <a:pt x="147" y="123"/>
                </a:moveTo>
                <a:lnTo>
                  <a:pt x="132" y="128"/>
                </a:lnTo>
                <a:lnTo>
                  <a:pt x="127" y="114"/>
                </a:lnTo>
                <a:lnTo>
                  <a:pt x="141" y="109"/>
                </a:lnTo>
                <a:lnTo>
                  <a:pt x="147" y="123"/>
                </a:lnTo>
                <a:moveTo>
                  <a:pt x="132" y="128"/>
                </a:moveTo>
                <a:lnTo>
                  <a:pt x="118" y="133"/>
                </a:lnTo>
                <a:lnTo>
                  <a:pt x="113" y="119"/>
                </a:lnTo>
                <a:lnTo>
                  <a:pt x="127" y="114"/>
                </a:lnTo>
                <a:lnTo>
                  <a:pt x="132" y="128"/>
                </a:lnTo>
                <a:moveTo>
                  <a:pt x="118" y="133"/>
                </a:moveTo>
                <a:lnTo>
                  <a:pt x="104" y="139"/>
                </a:lnTo>
                <a:lnTo>
                  <a:pt x="99" y="124"/>
                </a:lnTo>
                <a:lnTo>
                  <a:pt x="113" y="119"/>
                </a:lnTo>
                <a:lnTo>
                  <a:pt x="118" y="133"/>
                </a:lnTo>
                <a:moveTo>
                  <a:pt x="104" y="139"/>
                </a:moveTo>
                <a:lnTo>
                  <a:pt x="89" y="144"/>
                </a:lnTo>
                <a:lnTo>
                  <a:pt x="84" y="130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30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6"/>
                </a:lnTo>
                <a:lnTo>
                  <a:pt x="26" y="150"/>
                </a:lnTo>
                <a:lnTo>
                  <a:pt x="40" y="145"/>
                </a:lnTo>
                <a:lnTo>
                  <a:pt x="46" y="160"/>
                </a:lnTo>
                <a:moveTo>
                  <a:pt x="31" y="166"/>
                </a:moveTo>
                <a:lnTo>
                  <a:pt x="17" y="171"/>
                </a:lnTo>
                <a:lnTo>
                  <a:pt x="12" y="157"/>
                </a:lnTo>
                <a:lnTo>
                  <a:pt x="26" y="150"/>
                </a:lnTo>
                <a:lnTo>
                  <a:pt x="31" y="166"/>
                </a:lnTo>
                <a:moveTo>
                  <a:pt x="17" y="171"/>
                </a:moveTo>
                <a:lnTo>
                  <a:pt x="0" y="177"/>
                </a:lnTo>
                <a:lnTo>
                  <a:pt x="3" y="155"/>
                </a:lnTo>
                <a:lnTo>
                  <a:pt x="18" y="157"/>
                </a:lnTo>
                <a:lnTo>
                  <a:pt x="17" y="166"/>
                </a:lnTo>
                <a:lnTo>
                  <a:pt x="9" y="166"/>
                </a:lnTo>
                <a:lnTo>
                  <a:pt x="7" y="158"/>
                </a:lnTo>
                <a:lnTo>
                  <a:pt x="12" y="157"/>
                </a:lnTo>
                <a:lnTo>
                  <a:pt x="17" y="171"/>
                </a:lnTo>
                <a:moveTo>
                  <a:pt x="3" y="155"/>
                </a:moveTo>
                <a:lnTo>
                  <a:pt x="5" y="139"/>
                </a:lnTo>
                <a:lnTo>
                  <a:pt x="20" y="141"/>
                </a:lnTo>
                <a:lnTo>
                  <a:pt x="18" y="157"/>
                </a:lnTo>
                <a:lnTo>
                  <a:pt x="3" y="155"/>
                </a:lnTo>
                <a:moveTo>
                  <a:pt x="5" y="139"/>
                </a:moveTo>
                <a:lnTo>
                  <a:pt x="6" y="124"/>
                </a:lnTo>
                <a:lnTo>
                  <a:pt x="21" y="126"/>
                </a:lnTo>
                <a:lnTo>
                  <a:pt x="20" y="141"/>
                </a:lnTo>
                <a:lnTo>
                  <a:pt x="5" y="139"/>
                </a:lnTo>
                <a:moveTo>
                  <a:pt x="6" y="124"/>
                </a:moveTo>
                <a:lnTo>
                  <a:pt x="8" y="109"/>
                </a:lnTo>
                <a:lnTo>
                  <a:pt x="23" y="110"/>
                </a:lnTo>
                <a:lnTo>
                  <a:pt x="21" y="126"/>
                </a:lnTo>
                <a:lnTo>
                  <a:pt x="6" y="124"/>
                </a:lnTo>
                <a:moveTo>
                  <a:pt x="8" y="109"/>
                </a:moveTo>
                <a:lnTo>
                  <a:pt x="10" y="94"/>
                </a:lnTo>
                <a:lnTo>
                  <a:pt x="25" y="95"/>
                </a:lnTo>
                <a:lnTo>
                  <a:pt x="23" y="110"/>
                </a:lnTo>
                <a:lnTo>
                  <a:pt x="8" y="109"/>
                </a:lnTo>
                <a:moveTo>
                  <a:pt x="10" y="94"/>
                </a:moveTo>
                <a:lnTo>
                  <a:pt x="11" y="79"/>
                </a:lnTo>
                <a:lnTo>
                  <a:pt x="27" y="80"/>
                </a:lnTo>
                <a:lnTo>
                  <a:pt x="25" y="95"/>
                </a:lnTo>
                <a:lnTo>
                  <a:pt x="10" y="94"/>
                </a:lnTo>
                <a:moveTo>
                  <a:pt x="11" y="79"/>
                </a:moveTo>
                <a:lnTo>
                  <a:pt x="13" y="63"/>
                </a:lnTo>
                <a:lnTo>
                  <a:pt x="28" y="65"/>
                </a:lnTo>
                <a:lnTo>
                  <a:pt x="27" y="80"/>
                </a:lnTo>
                <a:lnTo>
                  <a:pt x="11" y="79"/>
                </a:lnTo>
                <a:moveTo>
                  <a:pt x="13" y="63"/>
                </a:moveTo>
                <a:lnTo>
                  <a:pt x="15" y="48"/>
                </a:lnTo>
                <a:lnTo>
                  <a:pt x="30" y="50"/>
                </a:lnTo>
                <a:lnTo>
                  <a:pt x="28" y="65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5"/>
                </a:lnTo>
                <a:lnTo>
                  <a:pt x="30" y="50"/>
                </a:lnTo>
                <a:lnTo>
                  <a:pt x="15" y="48"/>
                </a:lnTo>
                <a:moveTo>
                  <a:pt x="17" y="33"/>
                </a:moveTo>
                <a:lnTo>
                  <a:pt x="18" y="18"/>
                </a:lnTo>
                <a:lnTo>
                  <a:pt x="33" y="20"/>
                </a:lnTo>
                <a:lnTo>
                  <a:pt x="32" y="35"/>
                </a:lnTo>
                <a:lnTo>
                  <a:pt x="17" y="33"/>
                </a:lnTo>
                <a:moveTo>
                  <a:pt x="18" y="18"/>
                </a:moveTo>
                <a:lnTo>
                  <a:pt x="20" y="0"/>
                </a:lnTo>
                <a:lnTo>
                  <a:pt x="43" y="15"/>
                </a:lnTo>
                <a:lnTo>
                  <a:pt x="35" y="28"/>
                </a:lnTo>
                <a:lnTo>
                  <a:pt x="22" y="20"/>
                </a:lnTo>
                <a:lnTo>
                  <a:pt x="27" y="14"/>
                </a:lnTo>
                <a:lnTo>
                  <a:pt x="34" y="14"/>
                </a:lnTo>
                <a:lnTo>
                  <a:pt x="33" y="20"/>
                </a:lnTo>
                <a:lnTo>
                  <a:pt x="18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6249240" y="2323440"/>
            <a:ext cx="1535400" cy="62280"/>
          </a:xfrm>
          <a:custGeom>
            <a:avLst/>
            <a:gdLst/>
            <a:ahLst/>
            <a:rect l="0" t="0" r="r" b="b"/>
            <a:pathLst>
              <a:path fill="none" w="4265" h="173">
                <a:moveTo>
                  <a:pt x="0" y="123"/>
                </a:moveTo>
                <a:lnTo>
                  <a:pt x="362" y="90"/>
                </a:lnTo>
                <a:cubicBezTo>
                  <a:pt x="723" y="58"/>
                  <a:pt x="1446" y="-8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3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7754040" y="235476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7750800" y="2350080"/>
            <a:ext cx="66960" cy="63360"/>
          </a:xfrm>
          <a:custGeom>
            <a:avLst/>
            <a:gdLst/>
            <a:ahLst/>
            <a:rect l="0" t="0" r="r" b="b"/>
            <a:pathLst>
              <a:path w="186" h="176">
                <a:moveTo>
                  <a:pt x="44" y="15"/>
                </a:moveTo>
                <a:lnTo>
                  <a:pt x="57" y="23"/>
                </a:lnTo>
                <a:lnTo>
                  <a:pt x="48" y="37"/>
                </a:lnTo>
                <a:lnTo>
                  <a:pt x="36" y="28"/>
                </a:lnTo>
                <a:lnTo>
                  <a:pt x="44" y="15"/>
                </a:lnTo>
                <a:moveTo>
                  <a:pt x="57" y="23"/>
                </a:moveTo>
                <a:lnTo>
                  <a:pt x="69" y="32"/>
                </a:lnTo>
                <a:lnTo>
                  <a:pt x="61" y="45"/>
                </a:lnTo>
                <a:lnTo>
                  <a:pt x="48" y="37"/>
                </a:lnTo>
                <a:lnTo>
                  <a:pt x="57" y="23"/>
                </a:lnTo>
                <a:moveTo>
                  <a:pt x="69" y="32"/>
                </a:moveTo>
                <a:lnTo>
                  <a:pt x="82" y="41"/>
                </a:lnTo>
                <a:lnTo>
                  <a:pt x="74" y="54"/>
                </a:lnTo>
                <a:lnTo>
                  <a:pt x="61" y="45"/>
                </a:lnTo>
                <a:lnTo>
                  <a:pt x="69" y="32"/>
                </a:lnTo>
                <a:moveTo>
                  <a:pt x="82" y="41"/>
                </a:moveTo>
                <a:lnTo>
                  <a:pt x="95" y="49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49"/>
                </a:moveTo>
                <a:lnTo>
                  <a:pt x="108" y="58"/>
                </a:lnTo>
                <a:lnTo>
                  <a:pt x="99" y="70"/>
                </a:lnTo>
                <a:lnTo>
                  <a:pt x="87" y="62"/>
                </a:lnTo>
                <a:lnTo>
                  <a:pt x="95" y="49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0"/>
                </a:lnTo>
                <a:lnTo>
                  <a:pt x="108" y="58"/>
                </a:lnTo>
                <a:moveTo>
                  <a:pt x="120" y="66"/>
                </a:moveTo>
                <a:lnTo>
                  <a:pt x="133" y="74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4"/>
                </a:moveTo>
                <a:lnTo>
                  <a:pt x="146" y="83"/>
                </a:lnTo>
                <a:lnTo>
                  <a:pt x="137" y="95"/>
                </a:lnTo>
                <a:lnTo>
                  <a:pt x="125" y="87"/>
                </a:lnTo>
                <a:lnTo>
                  <a:pt x="133" y="74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5"/>
                </a:lnTo>
                <a:lnTo>
                  <a:pt x="146" y="83"/>
                </a:lnTo>
                <a:moveTo>
                  <a:pt x="159" y="91"/>
                </a:moveTo>
                <a:lnTo>
                  <a:pt x="171" y="99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99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4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99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09"/>
                </a:lnTo>
                <a:lnTo>
                  <a:pt x="155" y="104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09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39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39"/>
                </a:moveTo>
                <a:lnTo>
                  <a:pt x="89" y="144"/>
                </a:lnTo>
                <a:lnTo>
                  <a:pt x="84" y="130"/>
                </a:lnTo>
                <a:lnTo>
                  <a:pt x="98" y="125"/>
                </a:lnTo>
                <a:lnTo>
                  <a:pt x="103" y="139"/>
                </a:lnTo>
                <a:moveTo>
                  <a:pt x="89" y="144"/>
                </a:moveTo>
                <a:lnTo>
                  <a:pt x="74" y="150"/>
                </a:lnTo>
                <a:lnTo>
                  <a:pt x="69" y="135"/>
                </a:lnTo>
                <a:lnTo>
                  <a:pt x="84" y="130"/>
                </a:lnTo>
                <a:lnTo>
                  <a:pt x="89" y="144"/>
                </a:lnTo>
                <a:moveTo>
                  <a:pt x="74" y="150"/>
                </a:moveTo>
                <a:lnTo>
                  <a:pt x="60" y="155"/>
                </a:lnTo>
                <a:lnTo>
                  <a:pt x="55" y="140"/>
                </a:lnTo>
                <a:lnTo>
                  <a:pt x="69" y="135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0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0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0"/>
                </a:moveTo>
                <a:lnTo>
                  <a:pt x="0" y="176"/>
                </a:lnTo>
                <a:lnTo>
                  <a:pt x="2" y="154"/>
                </a:lnTo>
                <a:lnTo>
                  <a:pt x="17" y="156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0"/>
                </a:lnTo>
                <a:moveTo>
                  <a:pt x="2" y="154"/>
                </a:moveTo>
                <a:lnTo>
                  <a:pt x="4" y="139"/>
                </a:lnTo>
                <a:lnTo>
                  <a:pt x="19" y="141"/>
                </a:lnTo>
                <a:lnTo>
                  <a:pt x="17" y="156"/>
                </a:lnTo>
                <a:lnTo>
                  <a:pt x="2" y="154"/>
                </a:lnTo>
                <a:moveTo>
                  <a:pt x="4" y="139"/>
                </a:moveTo>
                <a:lnTo>
                  <a:pt x="6" y="124"/>
                </a:lnTo>
                <a:lnTo>
                  <a:pt x="21" y="126"/>
                </a:lnTo>
                <a:lnTo>
                  <a:pt x="19" y="141"/>
                </a:lnTo>
                <a:lnTo>
                  <a:pt x="4" y="139"/>
                </a:lnTo>
                <a:moveTo>
                  <a:pt x="6" y="124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4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3"/>
                </a:lnTo>
                <a:lnTo>
                  <a:pt x="32" y="34"/>
                </a:lnTo>
                <a:lnTo>
                  <a:pt x="31" y="51"/>
                </a:lnTo>
                <a:lnTo>
                  <a:pt x="14" y="49"/>
                </a:lnTo>
                <a:moveTo>
                  <a:pt x="16" y="33"/>
                </a:moveTo>
                <a:lnTo>
                  <a:pt x="18" y="18"/>
                </a:lnTo>
                <a:lnTo>
                  <a:pt x="34" y="19"/>
                </a:lnTo>
                <a:lnTo>
                  <a:pt x="32" y="34"/>
                </a:lnTo>
                <a:lnTo>
                  <a:pt x="16" y="33"/>
                </a:lnTo>
                <a:moveTo>
                  <a:pt x="18" y="18"/>
                </a:moveTo>
                <a:lnTo>
                  <a:pt x="20" y="0"/>
                </a:lnTo>
                <a:lnTo>
                  <a:pt x="44" y="15"/>
                </a:lnTo>
                <a:lnTo>
                  <a:pt x="36" y="28"/>
                </a:lnTo>
                <a:lnTo>
                  <a:pt x="22" y="19"/>
                </a:lnTo>
                <a:lnTo>
                  <a:pt x="27" y="13"/>
                </a:lnTo>
                <a:lnTo>
                  <a:pt x="35" y="14"/>
                </a:lnTo>
                <a:lnTo>
                  <a:pt x="34" y="19"/>
                </a:lnTo>
                <a:lnTo>
                  <a:pt x="18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276600" y="250668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4"/>
                  <a:pt x="2818" y="170"/>
                  <a:pt x="2107" y="181"/>
                </a:cubicBezTo>
                <a:cubicBezTo>
                  <a:pt x="1396" y="192"/>
                  <a:pt x="698" y="128"/>
                  <a:pt x="349" y="96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6249240" y="2505240"/>
            <a:ext cx="57240" cy="54720"/>
          </a:xfrm>
          <a:custGeom>
            <a:avLst/>
            <a:gdLst/>
            <a:ahLst/>
            <a:rect l="0" t="0" r="r" b="b"/>
            <a:pathLst>
              <a:path w="159" h="152">
                <a:moveTo>
                  <a:pt x="146" y="152"/>
                </a:moveTo>
                <a:lnTo>
                  <a:pt x="0" y="62"/>
                </a:lnTo>
                <a:lnTo>
                  <a:pt x="159" y="0"/>
                </a:lnTo>
                <a:lnTo>
                  <a:pt x="146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6243120" y="250092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3"/>
                </a:moveTo>
                <a:lnTo>
                  <a:pt x="132" y="155"/>
                </a:lnTo>
                <a:lnTo>
                  <a:pt x="141" y="142"/>
                </a:lnTo>
                <a:lnTo>
                  <a:pt x="154" y="150"/>
                </a:lnTo>
                <a:lnTo>
                  <a:pt x="146" y="163"/>
                </a:lnTo>
                <a:moveTo>
                  <a:pt x="132" y="155"/>
                </a:moveTo>
                <a:lnTo>
                  <a:pt x="119" y="147"/>
                </a:lnTo>
                <a:lnTo>
                  <a:pt x="127" y="133"/>
                </a:lnTo>
                <a:lnTo>
                  <a:pt x="141" y="142"/>
                </a:lnTo>
                <a:lnTo>
                  <a:pt x="132" y="155"/>
                </a:lnTo>
                <a:moveTo>
                  <a:pt x="119" y="147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7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7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9"/>
                </a:lnTo>
                <a:lnTo>
                  <a:pt x="101" y="117"/>
                </a:lnTo>
                <a:lnTo>
                  <a:pt x="93" y="130"/>
                </a:lnTo>
                <a:moveTo>
                  <a:pt x="80" y="122"/>
                </a:moveTo>
                <a:lnTo>
                  <a:pt x="67" y="114"/>
                </a:lnTo>
                <a:lnTo>
                  <a:pt x="75" y="101"/>
                </a:lnTo>
                <a:lnTo>
                  <a:pt x="88" y="109"/>
                </a:lnTo>
                <a:lnTo>
                  <a:pt x="80" y="122"/>
                </a:lnTo>
                <a:moveTo>
                  <a:pt x="67" y="114"/>
                </a:moveTo>
                <a:lnTo>
                  <a:pt x="54" y="106"/>
                </a:lnTo>
                <a:lnTo>
                  <a:pt x="62" y="93"/>
                </a:lnTo>
                <a:lnTo>
                  <a:pt x="75" y="101"/>
                </a:lnTo>
                <a:lnTo>
                  <a:pt x="67" y="114"/>
                </a:lnTo>
                <a:moveTo>
                  <a:pt x="54" y="106"/>
                </a:moveTo>
                <a:lnTo>
                  <a:pt x="41" y="98"/>
                </a:lnTo>
                <a:lnTo>
                  <a:pt x="49" y="85"/>
                </a:lnTo>
                <a:lnTo>
                  <a:pt x="62" y="93"/>
                </a:lnTo>
                <a:lnTo>
                  <a:pt x="54" y="106"/>
                </a:lnTo>
                <a:moveTo>
                  <a:pt x="41" y="98"/>
                </a:moveTo>
                <a:lnTo>
                  <a:pt x="28" y="90"/>
                </a:lnTo>
                <a:lnTo>
                  <a:pt x="36" y="77"/>
                </a:lnTo>
                <a:lnTo>
                  <a:pt x="49" y="85"/>
                </a:lnTo>
                <a:lnTo>
                  <a:pt x="41" y="98"/>
                </a:lnTo>
                <a:moveTo>
                  <a:pt x="28" y="90"/>
                </a:moveTo>
                <a:lnTo>
                  <a:pt x="15" y="82"/>
                </a:lnTo>
                <a:lnTo>
                  <a:pt x="23" y="69"/>
                </a:lnTo>
                <a:lnTo>
                  <a:pt x="36" y="77"/>
                </a:lnTo>
                <a:lnTo>
                  <a:pt x="28" y="90"/>
                </a:lnTo>
                <a:moveTo>
                  <a:pt x="15" y="82"/>
                </a:moveTo>
                <a:lnTo>
                  <a:pt x="0" y="73"/>
                </a:lnTo>
                <a:lnTo>
                  <a:pt x="26" y="62"/>
                </a:lnTo>
                <a:lnTo>
                  <a:pt x="31" y="77"/>
                </a:lnTo>
                <a:lnTo>
                  <a:pt x="20" y="81"/>
                </a:lnTo>
                <a:lnTo>
                  <a:pt x="17" y="74"/>
                </a:lnTo>
                <a:lnTo>
                  <a:pt x="21" y="68"/>
                </a:lnTo>
                <a:lnTo>
                  <a:pt x="23" y="69"/>
                </a:lnTo>
                <a:lnTo>
                  <a:pt x="15" y="82"/>
                </a:lnTo>
                <a:moveTo>
                  <a:pt x="26" y="62"/>
                </a:moveTo>
                <a:lnTo>
                  <a:pt x="40" y="57"/>
                </a:lnTo>
                <a:lnTo>
                  <a:pt x="46" y="71"/>
                </a:lnTo>
                <a:lnTo>
                  <a:pt x="31" y="77"/>
                </a:lnTo>
                <a:lnTo>
                  <a:pt x="26" y="62"/>
                </a:lnTo>
                <a:moveTo>
                  <a:pt x="40" y="57"/>
                </a:moveTo>
                <a:lnTo>
                  <a:pt x="54" y="51"/>
                </a:lnTo>
                <a:lnTo>
                  <a:pt x="60" y="66"/>
                </a:lnTo>
                <a:lnTo>
                  <a:pt x="46" y="71"/>
                </a:lnTo>
                <a:lnTo>
                  <a:pt x="40" y="57"/>
                </a:lnTo>
                <a:moveTo>
                  <a:pt x="54" y="51"/>
                </a:moveTo>
                <a:lnTo>
                  <a:pt x="68" y="46"/>
                </a:lnTo>
                <a:lnTo>
                  <a:pt x="74" y="60"/>
                </a:lnTo>
                <a:lnTo>
                  <a:pt x="60" y="66"/>
                </a:lnTo>
                <a:lnTo>
                  <a:pt x="54" y="51"/>
                </a:lnTo>
                <a:moveTo>
                  <a:pt x="68" y="46"/>
                </a:moveTo>
                <a:lnTo>
                  <a:pt x="82" y="40"/>
                </a:lnTo>
                <a:lnTo>
                  <a:pt x="88" y="54"/>
                </a:lnTo>
                <a:lnTo>
                  <a:pt x="74" y="60"/>
                </a:lnTo>
                <a:lnTo>
                  <a:pt x="68" y="46"/>
                </a:lnTo>
                <a:moveTo>
                  <a:pt x="82" y="40"/>
                </a:moveTo>
                <a:lnTo>
                  <a:pt x="97" y="35"/>
                </a:lnTo>
                <a:lnTo>
                  <a:pt x="102" y="49"/>
                </a:lnTo>
                <a:lnTo>
                  <a:pt x="88" y="54"/>
                </a:lnTo>
                <a:lnTo>
                  <a:pt x="82" y="40"/>
                </a:lnTo>
                <a:moveTo>
                  <a:pt x="97" y="35"/>
                </a:moveTo>
                <a:lnTo>
                  <a:pt x="111" y="29"/>
                </a:lnTo>
                <a:lnTo>
                  <a:pt x="116" y="43"/>
                </a:lnTo>
                <a:lnTo>
                  <a:pt x="102" y="49"/>
                </a:lnTo>
                <a:lnTo>
                  <a:pt x="97" y="35"/>
                </a:lnTo>
                <a:moveTo>
                  <a:pt x="111" y="29"/>
                </a:moveTo>
                <a:lnTo>
                  <a:pt x="125" y="24"/>
                </a:lnTo>
                <a:lnTo>
                  <a:pt x="130" y="38"/>
                </a:lnTo>
                <a:lnTo>
                  <a:pt x="116" y="43"/>
                </a:lnTo>
                <a:lnTo>
                  <a:pt x="111" y="29"/>
                </a:lnTo>
                <a:moveTo>
                  <a:pt x="125" y="24"/>
                </a:moveTo>
                <a:lnTo>
                  <a:pt x="140" y="18"/>
                </a:lnTo>
                <a:lnTo>
                  <a:pt x="146" y="32"/>
                </a:lnTo>
                <a:lnTo>
                  <a:pt x="130" y="38"/>
                </a:lnTo>
                <a:lnTo>
                  <a:pt x="125" y="24"/>
                </a:lnTo>
                <a:moveTo>
                  <a:pt x="140" y="18"/>
                </a:moveTo>
                <a:lnTo>
                  <a:pt x="154" y="13"/>
                </a:lnTo>
                <a:lnTo>
                  <a:pt x="160" y="27"/>
                </a:lnTo>
                <a:lnTo>
                  <a:pt x="146" y="32"/>
                </a:lnTo>
                <a:lnTo>
                  <a:pt x="140" y="18"/>
                </a:lnTo>
                <a:moveTo>
                  <a:pt x="154" y="13"/>
                </a:moveTo>
                <a:lnTo>
                  <a:pt x="168" y="7"/>
                </a:lnTo>
                <a:lnTo>
                  <a:pt x="174" y="21"/>
                </a:lnTo>
                <a:lnTo>
                  <a:pt x="160" y="27"/>
                </a:lnTo>
                <a:lnTo>
                  <a:pt x="154" y="13"/>
                </a:lnTo>
                <a:moveTo>
                  <a:pt x="168" y="7"/>
                </a:moveTo>
                <a:lnTo>
                  <a:pt x="185" y="0"/>
                </a:lnTo>
                <a:lnTo>
                  <a:pt x="183" y="22"/>
                </a:lnTo>
                <a:lnTo>
                  <a:pt x="168" y="21"/>
                </a:lnTo>
                <a:lnTo>
                  <a:pt x="169" y="11"/>
                </a:lnTo>
                <a:lnTo>
                  <a:pt x="176" y="12"/>
                </a:lnTo>
                <a:lnTo>
                  <a:pt x="179" y="19"/>
                </a:lnTo>
                <a:lnTo>
                  <a:pt x="174" y="21"/>
                </a:lnTo>
                <a:lnTo>
                  <a:pt x="168" y="7"/>
                </a:lnTo>
                <a:moveTo>
                  <a:pt x="183" y="22"/>
                </a:moveTo>
                <a:lnTo>
                  <a:pt x="182" y="38"/>
                </a:lnTo>
                <a:lnTo>
                  <a:pt x="166" y="36"/>
                </a:lnTo>
                <a:lnTo>
                  <a:pt x="168" y="21"/>
                </a:lnTo>
                <a:lnTo>
                  <a:pt x="183" y="22"/>
                </a:lnTo>
                <a:moveTo>
                  <a:pt x="182" y="38"/>
                </a:moveTo>
                <a:lnTo>
                  <a:pt x="180" y="53"/>
                </a:lnTo>
                <a:lnTo>
                  <a:pt x="165" y="51"/>
                </a:lnTo>
                <a:lnTo>
                  <a:pt x="166" y="36"/>
                </a:lnTo>
                <a:lnTo>
                  <a:pt x="182" y="38"/>
                </a:lnTo>
                <a:moveTo>
                  <a:pt x="180" y="53"/>
                </a:moveTo>
                <a:lnTo>
                  <a:pt x="179" y="68"/>
                </a:lnTo>
                <a:lnTo>
                  <a:pt x="164" y="66"/>
                </a:lnTo>
                <a:lnTo>
                  <a:pt x="165" y="51"/>
                </a:lnTo>
                <a:lnTo>
                  <a:pt x="180" y="53"/>
                </a:lnTo>
                <a:moveTo>
                  <a:pt x="179" y="68"/>
                </a:moveTo>
                <a:lnTo>
                  <a:pt x="178" y="83"/>
                </a:lnTo>
                <a:lnTo>
                  <a:pt x="162" y="82"/>
                </a:lnTo>
                <a:lnTo>
                  <a:pt x="164" y="66"/>
                </a:lnTo>
                <a:lnTo>
                  <a:pt x="179" y="68"/>
                </a:lnTo>
                <a:moveTo>
                  <a:pt x="178" y="83"/>
                </a:moveTo>
                <a:lnTo>
                  <a:pt x="176" y="98"/>
                </a:lnTo>
                <a:lnTo>
                  <a:pt x="161" y="97"/>
                </a:lnTo>
                <a:lnTo>
                  <a:pt x="162" y="82"/>
                </a:lnTo>
                <a:lnTo>
                  <a:pt x="178" y="83"/>
                </a:lnTo>
                <a:moveTo>
                  <a:pt x="176" y="98"/>
                </a:moveTo>
                <a:lnTo>
                  <a:pt x="175" y="113"/>
                </a:lnTo>
                <a:lnTo>
                  <a:pt x="160" y="112"/>
                </a:lnTo>
                <a:lnTo>
                  <a:pt x="161" y="97"/>
                </a:lnTo>
                <a:lnTo>
                  <a:pt x="176" y="98"/>
                </a:lnTo>
                <a:moveTo>
                  <a:pt x="175" y="113"/>
                </a:moveTo>
                <a:lnTo>
                  <a:pt x="173" y="128"/>
                </a:lnTo>
                <a:lnTo>
                  <a:pt x="158" y="127"/>
                </a:lnTo>
                <a:lnTo>
                  <a:pt x="160" y="112"/>
                </a:lnTo>
                <a:lnTo>
                  <a:pt x="175" y="113"/>
                </a:lnTo>
                <a:moveTo>
                  <a:pt x="173" y="128"/>
                </a:moveTo>
                <a:lnTo>
                  <a:pt x="172" y="145"/>
                </a:lnTo>
                <a:lnTo>
                  <a:pt x="157" y="143"/>
                </a:lnTo>
                <a:lnTo>
                  <a:pt x="158" y="127"/>
                </a:lnTo>
                <a:lnTo>
                  <a:pt x="173" y="128"/>
                </a:lnTo>
                <a:moveTo>
                  <a:pt x="172" y="145"/>
                </a:moveTo>
                <a:lnTo>
                  <a:pt x="171" y="160"/>
                </a:lnTo>
                <a:lnTo>
                  <a:pt x="156" y="158"/>
                </a:lnTo>
                <a:lnTo>
                  <a:pt x="157" y="143"/>
                </a:lnTo>
                <a:lnTo>
                  <a:pt x="172" y="145"/>
                </a:lnTo>
                <a:moveTo>
                  <a:pt x="171" y="160"/>
                </a:moveTo>
                <a:lnTo>
                  <a:pt x="169" y="177"/>
                </a:lnTo>
                <a:lnTo>
                  <a:pt x="146" y="163"/>
                </a:lnTo>
                <a:lnTo>
                  <a:pt x="154" y="150"/>
                </a:lnTo>
                <a:lnTo>
                  <a:pt x="167" y="158"/>
                </a:lnTo>
                <a:lnTo>
                  <a:pt x="163" y="164"/>
                </a:lnTo>
                <a:lnTo>
                  <a:pt x="155" y="164"/>
                </a:lnTo>
                <a:lnTo>
                  <a:pt x="156" y="158"/>
                </a:lnTo>
                <a:lnTo>
                  <a:pt x="171" y="1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639600" y="254052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4"/>
                </a:moveTo>
                <a:lnTo>
                  <a:pt x="2109" y="46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8"/>
                  <a:pt x="373" y="54"/>
                  <a:pt x="186" y="27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612600" y="2517480"/>
            <a:ext cx="58320" cy="54360"/>
          </a:xfrm>
          <a:custGeom>
            <a:avLst/>
            <a:gdLst/>
            <a:ahLst/>
            <a:rect l="0" t="0" r="r" b="b"/>
            <a:pathLst>
              <a:path w="162" h="151">
                <a:moveTo>
                  <a:pt x="140" y="151"/>
                </a:moveTo>
                <a:lnTo>
                  <a:pt x="0" y="54"/>
                </a:lnTo>
                <a:lnTo>
                  <a:pt x="162" y="0"/>
                </a:lnTo>
                <a:lnTo>
                  <a:pt x="140" y="15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606480" y="251352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1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1"/>
                </a:moveTo>
                <a:lnTo>
                  <a:pt x="114" y="143"/>
                </a:lnTo>
                <a:lnTo>
                  <a:pt x="123" y="130"/>
                </a:lnTo>
                <a:lnTo>
                  <a:pt x="136" y="139"/>
                </a:lnTo>
                <a:lnTo>
                  <a:pt x="127" y="151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0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5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5"/>
                </a:moveTo>
                <a:lnTo>
                  <a:pt x="77" y="117"/>
                </a:lnTo>
                <a:lnTo>
                  <a:pt x="86" y="104"/>
                </a:lnTo>
                <a:lnTo>
                  <a:pt x="98" y="113"/>
                </a:lnTo>
                <a:lnTo>
                  <a:pt x="89" y="125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4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8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2"/>
                </a:lnTo>
                <a:lnTo>
                  <a:pt x="36" y="70"/>
                </a:lnTo>
                <a:lnTo>
                  <a:pt x="48" y="78"/>
                </a:lnTo>
                <a:lnTo>
                  <a:pt x="39" y="91"/>
                </a:lnTo>
                <a:moveTo>
                  <a:pt x="27" y="82"/>
                </a:moveTo>
                <a:lnTo>
                  <a:pt x="14" y="74"/>
                </a:lnTo>
                <a:lnTo>
                  <a:pt x="23" y="60"/>
                </a:lnTo>
                <a:lnTo>
                  <a:pt x="36" y="70"/>
                </a:lnTo>
                <a:lnTo>
                  <a:pt x="27" y="82"/>
                </a:lnTo>
                <a:moveTo>
                  <a:pt x="14" y="74"/>
                </a:moveTo>
                <a:lnTo>
                  <a:pt x="0" y="62"/>
                </a:lnTo>
                <a:lnTo>
                  <a:pt x="26" y="54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58"/>
                </a:lnTo>
                <a:lnTo>
                  <a:pt x="23" y="60"/>
                </a:lnTo>
                <a:lnTo>
                  <a:pt x="14" y="74"/>
                </a:lnTo>
                <a:moveTo>
                  <a:pt x="26" y="54"/>
                </a:moveTo>
                <a:lnTo>
                  <a:pt x="40" y="49"/>
                </a:lnTo>
                <a:lnTo>
                  <a:pt x="45" y="63"/>
                </a:lnTo>
                <a:lnTo>
                  <a:pt x="31" y="69"/>
                </a:lnTo>
                <a:lnTo>
                  <a:pt x="26" y="54"/>
                </a:lnTo>
                <a:moveTo>
                  <a:pt x="40" y="49"/>
                </a:moveTo>
                <a:lnTo>
                  <a:pt x="55" y="44"/>
                </a:lnTo>
                <a:lnTo>
                  <a:pt x="60" y="58"/>
                </a:lnTo>
                <a:lnTo>
                  <a:pt x="45" y="63"/>
                </a:lnTo>
                <a:lnTo>
                  <a:pt x="40" y="49"/>
                </a:lnTo>
                <a:moveTo>
                  <a:pt x="55" y="44"/>
                </a:moveTo>
                <a:lnTo>
                  <a:pt x="69" y="39"/>
                </a:lnTo>
                <a:lnTo>
                  <a:pt x="74" y="54"/>
                </a:lnTo>
                <a:lnTo>
                  <a:pt x="60" y="58"/>
                </a:lnTo>
                <a:lnTo>
                  <a:pt x="55" y="44"/>
                </a:lnTo>
                <a:moveTo>
                  <a:pt x="69" y="39"/>
                </a:moveTo>
                <a:lnTo>
                  <a:pt x="84" y="34"/>
                </a:lnTo>
                <a:lnTo>
                  <a:pt x="88" y="49"/>
                </a:lnTo>
                <a:lnTo>
                  <a:pt x="74" y="54"/>
                </a:lnTo>
                <a:lnTo>
                  <a:pt x="69" y="39"/>
                </a:lnTo>
                <a:moveTo>
                  <a:pt x="84" y="34"/>
                </a:moveTo>
                <a:lnTo>
                  <a:pt x="98" y="30"/>
                </a:lnTo>
                <a:lnTo>
                  <a:pt x="103" y="44"/>
                </a:lnTo>
                <a:lnTo>
                  <a:pt x="88" y="49"/>
                </a:lnTo>
                <a:lnTo>
                  <a:pt x="84" y="34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4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4"/>
                </a:lnTo>
                <a:lnTo>
                  <a:pt x="127" y="20"/>
                </a:lnTo>
                <a:moveTo>
                  <a:pt x="141" y="15"/>
                </a:moveTo>
                <a:lnTo>
                  <a:pt x="156" y="10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0"/>
                </a:moveTo>
                <a:lnTo>
                  <a:pt x="170" y="5"/>
                </a:lnTo>
                <a:lnTo>
                  <a:pt x="176" y="20"/>
                </a:lnTo>
                <a:lnTo>
                  <a:pt x="161" y="25"/>
                </a:lnTo>
                <a:lnTo>
                  <a:pt x="156" y="10"/>
                </a:lnTo>
                <a:moveTo>
                  <a:pt x="170" y="5"/>
                </a:moveTo>
                <a:lnTo>
                  <a:pt x="188" y="0"/>
                </a:lnTo>
                <a:lnTo>
                  <a:pt x="185" y="22"/>
                </a:lnTo>
                <a:lnTo>
                  <a:pt x="169" y="19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5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19"/>
                </a:lnTo>
                <a:lnTo>
                  <a:pt x="185" y="22"/>
                </a:lnTo>
                <a:moveTo>
                  <a:pt x="183" y="37"/>
                </a:moveTo>
                <a:lnTo>
                  <a:pt x="181" y="52"/>
                </a:lnTo>
                <a:lnTo>
                  <a:pt x="165" y="50"/>
                </a:lnTo>
                <a:lnTo>
                  <a:pt x="167" y="35"/>
                </a:lnTo>
                <a:lnTo>
                  <a:pt x="183" y="37"/>
                </a:lnTo>
                <a:moveTo>
                  <a:pt x="181" y="52"/>
                </a:moveTo>
                <a:lnTo>
                  <a:pt x="179" y="68"/>
                </a:lnTo>
                <a:lnTo>
                  <a:pt x="162" y="66"/>
                </a:lnTo>
                <a:lnTo>
                  <a:pt x="165" y="50"/>
                </a:lnTo>
                <a:lnTo>
                  <a:pt x="181" y="52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6"/>
                </a:lnTo>
                <a:lnTo>
                  <a:pt x="156" y="162"/>
                </a:lnTo>
                <a:lnTo>
                  <a:pt x="149" y="161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1175760" y="250344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2"/>
                </a:lnTo>
                <a:cubicBezTo>
                  <a:pt x="2729" y="126"/>
                  <a:pt x="2171" y="195"/>
                  <a:pt x="1622" y="186"/>
                </a:cubicBezTo>
                <a:cubicBezTo>
                  <a:pt x="1075" y="176"/>
                  <a:pt x="537" y="88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1148760" y="2480760"/>
            <a:ext cx="59040" cy="54360"/>
          </a:xfrm>
          <a:custGeom>
            <a:avLst/>
            <a:gdLst/>
            <a:ahLst/>
            <a:rect l="0" t="0" r="r" b="b"/>
            <a:pathLst>
              <a:path w="164" h="151">
                <a:moveTo>
                  <a:pt x="139" y="151"/>
                </a:moveTo>
                <a:lnTo>
                  <a:pt x="0" y="51"/>
                </a:lnTo>
                <a:lnTo>
                  <a:pt x="164" y="0"/>
                </a:lnTo>
                <a:lnTo>
                  <a:pt x="139" y="15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1142640" y="2476800"/>
            <a:ext cx="68400" cy="63360"/>
          </a:xfrm>
          <a:custGeom>
            <a:avLst/>
            <a:gdLst/>
            <a:ahLst/>
            <a:rect l="0" t="0" r="r" b="b"/>
            <a:pathLst>
              <a:path w="190" h="176">
                <a:moveTo>
                  <a:pt x="139" y="158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6"/>
                </a:lnTo>
                <a:lnTo>
                  <a:pt x="139" y="158"/>
                </a:lnTo>
                <a:moveTo>
                  <a:pt x="127" y="150"/>
                </a:moveTo>
                <a:lnTo>
                  <a:pt x="114" y="141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1"/>
                </a:moveTo>
                <a:lnTo>
                  <a:pt x="101" y="132"/>
                </a:lnTo>
                <a:lnTo>
                  <a:pt x="110" y="119"/>
                </a:lnTo>
                <a:lnTo>
                  <a:pt x="124" y="128"/>
                </a:lnTo>
                <a:lnTo>
                  <a:pt x="114" y="141"/>
                </a:lnTo>
                <a:moveTo>
                  <a:pt x="101" y="132"/>
                </a:moveTo>
                <a:lnTo>
                  <a:pt x="89" y="123"/>
                </a:lnTo>
                <a:lnTo>
                  <a:pt x="98" y="111"/>
                </a:lnTo>
                <a:lnTo>
                  <a:pt x="110" y="119"/>
                </a:lnTo>
                <a:lnTo>
                  <a:pt x="101" y="132"/>
                </a:lnTo>
                <a:moveTo>
                  <a:pt x="89" y="123"/>
                </a:moveTo>
                <a:lnTo>
                  <a:pt x="77" y="114"/>
                </a:lnTo>
                <a:lnTo>
                  <a:pt x="86" y="102"/>
                </a:lnTo>
                <a:lnTo>
                  <a:pt x="98" y="111"/>
                </a:lnTo>
                <a:lnTo>
                  <a:pt x="89" y="123"/>
                </a:lnTo>
                <a:moveTo>
                  <a:pt x="77" y="114"/>
                </a:moveTo>
                <a:lnTo>
                  <a:pt x="64" y="105"/>
                </a:lnTo>
                <a:lnTo>
                  <a:pt x="73" y="93"/>
                </a:lnTo>
                <a:lnTo>
                  <a:pt x="86" y="102"/>
                </a:lnTo>
                <a:lnTo>
                  <a:pt x="77" y="114"/>
                </a:lnTo>
                <a:moveTo>
                  <a:pt x="64" y="105"/>
                </a:moveTo>
                <a:lnTo>
                  <a:pt x="52" y="96"/>
                </a:lnTo>
                <a:lnTo>
                  <a:pt x="61" y="84"/>
                </a:lnTo>
                <a:lnTo>
                  <a:pt x="73" y="93"/>
                </a:lnTo>
                <a:lnTo>
                  <a:pt x="64" y="105"/>
                </a:lnTo>
                <a:moveTo>
                  <a:pt x="52" y="96"/>
                </a:moveTo>
                <a:lnTo>
                  <a:pt x="40" y="87"/>
                </a:lnTo>
                <a:lnTo>
                  <a:pt x="49" y="75"/>
                </a:lnTo>
                <a:lnTo>
                  <a:pt x="61" y="84"/>
                </a:lnTo>
                <a:lnTo>
                  <a:pt x="52" y="96"/>
                </a:lnTo>
                <a:moveTo>
                  <a:pt x="40" y="87"/>
                </a:moveTo>
                <a:lnTo>
                  <a:pt x="27" y="78"/>
                </a:lnTo>
                <a:lnTo>
                  <a:pt x="36" y="66"/>
                </a:lnTo>
                <a:lnTo>
                  <a:pt x="49" y="75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7"/>
                </a:lnTo>
                <a:lnTo>
                  <a:pt x="36" y="66"/>
                </a:lnTo>
                <a:lnTo>
                  <a:pt x="27" y="78"/>
                </a:lnTo>
                <a:moveTo>
                  <a:pt x="15" y="69"/>
                </a:moveTo>
                <a:lnTo>
                  <a:pt x="0" y="59"/>
                </a:lnTo>
                <a:lnTo>
                  <a:pt x="27" y="51"/>
                </a:lnTo>
                <a:lnTo>
                  <a:pt x="31" y="65"/>
                </a:lnTo>
                <a:lnTo>
                  <a:pt x="19" y="69"/>
                </a:lnTo>
                <a:lnTo>
                  <a:pt x="17" y="62"/>
                </a:lnTo>
                <a:lnTo>
                  <a:pt x="22" y="56"/>
                </a:lnTo>
                <a:lnTo>
                  <a:pt x="24" y="57"/>
                </a:lnTo>
                <a:lnTo>
                  <a:pt x="15" y="69"/>
                </a:lnTo>
                <a:moveTo>
                  <a:pt x="27" y="51"/>
                </a:moveTo>
                <a:lnTo>
                  <a:pt x="41" y="46"/>
                </a:lnTo>
                <a:lnTo>
                  <a:pt x="46" y="61"/>
                </a:lnTo>
                <a:lnTo>
                  <a:pt x="31" y="65"/>
                </a:lnTo>
                <a:lnTo>
                  <a:pt x="27" y="51"/>
                </a:lnTo>
                <a:moveTo>
                  <a:pt x="41" y="46"/>
                </a:moveTo>
                <a:lnTo>
                  <a:pt x="56" y="42"/>
                </a:lnTo>
                <a:lnTo>
                  <a:pt x="60" y="56"/>
                </a:lnTo>
                <a:lnTo>
                  <a:pt x="46" y="61"/>
                </a:lnTo>
                <a:lnTo>
                  <a:pt x="41" y="46"/>
                </a:lnTo>
                <a:moveTo>
                  <a:pt x="56" y="42"/>
                </a:moveTo>
                <a:lnTo>
                  <a:pt x="70" y="37"/>
                </a:lnTo>
                <a:lnTo>
                  <a:pt x="75" y="52"/>
                </a:lnTo>
                <a:lnTo>
                  <a:pt x="60" y="56"/>
                </a:lnTo>
                <a:lnTo>
                  <a:pt x="56" y="42"/>
                </a:lnTo>
                <a:moveTo>
                  <a:pt x="70" y="37"/>
                </a:moveTo>
                <a:lnTo>
                  <a:pt x="85" y="33"/>
                </a:lnTo>
                <a:lnTo>
                  <a:pt x="89" y="47"/>
                </a:lnTo>
                <a:lnTo>
                  <a:pt x="75" y="52"/>
                </a:lnTo>
                <a:lnTo>
                  <a:pt x="70" y="37"/>
                </a:lnTo>
                <a:moveTo>
                  <a:pt x="85" y="33"/>
                </a:moveTo>
                <a:lnTo>
                  <a:pt x="99" y="28"/>
                </a:lnTo>
                <a:lnTo>
                  <a:pt x="104" y="43"/>
                </a:lnTo>
                <a:lnTo>
                  <a:pt x="89" y="47"/>
                </a:lnTo>
                <a:lnTo>
                  <a:pt x="85" y="33"/>
                </a:lnTo>
                <a:moveTo>
                  <a:pt x="99" y="28"/>
                </a:moveTo>
                <a:lnTo>
                  <a:pt x="114" y="24"/>
                </a:lnTo>
                <a:lnTo>
                  <a:pt x="119" y="38"/>
                </a:lnTo>
                <a:lnTo>
                  <a:pt x="104" y="43"/>
                </a:lnTo>
                <a:lnTo>
                  <a:pt x="99" y="28"/>
                </a:lnTo>
                <a:moveTo>
                  <a:pt x="114" y="24"/>
                </a:moveTo>
                <a:lnTo>
                  <a:pt x="129" y="19"/>
                </a:lnTo>
                <a:lnTo>
                  <a:pt x="134" y="34"/>
                </a:lnTo>
                <a:lnTo>
                  <a:pt x="119" y="38"/>
                </a:lnTo>
                <a:lnTo>
                  <a:pt x="114" y="24"/>
                </a:lnTo>
                <a:moveTo>
                  <a:pt x="129" y="19"/>
                </a:moveTo>
                <a:lnTo>
                  <a:pt x="144" y="15"/>
                </a:lnTo>
                <a:lnTo>
                  <a:pt x="148" y="29"/>
                </a:lnTo>
                <a:lnTo>
                  <a:pt x="134" y="34"/>
                </a:lnTo>
                <a:lnTo>
                  <a:pt x="129" y="19"/>
                </a:lnTo>
                <a:moveTo>
                  <a:pt x="144" y="15"/>
                </a:moveTo>
                <a:lnTo>
                  <a:pt x="158" y="10"/>
                </a:lnTo>
                <a:lnTo>
                  <a:pt x="163" y="25"/>
                </a:lnTo>
                <a:lnTo>
                  <a:pt x="148" y="29"/>
                </a:lnTo>
                <a:lnTo>
                  <a:pt x="144" y="15"/>
                </a:lnTo>
                <a:moveTo>
                  <a:pt x="158" y="10"/>
                </a:moveTo>
                <a:lnTo>
                  <a:pt x="173" y="6"/>
                </a:lnTo>
                <a:lnTo>
                  <a:pt x="178" y="20"/>
                </a:lnTo>
                <a:lnTo>
                  <a:pt x="163" y="25"/>
                </a:lnTo>
                <a:lnTo>
                  <a:pt x="158" y="10"/>
                </a:lnTo>
                <a:moveTo>
                  <a:pt x="173" y="6"/>
                </a:moveTo>
                <a:lnTo>
                  <a:pt x="190" y="0"/>
                </a:lnTo>
                <a:lnTo>
                  <a:pt x="186" y="22"/>
                </a:lnTo>
                <a:lnTo>
                  <a:pt x="171" y="20"/>
                </a:lnTo>
                <a:lnTo>
                  <a:pt x="173" y="10"/>
                </a:lnTo>
                <a:lnTo>
                  <a:pt x="181" y="11"/>
                </a:lnTo>
                <a:lnTo>
                  <a:pt x="183" y="18"/>
                </a:lnTo>
                <a:lnTo>
                  <a:pt x="178" y="20"/>
                </a:lnTo>
                <a:lnTo>
                  <a:pt x="173" y="6"/>
                </a:lnTo>
                <a:moveTo>
                  <a:pt x="186" y="22"/>
                </a:moveTo>
                <a:lnTo>
                  <a:pt x="184" y="37"/>
                </a:lnTo>
                <a:lnTo>
                  <a:pt x="169" y="35"/>
                </a:lnTo>
                <a:lnTo>
                  <a:pt x="171" y="20"/>
                </a:lnTo>
                <a:lnTo>
                  <a:pt x="186" y="22"/>
                </a:lnTo>
                <a:moveTo>
                  <a:pt x="184" y="37"/>
                </a:moveTo>
                <a:lnTo>
                  <a:pt x="182" y="52"/>
                </a:lnTo>
                <a:lnTo>
                  <a:pt x="167" y="50"/>
                </a:lnTo>
                <a:lnTo>
                  <a:pt x="169" y="35"/>
                </a:lnTo>
                <a:lnTo>
                  <a:pt x="184" y="37"/>
                </a:lnTo>
                <a:moveTo>
                  <a:pt x="182" y="52"/>
                </a:moveTo>
                <a:lnTo>
                  <a:pt x="179" y="67"/>
                </a:lnTo>
                <a:lnTo>
                  <a:pt x="164" y="65"/>
                </a:lnTo>
                <a:lnTo>
                  <a:pt x="167" y="50"/>
                </a:lnTo>
                <a:lnTo>
                  <a:pt x="182" y="52"/>
                </a:lnTo>
                <a:moveTo>
                  <a:pt x="179" y="67"/>
                </a:moveTo>
                <a:lnTo>
                  <a:pt x="177" y="82"/>
                </a:lnTo>
                <a:lnTo>
                  <a:pt x="162" y="80"/>
                </a:lnTo>
                <a:lnTo>
                  <a:pt x="164" y="65"/>
                </a:lnTo>
                <a:lnTo>
                  <a:pt x="179" y="67"/>
                </a:lnTo>
                <a:moveTo>
                  <a:pt x="177" y="82"/>
                </a:moveTo>
                <a:lnTo>
                  <a:pt x="174" y="97"/>
                </a:lnTo>
                <a:lnTo>
                  <a:pt x="159" y="95"/>
                </a:lnTo>
                <a:lnTo>
                  <a:pt x="162" y="80"/>
                </a:lnTo>
                <a:lnTo>
                  <a:pt x="177" y="82"/>
                </a:lnTo>
                <a:moveTo>
                  <a:pt x="174" y="97"/>
                </a:moveTo>
                <a:lnTo>
                  <a:pt x="172" y="112"/>
                </a:lnTo>
                <a:lnTo>
                  <a:pt x="157" y="110"/>
                </a:lnTo>
                <a:lnTo>
                  <a:pt x="159" y="95"/>
                </a:lnTo>
                <a:lnTo>
                  <a:pt x="174" y="97"/>
                </a:lnTo>
                <a:moveTo>
                  <a:pt x="172" y="112"/>
                </a:moveTo>
                <a:lnTo>
                  <a:pt x="169" y="127"/>
                </a:lnTo>
                <a:lnTo>
                  <a:pt x="154" y="125"/>
                </a:lnTo>
                <a:lnTo>
                  <a:pt x="157" y="110"/>
                </a:lnTo>
                <a:lnTo>
                  <a:pt x="172" y="112"/>
                </a:lnTo>
                <a:moveTo>
                  <a:pt x="169" y="127"/>
                </a:moveTo>
                <a:lnTo>
                  <a:pt x="167" y="142"/>
                </a:lnTo>
                <a:lnTo>
                  <a:pt x="152" y="140"/>
                </a:lnTo>
                <a:lnTo>
                  <a:pt x="154" y="125"/>
                </a:lnTo>
                <a:lnTo>
                  <a:pt x="169" y="127"/>
                </a:lnTo>
                <a:moveTo>
                  <a:pt x="167" y="142"/>
                </a:moveTo>
                <a:lnTo>
                  <a:pt x="164" y="157"/>
                </a:lnTo>
                <a:lnTo>
                  <a:pt x="149" y="155"/>
                </a:lnTo>
                <a:lnTo>
                  <a:pt x="152" y="140"/>
                </a:lnTo>
                <a:lnTo>
                  <a:pt x="167" y="142"/>
                </a:lnTo>
                <a:moveTo>
                  <a:pt x="164" y="157"/>
                </a:moveTo>
                <a:lnTo>
                  <a:pt x="162" y="176"/>
                </a:lnTo>
                <a:lnTo>
                  <a:pt x="139" y="158"/>
                </a:lnTo>
                <a:lnTo>
                  <a:pt x="148" y="146"/>
                </a:lnTo>
                <a:lnTo>
                  <a:pt x="160" y="155"/>
                </a:lnTo>
                <a:lnTo>
                  <a:pt x="156" y="161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1320120" y="221544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1320120" y="221544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39920" y="150120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24280" y="221508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824280" y="221508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320480" y="223020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6421320" y="221508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6421320" y="221508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3824640" y="222984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6764040" y="251604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6764040" y="251604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421680" y="222984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783600" y="251604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83600" y="251604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764400" y="253080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1603800" y="251604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1603800" y="251604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3783600" y="253080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11920" y="212688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1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5"/>
                  <a:pt x="1714" y="1232"/>
                </a:cubicBezTo>
                <a:cubicBezTo>
                  <a:pt x="1703" y="1259"/>
                  <a:pt x="1690" y="1285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0"/>
                  <a:pt x="1598" y="1434"/>
                  <a:pt x="1580" y="1456"/>
                </a:cubicBezTo>
                <a:cubicBezTo>
                  <a:pt x="1561" y="1479"/>
                  <a:pt x="1542" y="1500"/>
                  <a:pt x="1521" y="1521"/>
                </a:cubicBezTo>
                <a:cubicBezTo>
                  <a:pt x="1500" y="1542"/>
                  <a:pt x="1479" y="1561"/>
                  <a:pt x="1456" y="1580"/>
                </a:cubicBezTo>
                <a:cubicBezTo>
                  <a:pt x="1434" y="1598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0"/>
                  <a:pt x="1259" y="1703"/>
                  <a:pt x="1231" y="1714"/>
                </a:cubicBezTo>
                <a:cubicBezTo>
                  <a:pt x="1204" y="1725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0"/>
                  <a:pt x="1007" y="1775"/>
                  <a:pt x="978" y="1778"/>
                </a:cubicBezTo>
                <a:cubicBezTo>
                  <a:pt x="949" y="1780"/>
                  <a:pt x="920" y="1782"/>
                  <a:pt x="890" y="1782"/>
                </a:cubicBezTo>
                <a:cubicBezTo>
                  <a:pt x="861" y="1782"/>
                  <a:pt x="832" y="1780"/>
                  <a:pt x="803" y="1778"/>
                </a:cubicBezTo>
                <a:cubicBezTo>
                  <a:pt x="774" y="1775"/>
                  <a:pt x="745" y="1770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5"/>
                  <a:pt x="550" y="1714"/>
                </a:cubicBezTo>
                <a:cubicBezTo>
                  <a:pt x="523" y="1703"/>
                  <a:pt x="496" y="1690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8"/>
                  <a:pt x="326" y="1580"/>
                </a:cubicBezTo>
                <a:cubicBezTo>
                  <a:pt x="303" y="1561"/>
                  <a:pt x="281" y="1542"/>
                  <a:pt x="261" y="1521"/>
                </a:cubicBezTo>
                <a:cubicBezTo>
                  <a:pt x="240" y="1500"/>
                  <a:pt x="221" y="1479"/>
                  <a:pt x="202" y="1456"/>
                </a:cubicBezTo>
                <a:cubicBezTo>
                  <a:pt x="184" y="1434"/>
                  <a:pt x="166" y="1410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5"/>
                  <a:pt x="79" y="1259"/>
                  <a:pt x="68" y="1232"/>
                </a:cubicBezTo>
                <a:cubicBezTo>
                  <a:pt x="57" y="1205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1"/>
                </a:cubicBezTo>
                <a:cubicBezTo>
                  <a:pt x="0" y="862"/>
                  <a:pt x="1" y="833"/>
                  <a:pt x="4" y="804"/>
                </a:cubicBezTo>
                <a:cubicBezTo>
                  <a:pt x="7" y="775"/>
                  <a:pt x="11" y="746"/>
                  <a:pt x="17" y="718"/>
                </a:cubicBezTo>
                <a:cubicBezTo>
                  <a:pt x="23" y="689"/>
                  <a:pt x="30" y="661"/>
                  <a:pt x="38" y="633"/>
                </a:cubicBezTo>
                <a:cubicBezTo>
                  <a:pt x="47" y="605"/>
                  <a:pt x="57" y="578"/>
                  <a:pt x="68" y="551"/>
                </a:cubicBezTo>
                <a:cubicBezTo>
                  <a:pt x="79" y="524"/>
                  <a:pt x="91" y="497"/>
                  <a:pt x="105" y="472"/>
                </a:cubicBezTo>
                <a:cubicBezTo>
                  <a:pt x="119" y="446"/>
                  <a:pt x="134" y="421"/>
                  <a:pt x="150" y="397"/>
                </a:cubicBezTo>
                <a:cubicBezTo>
                  <a:pt x="166" y="373"/>
                  <a:pt x="184" y="349"/>
                  <a:pt x="202" y="327"/>
                </a:cubicBezTo>
                <a:cubicBezTo>
                  <a:pt x="221" y="303"/>
                  <a:pt x="240" y="281"/>
                  <a:pt x="261" y="261"/>
                </a:cubicBezTo>
                <a:cubicBezTo>
                  <a:pt x="281" y="240"/>
                  <a:pt x="303" y="221"/>
                  <a:pt x="326" y="202"/>
                </a:cubicBezTo>
                <a:cubicBezTo>
                  <a:pt x="348" y="184"/>
                  <a:pt x="371" y="166"/>
                  <a:pt x="396" y="150"/>
                </a:cubicBezTo>
                <a:cubicBezTo>
                  <a:pt x="420" y="134"/>
                  <a:pt x="445" y="119"/>
                  <a:pt x="471" y="105"/>
                </a:cubicBezTo>
                <a:cubicBezTo>
                  <a:pt x="496" y="91"/>
                  <a:pt x="523" y="79"/>
                  <a:pt x="550" y="68"/>
                </a:cubicBezTo>
                <a:cubicBezTo>
                  <a:pt x="577" y="57"/>
                  <a:pt x="604" y="47"/>
                  <a:pt x="632" y="38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1"/>
                  <a:pt x="774" y="7"/>
                  <a:pt x="803" y="4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4"/>
                </a:cubicBezTo>
                <a:cubicBezTo>
                  <a:pt x="1007" y="7"/>
                  <a:pt x="1036" y="11"/>
                  <a:pt x="1064" y="17"/>
                </a:cubicBezTo>
                <a:cubicBezTo>
                  <a:pt x="1093" y="23"/>
                  <a:pt x="1121" y="30"/>
                  <a:pt x="1149" y="38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1"/>
                  <a:pt x="1311" y="105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6"/>
                  <a:pt x="1434" y="184"/>
                  <a:pt x="1456" y="202"/>
                </a:cubicBezTo>
                <a:cubicBezTo>
                  <a:pt x="1479" y="221"/>
                  <a:pt x="1500" y="240"/>
                  <a:pt x="1521" y="261"/>
                </a:cubicBezTo>
                <a:cubicBezTo>
                  <a:pt x="1542" y="281"/>
                  <a:pt x="1561" y="303"/>
                  <a:pt x="1580" y="327"/>
                </a:cubicBezTo>
                <a:cubicBezTo>
                  <a:pt x="1598" y="349"/>
                  <a:pt x="1616" y="373"/>
                  <a:pt x="1632" y="397"/>
                </a:cubicBezTo>
                <a:cubicBezTo>
                  <a:pt x="1648" y="421"/>
                  <a:pt x="1663" y="446"/>
                  <a:pt x="1677" y="472"/>
                </a:cubicBezTo>
                <a:cubicBezTo>
                  <a:pt x="1690" y="497"/>
                  <a:pt x="1703" y="524"/>
                  <a:pt x="1714" y="551"/>
                </a:cubicBezTo>
                <a:cubicBezTo>
                  <a:pt x="1725" y="578"/>
                  <a:pt x="1735" y="605"/>
                  <a:pt x="1743" y="633"/>
                </a:cubicBezTo>
                <a:cubicBezTo>
                  <a:pt x="1752" y="661"/>
                  <a:pt x="1759" y="689"/>
                  <a:pt x="1765" y="718"/>
                </a:cubicBezTo>
                <a:cubicBezTo>
                  <a:pt x="1770" y="746"/>
                  <a:pt x="1775" y="775"/>
                  <a:pt x="1778" y="804"/>
                </a:cubicBezTo>
                <a:cubicBezTo>
                  <a:pt x="1780" y="833"/>
                  <a:pt x="1782" y="862"/>
                  <a:pt x="1782" y="89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511920" y="212688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1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5"/>
                  <a:pt x="1714" y="1232"/>
                </a:cubicBezTo>
                <a:cubicBezTo>
                  <a:pt x="1703" y="1259"/>
                  <a:pt x="1690" y="1285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0"/>
                  <a:pt x="1598" y="1434"/>
                  <a:pt x="1580" y="1456"/>
                </a:cubicBezTo>
                <a:cubicBezTo>
                  <a:pt x="1561" y="1479"/>
                  <a:pt x="1542" y="1500"/>
                  <a:pt x="1521" y="1521"/>
                </a:cubicBezTo>
                <a:cubicBezTo>
                  <a:pt x="1500" y="1542"/>
                  <a:pt x="1479" y="1561"/>
                  <a:pt x="1456" y="1580"/>
                </a:cubicBezTo>
                <a:cubicBezTo>
                  <a:pt x="1434" y="1598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0"/>
                  <a:pt x="1259" y="1703"/>
                  <a:pt x="1231" y="1714"/>
                </a:cubicBezTo>
                <a:cubicBezTo>
                  <a:pt x="1204" y="1725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0"/>
                  <a:pt x="1007" y="1775"/>
                  <a:pt x="978" y="1778"/>
                </a:cubicBezTo>
                <a:cubicBezTo>
                  <a:pt x="949" y="1780"/>
                  <a:pt x="920" y="1782"/>
                  <a:pt x="890" y="1782"/>
                </a:cubicBezTo>
                <a:cubicBezTo>
                  <a:pt x="861" y="1782"/>
                  <a:pt x="832" y="1780"/>
                  <a:pt x="803" y="1778"/>
                </a:cubicBezTo>
                <a:cubicBezTo>
                  <a:pt x="774" y="1775"/>
                  <a:pt x="745" y="1770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5"/>
                  <a:pt x="550" y="1714"/>
                </a:cubicBezTo>
                <a:cubicBezTo>
                  <a:pt x="523" y="1703"/>
                  <a:pt x="496" y="1690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8"/>
                  <a:pt x="326" y="1580"/>
                </a:cubicBezTo>
                <a:cubicBezTo>
                  <a:pt x="303" y="1561"/>
                  <a:pt x="281" y="1542"/>
                  <a:pt x="261" y="1521"/>
                </a:cubicBezTo>
                <a:cubicBezTo>
                  <a:pt x="240" y="1500"/>
                  <a:pt x="221" y="1479"/>
                  <a:pt x="202" y="1456"/>
                </a:cubicBezTo>
                <a:cubicBezTo>
                  <a:pt x="184" y="1434"/>
                  <a:pt x="166" y="1410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5"/>
                  <a:pt x="79" y="1259"/>
                  <a:pt x="68" y="1232"/>
                </a:cubicBezTo>
                <a:cubicBezTo>
                  <a:pt x="57" y="1205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1"/>
                </a:cubicBezTo>
                <a:cubicBezTo>
                  <a:pt x="0" y="862"/>
                  <a:pt x="1" y="833"/>
                  <a:pt x="4" y="804"/>
                </a:cubicBezTo>
                <a:cubicBezTo>
                  <a:pt x="7" y="775"/>
                  <a:pt x="11" y="746"/>
                  <a:pt x="17" y="718"/>
                </a:cubicBezTo>
                <a:cubicBezTo>
                  <a:pt x="23" y="689"/>
                  <a:pt x="30" y="661"/>
                  <a:pt x="38" y="633"/>
                </a:cubicBezTo>
                <a:cubicBezTo>
                  <a:pt x="47" y="605"/>
                  <a:pt x="57" y="578"/>
                  <a:pt x="68" y="551"/>
                </a:cubicBezTo>
                <a:cubicBezTo>
                  <a:pt x="79" y="524"/>
                  <a:pt x="91" y="497"/>
                  <a:pt x="105" y="472"/>
                </a:cubicBezTo>
                <a:cubicBezTo>
                  <a:pt x="119" y="446"/>
                  <a:pt x="134" y="421"/>
                  <a:pt x="150" y="397"/>
                </a:cubicBezTo>
                <a:cubicBezTo>
                  <a:pt x="166" y="373"/>
                  <a:pt x="184" y="349"/>
                  <a:pt x="202" y="327"/>
                </a:cubicBezTo>
                <a:cubicBezTo>
                  <a:pt x="221" y="303"/>
                  <a:pt x="240" y="281"/>
                  <a:pt x="261" y="261"/>
                </a:cubicBezTo>
                <a:cubicBezTo>
                  <a:pt x="281" y="240"/>
                  <a:pt x="303" y="221"/>
                  <a:pt x="326" y="202"/>
                </a:cubicBezTo>
                <a:cubicBezTo>
                  <a:pt x="348" y="184"/>
                  <a:pt x="371" y="166"/>
                  <a:pt x="396" y="150"/>
                </a:cubicBezTo>
                <a:cubicBezTo>
                  <a:pt x="420" y="134"/>
                  <a:pt x="445" y="119"/>
                  <a:pt x="471" y="105"/>
                </a:cubicBezTo>
                <a:cubicBezTo>
                  <a:pt x="496" y="91"/>
                  <a:pt x="523" y="79"/>
                  <a:pt x="550" y="68"/>
                </a:cubicBezTo>
                <a:cubicBezTo>
                  <a:pt x="577" y="57"/>
                  <a:pt x="604" y="47"/>
                  <a:pt x="632" y="38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1"/>
                  <a:pt x="774" y="7"/>
                  <a:pt x="803" y="4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4"/>
                </a:cubicBezTo>
                <a:cubicBezTo>
                  <a:pt x="1007" y="7"/>
                  <a:pt x="1036" y="11"/>
                  <a:pt x="1064" y="17"/>
                </a:cubicBezTo>
                <a:cubicBezTo>
                  <a:pt x="1093" y="23"/>
                  <a:pt x="1121" y="30"/>
                  <a:pt x="1149" y="38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1"/>
                  <a:pt x="1311" y="105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6"/>
                  <a:pt x="1434" y="184"/>
                  <a:pt x="1456" y="202"/>
                </a:cubicBezTo>
                <a:cubicBezTo>
                  <a:pt x="1479" y="221"/>
                  <a:pt x="1500" y="240"/>
                  <a:pt x="1521" y="261"/>
                </a:cubicBezTo>
                <a:cubicBezTo>
                  <a:pt x="1542" y="281"/>
                  <a:pt x="1561" y="303"/>
                  <a:pt x="1580" y="327"/>
                </a:cubicBezTo>
                <a:cubicBezTo>
                  <a:pt x="1598" y="349"/>
                  <a:pt x="1616" y="373"/>
                  <a:pt x="1632" y="397"/>
                </a:cubicBezTo>
                <a:cubicBezTo>
                  <a:pt x="1648" y="421"/>
                  <a:pt x="1663" y="446"/>
                  <a:pt x="1677" y="472"/>
                </a:cubicBezTo>
                <a:cubicBezTo>
                  <a:pt x="1690" y="497"/>
                  <a:pt x="1703" y="524"/>
                  <a:pt x="1714" y="551"/>
                </a:cubicBezTo>
                <a:cubicBezTo>
                  <a:pt x="1725" y="578"/>
                  <a:pt x="1735" y="605"/>
                  <a:pt x="1743" y="633"/>
                </a:cubicBezTo>
                <a:cubicBezTo>
                  <a:pt x="1752" y="661"/>
                  <a:pt x="1759" y="689"/>
                  <a:pt x="1765" y="718"/>
                </a:cubicBezTo>
                <a:cubicBezTo>
                  <a:pt x="1770" y="746"/>
                  <a:pt x="1775" y="775"/>
                  <a:pt x="1778" y="804"/>
                </a:cubicBezTo>
                <a:cubicBezTo>
                  <a:pt x="1780" y="833"/>
                  <a:pt x="1782" y="862"/>
                  <a:pt x="1782" y="891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604160" y="253080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59080" y="218052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359080" y="218052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63400" y="238032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2564280" y="22982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470120" y="209844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470120" y="209844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2619000" y="246240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052960" y="22161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4828320" y="238032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7811280" y="2093040"/>
            <a:ext cx="1011240" cy="709200"/>
          </a:xfrm>
          <a:custGeom>
            <a:avLst/>
            <a:gdLst/>
            <a:ahLst/>
            <a:rect l="0" t="0" r="r" b="b"/>
            <a:pathLst>
              <a:path w="2809" h="1970">
                <a:moveTo>
                  <a:pt x="0" y="257"/>
                </a:moveTo>
                <a:cubicBezTo>
                  <a:pt x="0" y="265"/>
                  <a:pt x="3" y="274"/>
                  <a:pt x="7" y="282"/>
                </a:cubicBezTo>
                <a:cubicBezTo>
                  <a:pt x="12" y="291"/>
                  <a:pt x="18" y="299"/>
                  <a:pt x="27" y="307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3"/>
                  <a:pt x="144" y="371"/>
                  <a:pt x="166" y="378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0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1"/>
                  <a:pt x="586" y="466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3"/>
                </a:cubicBezTo>
                <a:cubicBezTo>
                  <a:pt x="1041" y="506"/>
                  <a:pt x="1085" y="508"/>
                  <a:pt x="1130" y="509"/>
                </a:cubicBezTo>
                <a:cubicBezTo>
                  <a:pt x="1175" y="511"/>
                  <a:pt x="1221" y="512"/>
                  <a:pt x="1267" y="513"/>
                </a:cubicBezTo>
                <a:cubicBezTo>
                  <a:pt x="1312" y="514"/>
                  <a:pt x="1358" y="514"/>
                  <a:pt x="1404" y="514"/>
                </a:cubicBezTo>
                <a:cubicBezTo>
                  <a:pt x="1450" y="514"/>
                  <a:pt x="1496" y="514"/>
                  <a:pt x="1542" y="513"/>
                </a:cubicBezTo>
                <a:cubicBezTo>
                  <a:pt x="1588" y="512"/>
                  <a:pt x="1633" y="511"/>
                  <a:pt x="1678" y="509"/>
                </a:cubicBezTo>
                <a:cubicBezTo>
                  <a:pt x="1723" y="508"/>
                  <a:pt x="1768" y="506"/>
                  <a:pt x="1812" y="503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6"/>
                  <a:pt x="2260" y="461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0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8"/>
                </a:cubicBezTo>
                <a:cubicBezTo>
                  <a:pt x="2665" y="371"/>
                  <a:pt x="2685" y="363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7"/>
                </a:cubicBezTo>
                <a:cubicBezTo>
                  <a:pt x="2791" y="299"/>
                  <a:pt x="2798" y="291"/>
                  <a:pt x="2802" y="282"/>
                </a:cubicBezTo>
                <a:cubicBezTo>
                  <a:pt x="2807" y="274"/>
                  <a:pt x="2809" y="265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3"/>
                  <a:pt x="2791" y="215"/>
                  <a:pt x="2782" y="207"/>
                </a:cubicBezTo>
                <a:cubicBezTo>
                  <a:pt x="2773" y="199"/>
                  <a:pt x="2762" y="190"/>
                  <a:pt x="2749" y="182"/>
                </a:cubicBezTo>
                <a:cubicBezTo>
                  <a:pt x="2735" y="174"/>
                  <a:pt x="2720" y="166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8"/>
                  <a:pt x="2598" y="121"/>
                  <a:pt x="2573" y="114"/>
                </a:cubicBezTo>
                <a:cubicBezTo>
                  <a:pt x="2547" y="107"/>
                  <a:pt x="2520" y="100"/>
                  <a:pt x="2490" y="94"/>
                </a:cubicBezTo>
                <a:cubicBezTo>
                  <a:pt x="2461" y="87"/>
                  <a:pt x="2430" y="81"/>
                  <a:pt x="2398" y="75"/>
                </a:cubicBezTo>
                <a:cubicBezTo>
                  <a:pt x="2365" y="69"/>
                  <a:pt x="2331" y="63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8"/>
                  <a:pt x="2107" y="34"/>
                  <a:pt x="2066" y="30"/>
                </a:cubicBezTo>
                <a:cubicBezTo>
                  <a:pt x="2025" y="26"/>
                  <a:pt x="1984" y="22"/>
                  <a:pt x="1942" y="19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8"/>
                  <a:pt x="1723" y="6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6"/>
                  <a:pt x="1041" y="8"/>
                  <a:pt x="997" y="11"/>
                </a:cubicBezTo>
                <a:cubicBezTo>
                  <a:pt x="953" y="13"/>
                  <a:pt x="909" y="16"/>
                  <a:pt x="867" y="19"/>
                </a:cubicBezTo>
                <a:cubicBezTo>
                  <a:pt x="825" y="22"/>
                  <a:pt x="783" y="26"/>
                  <a:pt x="742" y="30"/>
                </a:cubicBezTo>
                <a:cubicBezTo>
                  <a:pt x="702" y="34"/>
                  <a:pt x="663" y="38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3"/>
                  <a:pt x="444" y="69"/>
                  <a:pt x="412" y="75"/>
                </a:cubicBezTo>
                <a:cubicBezTo>
                  <a:pt x="379" y="81"/>
                  <a:pt x="348" y="87"/>
                  <a:pt x="319" y="94"/>
                </a:cubicBezTo>
                <a:cubicBezTo>
                  <a:pt x="290" y="100"/>
                  <a:pt x="263" y="107"/>
                  <a:pt x="237" y="114"/>
                </a:cubicBezTo>
                <a:cubicBezTo>
                  <a:pt x="211" y="121"/>
                  <a:pt x="188" y="128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6"/>
                  <a:pt x="74" y="174"/>
                  <a:pt x="61" y="182"/>
                </a:cubicBezTo>
                <a:cubicBezTo>
                  <a:pt x="47" y="190"/>
                  <a:pt x="36" y="199"/>
                  <a:pt x="27" y="207"/>
                </a:cubicBezTo>
                <a:cubicBezTo>
                  <a:pt x="18" y="215"/>
                  <a:pt x="12" y="223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1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1"/>
                  <a:pt x="47" y="1780"/>
                  <a:pt x="61" y="1788"/>
                </a:cubicBezTo>
                <a:cubicBezTo>
                  <a:pt x="74" y="1796"/>
                  <a:pt x="90" y="1804"/>
                  <a:pt x="107" y="1811"/>
                </a:cubicBezTo>
                <a:cubicBezTo>
                  <a:pt x="125" y="1819"/>
                  <a:pt x="144" y="1827"/>
                  <a:pt x="166" y="1834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7"/>
                  <a:pt x="586" y="1922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7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5"/>
                </a:cubicBezTo>
                <a:cubicBezTo>
                  <a:pt x="1175" y="1967"/>
                  <a:pt x="1221" y="1968"/>
                  <a:pt x="1267" y="1969"/>
                </a:cubicBezTo>
                <a:cubicBezTo>
                  <a:pt x="1312" y="1970"/>
                  <a:pt x="1358" y="1970"/>
                  <a:pt x="1404" y="1970"/>
                </a:cubicBezTo>
                <a:cubicBezTo>
                  <a:pt x="1450" y="1970"/>
                  <a:pt x="1496" y="1970"/>
                  <a:pt x="1542" y="1969"/>
                </a:cubicBezTo>
                <a:cubicBezTo>
                  <a:pt x="1588" y="1968"/>
                  <a:pt x="1633" y="1967"/>
                  <a:pt x="1678" y="1965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7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2"/>
                  <a:pt x="2260" y="1917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4"/>
                </a:cubicBezTo>
                <a:cubicBezTo>
                  <a:pt x="2665" y="1827"/>
                  <a:pt x="2685" y="1819"/>
                  <a:pt x="2702" y="1811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1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1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7811280" y="2093040"/>
            <a:ext cx="1011240" cy="709200"/>
          </a:xfrm>
          <a:custGeom>
            <a:avLst/>
            <a:gdLst/>
            <a:ahLst/>
            <a:rect l="0" t="0" r="r" b="b"/>
            <a:pathLst>
              <a:path fill="none" w="2809" h="1970">
                <a:moveTo>
                  <a:pt x="0" y="257"/>
                </a:moveTo>
                <a:cubicBezTo>
                  <a:pt x="0" y="265"/>
                  <a:pt x="3" y="274"/>
                  <a:pt x="7" y="282"/>
                </a:cubicBezTo>
                <a:cubicBezTo>
                  <a:pt x="12" y="291"/>
                  <a:pt x="18" y="299"/>
                  <a:pt x="27" y="307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3"/>
                  <a:pt x="144" y="371"/>
                  <a:pt x="166" y="378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0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1"/>
                  <a:pt x="586" y="466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3"/>
                </a:cubicBezTo>
                <a:cubicBezTo>
                  <a:pt x="1041" y="506"/>
                  <a:pt x="1085" y="508"/>
                  <a:pt x="1130" y="509"/>
                </a:cubicBezTo>
                <a:cubicBezTo>
                  <a:pt x="1175" y="511"/>
                  <a:pt x="1221" y="512"/>
                  <a:pt x="1267" y="513"/>
                </a:cubicBezTo>
                <a:cubicBezTo>
                  <a:pt x="1312" y="514"/>
                  <a:pt x="1358" y="514"/>
                  <a:pt x="1404" y="514"/>
                </a:cubicBezTo>
                <a:cubicBezTo>
                  <a:pt x="1450" y="514"/>
                  <a:pt x="1496" y="514"/>
                  <a:pt x="1542" y="513"/>
                </a:cubicBezTo>
                <a:cubicBezTo>
                  <a:pt x="1588" y="512"/>
                  <a:pt x="1633" y="511"/>
                  <a:pt x="1678" y="509"/>
                </a:cubicBezTo>
                <a:cubicBezTo>
                  <a:pt x="1723" y="508"/>
                  <a:pt x="1768" y="506"/>
                  <a:pt x="1812" y="503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6"/>
                  <a:pt x="2260" y="461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0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8"/>
                </a:cubicBezTo>
                <a:cubicBezTo>
                  <a:pt x="2665" y="371"/>
                  <a:pt x="2685" y="363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7"/>
                </a:cubicBezTo>
                <a:cubicBezTo>
                  <a:pt x="2791" y="299"/>
                  <a:pt x="2798" y="291"/>
                  <a:pt x="2802" y="282"/>
                </a:cubicBezTo>
                <a:cubicBezTo>
                  <a:pt x="2807" y="274"/>
                  <a:pt x="2809" y="265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3"/>
                  <a:pt x="2791" y="215"/>
                  <a:pt x="2782" y="207"/>
                </a:cubicBezTo>
                <a:cubicBezTo>
                  <a:pt x="2773" y="199"/>
                  <a:pt x="2762" y="190"/>
                  <a:pt x="2749" y="182"/>
                </a:cubicBezTo>
                <a:cubicBezTo>
                  <a:pt x="2735" y="174"/>
                  <a:pt x="2720" y="166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8"/>
                  <a:pt x="2598" y="121"/>
                  <a:pt x="2573" y="114"/>
                </a:cubicBezTo>
                <a:cubicBezTo>
                  <a:pt x="2547" y="107"/>
                  <a:pt x="2520" y="100"/>
                  <a:pt x="2490" y="94"/>
                </a:cubicBezTo>
                <a:cubicBezTo>
                  <a:pt x="2461" y="87"/>
                  <a:pt x="2430" y="81"/>
                  <a:pt x="2398" y="75"/>
                </a:cubicBezTo>
                <a:cubicBezTo>
                  <a:pt x="2365" y="69"/>
                  <a:pt x="2331" y="63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8"/>
                  <a:pt x="2107" y="34"/>
                  <a:pt x="2066" y="30"/>
                </a:cubicBezTo>
                <a:cubicBezTo>
                  <a:pt x="2025" y="26"/>
                  <a:pt x="1984" y="22"/>
                  <a:pt x="1942" y="19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8"/>
                  <a:pt x="1723" y="6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6"/>
                  <a:pt x="1041" y="8"/>
                  <a:pt x="997" y="11"/>
                </a:cubicBezTo>
                <a:cubicBezTo>
                  <a:pt x="953" y="13"/>
                  <a:pt x="909" y="16"/>
                  <a:pt x="867" y="19"/>
                </a:cubicBezTo>
                <a:cubicBezTo>
                  <a:pt x="825" y="22"/>
                  <a:pt x="783" y="26"/>
                  <a:pt x="742" y="30"/>
                </a:cubicBezTo>
                <a:cubicBezTo>
                  <a:pt x="702" y="34"/>
                  <a:pt x="663" y="38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3"/>
                  <a:pt x="444" y="69"/>
                  <a:pt x="412" y="75"/>
                </a:cubicBezTo>
                <a:cubicBezTo>
                  <a:pt x="379" y="81"/>
                  <a:pt x="348" y="87"/>
                  <a:pt x="319" y="94"/>
                </a:cubicBezTo>
                <a:cubicBezTo>
                  <a:pt x="290" y="100"/>
                  <a:pt x="263" y="107"/>
                  <a:pt x="237" y="114"/>
                </a:cubicBezTo>
                <a:cubicBezTo>
                  <a:pt x="211" y="121"/>
                  <a:pt x="188" y="128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6"/>
                  <a:pt x="74" y="174"/>
                  <a:pt x="61" y="182"/>
                </a:cubicBezTo>
                <a:cubicBezTo>
                  <a:pt x="47" y="190"/>
                  <a:pt x="36" y="199"/>
                  <a:pt x="27" y="207"/>
                </a:cubicBezTo>
                <a:cubicBezTo>
                  <a:pt x="18" y="215"/>
                  <a:pt x="12" y="223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1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1"/>
                  <a:pt x="47" y="1780"/>
                  <a:pt x="61" y="1788"/>
                </a:cubicBezTo>
                <a:cubicBezTo>
                  <a:pt x="74" y="1796"/>
                  <a:pt x="90" y="1804"/>
                  <a:pt x="107" y="1811"/>
                </a:cubicBezTo>
                <a:cubicBezTo>
                  <a:pt x="125" y="1819"/>
                  <a:pt x="144" y="1827"/>
                  <a:pt x="166" y="1834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7"/>
                  <a:pt x="586" y="1922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7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5"/>
                </a:cubicBezTo>
                <a:cubicBezTo>
                  <a:pt x="1175" y="1967"/>
                  <a:pt x="1221" y="1968"/>
                  <a:pt x="1267" y="1969"/>
                </a:cubicBezTo>
                <a:cubicBezTo>
                  <a:pt x="1312" y="1970"/>
                  <a:pt x="1358" y="1970"/>
                  <a:pt x="1404" y="1970"/>
                </a:cubicBezTo>
                <a:cubicBezTo>
                  <a:pt x="1450" y="1970"/>
                  <a:pt x="1496" y="1970"/>
                  <a:pt x="1542" y="1969"/>
                </a:cubicBezTo>
                <a:cubicBezTo>
                  <a:pt x="1588" y="1968"/>
                  <a:pt x="1633" y="1967"/>
                  <a:pt x="1678" y="1965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7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2"/>
                  <a:pt x="2260" y="1917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4"/>
                </a:cubicBezTo>
                <a:cubicBezTo>
                  <a:pt x="2665" y="1827"/>
                  <a:pt x="2685" y="1819"/>
                  <a:pt x="2702" y="1811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1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1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5056560" y="254448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7862760" y="236664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8063280" y="253080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57200" y="317520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57200" y="340380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2447640" y="3673440"/>
            <a:ext cx="4460760" cy="288720"/>
          </a:xfrm>
          <a:custGeom>
            <a:avLst/>
            <a:gdLst/>
            <a:ahLst/>
            <a:rect l="0" t="0" r="r" b="b"/>
            <a:pathLst>
              <a:path fill="none" w="12391" h="802">
                <a:moveTo>
                  <a:pt x="12391" y="0"/>
                </a:moveTo>
                <a:lnTo>
                  <a:pt x="12095" y="134"/>
                </a:lnTo>
                <a:cubicBezTo>
                  <a:pt x="11798" y="267"/>
                  <a:pt x="11205" y="534"/>
                  <a:pt x="10167" y="669"/>
                </a:cubicBezTo>
                <a:cubicBezTo>
                  <a:pt x="9130" y="802"/>
                  <a:pt x="7647" y="802"/>
                  <a:pt x="6165" y="802"/>
                </a:cubicBezTo>
                <a:cubicBezTo>
                  <a:pt x="4683" y="802"/>
                  <a:pt x="3200" y="802"/>
                  <a:pt x="2173" y="673"/>
                </a:cubicBezTo>
                <a:cubicBezTo>
                  <a:pt x="1145" y="543"/>
                  <a:pt x="572" y="285"/>
                  <a:pt x="286" y="156"/>
                </a:cubicBezTo>
                <a:lnTo>
                  <a:pt x="0" y="27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2426040" y="3671280"/>
            <a:ext cx="52920" cy="43200"/>
          </a:xfrm>
          <a:custGeom>
            <a:avLst/>
            <a:gdLst/>
            <a:ahLst/>
            <a:rect l="0" t="0" r="r" b="b"/>
            <a:pathLst>
              <a:path w="147" h="120">
                <a:moveTo>
                  <a:pt x="93" y="120"/>
                </a:moveTo>
                <a:lnTo>
                  <a:pt x="0" y="6"/>
                </a:lnTo>
                <a:lnTo>
                  <a:pt x="147" y="0"/>
                </a:lnTo>
                <a:lnTo>
                  <a:pt x="93" y="12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2421360" y="366912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93" y="120"/>
                </a:moveTo>
                <a:lnTo>
                  <a:pt x="85" y="110"/>
                </a:lnTo>
                <a:lnTo>
                  <a:pt x="95" y="102"/>
                </a:lnTo>
                <a:lnTo>
                  <a:pt x="103" y="112"/>
                </a:lnTo>
                <a:lnTo>
                  <a:pt x="93" y="120"/>
                </a:lnTo>
                <a:moveTo>
                  <a:pt x="85" y="110"/>
                </a:moveTo>
                <a:lnTo>
                  <a:pt x="76" y="100"/>
                </a:lnTo>
                <a:lnTo>
                  <a:pt x="87" y="92"/>
                </a:lnTo>
                <a:lnTo>
                  <a:pt x="95" y="102"/>
                </a:lnTo>
                <a:lnTo>
                  <a:pt x="85" y="110"/>
                </a:lnTo>
                <a:moveTo>
                  <a:pt x="76" y="100"/>
                </a:moveTo>
                <a:lnTo>
                  <a:pt x="67" y="90"/>
                </a:lnTo>
                <a:lnTo>
                  <a:pt x="77" y="82"/>
                </a:lnTo>
                <a:lnTo>
                  <a:pt x="87" y="92"/>
                </a:lnTo>
                <a:lnTo>
                  <a:pt x="76" y="100"/>
                </a:lnTo>
                <a:moveTo>
                  <a:pt x="67" y="90"/>
                </a:moveTo>
                <a:lnTo>
                  <a:pt x="59" y="80"/>
                </a:lnTo>
                <a:lnTo>
                  <a:pt x="69" y="72"/>
                </a:lnTo>
                <a:lnTo>
                  <a:pt x="77" y="82"/>
                </a:lnTo>
                <a:lnTo>
                  <a:pt x="67" y="90"/>
                </a:lnTo>
                <a:moveTo>
                  <a:pt x="59" y="80"/>
                </a:moveTo>
                <a:lnTo>
                  <a:pt x="51" y="70"/>
                </a:lnTo>
                <a:lnTo>
                  <a:pt x="61" y="61"/>
                </a:lnTo>
                <a:lnTo>
                  <a:pt x="69" y="72"/>
                </a:lnTo>
                <a:lnTo>
                  <a:pt x="59" y="80"/>
                </a:lnTo>
                <a:moveTo>
                  <a:pt x="51" y="70"/>
                </a:moveTo>
                <a:lnTo>
                  <a:pt x="43" y="60"/>
                </a:lnTo>
                <a:lnTo>
                  <a:pt x="53" y="51"/>
                </a:lnTo>
                <a:lnTo>
                  <a:pt x="61" y="61"/>
                </a:lnTo>
                <a:lnTo>
                  <a:pt x="51" y="70"/>
                </a:lnTo>
                <a:moveTo>
                  <a:pt x="43" y="60"/>
                </a:moveTo>
                <a:lnTo>
                  <a:pt x="34" y="50"/>
                </a:lnTo>
                <a:lnTo>
                  <a:pt x="45" y="41"/>
                </a:lnTo>
                <a:lnTo>
                  <a:pt x="53" y="51"/>
                </a:lnTo>
                <a:lnTo>
                  <a:pt x="43" y="60"/>
                </a:lnTo>
                <a:moveTo>
                  <a:pt x="34" y="50"/>
                </a:moveTo>
                <a:lnTo>
                  <a:pt x="26" y="39"/>
                </a:lnTo>
                <a:lnTo>
                  <a:pt x="36" y="31"/>
                </a:lnTo>
                <a:lnTo>
                  <a:pt x="45" y="41"/>
                </a:lnTo>
                <a:lnTo>
                  <a:pt x="34" y="50"/>
                </a:lnTo>
                <a:moveTo>
                  <a:pt x="26" y="39"/>
                </a:moveTo>
                <a:lnTo>
                  <a:pt x="18" y="29"/>
                </a:lnTo>
                <a:lnTo>
                  <a:pt x="28" y="21"/>
                </a:lnTo>
                <a:lnTo>
                  <a:pt x="36" y="31"/>
                </a:lnTo>
                <a:lnTo>
                  <a:pt x="26" y="39"/>
                </a:lnTo>
                <a:moveTo>
                  <a:pt x="18" y="29"/>
                </a:moveTo>
                <a:lnTo>
                  <a:pt x="10" y="19"/>
                </a:lnTo>
                <a:lnTo>
                  <a:pt x="20" y="10"/>
                </a:lnTo>
                <a:lnTo>
                  <a:pt x="28" y="21"/>
                </a:lnTo>
                <a:lnTo>
                  <a:pt x="18" y="29"/>
                </a:lnTo>
                <a:moveTo>
                  <a:pt x="10" y="19"/>
                </a:moveTo>
                <a:lnTo>
                  <a:pt x="0" y="6"/>
                </a:lnTo>
                <a:lnTo>
                  <a:pt x="24" y="5"/>
                </a:lnTo>
                <a:lnTo>
                  <a:pt x="24" y="19"/>
                </a:lnTo>
                <a:lnTo>
                  <a:pt x="14" y="20"/>
                </a:lnTo>
                <a:lnTo>
                  <a:pt x="13" y="12"/>
                </a:lnTo>
                <a:lnTo>
                  <a:pt x="18" y="8"/>
                </a:lnTo>
                <a:lnTo>
                  <a:pt x="20" y="10"/>
                </a:lnTo>
                <a:lnTo>
                  <a:pt x="10" y="19"/>
                </a:lnTo>
                <a:moveTo>
                  <a:pt x="24" y="5"/>
                </a:moveTo>
                <a:lnTo>
                  <a:pt x="37" y="5"/>
                </a:lnTo>
                <a:lnTo>
                  <a:pt x="37" y="19"/>
                </a:lnTo>
                <a:lnTo>
                  <a:pt x="24" y="19"/>
                </a:lnTo>
                <a:lnTo>
                  <a:pt x="24" y="5"/>
                </a:lnTo>
                <a:moveTo>
                  <a:pt x="37" y="5"/>
                </a:moveTo>
                <a:lnTo>
                  <a:pt x="50" y="4"/>
                </a:lnTo>
                <a:lnTo>
                  <a:pt x="50" y="18"/>
                </a:lnTo>
                <a:lnTo>
                  <a:pt x="37" y="19"/>
                </a:lnTo>
                <a:lnTo>
                  <a:pt x="37" y="5"/>
                </a:lnTo>
                <a:moveTo>
                  <a:pt x="50" y="4"/>
                </a:moveTo>
                <a:lnTo>
                  <a:pt x="63" y="4"/>
                </a:lnTo>
                <a:lnTo>
                  <a:pt x="63" y="18"/>
                </a:lnTo>
                <a:lnTo>
                  <a:pt x="50" y="18"/>
                </a:lnTo>
                <a:lnTo>
                  <a:pt x="50" y="4"/>
                </a:lnTo>
                <a:moveTo>
                  <a:pt x="63" y="4"/>
                </a:moveTo>
                <a:lnTo>
                  <a:pt x="76" y="3"/>
                </a:lnTo>
                <a:lnTo>
                  <a:pt x="76" y="17"/>
                </a:lnTo>
                <a:lnTo>
                  <a:pt x="63" y="18"/>
                </a:lnTo>
                <a:lnTo>
                  <a:pt x="63" y="4"/>
                </a:lnTo>
                <a:moveTo>
                  <a:pt x="76" y="3"/>
                </a:moveTo>
                <a:lnTo>
                  <a:pt x="90" y="3"/>
                </a:lnTo>
                <a:lnTo>
                  <a:pt x="90" y="17"/>
                </a:lnTo>
                <a:lnTo>
                  <a:pt x="76" y="17"/>
                </a:lnTo>
                <a:lnTo>
                  <a:pt x="76" y="3"/>
                </a:lnTo>
                <a:moveTo>
                  <a:pt x="90" y="3"/>
                </a:moveTo>
                <a:lnTo>
                  <a:pt x="103" y="2"/>
                </a:lnTo>
                <a:lnTo>
                  <a:pt x="103" y="16"/>
                </a:lnTo>
                <a:lnTo>
                  <a:pt x="90" y="17"/>
                </a:lnTo>
                <a:lnTo>
                  <a:pt x="90" y="3"/>
                </a:lnTo>
                <a:moveTo>
                  <a:pt x="103" y="2"/>
                </a:moveTo>
                <a:lnTo>
                  <a:pt x="116" y="2"/>
                </a:lnTo>
                <a:lnTo>
                  <a:pt x="116" y="16"/>
                </a:lnTo>
                <a:lnTo>
                  <a:pt x="103" y="16"/>
                </a:lnTo>
                <a:lnTo>
                  <a:pt x="103" y="2"/>
                </a:lnTo>
                <a:moveTo>
                  <a:pt x="116" y="2"/>
                </a:moveTo>
                <a:lnTo>
                  <a:pt x="129" y="1"/>
                </a:lnTo>
                <a:lnTo>
                  <a:pt x="129" y="14"/>
                </a:lnTo>
                <a:lnTo>
                  <a:pt x="116" y="16"/>
                </a:lnTo>
                <a:lnTo>
                  <a:pt x="116" y="2"/>
                </a:lnTo>
                <a:moveTo>
                  <a:pt x="129" y="1"/>
                </a:moveTo>
                <a:lnTo>
                  <a:pt x="142" y="1"/>
                </a:lnTo>
                <a:lnTo>
                  <a:pt x="142" y="14"/>
                </a:lnTo>
                <a:lnTo>
                  <a:pt x="129" y="14"/>
                </a:lnTo>
                <a:lnTo>
                  <a:pt x="129" y="1"/>
                </a:lnTo>
                <a:moveTo>
                  <a:pt x="142" y="1"/>
                </a:moveTo>
                <a:lnTo>
                  <a:pt x="155" y="0"/>
                </a:lnTo>
                <a:lnTo>
                  <a:pt x="155" y="13"/>
                </a:lnTo>
                <a:lnTo>
                  <a:pt x="142" y="14"/>
                </a:lnTo>
                <a:lnTo>
                  <a:pt x="142" y="1"/>
                </a:lnTo>
                <a:moveTo>
                  <a:pt x="155" y="0"/>
                </a:moveTo>
                <a:lnTo>
                  <a:pt x="170" y="0"/>
                </a:lnTo>
                <a:lnTo>
                  <a:pt x="162" y="18"/>
                </a:lnTo>
                <a:lnTo>
                  <a:pt x="150" y="11"/>
                </a:lnTo>
                <a:lnTo>
                  <a:pt x="154" y="4"/>
                </a:lnTo>
                <a:lnTo>
                  <a:pt x="160" y="6"/>
                </a:lnTo>
                <a:lnTo>
                  <a:pt x="160" y="13"/>
                </a:lnTo>
                <a:lnTo>
                  <a:pt x="155" y="13"/>
                </a:lnTo>
                <a:lnTo>
                  <a:pt x="155" y="0"/>
                </a:lnTo>
                <a:moveTo>
                  <a:pt x="162" y="18"/>
                </a:moveTo>
                <a:lnTo>
                  <a:pt x="157" y="30"/>
                </a:lnTo>
                <a:lnTo>
                  <a:pt x="145" y="24"/>
                </a:lnTo>
                <a:lnTo>
                  <a:pt x="150" y="11"/>
                </a:lnTo>
                <a:lnTo>
                  <a:pt x="162" y="18"/>
                </a:lnTo>
                <a:moveTo>
                  <a:pt x="157" y="30"/>
                </a:moveTo>
                <a:lnTo>
                  <a:pt x="151" y="41"/>
                </a:lnTo>
                <a:lnTo>
                  <a:pt x="140" y="36"/>
                </a:lnTo>
                <a:lnTo>
                  <a:pt x="145" y="24"/>
                </a:lnTo>
                <a:lnTo>
                  <a:pt x="157" y="30"/>
                </a:lnTo>
                <a:moveTo>
                  <a:pt x="151" y="41"/>
                </a:moveTo>
                <a:lnTo>
                  <a:pt x="146" y="53"/>
                </a:lnTo>
                <a:lnTo>
                  <a:pt x="134" y="48"/>
                </a:lnTo>
                <a:lnTo>
                  <a:pt x="140" y="36"/>
                </a:lnTo>
                <a:lnTo>
                  <a:pt x="151" y="41"/>
                </a:lnTo>
                <a:moveTo>
                  <a:pt x="146" y="53"/>
                </a:moveTo>
                <a:lnTo>
                  <a:pt x="141" y="65"/>
                </a:lnTo>
                <a:lnTo>
                  <a:pt x="129" y="60"/>
                </a:lnTo>
                <a:lnTo>
                  <a:pt x="134" y="48"/>
                </a:lnTo>
                <a:lnTo>
                  <a:pt x="146" y="53"/>
                </a:lnTo>
                <a:moveTo>
                  <a:pt x="141" y="65"/>
                </a:moveTo>
                <a:lnTo>
                  <a:pt x="135" y="77"/>
                </a:lnTo>
                <a:lnTo>
                  <a:pt x="124" y="72"/>
                </a:lnTo>
                <a:lnTo>
                  <a:pt x="129" y="60"/>
                </a:lnTo>
                <a:lnTo>
                  <a:pt x="141" y="65"/>
                </a:lnTo>
                <a:moveTo>
                  <a:pt x="135" y="77"/>
                </a:moveTo>
                <a:lnTo>
                  <a:pt x="130" y="89"/>
                </a:lnTo>
                <a:lnTo>
                  <a:pt x="118" y="84"/>
                </a:lnTo>
                <a:lnTo>
                  <a:pt x="124" y="72"/>
                </a:lnTo>
                <a:lnTo>
                  <a:pt x="135" y="77"/>
                </a:lnTo>
                <a:moveTo>
                  <a:pt x="130" y="89"/>
                </a:moveTo>
                <a:lnTo>
                  <a:pt x="125" y="101"/>
                </a:lnTo>
                <a:lnTo>
                  <a:pt x="113" y="95"/>
                </a:lnTo>
                <a:lnTo>
                  <a:pt x="118" y="84"/>
                </a:lnTo>
                <a:lnTo>
                  <a:pt x="130" y="89"/>
                </a:lnTo>
                <a:moveTo>
                  <a:pt x="125" y="101"/>
                </a:moveTo>
                <a:lnTo>
                  <a:pt x="119" y="113"/>
                </a:lnTo>
                <a:lnTo>
                  <a:pt x="108" y="107"/>
                </a:lnTo>
                <a:lnTo>
                  <a:pt x="113" y="95"/>
                </a:lnTo>
                <a:lnTo>
                  <a:pt x="125" y="101"/>
                </a:lnTo>
                <a:moveTo>
                  <a:pt x="119" y="113"/>
                </a:moveTo>
                <a:lnTo>
                  <a:pt x="114" y="124"/>
                </a:lnTo>
                <a:lnTo>
                  <a:pt x="102" y="119"/>
                </a:lnTo>
                <a:lnTo>
                  <a:pt x="108" y="107"/>
                </a:lnTo>
                <a:lnTo>
                  <a:pt x="119" y="113"/>
                </a:lnTo>
                <a:moveTo>
                  <a:pt x="114" y="124"/>
                </a:moveTo>
                <a:lnTo>
                  <a:pt x="108" y="138"/>
                </a:lnTo>
                <a:lnTo>
                  <a:pt x="93" y="120"/>
                </a:lnTo>
                <a:lnTo>
                  <a:pt x="103" y="112"/>
                </a:lnTo>
                <a:lnTo>
                  <a:pt x="111" y="122"/>
                </a:lnTo>
                <a:lnTo>
                  <a:pt x="106" y="126"/>
                </a:lnTo>
                <a:lnTo>
                  <a:pt x="100" y="123"/>
                </a:lnTo>
                <a:lnTo>
                  <a:pt x="102" y="119"/>
                </a:lnTo>
                <a:lnTo>
                  <a:pt x="114" y="1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2426040" y="2519280"/>
            <a:ext cx="1256760" cy="288720"/>
          </a:xfrm>
          <a:custGeom>
            <a:avLst/>
            <a:gdLst/>
            <a:ahLst/>
            <a:rect l="0" t="0" r="r" b="b"/>
            <a:pathLst>
              <a:path fill="none" w="3491" h="802">
                <a:moveTo>
                  <a:pt x="0" y="802"/>
                </a:moveTo>
                <a:lnTo>
                  <a:pt x="297" y="668"/>
                </a:lnTo>
                <a:cubicBezTo>
                  <a:pt x="593" y="534"/>
                  <a:pt x="1185" y="267"/>
                  <a:pt x="1767" y="133"/>
                </a:cubicBezTo>
                <a:cubicBezTo>
                  <a:pt x="2350" y="0"/>
                  <a:pt x="2921" y="0"/>
                  <a:pt x="3206" y="0"/>
                </a:cubicBezTo>
                <a:lnTo>
                  <a:pt x="349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659040" y="24958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0"/>
                </a:moveTo>
                <a:lnTo>
                  <a:pt x="131" y="66"/>
                </a:lnTo>
                <a:lnTo>
                  <a:pt x="0" y="13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656880" y="24919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21" y="11"/>
                </a:moveTo>
                <a:lnTo>
                  <a:pt x="33" y="17"/>
                </a:lnTo>
                <a:lnTo>
                  <a:pt x="27" y="28"/>
                </a:lnTo>
                <a:lnTo>
                  <a:pt x="15" y="22"/>
                </a:lnTo>
                <a:lnTo>
                  <a:pt x="21" y="11"/>
                </a:lnTo>
                <a:moveTo>
                  <a:pt x="33" y="17"/>
                </a:moveTo>
                <a:lnTo>
                  <a:pt x="45" y="22"/>
                </a:lnTo>
                <a:lnTo>
                  <a:pt x="39" y="34"/>
                </a:lnTo>
                <a:lnTo>
                  <a:pt x="27" y="28"/>
                </a:lnTo>
                <a:lnTo>
                  <a:pt x="33" y="17"/>
                </a:lnTo>
                <a:moveTo>
                  <a:pt x="45" y="22"/>
                </a:moveTo>
                <a:lnTo>
                  <a:pt x="57" y="28"/>
                </a:lnTo>
                <a:lnTo>
                  <a:pt x="51" y="40"/>
                </a:lnTo>
                <a:lnTo>
                  <a:pt x="39" y="34"/>
                </a:lnTo>
                <a:lnTo>
                  <a:pt x="45" y="22"/>
                </a:lnTo>
                <a:moveTo>
                  <a:pt x="57" y="28"/>
                </a:moveTo>
                <a:lnTo>
                  <a:pt x="68" y="34"/>
                </a:lnTo>
                <a:lnTo>
                  <a:pt x="63" y="46"/>
                </a:lnTo>
                <a:lnTo>
                  <a:pt x="51" y="40"/>
                </a:lnTo>
                <a:lnTo>
                  <a:pt x="57" y="28"/>
                </a:lnTo>
                <a:moveTo>
                  <a:pt x="68" y="34"/>
                </a:moveTo>
                <a:lnTo>
                  <a:pt x="80" y="40"/>
                </a:lnTo>
                <a:lnTo>
                  <a:pt x="74" y="51"/>
                </a:lnTo>
                <a:lnTo>
                  <a:pt x="63" y="46"/>
                </a:lnTo>
                <a:lnTo>
                  <a:pt x="68" y="34"/>
                </a:lnTo>
                <a:moveTo>
                  <a:pt x="80" y="40"/>
                </a:moveTo>
                <a:lnTo>
                  <a:pt x="92" y="46"/>
                </a:lnTo>
                <a:lnTo>
                  <a:pt x="86" y="57"/>
                </a:lnTo>
                <a:lnTo>
                  <a:pt x="74" y="51"/>
                </a:lnTo>
                <a:lnTo>
                  <a:pt x="80" y="40"/>
                </a:lnTo>
                <a:moveTo>
                  <a:pt x="92" y="46"/>
                </a:moveTo>
                <a:lnTo>
                  <a:pt x="103" y="51"/>
                </a:lnTo>
                <a:lnTo>
                  <a:pt x="97" y="63"/>
                </a:lnTo>
                <a:lnTo>
                  <a:pt x="86" y="57"/>
                </a:lnTo>
                <a:lnTo>
                  <a:pt x="92" y="46"/>
                </a:lnTo>
                <a:moveTo>
                  <a:pt x="103" y="51"/>
                </a:moveTo>
                <a:lnTo>
                  <a:pt x="115" y="57"/>
                </a:lnTo>
                <a:lnTo>
                  <a:pt x="109" y="69"/>
                </a:lnTo>
                <a:lnTo>
                  <a:pt x="97" y="63"/>
                </a:lnTo>
                <a:lnTo>
                  <a:pt x="103" y="51"/>
                </a:lnTo>
                <a:moveTo>
                  <a:pt x="115" y="57"/>
                </a:moveTo>
                <a:lnTo>
                  <a:pt x="127" y="63"/>
                </a:lnTo>
                <a:lnTo>
                  <a:pt x="121" y="75"/>
                </a:lnTo>
                <a:lnTo>
                  <a:pt x="109" y="69"/>
                </a:lnTo>
                <a:lnTo>
                  <a:pt x="115" y="57"/>
                </a:lnTo>
                <a:moveTo>
                  <a:pt x="127" y="63"/>
                </a:moveTo>
                <a:lnTo>
                  <a:pt x="138" y="69"/>
                </a:lnTo>
                <a:lnTo>
                  <a:pt x="132" y="81"/>
                </a:lnTo>
                <a:lnTo>
                  <a:pt x="121" y="75"/>
                </a:lnTo>
                <a:lnTo>
                  <a:pt x="127" y="63"/>
                </a:lnTo>
                <a:moveTo>
                  <a:pt x="138" y="69"/>
                </a:moveTo>
                <a:lnTo>
                  <a:pt x="152" y="76"/>
                </a:lnTo>
                <a:lnTo>
                  <a:pt x="131" y="86"/>
                </a:lnTo>
                <a:lnTo>
                  <a:pt x="125" y="75"/>
                </a:lnTo>
                <a:lnTo>
                  <a:pt x="134" y="70"/>
                </a:lnTo>
                <a:lnTo>
                  <a:pt x="137" y="76"/>
                </a:lnTo>
                <a:lnTo>
                  <a:pt x="134" y="82"/>
                </a:lnTo>
                <a:lnTo>
                  <a:pt x="132" y="81"/>
                </a:lnTo>
                <a:lnTo>
                  <a:pt x="138" y="69"/>
                </a:lnTo>
                <a:moveTo>
                  <a:pt x="131" y="86"/>
                </a:moveTo>
                <a:lnTo>
                  <a:pt x="119" y="92"/>
                </a:lnTo>
                <a:lnTo>
                  <a:pt x="113" y="81"/>
                </a:lnTo>
                <a:lnTo>
                  <a:pt x="125" y="75"/>
                </a:lnTo>
                <a:lnTo>
                  <a:pt x="131" y="86"/>
                </a:lnTo>
                <a:moveTo>
                  <a:pt x="119" y="92"/>
                </a:moveTo>
                <a:lnTo>
                  <a:pt x="108" y="98"/>
                </a:lnTo>
                <a:lnTo>
                  <a:pt x="102" y="86"/>
                </a:lnTo>
                <a:lnTo>
                  <a:pt x="113" y="81"/>
                </a:lnTo>
                <a:lnTo>
                  <a:pt x="119" y="92"/>
                </a:lnTo>
                <a:moveTo>
                  <a:pt x="108" y="98"/>
                </a:moveTo>
                <a:lnTo>
                  <a:pt x="96" y="105"/>
                </a:lnTo>
                <a:lnTo>
                  <a:pt x="90" y="92"/>
                </a:lnTo>
                <a:lnTo>
                  <a:pt x="102" y="86"/>
                </a:lnTo>
                <a:lnTo>
                  <a:pt x="108" y="98"/>
                </a:lnTo>
                <a:moveTo>
                  <a:pt x="96" y="105"/>
                </a:moveTo>
                <a:lnTo>
                  <a:pt x="84" y="111"/>
                </a:lnTo>
                <a:lnTo>
                  <a:pt x="78" y="98"/>
                </a:lnTo>
                <a:lnTo>
                  <a:pt x="90" y="92"/>
                </a:lnTo>
                <a:lnTo>
                  <a:pt x="96" y="105"/>
                </a:lnTo>
                <a:moveTo>
                  <a:pt x="84" y="111"/>
                </a:moveTo>
                <a:lnTo>
                  <a:pt x="73" y="116"/>
                </a:lnTo>
                <a:lnTo>
                  <a:pt x="67" y="105"/>
                </a:lnTo>
                <a:lnTo>
                  <a:pt x="78" y="98"/>
                </a:lnTo>
                <a:lnTo>
                  <a:pt x="84" y="111"/>
                </a:lnTo>
                <a:moveTo>
                  <a:pt x="73" y="116"/>
                </a:moveTo>
                <a:lnTo>
                  <a:pt x="61" y="122"/>
                </a:lnTo>
                <a:lnTo>
                  <a:pt x="55" y="111"/>
                </a:lnTo>
                <a:lnTo>
                  <a:pt x="67" y="105"/>
                </a:lnTo>
                <a:lnTo>
                  <a:pt x="73" y="116"/>
                </a:lnTo>
                <a:moveTo>
                  <a:pt x="61" y="122"/>
                </a:moveTo>
                <a:lnTo>
                  <a:pt x="49" y="128"/>
                </a:lnTo>
                <a:lnTo>
                  <a:pt x="44" y="116"/>
                </a:lnTo>
                <a:lnTo>
                  <a:pt x="55" y="111"/>
                </a:lnTo>
                <a:lnTo>
                  <a:pt x="61" y="122"/>
                </a:lnTo>
                <a:moveTo>
                  <a:pt x="49" y="128"/>
                </a:moveTo>
                <a:lnTo>
                  <a:pt x="38" y="134"/>
                </a:lnTo>
                <a:lnTo>
                  <a:pt x="31" y="122"/>
                </a:lnTo>
                <a:lnTo>
                  <a:pt x="44" y="116"/>
                </a:lnTo>
                <a:lnTo>
                  <a:pt x="49" y="128"/>
                </a:lnTo>
                <a:moveTo>
                  <a:pt x="38" y="134"/>
                </a:moveTo>
                <a:lnTo>
                  <a:pt x="25" y="140"/>
                </a:lnTo>
                <a:lnTo>
                  <a:pt x="19" y="128"/>
                </a:lnTo>
                <a:lnTo>
                  <a:pt x="31" y="122"/>
                </a:lnTo>
                <a:lnTo>
                  <a:pt x="38" y="134"/>
                </a:lnTo>
                <a:moveTo>
                  <a:pt x="25" y="140"/>
                </a:moveTo>
                <a:lnTo>
                  <a:pt x="13" y="146"/>
                </a:lnTo>
                <a:lnTo>
                  <a:pt x="8" y="134"/>
                </a:lnTo>
                <a:lnTo>
                  <a:pt x="19" y="128"/>
                </a:lnTo>
                <a:lnTo>
                  <a:pt x="25" y="140"/>
                </a:lnTo>
                <a:moveTo>
                  <a:pt x="13" y="146"/>
                </a:moveTo>
                <a:lnTo>
                  <a:pt x="0" y="152"/>
                </a:lnTo>
                <a:lnTo>
                  <a:pt x="0" y="133"/>
                </a:lnTo>
                <a:lnTo>
                  <a:pt x="13" y="133"/>
                </a:lnTo>
                <a:lnTo>
                  <a:pt x="13" y="142"/>
                </a:lnTo>
                <a:lnTo>
                  <a:pt x="6" y="142"/>
                </a:lnTo>
                <a:lnTo>
                  <a:pt x="3" y="136"/>
                </a:lnTo>
                <a:lnTo>
                  <a:pt x="8" y="134"/>
                </a:lnTo>
                <a:lnTo>
                  <a:pt x="13" y="146"/>
                </a:lnTo>
                <a:moveTo>
                  <a:pt x="0" y="133"/>
                </a:moveTo>
                <a:lnTo>
                  <a:pt x="0" y="120"/>
                </a:lnTo>
                <a:lnTo>
                  <a:pt x="13" y="120"/>
                </a:lnTo>
                <a:lnTo>
                  <a:pt x="13" y="133"/>
                </a:lnTo>
                <a:lnTo>
                  <a:pt x="0" y="133"/>
                </a:lnTo>
                <a:moveTo>
                  <a:pt x="0" y="120"/>
                </a:moveTo>
                <a:lnTo>
                  <a:pt x="0" y="107"/>
                </a:lnTo>
                <a:lnTo>
                  <a:pt x="13" y="107"/>
                </a:lnTo>
                <a:lnTo>
                  <a:pt x="13" y="120"/>
                </a:lnTo>
                <a:lnTo>
                  <a:pt x="0" y="120"/>
                </a:lnTo>
                <a:moveTo>
                  <a:pt x="0" y="107"/>
                </a:moveTo>
                <a:lnTo>
                  <a:pt x="0" y="93"/>
                </a:lnTo>
                <a:lnTo>
                  <a:pt x="13" y="93"/>
                </a:lnTo>
                <a:lnTo>
                  <a:pt x="13" y="107"/>
                </a:lnTo>
                <a:lnTo>
                  <a:pt x="0" y="107"/>
                </a:lnTo>
                <a:moveTo>
                  <a:pt x="0" y="93"/>
                </a:moveTo>
                <a:lnTo>
                  <a:pt x="0" y="80"/>
                </a:lnTo>
                <a:lnTo>
                  <a:pt x="13" y="80"/>
                </a:lnTo>
                <a:lnTo>
                  <a:pt x="13" y="93"/>
                </a:lnTo>
                <a:lnTo>
                  <a:pt x="0" y="93"/>
                </a:lnTo>
                <a:moveTo>
                  <a:pt x="0" y="80"/>
                </a:moveTo>
                <a:lnTo>
                  <a:pt x="0" y="67"/>
                </a:lnTo>
                <a:lnTo>
                  <a:pt x="13" y="67"/>
                </a:lnTo>
                <a:lnTo>
                  <a:pt x="13" y="80"/>
                </a:lnTo>
                <a:lnTo>
                  <a:pt x="0" y="80"/>
                </a:lnTo>
                <a:moveTo>
                  <a:pt x="0" y="67"/>
                </a:moveTo>
                <a:lnTo>
                  <a:pt x="0" y="54"/>
                </a:lnTo>
                <a:lnTo>
                  <a:pt x="13" y="54"/>
                </a:lnTo>
                <a:lnTo>
                  <a:pt x="13" y="67"/>
                </a:lnTo>
                <a:lnTo>
                  <a:pt x="0" y="67"/>
                </a:lnTo>
                <a:moveTo>
                  <a:pt x="0" y="54"/>
                </a:moveTo>
                <a:lnTo>
                  <a:pt x="0" y="41"/>
                </a:lnTo>
                <a:lnTo>
                  <a:pt x="13" y="41"/>
                </a:lnTo>
                <a:lnTo>
                  <a:pt x="13" y="54"/>
                </a:lnTo>
                <a:lnTo>
                  <a:pt x="0" y="54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3" y="17"/>
                </a:lnTo>
                <a:lnTo>
                  <a:pt x="6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5628240" y="2519280"/>
            <a:ext cx="1258560" cy="279000"/>
          </a:xfrm>
          <a:custGeom>
            <a:avLst/>
            <a:gdLst/>
            <a:ahLst/>
            <a:rect l="0" t="0" r="r" b="b"/>
            <a:pathLst>
              <a:path fill="none" w="3496" h="775">
                <a:moveTo>
                  <a:pt x="0" y="0"/>
                </a:moveTo>
                <a:lnTo>
                  <a:pt x="297" y="0"/>
                </a:lnTo>
                <a:cubicBezTo>
                  <a:pt x="593" y="0"/>
                  <a:pt x="1186" y="0"/>
                  <a:pt x="1768" y="129"/>
                </a:cubicBezTo>
                <a:cubicBezTo>
                  <a:pt x="2351" y="258"/>
                  <a:pt x="2924" y="517"/>
                  <a:pt x="3210" y="646"/>
                </a:cubicBezTo>
                <a:lnTo>
                  <a:pt x="3496" y="775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855840" y="2766960"/>
            <a:ext cx="52560" cy="43200"/>
          </a:xfrm>
          <a:custGeom>
            <a:avLst/>
            <a:gdLst/>
            <a:ahLst/>
            <a:rect l="0" t="0" r="r" b="b"/>
            <a:pathLst>
              <a:path w="146" h="120">
                <a:moveTo>
                  <a:pt x="54" y="0"/>
                </a:moveTo>
                <a:lnTo>
                  <a:pt x="146" y="114"/>
                </a:lnTo>
                <a:lnTo>
                  <a:pt x="0" y="120"/>
                </a:lnTo>
                <a:lnTo>
                  <a:pt x="5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851880" y="276264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78" y="18"/>
                </a:moveTo>
                <a:lnTo>
                  <a:pt x="86" y="28"/>
                </a:lnTo>
                <a:lnTo>
                  <a:pt x="76" y="36"/>
                </a:lnTo>
                <a:lnTo>
                  <a:pt x="68" y="26"/>
                </a:lnTo>
                <a:lnTo>
                  <a:pt x="78" y="18"/>
                </a:lnTo>
                <a:moveTo>
                  <a:pt x="86" y="28"/>
                </a:moveTo>
                <a:lnTo>
                  <a:pt x="95" y="38"/>
                </a:lnTo>
                <a:lnTo>
                  <a:pt x="85" y="46"/>
                </a:lnTo>
                <a:lnTo>
                  <a:pt x="76" y="36"/>
                </a:lnTo>
                <a:lnTo>
                  <a:pt x="86" y="28"/>
                </a:lnTo>
                <a:moveTo>
                  <a:pt x="95" y="38"/>
                </a:moveTo>
                <a:lnTo>
                  <a:pt x="103" y="48"/>
                </a:lnTo>
                <a:lnTo>
                  <a:pt x="93" y="56"/>
                </a:lnTo>
                <a:lnTo>
                  <a:pt x="85" y="46"/>
                </a:lnTo>
                <a:lnTo>
                  <a:pt x="95" y="38"/>
                </a:lnTo>
                <a:moveTo>
                  <a:pt x="103" y="48"/>
                </a:moveTo>
                <a:lnTo>
                  <a:pt x="111" y="58"/>
                </a:lnTo>
                <a:lnTo>
                  <a:pt x="101" y="66"/>
                </a:lnTo>
                <a:lnTo>
                  <a:pt x="93" y="56"/>
                </a:lnTo>
                <a:lnTo>
                  <a:pt x="103" y="48"/>
                </a:lnTo>
                <a:moveTo>
                  <a:pt x="111" y="58"/>
                </a:moveTo>
                <a:lnTo>
                  <a:pt x="119" y="69"/>
                </a:lnTo>
                <a:lnTo>
                  <a:pt x="109" y="78"/>
                </a:lnTo>
                <a:lnTo>
                  <a:pt x="101" y="66"/>
                </a:lnTo>
                <a:lnTo>
                  <a:pt x="111" y="58"/>
                </a:lnTo>
                <a:moveTo>
                  <a:pt x="119" y="69"/>
                </a:moveTo>
                <a:lnTo>
                  <a:pt x="127" y="79"/>
                </a:lnTo>
                <a:lnTo>
                  <a:pt x="117" y="88"/>
                </a:lnTo>
                <a:lnTo>
                  <a:pt x="109" y="78"/>
                </a:lnTo>
                <a:lnTo>
                  <a:pt x="119" y="69"/>
                </a:lnTo>
                <a:moveTo>
                  <a:pt x="127" y="79"/>
                </a:moveTo>
                <a:lnTo>
                  <a:pt x="136" y="89"/>
                </a:lnTo>
                <a:lnTo>
                  <a:pt x="126" y="98"/>
                </a:lnTo>
                <a:lnTo>
                  <a:pt x="117" y="88"/>
                </a:lnTo>
                <a:lnTo>
                  <a:pt x="127" y="79"/>
                </a:lnTo>
                <a:moveTo>
                  <a:pt x="136" y="89"/>
                </a:moveTo>
                <a:lnTo>
                  <a:pt x="144" y="100"/>
                </a:lnTo>
                <a:lnTo>
                  <a:pt x="134" y="108"/>
                </a:lnTo>
                <a:lnTo>
                  <a:pt x="126" y="98"/>
                </a:lnTo>
                <a:lnTo>
                  <a:pt x="136" y="89"/>
                </a:lnTo>
                <a:moveTo>
                  <a:pt x="144" y="100"/>
                </a:moveTo>
                <a:lnTo>
                  <a:pt x="152" y="110"/>
                </a:lnTo>
                <a:lnTo>
                  <a:pt x="142" y="118"/>
                </a:lnTo>
                <a:lnTo>
                  <a:pt x="134" y="108"/>
                </a:lnTo>
                <a:lnTo>
                  <a:pt x="144" y="100"/>
                </a:lnTo>
                <a:moveTo>
                  <a:pt x="152" y="110"/>
                </a:moveTo>
                <a:lnTo>
                  <a:pt x="160" y="120"/>
                </a:lnTo>
                <a:lnTo>
                  <a:pt x="150" y="128"/>
                </a:lnTo>
                <a:lnTo>
                  <a:pt x="142" y="118"/>
                </a:lnTo>
                <a:lnTo>
                  <a:pt x="152" y="110"/>
                </a:lnTo>
                <a:moveTo>
                  <a:pt x="160" y="120"/>
                </a:moveTo>
                <a:lnTo>
                  <a:pt x="170" y="132"/>
                </a:lnTo>
                <a:lnTo>
                  <a:pt x="146" y="133"/>
                </a:lnTo>
                <a:lnTo>
                  <a:pt x="146" y="120"/>
                </a:lnTo>
                <a:lnTo>
                  <a:pt x="157" y="119"/>
                </a:lnTo>
                <a:lnTo>
                  <a:pt x="157" y="126"/>
                </a:lnTo>
                <a:lnTo>
                  <a:pt x="152" y="130"/>
                </a:lnTo>
                <a:lnTo>
                  <a:pt x="150" y="128"/>
                </a:lnTo>
                <a:lnTo>
                  <a:pt x="160" y="120"/>
                </a:lnTo>
                <a:moveTo>
                  <a:pt x="146" y="133"/>
                </a:moveTo>
                <a:lnTo>
                  <a:pt x="133" y="133"/>
                </a:lnTo>
                <a:lnTo>
                  <a:pt x="133" y="120"/>
                </a:lnTo>
                <a:lnTo>
                  <a:pt x="146" y="120"/>
                </a:lnTo>
                <a:lnTo>
                  <a:pt x="146" y="133"/>
                </a:lnTo>
                <a:moveTo>
                  <a:pt x="133" y="133"/>
                </a:moveTo>
                <a:lnTo>
                  <a:pt x="120" y="134"/>
                </a:lnTo>
                <a:lnTo>
                  <a:pt x="120" y="121"/>
                </a:lnTo>
                <a:lnTo>
                  <a:pt x="133" y="120"/>
                </a:lnTo>
                <a:lnTo>
                  <a:pt x="133" y="133"/>
                </a:lnTo>
                <a:moveTo>
                  <a:pt x="120" y="134"/>
                </a:moveTo>
                <a:lnTo>
                  <a:pt x="107" y="134"/>
                </a:lnTo>
                <a:lnTo>
                  <a:pt x="107" y="121"/>
                </a:lnTo>
                <a:lnTo>
                  <a:pt x="120" y="121"/>
                </a:lnTo>
                <a:lnTo>
                  <a:pt x="120" y="134"/>
                </a:lnTo>
                <a:moveTo>
                  <a:pt x="107" y="134"/>
                </a:moveTo>
                <a:lnTo>
                  <a:pt x="94" y="135"/>
                </a:lnTo>
                <a:lnTo>
                  <a:pt x="94" y="122"/>
                </a:lnTo>
                <a:lnTo>
                  <a:pt x="107" y="121"/>
                </a:lnTo>
                <a:lnTo>
                  <a:pt x="107" y="134"/>
                </a:lnTo>
                <a:moveTo>
                  <a:pt x="94" y="135"/>
                </a:moveTo>
                <a:lnTo>
                  <a:pt x="81" y="135"/>
                </a:lnTo>
                <a:lnTo>
                  <a:pt x="81" y="122"/>
                </a:lnTo>
                <a:lnTo>
                  <a:pt x="94" y="122"/>
                </a:lnTo>
                <a:lnTo>
                  <a:pt x="94" y="135"/>
                </a:lnTo>
                <a:moveTo>
                  <a:pt x="81" y="135"/>
                </a:moveTo>
                <a:lnTo>
                  <a:pt x="68" y="136"/>
                </a:lnTo>
                <a:lnTo>
                  <a:pt x="68" y="123"/>
                </a:lnTo>
                <a:lnTo>
                  <a:pt x="81" y="122"/>
                </a:lnTo>
                <a:lnTo>
                  <a:pt x="81" y="135"/>
                </a:lnTo>
                <a:moveTo>
                  <a:pt x="68" y="136"/>
                </a:moveTo>
                <a:lnTo>
                  <a:pt x="55" y="136"/>
                </a:lnTo>
                <a:lnTo>
                  <a:pt x="55" y="123"/>
                </a:lnTo>
                <a:lnTo>
                  <a:pt x="68" y="123"/>
                </a:lnTo>
                <a:lnTo>
                  <a:pt x="68" y="136"/>
                </a:lnTo>
                <a:moveTo>
                  <a:pt x="55" y="136"/>
                </a:moveTo>
                <a:lnTo>
                  <a:pt x="42" y="137"/>
                </a:lnTo>
                <a:lnTo>
                  <a:pt x="42" y="124"/>
                </a:lnTo>
                <a:lnTo>
                  <a:pt x="55" y="123"/>
                </a:lnTo>
                <a:lnTo>
                  <a:pt x="55" y="136"/>
                </a:lnTo>
                <a:moveTo>
                  <a:pt x="42" y="137"/>
                </a:moveTo>
                <a:lnTo>
                  <a:pt x="28" y="137"/>
                </a:lnTo>
                <a:lnTo>
                  <a:pt x="28" y="124"/>
                </a:lnTo>
                <a:lnTo>
                  <a:pt x="42" y="124"/>
                </a:lnTo>
                <a:lnTo>
                  <a:pt x="42" y="137"/>
                </a:lnTo>
                <a:moveTo>
                  <a:pt x="28" y="137"/>
                </a:moveTo>
                <a:lnTo>
                  <a:pt x="15" y="138"/>
                </a:lnTo>
                <a:lnTo>
                  <a:pt x="15" y="125"/>
                </a:lnTo>
                <a:lnTo>
                  <a:pt x="28" y="124"/>
                </a:lnTo>
                <a:lnTo>
                  <a:pt x="28" y="137"/>
                </a:lnTo>
                <a:moveTo>
                  <a:pt x="15" y="138"/>
                </a:moveTo>
                <a:lnTo>
                  <a:pt x="0" y="138"/>
                </a:lnTo>
                <a:lnTo>
                  <a:pt x="8" y="121"/>
                </a:lnTo>
                <a:lnTo>
                  <a:pt x="20" y="127"/>
                </a:lnTo>
                <a:lnTo>
                  <a:pt x="16" y="134"/>
                </a:lnTo>
                <a:lnTo>
                  <a:pt x="11" y="132"/>
                </a:lnTo>
                <a:lnTo>
                  <a:pt x="10" y="125"/>
                </a:lnTo>
                <a:lnTo>
                  <a:pt x="15" y="125"/>
                </a:lnTo>
                <a:lnTo>
                  <a:pt x="15" y="138"/>
                </a:lnTo>
                <a:moveTo>
                  <a:pt x="8" y="121"/>
                </a:moveTo>
                <a:lnTo>
                  <a:pt x="13" y="109"/>
                </a:lnTo>
                <a:lnTo>
                  <a:pt x="25" y="115"/>
                </a:lnTo>
                <a:lnTo>
                  <a:pt x="20" y="127"/>
                </a:lnTo>
                <a:lnTo>
                  <a:pt x="8" y="121"/>
                </a:lnTo>
                <a:moveTo>
                  <a:pt x="13" y="109"/>
                </a:moveTo>
                <a:lnTo>
                  <a:pt x="19" y="98"/>
                </a:lnTo>
                <a:lnTo>
                  <a:pt x="31" y="103"/>
                </a:lnTo>
                <a:lnTo>
                  <a:pt x="25" y="115"/>
                </a:lnTo>
                <a:lnTo>
                  <a:pt x="13" y="109"/>
                </a:lnTo>
                <a:moveTo>
                  <a:pt x="19" y="98"/>
                </a:moveTo>
                <a:lnTo>
                  <a:pt x="24" y="86"/>
                </a:lnTo>
                <a:lnTo>
                  <a:pt x="37" y="91"/>
                </a:lnTo>
                <a:lnTo>
                  <a:pt x="31" y="103"/>
                </a:lnTo>
                <a:lnTo>
                  <a:pt x="19" y="98"/>
                </a:lnTo>
                <a:moveTo>
                  <a:pt x="24" y="86"/>
                </a:moveTo>
                <a:lnTo>
                  <a:pt x="29" y="74"/>
                </a:lnTo>
                <a:lnTo>
                  <a:pt x="42" y="79"/>
                </a:lnTo>
                <a:lnTo>
                  <a:pt x="37" y="91"/>
                </a:lnTo>
                <a:lnTo>
                  <a:pt x="24" y="86"/>
                </a:lnTo>
                <a:moveTo>
                  <a:pt x="29" y="74"/>
                </a:moveTo>
                <a:lnTo>
                  <a:pt x="36" y="61"/>
                </a:lnTo>
                <a:lnTo>
                  <a:pt x="48" y="66"/>
                </a:lnTo>
                <a:lnTo>
                  <a:pt x="42" y="79"/>
                </a:lnTo>
                <a:lnTo>
                  <a:pt x="29" y="74"/>
                </a:lnTo>
                <a:moveTo>
                  <a:pt x="36" y="61"/>
                </a:moveTo>
                <a:lnTo>
                  <a:pt x="41" y="49"/>
                </a:lnTo>
                <a:lnTo>
                  <a:pt x="53" y="54"/>
                </a:lnTo>
                <a:lnTo>
                  <a:pt x="48" y="66"/>
                </a:lnTo>
                <a:lnTo>
                  <a:pt x="36" y="61"/>
                </a:lnTo>
                <a:moveTo>
                  <a:pt x="41" y="49"/>
                </a:moveTo>
                <a:lnTo>
                  <a:pt x="46" y="37"/>
                </a:lnTo>
                <a:lnTo>
                  <a:pt x="58" y="43"/>
                </a:lnTo>
                <a:lnTo>
                  <a:pt x="53" y="54"/>
                </a:lnTo>
                <a:lnTo>
                  <a:pt x="41" y="49"/>
                </a:lnTo>
                <a:moveTo>
                  <a:pt x="46" y="37"/>
                </a:moveTo>
                <a:lnTo>
                  <a:pt x="52" y="25"/>
                </a:lnTo>
                <a:lnTo>
                  <a:pt x="64" y="31"/>
                </a:lnTo>
                <a:lnTo>
                  <a:pt x="58" y="43"/>
                </a:lnTo>
                <a:lnTo>
                  <a:pt x="46" y="37"/>
                </a:lnTo>
                <a:moveTo>
                  <a:pt x="52" y="25"/>
                </a:moveTo>
                <a:lnTo>
                  <a:pt x="57" y="14"/>
                </a:lnTo>
                <a:lnTo>
                  <a:pt x="69" y="19"/>
                </a:lnTo>
                <a:lnTo>
                  <a:pt x="64" y="31"/>
                </a:lnTo>
                <a:lnTo>
                  <a:pt x="52" y="25"/>
                </a:lnTo>
                <a:moveTo>
                  <a:pt x="57" y="14"/>
                </a:moveTo>
                <a:lnTo>
                  <a:pt x="63" y="0"/>
                </a:lnTo>
                <a:lnTo>
                  <a:pt x="78" y="18"/>
                </a:lnTo>
                <a:lnTo>
                  <a:pt x="68" y="26"/>
                </a:lnTo>
                <a:lnTo>
                  <a:pt x="60" y="16"/>
                </a:lnTo>
                <a:lnTo>
                  <a:pt x="65" y="12"/>
                </a:lnTo>
                <a:lnTo>
                  <a:pt x="71" y="15"/>
                </a:lnTo>
                <a:lnTo>
                  <a:pt x="69" y="19"/>
                </a:lnTo>
                <a:lnTo>
                  <a:pt x="5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4173480" y="38916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173480" y="38916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39920" y="76752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2572560" y="244908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2572560" y="244908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4173480" y="390456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774400" y="244908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774400" y="244908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2572560" y="24616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504000" y="207288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504000" y="207288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774760" y="24616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454400" y="260856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8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431000" y="30006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1427040" y="29980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3"/>
                </a:lnTo>
                <a:lnTo>
                  <a:pt x="124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3"/>
                </a:moveTo>
                <a:lnTo>
                  <a:pt x="130" y="44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4"/>
                </a:moveTo>
                <a:lnTo>
                  <a:pt x="124" y="57"/>
                </a:lnTo>
                <a:lnTo>
                  <a:pt x="113" y="50"/>
                </a:lnTo>
                <a:lnTo>
                  <a:pt x="118" y="39"/>
                </a:lnTo>
                <a:lnTo>
                  <a:pt x="130" y="44"/>
                </a:lnTo>
                <a:moveTo>
                  <a:pt x="124" y="57"/>
                </a:moveTo>
                <a:lnTo>
                  <a:pt x="118" y="69"/>
                </a:lnTo>
                <a:lnTo>
                  <a:pt x="107" y="63"/>
                </a:lnTo>
                <a:lnTo>
                  <a:pt x="113" y="50"/>
                </a:lnTo>
                <a:lnTo>
                  <a:pt x="124" y="57"/>
                </a:lnTo>
                <a:moveTo>
                  <a:pt x="118" y="69"/>
                </a:moveTo>
                <a:lnTo>
                  <a:pt x="113" y="80"/>
                </a:lnTo>
                <a:lnTo>
                  <a:pt x="101" y="75"/>
                </a:lnTo>
                <a:lnTo>
                  <a:pt x="107" y="63"/>
                </a:lnTo>
                <a:lnTo>
                  <a:pt x="118" y="69"/>
                </a:lnTo>
                <a:moveTo>
                  <a:pt x="113" y="80"/>
                </a:moveTo>
                <a:lnTo>
                  <a:pt x="107" y="92"/>
                </a:lnTo>
                <a:lnTo>
                  <a:pt x="95" y="86"/>
                </a:lnTo>
                <a:lnTo>
                  <a:pt x="101" y="75"/>
                </a:lnTo>
                <a:lnTo>
                  <a:pt x="113" y="80"/>
                </a:lnTo>
                <a:moveTo>
                  <a:pt x="107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7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09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8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2"/>
                </a:lnTo>
                <a:lnTo>
                  <a:pt x="66" y="131"/>
                </a:lnTo>
                <a:lnTo>
                  <a:pt x="78" y="125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19"/>
                </a:lnTo>
                <a:lnTo>
                  <a:pt x="72" y="114"/>
                </a:lnTo>
                <a:lnTo>
                  <a:pt x="78" y="125"/>
                </a:lnTo>
                <a:lnTo>
                  <a:pt x="66" y="131"/>
                </a:lnTo>
                <a:moveTo>
                  <a:pt x="60" y="119"/>
                </a:moveTo>
                <a:lnTo>
                  <a:pt x="54" y="108"/>
                </a:lnTo>
                <a:lnTo>
                  <a:pt x="66" y="102"/>
                </a:lnTo>
                <a:lnTo>
                  <a:pt x="72" y="114"/>
                </a:lnTo>
                <a:lnTo>
                  <a:pt x="60" y="119"/>
                </a:lnTo>
                <a:moveTo>
                  <a:pt x="54" y="108"/>
                </a:moveTo>
                <a:lnTo>
                  <a:pt x="49" y="96"/>
                </a:lnTo>
                <a:lnTo>
                  <a:pt x="60" y="90"/>
                </a:lnTo>
                <a:lnTo>
                  <a:pt x="66" y="102"/>
                </a:lnTo>
                <a:lnTo>
                  <a:pt x="54" y="108"/>
                </a:lnTo>
                <a:moveTo>
                  <a:pt x="49" y="96"/>
                </a:moveTo>
                <a:lnTo>
                  <a:pt x="43" y="85"/>
                </a:lnTo>
                <a:lnTo>
                  <a:pt x="54" y="79"/>
                </a:lnTo>
                <a:lnTo>
                  <a:pt x="60" y="90"/>
                </a:lnTo>
                <a:lnTo>
                  <a:pt x="49" y="96"/>
                </a:lnTo>
                <a:moveTo>
                  <a:pt x="43" y="85"/>
                </a:moveTo>
                <a:lnTo>
                  <a:pt x="36" y="73"/>
                </a:lnTo>
                <a:lnTo>
                  <a:pt x="49" y="67"/>
                </a:lnTo>
                <a:lnTo>
                  <a:pt x="54" y="79"/>
                </a:lnTo>
                <a:lnTo>
                  <a:pt x="43" y="85"/>
                </a:lnTo>
                <a:moveTo>
                  <a:pt x="36" y="73"/>
                </a:moveTo>
                <a:lnTo>
                  <a:pt x="30" y="61"/>
                </a:lnTo>
                <a:lnTo>
                  <a:pt x="43" y="55"/>
                </a:lnTo>
                <a:lnTo>
                  <a:pt x="49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1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3" y="25"/>
                </a:lnTo>
                <a:lnTo>
                  <a:pt x="24" y="20"/>
                </a:lnTo>
                <a:lnTo>
                  <a:pt x="30" y="31"/>
                </a:lnTo>
                <a:lnTo>
                  <a:pt x="18" y="37"/>
                </a:lnTo>
                <a:moveTo>
                  <a:pt x="13" y="25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3" y="25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1080000" y="336348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5" y="101"/>
                </a:lnTo>
                <a:cubicBezTo>
                  <a:pt x="404" y="203"/>
                  <a:pt x="201" y="406"/>
                  <a:pt x="101" y="599"/>
                </a:cubicBezTo>
                <a:cubicBezTo>
                  <a:pt x="0" y="792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1056600" y="3755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1052640" y="375300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3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3"/>
                </a:moveTo>
                <a:lnTo>
                  <a:pt x="130" y="45"/>
                </a:lnTo>
                <a:lnTo>
                  <a:pt x="119" y="39"/>
                </a:lnTo>
                <a:lnTo>
                  <a:pt x="125" y="27"/>
                </a:lnTo>
                <a:lnTo>
                  <a:pt x="136" y="33"/>
                </a:lnTo>
                <a:moveTo>
                  <a:pt x="130" y="45"/>
                </a:moveTo>
                <a:lnTo>
                  <a:pt x="125" y="56"/>
                </a:lnTo>
                <a:lnTo>
                  <a:pt x="113" y="50"/>
                </a:lnTo>
                <a:lnTo>
                  <a:pt x="119" y="39"/>
                </a:lnTo>
                <a:lnTo>
                  <a:pt x="130" y="45"/>
                </a:lnTo>
                <a:moveTo>
                  <a:pt x="125" y="56"/>
                </a:moveTo>
                <a:lnTo>
                  <a:pt x="119" y="68"/>
                </a:lnTo>
                <a:lnTo>
                  <a:pt x="107" y="62"/>
                </a:lnTo>
                <a:lnTo>
                  <a:pt x="113" y="50"/>
                </a:lnTo>
                <a:lnTo>
                  <a:pt x="125" y="56"/>
                </a:lnTo>
                <a:moveTo>
                  <a:pt x="119" y="68"/>
                </a:moveTo>
                <a:lnTo>
                  <a:pt x="113" y="80"/>
                </a:lnTo>
                <a:lnTo>
                  <a:pt x="101" y="75"/>
                </a:lnTo>
                <a:lnTo>
                  <a:pt x="107" y="62"/>
                </a:lnTo>
                <a:lnTo>
                  <a:pt x="119" y="68"/>
                </a:lnTo>
                <a:moveTo>
                  <a:pt x="113" y="80"/>
                </a:moveTo>
                <a:lnTo>
                  <a:pt x="107" y="92"/>
                </a:lnTo>
                <a:lnTo>
                  <a:pt x="95" y="86"/>
                </a:lnTo>
                <a:lnTo>
                  <a:pt x="101" y="75"/>
                </a:lnTo>
                <a:lnTo>
                  <a:pt x="113" y="80"/>
                </a:lnTo>
                <a:moveTo>
                  <a:pt x="107" y="92"/>
                </a:moveTo>
                <a:lnTo>
                  <a:pt x="101" y="104"/>
                </a:lnTo>
                <a:lnTo>
                  <a:pt x="90" y="98"/>
                </a:lnTo>
                <a:lnTo>
                  <a:pt x="95" y="86"/>
                </a:lnTo>
                <a:lnTo>
                  <a:pt x="107" y="92"/>
                </a:lnTo>
                <a:moveTo>
                  <a:pt x="101" y="104"/>
                </a:moveTo>
                <a:lnTo>
                  <a:pt x="95" y="115"/>
                </a:lnTo>
                <a:lnTo>
                  <a:pt x="84" y="109"/>
                </a:lnTo>
                <a:lnTo>
                  <a:pt x="90" y="98"/>
                </a:lnTo>
                <a:lnTo>
                  <a:pt x="101" y="104"/>
                </a:lnTo>
                <a:moveTo>
                  <a:pt x="95" y="115"/>
                </a:moveTo>
                <a:lnTo>
                  <a:pt x="90" y="127"/>
                </a:lnTo>
                <a:lnTo>
                  <a:pt x="78" y="121"/>
                </a:lnTo>
                <a:lnTo>
                  <a:pt x="84" y="109"/>
                </a:lnTo>
                <a:lnTo>
                  <a:pt x="95" y="115"/>
                </a:lnTo>
                <a:moveTo>
                  <a:pt x="90" y="127"/>
                </a:moveTo>
                <a:lnTo>
                  <a:pt x="84" y="139"/>
                </a:lnTo>
                <a:lnTo>
                  <a:pt x="72" y="133"/>
                </a:lnTo>
                <a:lnTo>
                  <a:pt x="78" y="121"/>
                </a:lnTo>
                <a:lnTo>
                  <a:pt x="90" y="127"/>
                </a:lnTo>
                <a:moveTo>
                  <a:pt x="84" y="139"/>
                </a:moveTo>
                <a:lnTo>
                  <a:pt x="77" y="152"/>
                </a:lnTo>
                <a:lnTo>
                  <a:pt x="66" y="131"/>
                </a:lnTo>
                <a:lnTo>
                  <a:pt x="78" y="125"/>
                </a:lnTo>
                <a:lnTo>
                  <a:pt x="83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4" y="139"/>
                </a:lnTo>
                <a:moveTo>
                  <a:pt x="66" y="131"/>
                </a:moveTo>
                <a:lnTo>
                  <a:pt x="61" y="120"/>
                </a:lnTo>
                <a:lnTo>
                  <a:pt x="72" y="114"/>
                </a:lnTo>
                <a:lnTo>
                  <a:pt x="78" y="125"/>
                </a:lnTo>
                <a:lnTo>
                  <a:pt x="66" y="131"/>
                </a:lnTo>
                <a:moveTo>
                  <a:pt x="61" y="120"/>
                </a:moveTo>
                <a:lnTo>
                  <a:pt x="55" y="108"/>
                </a:lnTo>
                <a:lnTo>
                  <a:pt x="66" y="102"/>
                </a:lnTo>
                <a:lnTo>
                  <a:pt x="72" y="114"/>
                </a:lnTo>
                <a:lnTo>
                  <a:pt x="61" y="120"/>
                </a:lnTo>
                <a:moveTo>
                  <a:pt x="55" y="108"/>
                </a:moveTo>
                <a:lnTo>
                  <a:pt x="49" y="96"/>
                </a:lnTo>
                <a:lnTo>
                  <a:pt x="61" y="90"/>
                </a:lnTo>
                <a:lnTo>
                  <a:pt x="66" y="102"/>
                </a:lnTo>
                <a:lnTo>
                  <a:pt x="55" y="108"/>
                </a:lnTo>
                <a:moveTo>
                  <a:pt x="49" y="96"/>
                </a:moveTo>
                <a:lnTo>
                  <a:pt x="43" y="85"/>
                </a:lnTo>
                <a:lnTo>
                  <a:pt x="55" y="79"/>
                </a:lnTo>
                <a:lnTo>
                  <a:pt x="61" y="90"/>
                </a:lnTo>
                <a:lnTo>
                  <a:pt x="49" y="96"/>
                </a:lnTo>
                <a:moveTo>
                  <a:pt x="43" y="85"/>
                </a:moveTo>
                <a:lnTo>
                  <a:pt x="37" y="73"/>
                </a:lnTo>
                <a:lnTo>
                  <a:pt x="49" y="66"/>
                </a:lnTo>
                <a:lnTo>
                  <a:pt x="55" y="79"/>
                </a:lnTo>
                <a:lnTo>
                  <a:pt x="43" y="85"/>
                </a:lnTo>
                <a:moveTo>
                  <a:pt x="37" y="73"/>
                </a:moveTo>
                <a:lnTo>
                  <a:pt x="31" y="60"/>
                </a:lnTo>
                <a:lnTo>
                  <a:pt x="43" y="55"/>
                </a:lnTo>
                <a:lnTo>
                  <a:pt x="49" y="66"/>
                </a:lnTo>
                <a:lnTo>
                  <a:pt x="37" y="73"/>
                </a:lnTo>
                <a:moveTo>
                  <a:pt x="31" y="60"/>
                </a:moveTo>
                <a:lnTo>
                  <a:pt x="26" y="49"/>
                </a:lnTo>
                <a:lnTo>
                  <a:pt x="37" y="43"/>
                </a:lnTo>
                <a:lnTo>
                  <a:pt x="43" y="55"/>
                </a:lnTo>
                <a:lnTo>
                  <a:pt x="31" y="60"/>
                </a:lnTo>
                <a:moveTo>
                  <a:pt x="26" y="49"/>
                </a:moveTo>
                <a:lnTo>
                  <a:pt x="19" y="37"/>
                </a:lnTo>
                <a:lnTo>
                  <a:pt x="31" y="31"/>
                </a:lnTo>
                <a:lnTo>
                  <a:pt x="37" y="43"/>
                </a:lnTo>
                <a:lnTo>
                  <a:pt x="26" y="49"/>
                </a:lnTo>
                <a:moveTo>
                  <a:pt x="19" y="37"/>
                </a:moveTo>
                <a:lnTo>
                  <a:pt x="13" y="25"/>
                </a:lnTo>
                <a:lnTo>
                  <a:pt x="26" y="20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4"/>
                </a:lnTo>
                <a:lnTo>
                  <a:pt x="19" y="8"/>
                </a:lnTo>
                <a:lnTo>
                  <a:pt x="26" y="20"/>
                </a:lnTo>
                <a:lnTo>
                  <a:pt x="13" y="25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3" y="0"/>
                </a:lnTo>
                <a:lnTo>
                  <a:pt x="33" y="13"/>
                </a:lnTo>
                <a:lnTo>
                  <a:pt x="19" y="13"/>
                </a:lnTo>
                <a:lnTo>
                  <a:pt x="19" y="0"/>
                </a:lnTo>
                <a:moveTo>
                  <a:pt x="33" y="0"/>
                </a:moveTo>
                <a:lnTo>
                  <a:pt x="46" y="0"/>
                </a:lnTo>
                <a:lnTo>
                  <a:pt x="46" y="13"/>
                </a:lnTo>
                <a:lnTo>
                  <a:pt x="33" y="13"/>
                </a:lnTo>
                <a:lnTo>
                  <a:pt x="33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1611000" y="336348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2" y="102"/>
                </a:lnTo>
                <a:cubicBezTo>
                  <a:pt x="202" y="204"/>
                  <a:pt x="404" y="407"/>
                  <a:pt x="504" y="616"/>
                </a:cubicBezTo>
                <a:cubicBezTo>
                  <a:pt x="605" y="824"/>
                  <a:pt x="605" y="1038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1805040" y="3790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1801440" y="37882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5" y="33"/>
                </a:lnTo>
                <a:lnTo>
                  <a:pt x="124" y="27"/>
                </a:lnTo>
                <a:lnTo>
                  <a:pt x="130" y="15"/>
                </a:lnTo>
                <a:lnTo>
                  <a:pt x="141" y="21"/>
                </a:lnTo>
                <a:moveTo>
                  <a:pt x="135" y="33"/>
                </a:moveTo>
                <a:lnTo>
                  <a:pt x="130" y="44"/>
                </a:lnTo>
                <a:lnTo>
                  <a:pt x="118" y="39"/>
                </a:lnTo>
                <a:lnTo>
                  <a:pt x="124" y="27"/>
                </a:lnTo>
                <a:lnTo>
                  <a:pt x="135" y="33"/>
                </a:lnTo>
                <a:moveTo>
                  <a:pt x="130" y="44"/>
                </a:moveTo>
                <a:lnTo>
                  <a:pt x="124" y="56"/>
                </a:lnTo>
                <a:lnTo>
                  <a:pt x="112" y="50"/>
                </a:lnTo>
                <a:lnTo>
                  <a:pt x="118" y="39"/>
                </a:lnTo>
                <a:lnTo>
                  <a:pt x="130" y="44"/>
                </a:lnTo>
                <a:moveTo>
                  <a:pt x="124" y="56"/>
                </a:moveTo>
                <a:lnTo>
                  <a:pt x="118" y="68"/>
                </a:lnTo>
                <a:lnTo>
                  <a:pt x="106" y="62"/>
                </a:lnTo>
                <a:lnTo>
                  <a:pt x="112" y="50"/>
                </a:lnTo>
                <a:lnTo>
                  <a:pt x="124" y="56"/>
                </a:lnTo>
                <a:moveTo>
                  <a:pt x="118" y="68"/>
                </a:moveTo>
                <a:lnTo>
                  <a:pt x="112" y="79"/>
                </a:lnTo>
                <a:lnTo>
                  <a:pt x="101" y="73"/>
                </a:lnTo>
                <a:lnTo>
                  <a:pt x="106" y="62"/>
                </a:lnTo>
                <a:lnTo>
                  <a:pt x="118" y="68"/>
                </a:lnTo>
                <a:moveTo>
                  <a:pt x="112" y="79"/>
                </a:moveTo>
                <a:lnTo>
                  <a:pt x="106" y="91"/>
                </a:lnTo>
                <a:lnTo>
                  <a:pt x="95" y="85"/>
                </a:lnTo>
                <a:lnTo>
                  <a:pt x="101" y="73"/>
                </a:lnTo>
                <a:lnTo>
                  <a:pt x="112" y="79"/>
                </a:lnTo>
                <a:moveTo>
                  <a:pt x="106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5"/>
                </a:lnTo>
                <a:lnTo>
                  <a:pt x="106" y="91"/>
                </a:lnTo>
                <a:moveTo>
                  <a:pt x="101" y="103"/>
                </a:moveTo>
                <a:lnTo>
                  <a:pt x="95" y="114"/>
                </a:lnTo>
                <a:lnTo>
                  <a:pt x="83" y="108"/>
                </a:lnTo>
                <a:lnTo>
                  <a:pt x="89" y="97"/>
                </a:lnTo>
                <a:lnTo>
                  <a:pt x="101" y="103"/>
                </a:lnTo>
                <a:moveTo>
                  <a:pt x="95" y="114"/>
                </a:moveTo>
                <a:lnTo>
                  <a:pt x="89" y="127"/>
                </a:lnTo>
                <a:lnTo>
                  <a:pt x="77" y="120"/>
                </a:lnTo>
                <a:lnTo>
                  <a:pt x="83" y="108"/>
                </a:lnTo>
                <a:lnTo>
                  <a:pt x="95" y="114"/>
                </a:lnTo>
                <a:moveTo>
                  <a:pt x="89" y="127"/>
                </a:moveTo>
                <a:lnTo>
                  <a:pt x="83" y="138"/>
                </a:lnTo>
                <a:lnTo>
                  <a:pt x="71" y="133"/>
                </a:lnTo>
                <a:lnTo>
                  <a:pt x="77" y="120"/>
                </a:lnTo>
                <a:lnTo>
                  <a:pt x="89" y="127"/>
                </a:lnTo>
                <a:moveTo>
                  <a:pt x="83" y="138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8"/>
                </a:lnTo>
                <a:moveTo>
                  <a:pt x="66" y="131"/>
                </a:moveTo>
                <a:lnTo>
                  <a:pt x="60" y="118"/>
                </a:lnTo>
                <a:lnTo>
                  <a:pt x="71" y="113"/>
                </a:lnTo>
                <a:lnTo>
                  <a:pt x="77" y="125"/>
                </a:lnTo>
                <a:lnTo>
                  <a:pt x="66" y="131"/>
                </a:lnTo>
                <a:moveTo>
                  <a:pt x="60" y="118"/>
                </a:moveTo>
                <a:lnTo>
                  <a:pt x="53" y="107"/>
                </a:lnTo>
                <a:lnTo>
                  <a:pt x="66" y="101"/>
                </a:lnTo>
                <a:lnTo>
                  <a:pt x="71" y="113"/>
                </a:lnTo>
                <a:lnTo>
                  <a:pt x="60" y="118"/>
                </a:lnTo>
                <a:moveTo>
                  <a:pt x="53" y="107"/>
                </a:moveTo>
                <a:lnTo>
                  <a:pt x="47" y="95"/>
                </a:lnTo>
                <a:lnTo>
                  <a:pt x="60" y="89"/>
                </a:lnTo>
                <a:lnTo>
                  <a:pt x="66" y="101"/>
                </a:lnTo>
                <a:lnTo>
                  <a:pt x="53" y="107"/>
                </a:lnTo>
                <a:moveTo>
                  <a:pt x="47" y="95"/>
                </a:moveTo>
                <a:lnTo>
                  <a:pt x="41" y="83"/>
                </a:lnTo>
                <a:lnTo>
                  <a:pt x="53" y="78"/>
                </a:lnTo>
                <a:lnTo>
                  <a:pt x="60" y="89"/>
                </a:lnTo>
                <a:lnTo>
                  <a:pt x="47" y="95"/>
                </a:lnTo>
                <a:moveTo>
                  <a:pt x="41" y="83"/>
                </a:moveTo>
                <a:lnTo>
                  <a:pt x="36" y="72"/>
                </a:lnTo>
                <a:lnTo>
                  <a:pt x="47" y="66"/>
                </a:lnTo>
                <a:lnTo>
                  <a:pt x="53" y="78"/>
                </a:lnTo>
                <a:lnTo>
                  <a:pt x="41" y="83"/>
                </a:lnTo>
                <a:moveTo>
                  <a:pt x="36" y="72"/>
                </a:moveTo>
                <a:lnTo>
                  <a:pt x="30" y="60"/>
                </a:lnTo>
                <a:lnTo>
                  <a:pt x="41" y="54"/>
                </a:lnTo>
                <a:lnTo>
                  <a:pt x="47" y="66"/>
                </a:lnTo>
                <a:lnTo>
                  <a:pt x="36" y="72"/>
                </a:lnTo>
                <a:moveTo>
                  <a:pt x="30" y="60"/>
                </a:moveTo>
                <a:lnTo>
                  <a:pt x="24" y="49"/>
                </a:lnTo>
                <a:lnTo>
                  <a:pt x="36" y="43"/>
                </a:lnTo>
                <a:lnTo>
                  <a:pt x="41" y="54"/>
                </a:lnTo>
                <a:lnTo>
                  <a:pt x="30" y="60"/>
                </a:lnTo>
                <a:moveTo>
                  <a:pt x="24" y="49"/>
                </a:moveTo>
                <a:lnTo>
                  <a:pt x="18" y="37"/>
                </a:lnTo>
                <a:lnTo>
                  <a:pt x="30" y="31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5"/>
                </a:lnTo>
                <a:lnTo>
                  <a:pt x="24" y="19"/>
                </a:lnTo>
                <a:lnTo>
                  <a:pt x="30" y="31"/>
                </a:lnTo>
                <a:lnTo>
                  <a:pt x="18" y="37"/>
                </a:lnTo>
                <a:moveTo>
                  <a:pt x="12" y="25"/>
                </a:moveTo>
                <a:lnTo>
                  <a:pt x="6" y="14"/>
                </a:lnTo>
                <a:lnTo>
                  <a:pt x="18" y="8"/>
                </a:lnTo>
                <a:lnTo>
                  <a:pt x="24" y="19"/>
                </a:lnTo>
                <a:lnTo>
                  <a:pt x="12" y="25"/>
                </a:lnTo>
                <a:moveTo>
                  <a:pt x="6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6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5"/>
                </a:lnTo>
                <a:lnTo>
                  <a:pt x="135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918360" y="229248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918360" y="229248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148040" y="2085840"/>
            <a:ext cx="63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Organisatie C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1016280" y="304740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1016280" y="304740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094040" y="239292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873720" y="3802320"/>
            <a:ext cx="412920" cy="386640"/>
          </a:xfrm>
          <a:custGeom>
            <a:avLst/>
            <a:gdLst/>
            <a:ahLst/>
            <a:rect l="0" t="0" r="r" b="b"/>
            <a:pathLst>
              <a:path w="1147" h="1074">
                <a:moveTo>
                  <a:pt x="0" y="146"/>
                </a:moveTo>
                <a:cubicBezTo>
                  <a:pt x="0" y="156"/>
                  <a:pt x="4" y="165"/>
                  <a:pt x="11" y="175"/>
                </a:cubicBezTo>
                <a:cubicBezTo>
                  <a:pt x="18" y="184"/>
                  <a:pt x="29" y="193"/>
                  <a:pt x="44" y="202"/>
                </a:cubicBezTo>
                <a:cubicBezTo>
                  <a:pt x="58" y="211"/>
                  <a:pt x="76" y="220"/>
                  <a:pt x="97" y="228"/>
                </a:cubicBezTo>
                <a:cubicBezTo>
                  <a:pt x="117" y="236"/>
                  <a:pt x="141" y="243"/>
                  <a:pt x="168" y="250"/>
                </a:cubicBezTo>
                <a:cubicBezTo>
                  <a:pt x="194" y="257"/>
                  <a:pt x="223" y="263"/>
                  <a:pt x="255" y="268"/>
                </a:cubicBezTo>
                <a:cubicBezTo>
                  <a:pt x="286" y="273"/>
                  <a:pt x="319" y="278"/>
                  <a:pt x="354" y="282"/>
                </a:cubicBezTo>
                <a:cubicBezTo>
                  <a:pt x="388" y="285"/>
                  <a:pt x="424" y="288"/>
                  <a:pt x="462" y="290"/>
                </a:cubicBezTo>
                <a:cubicBezTo>
                  <a:pt x="499" y="292"/>
                  <a:pt x="536" y="293"/>
                  <a:pt x="574" y="293"/>
                </a:cubicBezTo>
                <a:cubicBezTo>
                  <a:pt x="612" y="293"/>
                  <a:pt x="649" y="292"/>
                  <a:pt x="686" y="290"/>
                </a:cubicBezTo>
                <a:cubicBezTo>
                  <a:pt x="723" y="288"/>
                  <a:pt x="758" y="285"/>
                  <a:pt x="793" y="282"/>
                </a:cubicBezTo>
                <a:cubicBezTo>
                  <a:pt x="828" y="278"/>
                  <a:pt x="861" y="273"/>
                  <a:pt x="892" y="268"/>
                </a:cubicBezTo>
                <a:cubicBezTo>
                  <a:pt x="924" y="263"/>
                  <a:pt x="952" y="257"/>
                  <a:pt x="979" y="250"/>
                </a:cubicBezTo>
                <a:cubicBezTo>
                  <a:pt x="1006" y="243"/>
                  <a:pt x="1029" y="236"/>
                  <a:pt x="1050" y="228"/>
                </a:cubicBezTo>
                <a:cubicBezTo>
                  <a:pt x="1071" y="220"/>
                  <a:pt x="1089" y="211"/>
                  <a:pt x="1103" y="202"/>
                </a:cubicBezTo>
                <a:cubicBezTo>
                  <a:pt x="1118" y="193"/>
                  <a:pt x="1129" y="184"/>
                  <a:pt x="1136" y="175"/>
                </a:cubicBezTo>
                <a:cubicBezTo>
                  <a:pt x="1143" y="165"/>
                  <a:pt x="1147" y="156"/>
                  <a:pt x="1147" y="146"/>
                </a:cubicBezTo>
                <a:cubicBezTo>
                  <a:pt x="1147" y="137"/>
                  <a:pt x="1143" y="127"/>
                  <a:pt x="1136" y="118"/>
                </a:cubicBezTo>
                <a:cubicBezTo>
                  <a:pt x="1129" y="108"/>
                  <a:pt x="1118" y="99"/>
                  <a:pt x="1103" y="90"/>
                </a:cubicBezTo>
                <a:cubicBezTo>
                  <a:pt x="1089" y="81"/>
                  <a:pt x="1071" y="73"/>
                  <a:pt x="1050" y="65"/>
                </a:cubicBezTo>
                <a:cubicBezTo>
                  <a:pt x="1029" y="57"/>
                  <a:pt x="1006" y="49"/>
                  <a:pt x="979" y="43"/>
                </a:cubicBezTo>
                <a:cubicBezTo>
                  <a:pt x="952" y="36"/>
                  <a:pt x="924" y="30"/>
                  <a:pt x="892" y="24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7"/>
                  <a:pt x="723" y="4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4"/>
                  <a:pt x="388" y="7"/>
                  <a:pt x="354" y="11"/>
                </a:cubicBezTo>
                <a:cubicBezTo>
                  <a:pt x="319" y="15"/>
                  <a:pt x="286" y="19"/>
                  <a:pt x="255" y="24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49"/>
                  <a:pt x="117" y="57"/>
                  <a:pt x="97" y="65"/>
                </a:cubicBezTo>
                <a:cubicBezTo>
                  <a:pt x="76" y="73"/>
                  <a:pt x="58" y="81"/>
                  <a:pt x="44" y="90"/>
                </a:cubicBezTo>
                <a:cubicBezTo>
                  <a:pt x="29" y="99"/>
                  <a:pt x="18" y="108"/>
                  <a:pt x="11" y="118"/>
                </a:cubicBezTo>
                <a:cubicBezTo>
                  <a:pt x="4" y="127"/>
                  <a:pt x="0" y="137"/>
                  <a:pt x="0" y="146"/>
                </a:cubicBezTo>
                <a:lnTo>
                  <a:pt x="0" y="928"/>
                </a:lnTo>
                <a:cubicBezTo>
                  <a:pt x="0" y="937"/>
                  <a:pt x="4" y="947"/>
                  <a:pt x="11" y="956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1"/>
                  <a:pt x="97" y="1009"/>
                </a:cubicBezTo>
                <a:cubicBezTo>
                  <a:pt x="117" y="1017"/>
                  <a:pt x="141" y="1025"/>
                  <a:pt x="168" y="1031"/>
                </a:cubicBezTo>
                <a:cubicBezTo>
                  <a:pt x="194" y="1038"/>
                  <a:pt x="223" y="1044"/>
                  <a:pt x="255" y="1050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3"/>
                  <a:pt x="536" y="1074"/>
                  <a:pt x="574" y="1074"/>
                </a:cubicBezTo>
                <a:cubicBezTo>
                  <a:pt x="612" y="1074"/>
                  <a:pt x="649" y="1073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59"/>
                  <a:pt x="861" y="1055"/>
                  <a:pt x="892" y="1050"/>
                </a:cubicBezTo>
                <a:cubicBezTo>
                  <a:pt x="924" y="1044"/>
                  <a:pt x="952" y="1038"/>
                  <a:pt x="979" y="1031"/>
                </a:cubicBezTo>
                <a:cubicBezTo>
                  <a:pt x="1006" y="1025"/>
                  <a:pt x="1029" y="1017"/>
                  <a:pt x="1050" y="1009"/>
                </a:cubicBezTo>
                <a:cubicBezTo>
                  <a:pt x="1071" y="1001"/>
                  <a:pt x="1089" y="993"/>
                  <a:pt x="1103" y="984"/>
                </a:cubicBezTo>
                <a:cubicBezTo>
                  <a:pt x="1118" y="975"/>
                  <a:pt x="1129" y="966"/>
                  <a:pt x="1136" y="956"/>
                </a:cubicBezTo>
                <a:cubicBezTo>
                  <a:pt x="1143" y="947"/>
                  <a:pt x="1147" y="937"/>
                  <a:pt x="1147" y="928"/>
                </a:cubicBezTo>
                <a:lnTo>
                  <a:pt x="1147" y="146"/>
                </a:lnTo>
                <a:lnTo>
                  <a:pt x="0" y="14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873720" y="3802320"/>
            <a:ext cx="412920" cy="386640"/>
          </a:xfrm>
          <a:custGeom>
            <a:avLst/>
            <a:gdLst/>
            <a:ahLst/>
            <a:rect l="0" t="0" r="r" b="b"/>
            <a:pathLst>
              <a:path fill="none" w="1147" h="1074">
                <a:moveTo>
                  <a:pt x="0" y="146"/>
                </a:moveTo>
                <a:cubicBezTo>
                  <a:pt x="0" y="156"/>
                  <a:pt x="4" y="165"/>
                  <a:pt x="11" y="175"/>
                </a:cubicBezTo>
                <a:cubicBezTo>
                  <a:pt x="18" y="184"/>
                  <a:pt x="29" y="193"/>
                  <a:pt x="44" y="202"/>
                </a:cubicBezTo>
                <a:cubicBezTo>
                  <a:pt x="58" y="211"/>
                  <a:pt x="76" y="220"/>
                  <a:pt x="97" y="228"/>
                </a:cubicBezTo>
                <a:cubicBezTo>
                  <a:pt x="117" y="236"/>
                  <a:pt x="141" y="243"/>
                  <a:pt x="168" y="250"/>
                </a:cubicBezTo>
                <a:cubicBezTo>
                  <a:pt x="194" y="257"/>
                  <a:pt x="223" y="263"/>
                  <a:pt x="255" y="268"/>
                </a:cubicBezTo>
                <a:cubicBezTo>
                  <a:pt x="286" y="273"/>
                  <a:pt x="319" y="278"/>
                  <a:pt x="354" y="282"/>
                </a:cubicBezTo>
                <a:cubicBezTo>
                  <a:pt x="388" y="285"/>
                  <a:pt x="424" y="288"/>
                  <a:pt x="462" y="290"/>
                </a:cubicBezTo>
                <a:cubicBezTo>
                  <a:pt x="499" y="292"/>
                  <a:pt x="536" y="293"/>
                  <a:pt x="574" y="293"/>
                </a:cubicBezTo>
                <a:cubicBezTo>
                  <a:pt x="612" y="293"/>
                  <a:pt x="649" y="292"/>
                  <a:pt x="686" y="290"/>
                </a:cubicBezTo>
                <a:cubicBezTo>
                  <a:pt x="723" y="288"/>
                  <a:pt x="758" y="285"/>
                  <a:pt x="793" y="282"/>
                </a:cubicBezTo>
                <a:cubicBezTo>
                  <a:pt x="828" y="278"/>
                  <a:pt x="861" y="273"/>
                  <a:pt x="892" y="268"/>
                </a:cubicBezTo>
                <a:cubicBezTo>
                  <a:pt x="924" y="263"/>
                  <a:pt x="952" y="257"/>
                  <a:pt x="979" y="250"/>
                </a:cubicBezTo>
                <a:cubicBezTo>
                  <a:pt x="1006" y="243"/>
                  <a:pt x="1029" y="236"/>
                  <a:pt x="1050" y="228"/>
                </a:cubicBezTo>
                <a:cubicBezTo>
                  <a:pt x="1071" y="220"/>
                  <a:pt x="1089" y="211"/>
                  <a:pt x="1103" y="202"/>
                </a:cubicBezTo>
                <a:cubicBezTo>
                  <a:pt x="1118" y="193"/>
                  <a:pt x="1129" y="184"/>
                  <a:pt x="1136" y="175"/>
                </a:cubicBezTo>
                <a:cubicBezTo>
                  <a:pt x="1143" y="165"/>
                  <a:pt x="1147" y="156"/>
                  <a:pt x="1147" y="146"/>
                </a:cubicBezTo>
                <a:cubicBezTo>
                  <a:pt x="1147" y="137"/>
                  <a:pt x="1143" y="127"/>
                  <a:pt x="1136" y="118"/>
                </a:cubicBezTo>
                <a:cubicBezTo>
                  <a:pt x="1129" y="108"/>
                  <a:pt x="1118" y="99"/>
                  <a:pt x="1103" y="90"/>
                </a:cubicBezTo>
                <a:cubicBezTo>
                  <a:pt x="1089" y="81"/>
                  <a:pt x="1071" y="73"/>
                  <a:pt x="1050" y="65"/>
                </a:cubicBezTo>
                <a:cubicBezTo>
                  <a:pt x="1029" y="57"/>
                  <a:pt x="1006" y="49"/>
                  <a:pt x="979" y="43"/>
                </a:cubicBezTo>
                <a:cubicBezTo>
                  <a:pt x="952" y="36"/>
                  <a:pt x="924" y="30"/>
                  <a:pt x="892" y="24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7"/>
                  <a:pt x="723" y="4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4"/>
                  <a:pt x="388" y="7"/>
                  <a:pt x="354" y="11"/>
                </a:cubicBezTo>
                <a:cubicBezTo>
                  <a:pt x="319" y="15"/>
                  <a:pt x="286" y="19"/>
                  <a:pt x="255" y="24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49"/>
                  <a:pt x="117" y="57"/>
                  <a:pt x="97" y="65"/>
                </a:cubicBezTo>
                <a:cubicBezTo>
                  <a:pt x="76" y="73"/>
                  <a:pt x="58" y="81"/>
                  <a:pt x="44" y="90"/>
                </a:cubicBezTo>
                <a:cubicBezTo>
                  <a:pt x="29" y="99"/>
                  <a:pt x="18" y="108"/>
                  <a:pt x="11" y="118"/>
                </a:cubicBezTo>
                <a:cubicBezTo>
                  <a:pt x="4" y="127"/>
                  <a:pt x="0" y="137"/>
                  <a:pt x="0" y="146"/>
                </a:cubicBezTo>
                <a:lnTo>
                  <a:pt x="0" y="928"/>
                </a:lnTo>
                <a:cubicBezTo>
                  <a:pt x="0" y="937"/>
                  <a:pt x="4" y="947"/>
                  <a:pt x="11" y="956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1"/>
                  <a:pt x="97" y="1009"/>
                </a:cubicBezTo>
                <a:cubicBezTo>
                  <a:pt x="117" y="1017"/>
                  <a:pt x="141" y="1025"/>
                  <a:pt x="168" y="1031"/>
                </a:cubicBezTo>
                <a:cubicBezTo>
                  <a:pt x="194" y="1038"/>
                  <a:pt x="223" y="1044"/>
                  <a:pt x="255" y="1050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3"/>
                  <a:pt x="536" y="1074"/>
                  <a:pt x="574" y="1074"/>
                </a:cubicBezTo>
                <a:cubicBezTo>
                  <a:pt x="612" y="1074"/>
                  <a:pt x="649" y="1073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59"/>
                  <a:pt x="861" y="1055"/>
                  <a:pt x="892" y="1050"/>
                </a:cubicBezTo>
                <a:cubicBezTo>
                  <a:pt x="924" y="1044"/>
                  <a:pt x="952" y="1038"/>
                  <a:pt x="979" y="1031"/>
                </a:cubicBezTo>
                <a:cubicBezTo>
                  <a:pt x="1006" y="1025"/>
                  <a:pt x="1029" y="1017"/>
                  <a:pt x="1050" y="1009"/>
                </a:cubicBezTo>
                <a:cubicBezTo>
                  <a:pt x="1071" y="1001"/>
                  <a:pt x="1089" y="993"/>
                  <a:pt x="1103" y="984"/>
                </a:cubicBezTo>
                <a:cubicBezTo>
                  <a:pt x="1118" y="975"/>
                  <a:pt x="1129" y="966"/>
                  <a:pt x="1136" y="956"/>
                </a:cubicBezTo>
                <a:cubicBezTo>
                  <a:pt x="1143" y="947"/>
                  <a:pt x="1147" y="937"/>
                  <a:pt x="1147" y="928"/>
                </a:cubicBezTo>
                <a:lnTo>
                  <a:pt x="1147" y="146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1191960" y="314784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1578960" y="3837600"/>
            <a:ext cx="499680" cy="316080"/>
          </a:xfrm>
          <a:custGeom>
            <a:avLst/>
            <a:gdLst/>
            <a:ahLst/>
            <a:rect l="0" t="0" r="r" b="b"/>
            <a:pathLst>
              <a:path w="1388" h="878">
                <a:moveTo>
                  <a:pt x="0" y="0"/>
                </a:moveTo>
                <a:lnTo>
                  <a:pt x="1388" y="0"/>
                </a:lnTo>
                <a:lnTo>
                  <a:pt x="1388" y="878"/>
                </a:lnTo>
                <a:lnTo>
                  <a:pt x="0" y="878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1578960" y="3837600"/>
            <a:ext cx="499680" cy="316080"/>
          </a:xfrm>
          <a:custGeom>
            <a:avLst/>
            <a:gdLst/>
            <a:ahLst/>
            <a:rect l="0" t="0" r="r" b="b"/>
            <a:pathLst>
              <a:path w="1388" h="878">
                <a:moveTo>
                  <a:pt x="0" y="0"/>
                </a:moveTo>
                <a:lnTo>
                  <a:pt x="1388" y="0"/>
                </a:lnTo>
                <a:lnTo>
                  <a:pt x="1388" y="878"/>
                </a:lnTo>
                <a:lnTo>
                  <a:pt x="0" y="878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17640" y="399672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6908040" y="207288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6908040" y="207288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754640" y="393804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858080" y="260856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8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834680" y="30006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7831080" y="29980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6" y="33"/>
                </a:lnTo>
                <a:lnTo>
                  <a:pt x="124" y="27"/>
                </a:lnTo>
                <a:lnTo>
                  <a:pt x="130" y="15"/>
                </a:lnTo>
                <a:lnTo>
                  <a:pt x="141" y="21"/>
                </a:lnTo>
                <a:moveTo>
                  <a:pt x="136" y="33"/>
                </a:moveTo>
                <a:lnTo>
                  <a:pt x="130" y="44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4"/>
                </a:moveTo>
                <a:lnTo>
                  <a:pt x="124" y="57"/>
                </a:lnTo>
                <a:lnTo>
                  <a:pt x="112" y="50"/>
                </a:lnTo>
                <a:lnTo>
                  <a:pt x="118" y="39"/>
                </a:lnTo>
                <a:lnTo>
                  <a:pt x="130" y="44"/>
                </a:lnTo>
                <a:moveTo>
                  <a:pt x="124" y="57"/>
                </a:moveTo>
                <a:lnTo>
                  <a:pt x="118" y="69"/>
                </a:lnTo>
                <a:lnTo>
                  <a:pt x="107" y="63"/>
                </a:lnTo>
                <a:lnTo>
                  <a:pt x="112" y="50"/>
                </a:lnTo>
                <a:lnTo>
                  <a:pt x="124" y="57"/>
                </a:lnTo>
                <a:moveTo>
                  <a:pt x="118" y="69"/>
                </a:moveTo>
                <a:lnTo>
                  <a:pt x="112" y="80"/>
                </a:lnTo>
                <a:lnTo>
                  <a:pt x="101" y="75"/>
                </a:lnTo>
                <a:lnTo>
                  <a:pt x="107" y="63"/>
                </a:lnTo>
                <a:lnTo>
                  <a:pt x="118" y="69"/>
                </a:lnTo>
                <a:moveTo>
                  <a:pt x="112" y="80"/>
                </a:moveTo>
                <a:lnTo>
                  <a:pt x="107" y="92"/>
                </a:lnTo>
                <a:lnTo>
                  <a:pt x="95" y="86"/>
                </a:lnTo>
                <a:lnTo>
                  <a:pt x="101" y="75"/>
                </a:lnTo>
                <a:lnTo>
                  <a:pt x="112" y="80"/>
                </a:lnTo>
                <a:moveTo>
                  <a:pt x="107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7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09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19"/>
                </a:lnTo>
                <a:lnTo>
                  <a:pt x="72" y="114"/>
                </a:lnTo>
                <a:lnTo>
                  <a:pt x="77" y="125"/>
                </a:lnTo>
                <a:lnTo>
                  <a:pt x="65" y="131"/>
                </a:lnTo>
                <a:moveTo>
                  <a:pt x="59" y="119"/>
                </a:moveTo>
                <a:lnTo>
                  <a:pt x="53" y="108"/>
                </a:lnTo>
                <a:lnTo>
                  <a:pt x="65" y="102"/>
                </a:lnTo>
                <a:lnTo>
                  <a:pt x="72" y="114"/>
                </a:lnTo>
                <a:lnTo>
                  <a:pt x="59" y="119"/>
                </a:lnTo>
                <a:moveTo>
                  <a:pt x="53" y="108"/>
                </a:moveTo>
                <a:lnTo>
                  <a:pt x="47" y="96"/>
                </a:lnTo>
                <a:lnTo>
                  <a:pt x="59" y="90"/>
                </a:lnTo>
                <a:lnTo>
                  <a:pt x="65" y="102"/>
                </a:lnTo>
                <a:lnTo>
                  <a:pt x="53" y="108"/>
                </a:lnTo>
                <a:moveTo>
                  <a:pt x="47" y="96"/>
                </a:moveTo>
                <a:lnTo>
                  <a:pt x="42" y="85"/>
                </a:lnTo>
                <a:lnTo>
                  <a:pt x="53" y="79"/>
                </a:lnTo>
                <a:lnTo>
                  <a:pt x="59" y="90"/>
                </a:lnTo>
                <a:lnTo>
                  <a:pt x="47" y="96"/>
                </a:lnTo>
                <a:moveTo>
                  <a:pt x="42" y="85"/>
                </a:moveTo>
                <a:lnTo>
                  <a:pt x="36" y="73"/>
                </a:lnTo>
                <a:lnTo>
                  <a:pt x="47" y="67"/>
                </a:lnTo>
                <a:lnTo>
                  <a:pt x="53" y="79"/>
                </a:lnTo>
                <a:lnTo>
                  <a:pt x="42" y="85"/>
                </a:lnTo>
                <a:moveTo>
                  <a:pt x="36" y="73"/>
                </a:moveTo>
                <a:lnTo>
                  <a:pt x="30" y="61"/>
                </a:lnTo>
                <a:lnTo>
                  <a:pt x="42" y="55"/>
                </a:lnTo>
                <a:lnTo>
                  <a:pt x="47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1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5"/>
                </a:lnTo>
                <a:lnTo>
                  <a:pt x="24" y="20"/>
                </a:lnTo>
                <a:lnTo>
                  <a:pt x="30" y="31"/>
                </a:lnTo>
                <a:lnTo>
                  <a:pt x="18" y="37"/>
                </a:lnTo>
                <a:moveTo>
                  <a:pt x="12" y="25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5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5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7484040" y="336348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4" y="101"/>
                </a:lnTo>
                <a:cubicBezTo>
                  <a:pt x="404" y="203"/>
                  <a:pt x="202" y="406"/>
                  <a:pt x="101" y="599"/>
                </a:cubicBezTo>
                <a:cubicBezTo>
                  <a:pt x="0" y="792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7460640" y="3755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7456680" y="37530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3"/>
                </a:lnTo>
                <a:lnTo>
                  <a:pt x="124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3"/>
                </a:moveTo>
                <a:lnTo>
                  <a:pt x="130" y="45"/>
                </a:lnTo>
                <a:lnTo>
                  <a:pt x="119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3" y="50"/>
                </a:lnTo>
                <a:lnTo>
                  <a:pt x="119" y="39"/>
                </a:lnTo>
                <a:lnTo>
                  <a:pt x="130" y="45"/>
                </a:lnTo>
                <a:moveTo>
                  <a:pt x="124" y="56"/>
                </a:moveTo>
                <a:lnTo>
                  <a:pt x="119" y="68"/>
                </a:lnTo>
                <a:lnTo>
                  <a:pt x="107" y="62"/>
                </a:lnTo>
                <a:lnTo>
                  <a:pt x="113" y="50"/>
                </a:lnTo>
                <a:lnTo>
                  <a:pt x="124" y="56"/>
                </a:lnTo>
                <a:moveTo>
                  <a:pt x="119" y="68"/>
                </a:moveTo>
                <a:lnTo>
                  <a:pt x="113" y="80"/>
                </a:lnTo>
                <a:lnTo>
                  <a:pt x="101" y="75"/>
                </a:lnTo>
                <a:lnTo>
                  <a:pt x="107" y="62"/>
                </a:lnTo>
                <a:lnTo>
                  <a:pt x="119" y="68"/>
                </a:lnTo>
                <a:moveTo>
                  <a:pt x="113" y="80"/>
                </a:moveTo>
                <a:lnTo>
                  <a:pt x="107" y="92"/>
                </a:lnTo>
                <a:lnTo>
                  <a:pt x="95" y="86"/>
                </a:lnTo>
                <a:lnTo>
                  <a:pt x="101" y="75"/>
                </a:lnTo>
                <a:lnTo>
                  <a:pt x="113" y="80"/>
                </a:lnTo>
                <a:moveTo>
                  <a:pt x="107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7" y="92"/>
                </a:lnTo>
                <a:moveTo>
                  <a:pt x="101" y="104"/>
                </a:moveTo>
                <a:lnTo>
                  <a:pt x="95" y="115"/>
                </a:lnTo>
                <a:lnTo>
                  <a:pt x="84" y="109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8" y="121"/>
                </a:lnTo>
                <a:lnTo>
                  <a:pt x="84" y="109"/>
                </a:lnTo>
                <a:lnTo>
                  <a:pt x="95" y="115"/>
                </a:lnTo>
                <a:moveTo>
                  <a:pt x="89" y="127"/>
                </a:moveTo>
                <a:lnTo>
                  <a:pt x="84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4" y="139"/>
                </a:moveTo>
                <a:lnTo>
                  <a:pt x="77" y="152"/>
                </a:lnTo>
                <a:lnTo>
                  <a:pt x="66" y="131"/>
                </a:lnTo>
                <a:lnTo>
                  <a:pt x="78" y="125"/>
                </a:lnTo>
                <a:lnTo>
                  <a:pt x="83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4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8" y="125"/>
                </a:lnTo>
                <a:lnTo>
                  <a:pt x="66" y="131"/>
                </a:lnTo>
                <a:moveTo>
                  <a:pt x="60" y="120"/>
                </a:moveTo>
                <a:lnTo>
                  <a:pt x="55" y="108"/>
                </a:lnTo>
                <a:lnTo>
                  <a:pt x="66" y="102"/>
                </a:lnTo>
                <a:lnTo>
                  <a:pt x="72" y="114"/>
                </a:lnTo>
                <a:lnTo>
                  <a:pt x="60" y="120"/>
                </a:lnTo>
                <a:moveTo>
                  <a:pt x="55" y="108"/>
                </a:moveTo>
                <a:lnTo>
                  <a:pt x="48" y="96"/>
                </a:lnTo>
                <a:lnTo>
                  <a:pt x="60" y="90"/>
                </a:lnTo>
                <a:lnTo>
                  <a:pt x="66" y="102"/>
                </a:lnTo>
                <a:lnTo>
                  <a:pt x="55" y="108"/>
                </a:lnTo>
                <a:moveTo>
                  <a:pt x="48" y="96"/>
                </a:moveTo>
                <a:lnTo>
                  <a:pt x="42" y="85"/>
                </a:lnTo>
                <a:lnTo>
                  <a:pt x="55" y="79"/>
                </a:lnTo>
                <a:lnTo>
                  <a:pt x="60" y="90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6"/>
                </a:lnTo>
                <a:lnTo>
                  <a:pt x="55" y="79"/>
                </a:lnTo>
                <a:lnTo>
                  <a:pt x="42" y="85"/>
                </a:lnTo>
                <a:moveTo>
                  <a:pt x="36" y="73"/>
                </a:moveTo>
                <a:lnTo>
                  <a:pt x="30" y="60"/>
                </a:lnTo>
                <a:lnTo>
                  <a:pt x="42" y="55"/>
                </a:lnTo>
                <a:lnTo>
                  <a:pt x="48" y="66"/>
                </a:lnTo>
                <a:lnTo>
                  <a:pt x="36" y="73"/>
                </a:lnTo>
                <a:moveTo>
                  <a:pt x="30" y="60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0"/>
                </a:lnTo>
                <a:moveTo>
                  <a:pt x="24" y="49"/>
                </a:moveTo>
                <a:lnTo>
                  <a:pt x="19" y="37"/>
                </a:lnTo>
                <a:lnTo>
                  <a:pt x="30" y="31"/>
                </a:lnTo>
                <a:lnTo>
                  <a:pt x="36" y="43"/>
                </a:lnTo>
                <a:lnTo>
                  <a:pt x="24" y="49"/>
                </a:lnTo>
                <a:moveTo>
                  <a:pt x="19" y="37"/>
                </a:moveTo>
                <a:lnTo>
                  <a:pt x="13" y="25"/>
                </a:lnTo>
                <a:lnTo>
                  <a:pt x="24" y="20"/>
                </a:lnTo>
                <a:lnTo>
                  <a:pt x="30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4"/>
                </a:lnTo>
                <a:lnTo>
                  <a:pt x="19" y="8"/>
                </a:lnTo>
                <a:lnTo>
                  <a:pt x="24" y="20"/>
                </a:lnTo>
                <a:lnTo>
                  <a:pt x="13" y="25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8015040" y="336348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0" y="102"/>
                </a:lnTo>
                <a:cubicBezTo>
                  <a:pt x="201" y="204"/>
                  <a:pt x="404" y="407"/>
                  <a:pt x="504" y="616"/>
                </a:cubicBezTo>
                <a:cubicBezTo>
                  <a:pt x="605" y="824"/>
                  <a:pt x="605" y="1038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8209080" y="3790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8205120" y="378828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3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3"/>
                </a:moveTo>
                <a:lnTo>
                  <a:pt x="130" y="44"/>
                </a:lnTo>
                <a:lnTo>
                  <a:pt x="119" y="39"/>
                </a:lnTo>
                <a:lnTo>
                  <a:pt x="125" y="27"/>
                </a:lnTo>
                <a:lnTo>
                  <a:pt x="136" y="33"/>
                </a:lnTo>
                <a:moveTo>
                  <a:pt x="130" y="44"/>
                </a:moveTo>
                <a:lnTo>
                  <a:pt x="125" y="56"/>
                </a:lnTo>
                <a:lnTo>
                  <a:pt x="113" y="50"/>
                </a:lnTo>
                <a:lnTo>
                  <a:pt x="119" y="39"/>
                </a:lnTo>
                <a:lnTo>
                  <a:pt x="130" y="44"/>
                </a:lnTo>
                <a:moveTo>
                  <a:pt x="125" y="56"/>
                </a:moveTo>
                <a:lnTo>
                  <a:pt x="119" y="68"/>
                </a:lnTo>
                <a:lnTo>
                  <a:pt x="107" y="62"/>
                </a:lnTo>
                <a:lnTo>
                  <a:pt x="113" y="50"/>
                </a:lnTo>
                <a:lnTo>
                  <a:pt x="125" y="56"/>
                </a:lnTo>
                <a:moveTo>
                  <a:pt x="119" y="68"/>
                </a:moveTo>
                <a:lnTo>
                  <a:pt x="113" y="79"/>
                </a:lnTo>
                <a:lnTo>
                  <a:pt x="101" y="73"/>
                </a:lnTo>
                <a:lnTo>
                  <a:pt x="107" y="62"/>
                </a:lnTo>
                <a:lnTo>
                  <a:pt x="119" y="68"/>
                </a:lnTo>
                <a:moveTo>
                  <a:pt x="113" y="79"/>
                </a:moveTo>
                <a:lnTo>
                  <a:pt x="107" y="91"/>
                </a:lnTo>
                <a:lnTo>
                  <a:pt x="96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1"/>
                </a:moveTo>
                <a:lnTo>
                  <a:pt x="101" y="103"/>
                </a:lnTo>
                <a:lnTo>
                  <a:pt x="90" y="97"/>
                </a:lnTo>
                <a:lnTo>
                  <a:pt x="96" y="85"/>
                </a:lnTo>
                <a:lnTo>
                  <a:pt x="107" y="91"/>
                </a:lnTo>
                <a:moveTo>
                  <a:pt x="101" y="103"/>
                </a:moveTo>
                <a:lnTo>
                  <a:pt x="96" y="114"/>
                </a:lnTo>
                <a:lnTo>
                  <a:pt x="83" y="108"/>
                </a:lnTo>
                <a:lnTo>
                  <a:pt x="90" y="97"/>
                </a:lnTo>
                <a:lnTo>
                  <a:pt x="101" y="103"/>
                </a:lnTo>
                <a:moveTo>
                  <a:pt x="96" y="114"/>
                </a:moveTo>
                <a:lnTo>
                  <a:pt x="90" y="127"/>
                </a:lnTo>
                <a:lnTo>
                  <a:pt x="77" y="120"/>
                </a:lnTo>
                <a:lnTo>
                  <a:pt x="83" y="108"/>
                </a:lnTo>
                <a:lnTo>
                  <a:pt x="96" y="114"/>
                </a:lnTo>
                <a:moveTo>
                  <a:pt x="90" y="127"/>
                </a:moveTo>
                <a:lnTo>
                  <a:pt x="83" y="138"/>
                </a:lnTo>
                <a:lnTo>
                  <a:pt x="71" y="133"/>
                </a:lnTo>
                <a:lnTo>
                  <a:pt x="77" y="120"/>
                </a:lnTo>
                <a:lnTo>
                  <a:pt x="90" y="127"/>
                </a:lnTo>
                <a:moveTo>
                  <a:pt x="83" y="138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8"/>
                </a:lnTo>
                <a:moveTo>
                  <a:pt x="65" y="131"/>
                </a:moveTo>
                <a:lnTo>
                  <a:pt x="60" y="118"/>
                </a:lnTo>
                <a:lnTo>
                  <a:pt x="71" y="113"/>
                </a:lnTo>
                <a:lnTo>
                  <a:pt x="77" y="125"/>
                </a:lnTo>
                <a:lnTo>
                  <a:pt x="65" y="131"/>
                </a:lnTo>
                <a:moveTo>
                  <a:pt x="60" y="118"/>
                </a:moveTo>
                <a:lnTo>
                  <a:pt x="54" y="107"/>
                </a:lnTo>
                <a:lnTo>
                  <a:pt x="65" y="101"/>
                </a:lnTo>
                <a:lnTo>
                  <a:pt x="71" y="113"/>
                </a:lnTo>
                <a:lnTo>
                  <a:pt x="60" y="118"/>
                </a:lnTo>
                <a:moveTo>
                  <a:pt x="54" y="107"/>
                </a:moveTo>
                <a:lnTo>
                  <a:pt x="48" y="95"/>
                </a:lnTo>
                <a:lnTo>
                  <a:pt x="60" y="89"/>
                </a:lnTo>
                <a:lnTo>
                  <a:pt x="65" y="101"/>
                </a:lnTo>
                <a:lnTo>
                  <a:pt x="54" y="107"/>
                </a:lnTo>
                <a:moveTo>
                  <a:pt x="48" y="95"/>
                </a:moveTo>
                <a:lnTo>
                  <a:pt x="42" y="83"/>
                </a:lnTo>
                <a:lnTo>
                  <a:pt x="54" y="78"/>
                </a:lnTo>
                <a:lnTo>
                  <a:pt x="60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2"/>
                </a:lnTo>
                <a:lnTo>
                  <a:pt x="48" y="66"/>
                </a:lnTo>
                <a:lnTo>
                  <a:pt x="54" y="78"/>
                </a:lnTo>
                <a:lnTo>
                  <a:pt x="42" y="83"/>
                </a:lnTo>
                <a:moveTo>
                  <a:pt x="36" y="72"/>
                </a:moveTo>
                <a:lnTo>
                  <a:pt x="31" y="60"/>
                </a:lnTo>
                <a:lnTo>
                  <a:pt x="42" y="54"/>
                </a:lnTo>
                <a:lnTo>
                  <a:pt x="48" y="66"/>
                </a:lnTo>
                <a:lnTo>
                  <a:pt x="36" y="72"/>
                </a:lnTo>
                <a:moveTo>
                  <a:pt x="31" y="60"/>
                </a:moveTo>
                <a:lnTo>
                  <a:pt x="25" y="49"/>
                </a:lnTo>
                <a:lnTo>
                  <a:pt x="36" y="43"/>
                </a:lnTo>
                <a:lnTo>
                  <a:pt x="42" y="54"/>
                </a:lnTo>
                <a:lnTo>
                  <a:pt x="31" y="60"/>
                </a:lnTo>
                <a:moveTo>
                  <a:pt x="25" y="49"/>
                </a:moveTo>
                <a:lnTo>
                  <a:pt x="19" y="37"/>
                </a:lnTo>
                <a:lnTo>
                  <a:pt x="31" y="31"/>
                </a:lnTo>
                <a:lnTo>
                  <a:pt x="36" y="43"/>
                </a:lnTo>
                <a:lnTo>
                  <a:pt x="25" y="49"/>
                </a:lnTo>
                <a:moveTo>
                  <a:pt x="19" y="37"/>
                </a:moveTo>
                <a:lnTo>
                  <a:pt x="13" y="25"/>
                </a:lnTo>
                <a:lnTo>
                  <a:pt x="25" y="19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4"/>
                </a:lnTo>
                <a:lnTo>
                  <a:pt x="19" y="8"/>
                </a:lnTo>
                <a:lnTo>
                  <a:pt x="25" y="19"/>
                </a:lnTo>
                <a:lnTo>
                  <a:pt x="13" y="25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1" y="0"/>
                </a:lnTo>
                <a:lnTo>
                  <a:pt x="71" y="13"/>
                </a:lnTo>
                <a:lnTo>
                  <a:pt x="58" y="13"/>
                </a:lnTo>
                <a:lnTo>
                  <a:pt x="58" y="0"/>
                </a:lnTo>
                <a:moveTo>
                  <a:pt x="71" y="0"/>
                </a:moveTo>
                <a:lnTo>
                  <a:pt x="84" y="0"/>
                </a:lnTo>
                <a:lnTo>
                  <a:pt x="84" y="13"/>
                </a:lnTo>
                <a:lnTo>
                  <a:pt x="71" y="13"/>
                </a:lnTo>
                <a:lnTo>
                  <a:pt x="71" y="0"/>
                </a:lnTo>
                <a:moveTo>
                  <a:pt x="84" y="0"/>
                </a:moveTo>
                <a:lnTo>
                  <a:pt x="98" y="0"/>
                </a:lnTo>
                <a:lnTo>
                  <a:pt x="98" y="13"/>
                </a:lnTo>
                <a:lnTo>
                  <a:pt x="84" y="13"/>
                </a:lnTo>
                <a:lnTo>
                  <a:pt x="84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7322040" y="229248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7322040" y="229248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552440" y="2085840"/>
            <a:ext cx="6318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Organisatie B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7420320" y="304740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7420320" y="304740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498080" y="239292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7277760" y="3802320"/>
            <a:ext cx="412920" cy="386640"/>
          </a:xfrm>
          <a:custGeom>
            <a:avLst/>
            <a:gdLst/>
            <a:ahLst/>
            <a:rect l="0" t="0" r="r" b="b"/>
            <a:pathLst>
              <a:path w="1147" h="1074">
                <a:moveTo>
                  <a:pt x="0" y="146"/>
                </a:moveTo>
                <a:cubicBezTo>
                  <a:pt x="0" y="156"/>
                  <a:pt x="3" y="165"/>
                  <a:pt x="11" y="175"/>
                </a:cubicBezTo>
                <a:cubicBezTo>
                  <a:pt x="18" y="184"/>
                  <a:pt x="29" y="193"/>
                  <a:pt x="43" y="202"/>
                </a:cubicBezTo>
                <a:cubicBezTo>
                  <a:pt x="58" y="211"/>
                  <a:pt x="75" y="220"/>
                  <a:pt x="96" y="228"/>
                </a:cubicBezTo>
                <a:cubicBezTo>
                  <a:pt x="117" y="236"/>
                  <a:pt x="141" y="243"/>
                  <a:pt x="168" y="250"/>
                </a:cubicBezTo>
                <a:cubicBezTo>
                  <a:pt x="194" y="257"/>
                  <a:pt x="223" y="263"/>
                  <a:pt x="254" y="268"/>
                </a:cubicBezTo>
                <a:cubicBezTo>
                  <a:pt x="286" y="273"/>
                  <a:pt x="319" y="278"/>
                  <a:pt x="354" y="282"/>
                </a:cubicBezTo>
                <a:cubicBezTo>
                  <a:pt x="388" y="285"/>
                  <a:pt x="424" y="288"/>
                  <a:pt x="461" y="290"/>
                </a:cubicBezTo>
                <a:cubicBezTo>
                  <a:pt x="498" y="292"/>
                  <a:pt x="535" y="293"/>
                  <a:pt x="573" y="293"/>
                </a:cubicBezTo>
                <a:cubicBezTo>
                  <a:pt x="610" y="293"/>
                  <a:pt x="648" y="292"/>
                  <a:pt x="685" y="290"/>
                </a:cubicBezTo>
                <a:cubicBezTo>
                  <a:pt x="721" y="288"/>
                  <a:pt x="757" y="285"/>
                  <a:pt x="792" y="282"/>
                </a:cubicBezTo>
                <a:cubicBezTo>
                  <a:pt x="827" y="278"/>
                  <a:pt x="860" y="273"/>
                  <a:pt x="891" y="268"/>
                </a:cubicBezTo>
                <a:cubicBezTo>
                  <a:pt x="922" y="263"/>
                  <a:pt x="951" y="257"/>
                  <a:pt x="978" y="250"/>
                </a:cubicBezTo>
                <a:cubicBezTo>
                  <a:pt x="1005" y="243"/>
                  <a:pt x="1029" y="236"/>
                  <a:pt x="1050" y="228"/>
                </a:cubicBezTo>
                <a:cubicBezTo>
                  <a:pt x="1071" y="220"/>
                  <a:pt x="1089" y="211"/>
                  <a:pt x="1103" y="202"/>
                </a:cubicBezTo>
                <a:cubicBezTo>
                  <a:pt x="1118" y="193"/>
                  <a:pt x="1128" y="184"/>
                  <a:pt x="1136" y="175"/>
                </a:cubicBezTo>
                <a:cubicBezTo>
                  <a:pt x="1143" y="165"/>
                  <a:pt x="1147" y="156"/>
                  <a:pt x="1147" y="146"/>
                </a:cubicBezTo>
                <a:cubicBezTo>
                  <a:pt x="1147" y="137"/>
                  <a:pt x="1143" y="127"/>
                  <a:pt x="1136" y="118"/>
                </a:cubicBezTo>
                <a:cubicBezTo>
                  <a:pt x="1128" y="108"/>
                  <a:pt x="1118" y="99"/>
                  <a:pt x="1103" y="90"/>
                </a:cubicBezTo>
                <a:cubicBezTo>
                  <a:pt x="1089" y="81"/>
                  <a:pt x="1071" y="73"/>
                  <a:pt x="1050" y="65"/>
                </a:cubicBezTo>
                <a:cubicBezTo>
                  <a:pt x="1029" y="57"/>
                  <a:pt x="1005" y="49"/>
                  <a:pt x="978" y="43"/>
                </a:cubicBezTo>
                <a:cubicBezTo>
                  <a:pt x="951" y="36"/>
                  <a:pt x="922" y="30"/>
                  <a:pt x="891" y="24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7"/>
                  <a:pt x="721" y="4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4"/>
                  <a:pt x="388" y="7"/>
                  <a:pt x="354" y="11"/>
                </a:cubicBezTo>
                <a:cubicBezTo>
                  <a:pt x="319" y="15"/>
                  <a:pt x="286" y="19"/>
                  <a:pt x="254" y="24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49"/>
                  <a:pt x="117" y="57"/>
                  <a:pt x="96" y="65"/>
                </a:cubicBezTo>
                <a:cubicBezTo>
                  <a:pt x="75" y="73"/>
                  <a:pt x="58" y="81"/>
                  <a:pt x="43" y="90"/>
                </a:cubicBezTo>
                <a:cubicBezTo>
                  <a:pt x="29" y="99"/>
                  <a:pt x="18" y="108"/>
                  <a:pt x="11" y="118"/>
                </a:cubicBezTo>
                <a:cubicBezTo>
                  <a:pt x="3" y="127"/>
                  <a:pt x="0" y="137"/>
                  <a:pt x="0" y="146"/>
                </a:cubicBezTo>
                <a:lnTo>
                  <a:pt x="0" y="928"/>
                </a:lnTo>
                <a:cubicBezTo>
                  <a:pt x="0" y="937"/>
                  <a:pt x="3" y="947"/>
                  <a:pt x="11" y="956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1"/>
                  <a:pt x="96" y="1009"/>
                </a:cubicBezTo>
                <a:cubicBezTo>
                  <a:pt x="117" y="1017"/>
                  <a:pt x="141" y="1025"/>
                  <a:pt x="168" y="1031"/>
                </a:cubicBezTo>
                <a:cubicBezTo>
                  <a:pt x="194" y="1038"/>
                  <a:pt x="223" y="1044"/>
                  <a:pt x="254" y="1050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3"/>
                  <a:pt x="535" y="1074"/>
                  <a:pt x="573" y="1074"/>
                </a:cubicBezTo>
                <a:cubicBezTo>
                  <a:pt x="610" y="1074"/>
                  <a:pt x="648" y="1073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59"/>
                  <a:pt x="860" y="1055"/>
                  <a:pt x="891" y="1050"/>
                </a:cubicBezTo>
                <a:cubicBezTo>
                  <a:pt x="922" y="1044"/>
                  <a:pt x="951" y="1038"/>
                  <a:pt x="978" y="1031"/>
                </a:cubicBezTo>
                <a:cubicBezTo>
                  <a:pt x="1005" y="1025"/>
                  <a:pt x="1029" y="1017"/>
                  <a:pt x="1050" y="1009"/>
                </a:cubicBezTo>
                <a:cubicBezTo>
                  <a:pt x="1071" y="1001"/>
                  <a:pt x="1089" y="993"/>
                  <a:pt x="1103" y="984"/>
                </a:cubicBezTo>
                <a:cubicBezTo>
                  <a:pt x="1118" y="975"/>
                  <a:pt x="1128" y="966"/>
                  <a:pt x="1136" y="956"/>
                </a:cubicBezTo>
                <a:cubicBezTo>
                  <a:pt x="1143" y="947"/>
                  <a:pt x="1147" y="937"/>
                  <a:pt x="1147" y="928"/>
                </a:cubicBezTo>
                <a:lnTo>
                  <a:pt x="1147" y="146"/>
                </a:lnTo>
                <a:lnTo>
                  <a:pt x="0" y="14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7277760" y="3802320"/>
            <a:ext cx="412920" cy="386640"/>
          </a:xfrm>
          <a:custGeom>
            <a:avLst/>
            <a:gdLst/>
            <a:ahLst/>
            <a:rect l="0" t="0" r="r" b="b"/>
            <a:pathLst>
              <a:path fill="none" w="1147" h="1074">
                <a:moveTo>
                  <a:pt x="0" y="146"/>
                </a:moveTo>
                <a:cubicBezTo>
                  <a:pt x="0" y="156"/>
                  <a:pt x="3" y="165"/>
                  <a:pt x="11" y="175"/>
                </a:cubicBezTo>
                <a:cubicBezTo>
                  <a:pt x="18" y="184"/>
                  <a:pt x="29" y="193"/>
                  <a:pt x="43" y="202"/>
                </a:cubicBezTo>
                <a:cubicBezTo>
                  <a:pt x="58" y="211"/>
                  <a:pt x="75" y="220"/>
                  <a:pt x="96" y="228"/>
                </a:cubicBezTo>
                <a:cubicBezTo>
                  <a:pt x="117" y="236"/>
                  <a:pt x="141" y="243"/>
                  <a:pt x="168" y="250"/>
                </a:cubicBezTo>
                <a:cubicBezTo>
                  <a:pt x="194" y="257"/>
                  <a:pt x="223" y="263"/>
                  <a:pt x="254" y="268"/>
                </a:cubicBezTo>
                <a:cubicBezTo>
                  <a:pt x="286" y="273"/>
                  <a:pt x="319" y="278"/>
                  <a:pt x="354" y="282"/>
                </a:cubicBezTo>
                <a:cubicBezTo>
                  <a:pt x="388" y="285"/>
                  <a:pt x="424" y="288"/>
                  <a:pt x="461" y="290"/>
                </a:cubicBezTo>
                <a:cubicBezTo>
                  <a:pt x="498" y="292"/>
                  <a:pt x="535" y="293"/>
                  <a:pt x="573" y="293"/>
                </a:cubicBezTo>
                <a:cubicBezTo>
                  <a:pt x="610" y="293"/>
                  <a:pt x="648" y="292"/>
                  <a:pt x="685" y="290"/>
                </a:cubicBezTo>
                <a:cubicBezTo>
                  <a:pt x="721" y="288"/>
                  <a:pt x="757" y="285"/>
                  <a:pt x="792" y="282"/>
                </a:cubicBezTo>
                <a:cubicBezTo>
                  <a:pt x="827" y="278"/>
                  <a:pt x="860" y="273"/>
                  <a:pt x="891" y="268"/>
                </a:cubicBezTo>
                <a:cubicBezTo>
                  <a:pt x="922" y="263"/>
                  <a:pt x="951" y="257"/>
                  <a:pt x="978" y="250"/>
                </a:cubicBezTo>
                <a:cubicBezTo>
                  <a:pt x="1005" y="243"/>
                  <a:pt x="1029" y="236"/>
                  <a:pt x="1050" y="228"/>
                </a:cubicBezTo>
                <a:cubicBezTo>
                  <a:pt x="1071" y="220"/>
                  <a:pt x="1089" y="211"/>
                  <a:pt x="1103" y="202"/>
                </a:cubicBezTo>
                <a:cubicBezTo>
                  <a:pt x="1118" y="193"/>
                  <a:pt x="1128" y="184"/>
                  <a:pt x="1136" y="175"/>
                </a:cubicBezTo>
                <a:cubicBezTo>
                  <a:pt x="1143" y="165"/>
                  <a:pt x="1147" y="156"/>
                  <a:pt x="1147" y="146"/>
                </a:cubicBezTo>
                <a:cubicBezTo>
                  <a:pt x="1147" y="137"/>
                  <a:pt x="1143" y="127"/>
                  <a:pt x="1136" y="118"/>
                </a:cubicBezTo>
                <a:cubicBezTo>
                  <a:pt x="1128" y="108"/>
                  <a:pt x="1118" y="99"/>
                  <a:pt x="1103" y="90"/>
                </a:cubicBezTo>
                <a:cubicBezTo>
                  <a:pt x="1089" y="81"/>
                  <a:pt x="1071" y="73"/>
                  <a:pt x="1050" y="65"/>
                </a:cubicBezTo>
                <a:cubicBezTo>
                  <a:pt x="1029" y="57"/>
                  <a:pt x="1005" y="49"/>
                  <a:pt x="978" y="43"/>
                </a:cubicBezTo>
                <a:cubicBezTo>
                  <a:pt x="951" y="36"/>
                  <a:pt x="922" y="30"/>
                  <a:pt x="891" y="24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7"/>
                  <a:pt x="721" y="4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4"/>
                  <a:pt x="388" y="7"/>
                  <a:pt x="354" y="11"/>
                </a:cubicBezTo>
                <a:cubicBezTo>
                  <a:pt x="319" y="15"/>
                  <a:pt x="286" y="19"/>
                  <a:pt x="254" y="24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49"/>
                  <a:pt x="117" y="57"/>
                  <a:pt x="96" y="65"/>
                </a:cubicBezTo>
                <a:cubicBezTo>
                  <a:pt x="75" y="73"/>
                  <a:pt x="58" y="81"/>
                  <a:pt x="43" y="90"/>
                </a:cubicBezTo>
                <a:cubicBezTo>
                  <a:pt x="29" y="99"/>
                  <a:pt x="18" y="108"/>
                  <a:pt x="11" y="118"/>
                </a:cubicBezTo>
                <a:cubicBezTo>
                  <a:pt x="3" y="127"/>
                  <a:pt x="0" y="137"/>
                  <a:pt x="0" y="146"/>
                </a:cubicBezTo>
                <a:lnTo>
                  <a:pt x="0" y="928"/>
                </a:lnTo>
                <a:cubicBezTo>
                  <a:pt x="0" y="937"/>
                  <a:pt x="3" y="947"/>
                  <a:pt x="11" y="956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1"/>
                  <a:pt x="96" y="1009"/>
                </a:cubicBezTo>
                <a:cubicBezTo>
                  <a:pt x="117" y="1017"/>
                  <a:pt x="141" y="1025"/>
                  <a:pt x="168" y="1031"/>
                </a:cubicBezTo>
                <a:cubicBezTo>
                  <a:pt x="194" y="1038"/>
                  <a:pt x="223" y="1044"/>
                  <a:pt x="254" y="1050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3"/>
                  <a:pt x="535" y="1074"/>
                  <a:pt x="573" y="1074"/>
                </a:cubicBezTo>
                <a:cubicBezTo>
                  <a:pt x="610" y="1074"/>
                  <a:pt x="648" y="1073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59"/>
                  <a:pt x="860" y="1055"/>
                  <a:pt x="891" y="1050"/>
                </a:cubicBezTo>
                <a:cubicBezTo>
                  <a:pt x="922" y="1044"/>
                  <a:pt x="951" y="1038"/>
                  <a:pt x="978" y="1031"/>
                </a:cubicBezTo>
                <a:cubicBezTo>
                  <a:pt x="1005" y="1025"/>
                  <a:pt x="1029" y="1017"/>
                  <a:pt x="1050" y="1009"/>
                </a:cubicBezTo>
                <a:cubicBezTo>
                  <a:pt x="1071" y="1001"/>
                  <a:pt x="1089" y="993"/>
                  <a:pt x="1103" y="984"/>
                </a:cubicBezTo>
                <a:cubicBezTo>
                  <a:pt x="1118" y="975"/>
                  <a:pt x="1128" y="966"/>
                  <a:pt x="1136" y="956"/>
                </a:cubicBezTo>
                <a:cubicBezTo>
                  <a:pt x="1143" y="947"/>
                  <a:pt x="1147" y="937"/>
                  <a:pt x="1147" y="928"/>
                </a:cubicBezTo>
                <a:lnTo>
                  <a:pt x="1147" y="146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7596000" y="314784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7983000" y="3837600"/>
            <a:ext cx="499320" cy="316080"/>
          </a:xfrm>
          <a:custGeom>
            <a:avLst/>
            <a:gdLst/>
            <a:ahLst/>
            <a:rect l="0" t="0" r="r" b="b"/>
            <a:pathLst>
              <a:path w="1387" h="878">
                <a:moveTo>
                  <a:pt x="0" y="0"/>
                </a:moveTo>
                <a:lnTo>
                  <a:pt x="1387" y="0"/>
                </a:lnTo>
                <a:lnTo>
                  <a:pt x="1387" y="878"/>
                </a:lnTo>
                <a:lnTo>
                  <a:pt x="0" y="878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7983000" y="3837600"/>
            <a:ext cx="499320" cy="316080"/>
          </a:xfrm>
          <a:custGeom>
            <a:avLst/>
            <a:gdLst/>
            <a:ahLst/>
            <a:rect l="0" t="0" r="r" b="b"/>
            <a:pathLst>
              <a:path w="1387" h="878">
                <a:moveTo>
                  <a:pt x="0" y="0"/>
                </a:moveTo>
                <a:lnTo>
                  <a:pt x="1387" y="0"/>
                </a:lnTo>
                <a:lnTo>
                  <a:pt x="1387" y="878"/>
                </a:lnTo>
                <a:lnTo>
                  <a:pt x="0" y="878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7321680" y="399672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705840" y="1351440"/>
            <a:ext cx="1922760" cy="2335680"/>
          </a:xfrm>
          <a:custGeom>
            <a:avLst/>
            <a:gdLst/>
            <a:ahLst/>
            <a:rect l="0" t="0" r="r" b="b"/>
            <a:pathLst>
              <a:path w="5341" h="6488">
                <a:moveTo>
                  <a:pt x="0" y="0"/>
                </a:moveTo>
                <a:lnTo>
                  <a:pt x="5341" y="0"/>
                </a:lnTo>
                <a:lnTo>
                  <a:pt x="5341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705840" y="1351440"/>
            <a:ext cx="1922760" cy="2335680"/>
          </a:xfrm>
          <a:custGeom>
            <a:avLst/>
            <a:gdLst/>
            <a:ahLst/>
            <a:rect l="0" t="0" r="r" b="b"/>
            <a:pathLst>
              <a:path w="5341" h="6488">
                <a:moveTo>
                  <a:pt x="0" y="0"/>
                </a:moveTo>
                <a:lnTo>
                  <a:pt x="5341" y="0"/>
                </a:lnTo>
                <a:lnTo>
                  <a:pt x="5341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8158680" y="393804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656240" y="188712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632840" y="227916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4628880" y="22766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142" y="21"/>
                </a:moveTo>
                <a:lnTo>
                  <a:pt x="136" y="33"/>
                </a:lnTo>
                <a:lnTo>
                  <a:pt x="125" y="27"/>
                </a:lnTo>
                <a:lnTo>
                  <a:pt x="130" y="16"/>
                </a:lnTo>
                <a:lnTo>
                  <a:pt x="142" y="21"/>
                </a:lnTo>
                <a:moveTo>
                  <a:pt x="136" y="33"/>
                </a:moveTo>
                <a:lnTo>
                  <a:pt x="130" y="45"/>
                </a:lnTo>
                <a:lnTo>
                  <a:pt x="119" y="39"/>
                </a:lnTo>
                <a:lnTo>
                  <a:pt x="125" y="27"/>
                </a:lnTo>
                <a:lnTo>
                  <a:pt x="136" y="33"/>
                </a:lnTo>
                <a:moveTo>
                  <a:pt x="130" y="45"/>
                </a:moveTo>
                <a:lnTo>
                  <a:pt x="125" y="56"/>
                </a:lnTo>
                <a:lnTo>
                  <a:pt x="113" y="51"/>
                </a:lnTo>
                <a:lnTo>
                  <a:pt x="119" y="39"/>
                </a:lnTo>
                <a:lnTo>
                  <a:pt x="130" y="45"/>
                </a:lnTo>
                <a:moveTo>
                  <a:pt x="125" y="56"/>
                </a:moveTo>
                <a:lnTo>
                  <a:pt x="119" y="68"/>
                </a:lnTo>
                <a:lnTo>
                  <a:pt x="107" y="62"/>
                </a:lnTo>
                <a:lnTo>
                  <a:pt x="113" y="51"/>
                </a:lnTo>
                <a:lnTo>
                  <a:pt x="125" y="56"/>
                </a:lnTo>
                <a:moveTo>
                  <a:pt x="119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2"/>
                </a:lnTo>
                <a:lnTo>
                  <a:pt x="119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4"/>
                </a:lnTo>
                <a:lnTo>
                  <a:pt x="90" y="98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4" y="110"/>
                </a:lnTo>
                <a:lnTo>
                  <a:pt x="90" y="98"/>
                </a:lnTo>
                <a:lnTo>
                  <a:pt x="101" y="104"/>
                </a:lnTo>
                <a:moveTo>
                  <a:pt x="95" y="116"/>
                </a:moveTo>
                <a:lnTo>
                  <a:pt x="90" y="127"/>
                </a:lnTo>
                <a:lnTo>
                  <a:pt x="78" y="121"/>
                </a:lnTo>
                <a:lnTo>
                  <a:pt x="84" y="110"/>
                </a:lnTo>
                <a:lnTo>
                  <a:pt x="95" y="116"/>
                </a:lnTo>
                <a:moveTo>
                  <a:pt x="90" y="127"/>
                </a:moveTo>
                <a:lnTo>
                  <a:pt x="84" y="139"/>
                </a:lnTo>
                <a:lnTo>
                  <a:pt x="72" y="133"/>
                </a:lnTo>
                <a:lnTo>
                  <a:pt x="78" y="121"/>
                </a:lnTo>
                <a:lnTo>
                  <a:pt x="90" y="127"/>
                </a:lnTo>
                <a:moveTo>
                  <a:pt x="84" y="139"/>
                </a:moveTo>
                <a:lnTo>
                  <a:pt x="77" y="153"/>
                </a:lnTo>
                <a:lnTo>
                  <a:pt x="66" y="131"/>
                </a:lnTo>
                <a:lnTo>
                  <a:pt x="78" y="126"/>
                </a:lnTo>
                <a:lnTo>
                  <a:pt x="83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4" y="139"/>
                </a:lnTo>
                <a:moveTo>
                  <a:pt x="66" y="131"/>
                </a:moveTo>
                <a:lnTo>
                  <a:pt x="61" y="120"/>
                </a:lnTo>
                <a:lnTo>
                  <a:pt x="72" y="114"/>
                </a:lnTo>
                <a:lnTo>
                  <a:pt x="78" y="126"/>
                </a:lnTo>
                <a:lnTo>
                  <a:pt x="66" y="131"/>
                </a:lnTo>
                <a:moveTo>
                  <a:pt x="61" y="120"/>
                </a:moveTo>
                <a:lnTo>
                  <a:pt x="55" y="108"/>
                </a:lnTo>
                <a:lnTo>
                  <a:pt x="66" y="102"/>
                </a:lnTo>
                <a:lnTo>
                  <a:pt x="72" y="114"/>
                </a:lnTo>
                <a:lnTo>
                  <a:pt x="61" y="120"/>
                </a:lnTo>
                <a:moveTo>
                  <a:pt x="55" y="108"/>
                </a:moveTo>
                <a:lnTo>
                  <a:pt x="48" y="96"/>
                </a:lnTo>
                <a:lnTo>
                  <a:pt x="61" y="90"/>
                </a:lnTo>
                <a:lnTo>
                  <a:pt x="66" y="102"/>
                </a:lnTo>
                <a:lnTo>
                  <a:pt x="55" y="108"/>
                </a:lnTo>
                <a:moveTo>
                  <a:pt x="48" y="96"/>
                </a:moveTo>
                <a:lnTo>
                  <a:pt x="42" y="84"/>
                </a:lnTo>
                <a:lnTo>
                  <a:pt x="55" y="78"/>
                </a:lnTo>
                <a:lnTo>
                  <a:pt x="61" y="90"/>
                </a:lnTo>
                <a:lnTo>
                  <a:pt x="48" y="96"/>
                </a:lnTo>
                <a:moveTo>
                  <a:pt x="42" y="84"/>
                </a:moveTo>
                <a:lnTo>
                  <a:pt x="36" y="72"/>
                </a:lnTo>
                <a:lnTo>
                  <a:pt x="48" y="66"/>
                </a:lnTo>
                <a:lnTo>
                  <a:pt x="55" y="78"/>
                </a:lnTo>
                <a:lnTo>
                  <a:pt x="42" y="84"/>
                </a:lnTo>
                <a:moveTo>
                  <a:pt x="36" y="72"/>
                </a:moveTo>
                <a:lnTo>
                  <a:pt x="31" y="61"/>
                </a:lnTo>
                <a:lnTo>
                  <a:pt x="42" y="55"/>
                </a:lnTo>
                <a:lnTo>
                  <a:pt x="48" y="66"/>
                </a:lnTo>
                <a:lnTo>
                  <a:pt x="36" y="72"/>
                </a:lnTo>
                <a:moveTo>
                  <a:pt x="31" y="61"/>
                </a:moveTo>
                <a:lnTo>
                  <a:pt x="25" y="49"/>
                </a:lnTo>
                <a:lnTo>
                  <a:pt x="36" y="43"/>
                </a:lnTo>
                <a:lnTo>
                  <a:pt x="42" y="55"/>
                </a:lnTo>
                <a:lnTo>
                  <a:pt x="31" y="61"/>
                </a:lnTo>
                <a:moveTo>
                  <a:pt x="25" y="49"/>
                </a:moveTo>
                <a:lnTo>
                  <a:pt x="19" y="37"/>
                </a:lnTo>
                <a:lnTo>
                  <a:pt x="31" y="31"/>
                </a:lnTo>
                <a:lnTo>
                  <a:pt x="36" y="43"/>
                </a:lnTo>
                <a:lnTo>
                  <a:pt x="25" y="49"/>
                </a:lnTo>
                <a:moveTo>
                  <a:pt x="19" y="37"/>
                </a:moveTo>
                <a:lnTo>
                  <a:pt x="13" y="26"/>
                </a:lnTo>
                <a:lnTo>
                  <a:pt x="25" y="20"/>
                </a:lnTo>
                <a:lnTo>
                  <a:pt x="31" y="31"/>
                </a:lnTo>
                <a:lnTo>
                  <a:pt x="19" y="37"/>
                </a:lnTo>
                <a:moveTo>
                  <a:pt x="13" y="26"/>
                </a:moveTo>
                <a:lnTo>
                  <a:pt x="7" y="14"/>
                </a:lnTo>
                <a:lnTo>
                  <a:pt x="19" y="8"/>
                </a:lnTo>
                <a:lnTo>
                  <a:pt x="25" y="20"/>
                </a:lnTo>
                <a:lnTo>
                  <a:pt x="13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4281840" y="2642040"/>
            <a:ext cx="218160" cy="415800"/>
          </a:xfrm>
          <a:custGeom>
            <a:avLst/>
            <a:gdLst/>
            <a:ahLst/>
            <a:rect l="0" t="0" r="r" b="b"/>
            <a:pathLst>
              <a:path fill="none" w="606" h="1155">
                <a:moveTo>
                  <a:pt x="606" y="0"/>
                </a:moveTo>
                <a:lnTo>
                  <a:pt x="505" y="101"/>
                </a:lnTo>
                <a:cubicBezTo>
                  <a:pt x="403" y="204"/>
                  <a:pt x="202" y="407"/>
                  <a:pt x="101" y="600"/>
                </a:cubicBezTo>
                <a:cubicBezTo>
                  <a:pt x="0" y="792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4258440" y="30340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4254840" y="303156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1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6" y="62"/>
                </a:lnTo>
                <a:lnTo>
                  <a:pt x="112" y="51"/>
                </a:lnTo>
                <a:lnTo>
                  <a:pt x="124" y="56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6" y="62"/>
                </a:lnTo>
                <a:lnTo>
                  <a:pt x="118" y="68"/>
                </a:lnTo>
                <a:moveTo>
                  <a:pt x="112" y="80"/>
                </a:moveTo>
                <a:lnTo>
                  <a:pt x="106" y="91"/>
                </a:lnTo>
                <a:lnTo>
                  <a:pt x="95" y="85"/>
                </a:lnTo>
                <a:lnTo>
                  <a:pt x="101" y="74"/>
                </a:lnTo>
                <a:lnTo>
                  <a:pt x="112" y="80"/>
                </a:lnTo>
                <a:moveTo>
                  <a:pt x="106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5"/>
                </a:lnTo>
                <a:lnTo>
                  <a:pt x="106" y="91"/>
                </a:lnTo>
                <a:moveTo>
                  <a:pt x="101" y="103"/>
                </a:moveTo>
                <a:lnTo>
                  <a:pt x="95" y="116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6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3"/>
                </a:lnTo>
                <a:lnTo>
                  <a:pt x="66" y="131"/>
                </a:lnTo>
                <a:lnTo>
                  <a:pt x="77" y="126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7" y="126"/>
                </a:lnTo>
                <a:lnTo>
                  <a:pt x="66" y="131"/>
                </a:lnTo>
                <a:moveTo>
                  <a:pt x="60" y="120"/>
                </a:moveTo>
                <a:lnTo>
                  <a:pt x="54" y="107"/>
                </a:lnTo>
                <a:lnTo>
                  <a:pt x="66" y="101"/>
                </a:lnTo>
                <a:lnTo>
                  <a:pt x="72" y="114"/>
                </a:lnTo>
                <a:lnTo>
                  <a:pt x="60" y="120"/>
                </a:lnTo>
                <a:moveTo>
                  <a:pt x="54" y="107"/>
                </a:moveTo>
                <a:lnTo>
                  <a:pt x="48" y="96"/>
                </a:lnTo>
                <a:lnTo>
                  <a:pt x="60" y="90"/>
                </a:lnTo>
                <a:lnTo>
                  <a:pt x="66" y="101"/>
                </a:lnTo>
                <a:lnTo>
                  <a:pt x="54" y="107"/>
                </a:lnTo>
                <a:moveTo>
                  <a:pt x="48" y="96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8" y="96"/>
                </a:lnTo>
                <a:moveTo>
                  <a:pt x="43" y="84"/>
                </a:moveTo>
                <a:lnTo>
                  <a:pt x="37" y="72"/>
                </a:lnTo>
                <a:lnTo>
                  <a:pt x="48" y="66"/>
                </a:lnTo>
                <a:lnTo>
                  <a:pt x="54" y="78"/>
                </a:lnTo>
                <a:lnTo>
                  <a:pt x="43" y="84"/>
                </a:lnTo>
                <a:moveTo>
                  <a:pt x="37" y="72"/>
                </a:moveTo>
                <a:lnTo>
                  <a:pt x="30" y="61"/>
                </a:lnTo>
                <a:lnTo>
                  <a:pt x="43" y="55"/>
                </a:lnTo>
                <a:lnTo>
                  <a:pt x="48" y="66"/>
                </a:lnTo>
                <a:lnTo>
                  <a:pt x="37" y="72"/>
                </a:lnTo>
                <a:moveTo>
                  <a:pt x="30" y="61"/>
                </a:moveTo>
                <a:lnTo>
                  <a:pt x="24" y="49"/>
                </a:lnTo>
                <a:lnTo>
                  <a:pt x="37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7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4812840" y="2642040"/>
            <a:ext cx="218160" cy="451080"/>
          </a:xfrm>
          <a:custGeom>
            <a:avLst/>
            <a:gdLst/>
            <a:ahLst/>
            <a:rect l="0" t="0" r="r" b="b"/>
            <a:pathLst>
              <a:path fill="none" w="606" h="1253">
                <a:moveTo>
                  <a:pt x="0" y="0"/>
                </a:moveTo>
                <a:lnTo>
                  <a:pt x="101" y="101"/>
                </a:lnTo>
                <a:cubicBezTo>
                  <a:pt x="202" y="203"/>
                  <a:pt x="404" y="406"/>
                  <a:pt x="505" y="615"/>
                </a:cubicBezTo>
                <a:cubicBezTo>
                  <a:pt x="606" y="825"/>
                  <a:pt x="606" y="1039"/>
                  <a:pt x="606" y="1146"/>
                </a:cubicBezTo>
                <a:lnTo>
                  <a:pt x="606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5007240" y="306936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5003280" y="306684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2"/>
                </a:moveTo>
                <a:lnTo>
                  <a:pt x="136" y="34"/>
                </a:lnTo>
                <a:lnTo>
                  <a:pt x="124" y="28"/>
                </a:lnTo>
                <a:lnTo>
                  <a:pt x="130" y="17"/>
                </a:lnTo>
                <a:lnTo>
                  <a:pt x="142" y="22"/>
                </a:lnTo>
                <a:moveTo>
                  <a:pt x="136" y="34"/>
                </a:moveTo>
                <a:lnTo>
                  <a:pt x="130" y="46"/>
                </a:lnTo>
                <a:lnTo>
                  <a:pt x="118" y="40"/>
                </a:lnTo>
                <a:lnTo>
                  <a:pt x="124" y="28"/>
                </a:lnTo>
                <a:lnTo>
                  <a:pt x="136" y="34"/>
                </a:lnTo>
                <a:moveTo>
                  <a:pt x="130" y="46"/>
                </a:moveTo>
                <a:lnTo>
                  <a:pt x="124" y="57"/>
                </a:lnTo>
                <a:lnTo>
                  <a:pt x="113" y="51"/>
                </a:lnTo>
                <a:lnTo>
                  <a:pt x="118" y="40"/>
                </a:lnTo>
                <a:lnTo>
                  <a:pt x="130" y="46"/>
                </a:lnTo>
                <a:moveTo>
                  <a:pt x="124" y="57"/>
                </a:moveTo>
                <a:lnTo>
                  <a:pt x="118" y="69"/>
                </a:lnTo>
                <a:lnTo>
                  <a:pt x="107" y="63"/>
                </a:lnTo>
                <a:lnTo>
                  <a:pt x="113" y="51"/>
                </a:lnTo>
                <a:lnTo>
                  <a:pt x="124" y="57"/>
                </a:lnTo>
                <a:moveTo>
                  <a:pt x="118" y="69"/>
                </a:moveTo>
                <a:lnTo>
                  <a:pt x="113" y="81"/>
                </a:lnTo>
                <a:lnTo>
                  <a:pt x="101" y="75"/>
                </a:lnTo>
                <a:lnTo>
                  <a:pt x="107" y="63"/>
                </a:lnTo>
                <a:lnTo>
                  <a:pt x="118" y="69"/>
                </a:lnTo>
                <a:moveTo>
                  <a:pt x="113" y="81"/>
                </a:moveTo>
                <a:lnTo>
                  <a:pt x="107" y="92"/>
                </a:lnTo>
                <a:lnTo>
                  <a:pt x="95" y="86"/>
                </a:lnTo>
                <a:lnTo>
                  <a:pt x="101" y="75"/>
                </a:lnTo>
                <a:lnTo>
                  <a:pt x="113" y="81"/>
                </a:lnTo>
                <a:moveTo>
                  <a:pt x="107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7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10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8" y="121"/>
                </a:lnTo>
                <a:lnTo>
                  <a:pt x="83" y="110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2"/>
                </a:lnTo>
                <a:lnTo>
                  <a:pt x="65" y="131"/>
                </a:lnTo>
                <a:lnTo>
                  <a:pt x="78" y="125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20"/>
                </a:lnTo>
                <a:lnTo>
                  <a:pt x="72" y="114"/>
                </a:lnTo>
                <a:lnTo>
                  <a:pt x="78" y="125"/>
                </a:lnTo>
                <a:lnTo>
                  <a:pt x="65" y="131"/>
                </a:lnTo>
                <a:moveTo>
                  <a:pt x="59" y="120"/>
                </a:moveTo>
                <a:lnTo>
                  <a:pt x="53" y="108"/>
                </a:lnTo>
                <a:lnTo>
                  <a:pt x="65" y="102"/>
                </a:lnTo>
                <a:lnTo>
                  <a:pt x="72" y="114"/>
                </a:lnTo>
                <a:lnTo>
                  <a:pt x="59" y="120"/>
                </a:lnTo>
                <a:moveTo>
                  <a:pt x="53" y="108"/>
                </a:moveTo>
                <a:lnTo>
                  <a:pt x="48" y="96"/>
                </a:lnTo>
                <a:lnTo>
                  <a:pt x="59" y="91"/>
                </a:lnTo>
                <a:lnTo>
                  <a:pt x="65" y="102"/>
                </a:lnTo>
                <a:lnTo>
                  <a:pt x="53" y="108"/>
                </a:lnTo>
                <a:moveTo>
                  <a:pt x="48" y="96"/>
                </a:moveTo>
                <a:lnTo>
                  <a:pt x="42" y="85"/>
                </a:lnTo>
                <a:lnTo>
                  <a:pt x="53" y="79"/>
                </a:lnTo>
                <a:lnTo>
                  <a:pt x="59" y="91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7"/>
                </a:lnTo>
                <a:lnTo>
                  <a:pt x="53" y="79"/>
                </a:lnTo>
                <a:lnTo>
                  <a:pt x="42" y="85"/>
                </a:lnTo>
                <a:moveTo>
                  <a:pt x="36" y="73"/>
                </a:moveTo>
                <a:lnTo>
                  <a:pt x="30" y="61"/>
                </a:lnTo>
                <a:lnTo>
                  <a:pt x="42" y="56"/>
                </a:lnTo>
                <a:lnTo>
                  <a:pt x="48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50"/>
                </a:lnTo>
                <a:lnTo>
                  <a:pt x="36" y="44"/>
                </a:lnTo>
                <a:lnTo>
                  <a:pt x="42" y="56"/>
                </a:lnTo>
                <a:lnTo>
                  <a:pt x="30" y="61"/>
                </a:lnTo>
                <a:moveTo>
                  <a:pt x="24" y="50"/>
                </a:moveTo>
                <a:lnTo>
                  <a:pt x="19" y="38"/>
                </a:lnTo>
                <a:lnTo>
                  <a:pt x="30" y="32"/>
                </a:lnTo>
                <a:lnTo>
                  <a:pt x="36" y="44"/>
                </a:lnTo>
                <a:lnTo>
                  <a:pt x="24" y="50"/>
                </a:lnTo>
                <a:moveTo>
                  <a:pt x="19" y="38"/>
                </a:moveTo>
                <a:lnTo>
                  <a:pt x="13" y="27"/>
                </a:lnTo>
                <a:lnTo>
                  <a:pt x="24" y="21"/>
                </a:lnTo>
                <a:lnTo>
                  <a:pt x="30" y="32"/>
                </a:lnTo>
                <a:lnTo>
                  <a:pt x="19" y="38"/>
                </a:lnTo>
                <a:moveTo>
                  <a:pt x="13" y="27"/>
                </a:moveTo>
                <a:lnTo>
                  <a:pt x="7" y="15"/>
                </a:lnTo>
                <a:lnTo>
                  <a:pt x="19" y="8"/>
                </a:lnTo>
                <a:lnTo>
                  <a:pt x="24" y="21"/>
                </a:lnTo>
                <a:lnTo>
                  <a:pt x="13" y="27"/>
                </a:lnTo>
                <a:moveTo>
                  <a:pt x="7" y="15"/>
                </a:moveTo>
                <a:lnTo>
                  <a:pt x="0" y="0"/>
                </a:lnTo>
                <a:lnTo>
                  <a:pt x="19" y="0"/>
                </a:lnTo>
                <a:lnTo>
                  <a:pt x="19" y="14"/>
                </a:lnTo>
                <a:lnTo>
                  <a:pt x="11" y="14"/>
                </a:lnTo>
                <a:lnTo>
                  <a:pt x="11" y="7"/>
                </a:lnTo>
                <a:lnTo>
                  <a:pt x="16" y="4"/>
                </a:lnTo>
                <a:lnTo>
                  <a:pt x="19" y="8"/>
                </a:lnTo>
                <a:lnTo>
                  <a:pt x="7" y="15"/>
                </a:lnTo>
                <a:moveTo>
                  <a:pt x="19" y="0"/>
                </a:moveTo>
                <a:lnTo>
                  <a:pt x="32" y="0"/>
                </a:lnTo>
                <a:lnTo>
                  <a:pt x="32" y="14"/>
                </a:lnTo>
                <a:lnTo>
                  <a:pt x="19" y="14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4"/>
                </a:lnTo>
                <a:lnTo>
                  <a:pt x="32" y="14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4"/>
                </a:lnTo>
                <a:lnTo>
                  <a:pt x="45" y="14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4"/>
                </a:lnTo>
                <a:lnTo>
                  <a:pt x="58" y="14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4"/>
                </a:lnTo>
                <a:lnTo>
                  <a:pt x="72" y="14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4"/>
                </a:lnTo>
                <a:lnTo>
                  <a:pt x="85" y="14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4"/>
                </a:lnTo>
                <a:lnTo>
                  <a:pt x="98" y="14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4"/>
                </a:lnTo>
                <a:lnTo>
                  <a:pt x="111" y="14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4"/>
                </a:lnTo>
                <a:lnTo>
                  <a:pt x="124" y="14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2"/>
                </a:lnTo>
                <a:lnTo>
                  <a:pt x="130" y="17"/>
                </a:lnTo>
                <a:lnTo>
                  <a:pt x="136" y="4"/>
                </a:lnTo>
                <a:lnTo>
                  <a:pt x="142" y="7"/>
                </a:lnTo>
                <a:lnTo>
                  <a:pt x="142" y="14"/>
                </a:lnTo>
                <a:lnTo>
                  <a:pt x="137" y="14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4120200" y="157104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4120200" y="157104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4350600" y="1364400"/>
            <a:ext cx="6318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Organisatie A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4218480" y="232596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218480" y="232596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4295880" y="167148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4075560" y="308088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1"/>
                  <a:pt x="76" y="220"/>
                  <a:pt x="97" y="228"/>
                </a:cubicBezTo>
                <a:cubicBezTo>
                  <a:pt x="118" y="236"/>
                  <a:pt x="142" y="243"/>
                  <a:pt x="168" y="250"/>
                </a:cubicBezTo>
                <a:cubicBezTo>
                  <a:pt x="195" y="257"/>
                  <a:pt x="224" y="263"/>
                  <a:pt x="255" y="268"/>
                </a:cubicBezTo>
                <a:cubicBezTo>
                  <a:pt x="286" y="274"/>
                  <a:pt x="319" y="278"/>
                  <a:pt x="354" y="282"/>
                </a:cubicBezTo>
                <a:cubicBezTo>
                  <a:pt x="389" y="286"/>
                  <a:pt x="425" y="288"/>
                  <a:pt x="462" y="290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0"/>
                </a:cubicBezTo>
                <a:cubicBezTo>
                  <a:pt x="723" y="288"/>
                  <a:pt x="759" y="286"/>
                  <a:pt x="794" y="282"/>
                </a:cubicBezTo>
                <a:cubicBezTo>
                  <a:pt x="828" y="278"/>
                  <a:pt x="861" y="274"/>
                  <a:pt x="893" y="268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3"/>
                  <a:pt x="1030" y="236"/>
                  <a:pt x="1051" y="228"/>
                </a:cubicBezTo>
                <a:cubicBezTo>
                  <a:pt x="1072" y="220"/>
                  <a:pt x="1089" y="211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7"/>
                  <a:pt x="1136" y="118"/>
                </a:cubicBezTo>
                <a:cubicBezTo>
                  <a:pt x="1129" y="109"/>
                  <a:pt x="1118" y="99"/>
                  <a:pt x="1104" y="90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19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30" y="99"/>
                  <a:pt x="19" y="109"/>
                  <a:pt x="11" y="118"/>
                </a:cubicBezTo>
                <a:cubicBezTo>
                  <a:pt x="4" y="127"/>
                  <a:pt x="0" y="137"/>
                  <a:pt x="0" y="147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9" y="966"/>
                  <a:pt x="30" y="975"/>
                  <a:pt x="44" y="984"/>
                </a:cubicBezTo>
                <a:cubicBezTo>
                  <a:pt x="58" y="993"/>
                  <a:pt x="76" y="1001"/>
                  <a:pt x="97" y="1009"/>
                </a:cubicBezTo>
                <a:cubicBezTo>
                  <a:pt x="118" y="1017"/>
                  <a:pt x="142" y="1025"/>
                  <a:pt x="168" y="1032"/>
                </a:cubicBezTo>
                <a:cubicBezTo>
                  <a:pt x="195" y="1038"/>
                  <a:pt x="224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60"/>
                  <a:pt x="861" y="1055"/>
                  <a:pt x="893" y="1050"/>
                </a:cubicBezTo>
                <a:cubicBezTo>
                  <a:pt x="924" y="1045"/>
                  <a:pt x="953" y="1038"/>
                  <a:pt x="979" y="1032"/>
                </a:cubicBezTo>
                <a:cubicBezTo>
                  <a:pt x="1006" y="1025"/>
                  <a:pt x="1030" y="1017"/>
                  <a:pt x="1051" y="1009"/>
                </a:cubicBezTo>
                <a:cubicBezTo>
                  <a:pt x="1072" y="1001"/>
                  <a:pt x="1089" y="993"/>
                  <a:pt x="1104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4" y="947"/>
                  <a:pt x="1147" y="938"/>
                  <a:pt x="1147" y="928"/>
                </a:cubicBezTo>
                <a:lnTo>
                  <a:pt x="1147" y="147"/>
                </a:lnTo>
                <a:lnTo>
                  <a:pt x="0" y="14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075560" y="308088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1"/>
                  <a:pt x="76" y="220"/>
                  <a:pt x="97" y="228"/>
                </a:cubicBezTo>
                <a:cubicBezTo>
                  <a:pt x="118" y="236"/>
                  <a:pt x="142" y="243"/>
                  <a:pt x="168" y="250"/>
                </a:cubicBezTo>
                <a:cubicBezTo>
                  <a:pt x="195" y="257"/>
                  <a:pt x="224" y="263"/>
                  <a:pt x="255" y="268"/>
                </a:cubicBezTo>
                <a:cubicBezTo>
                  <a:pt x="286" y="274"/>
                  <a:pt x="319" y="278"/>
                  <a:pt x="354" y="282"/>
                </a:cubicBezTo>
                <a:cubicBezTo>
                  <a:pt x="389" y="286"/>
                  <a:pt x="425" y="288"/>
                  <a:pt x="462" y="290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0"/>
                </a:cubicBezTo>
                <a:cubicBezTo>
                  <a:pt x="723" y="288"/>
                  <a:pt x="759" y="286"/>
                  <a:pt x="794" y="282"/>
                </a:cubicBezTo>
                <a:cubicBezTo>
                  <a:pt x="828" y="278"/>
                  <a:pt x="861" y="274"/>
                  <a:pt x="893" y="268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3"/>
                  <a:pt x="1030" y="236"/>
                  <a:pt x="1051" y="228"/>
                </a:cubicBezTo>
                <a:cubicBezTo>
                  <a:pt x="1072" y="220"/>
                  <a:pt x="1089" y="211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7"/>
                  <a:pt x="1136" y="118"/>
                </a:cubicBezTo>
                <a:cubicBezTo>
                  <a:pt x="1129" y="109"/>
                  <a:pt x="1118" y="99"/>
                  <a:pt x="1104" y="90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19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30" y="99"/>
                  <a:pt x="19" y="109"/>
                  <a:pt x="11" y="118"/>
                </a:cubicBezTo>
                <a:cubicBezTo>
                  <a:pt x="4" y="127"/>
                  <a:pt x="0" y="137"/>
                  <a:pt x="0" y="147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9" y="966"/>
                  <a:pt x="30" y="975"/>
                  <a:pt x="44" y="984"/>
                </a:cubicBezTo>
                <a:cubicBezTo>
                  <a:pt x="58" y="993"/>
                  <a:pt x="76" y="1001"/>
                  <a:pt x="97" y="1009"/>
                </a:cubicBezTo>
                <a:cubicBezTo>
                  <a:pt x="118" y="1017"/>
                  <a:pt x="142" y="1025"/>
                  <a:pt x="168" y="1032"/>
                </a:cubicBezTo>
                <a:cubicBezTo>
                  <a:pt x="195" y="1038"/>
                  <a:pt x="224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60"/>
                  <a:pt x="861" y="1055"/>
                  <a:pt x="893" y="1050"/>
                </a:cubicBezTo>
                <a:cubicBezTo>
                  <a:pt x="924" y="1045"/>
                  <a:pt x="953" y="1038"/>
                  <a:pt x="979" y="1032"/>
                </a:cubicBezTo>
                <a:cubicBezTo>
                  <a:pt x="1006" y="1025"/>
                  <a:pt x="1030" y="1017"/>
                  <a:pt x="1051" y="1009"/>
                </a:cubicBezTo>
                <a:cubicBezTo>
                  <a:pt x="1072" y="1001"/>
                  <a:pt x="1089" y="993"/>
                  <a:pt x="1104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4" y="947"/>
                  <a:pt x="1147" y="938"/>
                  <a:pt x="1147" y="928"/>
                </a:cubicBezTo>
                <a:lnTo>
                  <a:pt x="1147" y="147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394160" y="242640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780800" y="311616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780800" y="311616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4119840" y="327528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4956480" y="321660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8" name=""/>
          <p:cNvSpPr/>
          <p:nvPr/>
        </p:nvSpPr>
        <p:spPr>
          <a:xfrm>
            <a:off x="857160" y="2814840"/>
            <a:ext cx="684720" cy="41760"/>
          </a:xfrm>
          <a:custGeom>
            <a:avLst/>
            <a:gdLst/>
            <a:ahLst/>
            <a:rect l="0" t="0" r="r" b="b"/>
            <a:pathLst>
              <a:path fill="none" w="1902" h="116">
                <a:moveTo>
                  <a:pt x="0" y="116"/>
                </a:moveTo>
                <a:lnTo>
                  <a:pt x="163" y="89"/>
                </a:lnTo>
                <a:cubicBezTo>
                  <a:pt x="326" y="63"/>
                  <a:pt x="652" y="9"/>
                  <a:pt x="968" y="1"/>
                </a:cubicBezTo>
                <a:cubicBezTo>
                  <a:pt x="1285" y="-6"/>
                  <a:pt x="1593" y="31"/>
                  <a:pt x="1747" y="51"/>
                </a:cubicBezTo>
                <a:lnTo>
                  <a:pt x="1902" y="7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1523880" y="282168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6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1521720" y="281916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8"/>
                </a:moveTo>
                <a:lnTo>
                  <a:pt x="33" y="13"/>
                </a:lnTo>
                <a:lnTo>
                  <a:pt x="28" y="21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1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2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2"/>
                </a:moveTo>
                <a:lnTo>
                  <a:pt x="85" y="47"/>
                </a:lnTo>
                <a:lnTo>
                  <a:pt x="80" y="55"/>
                </a:lnTo>
                <a:lnTo>
                  <a:pt x="72" y="50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5"/>
                </a:lnTo>
                <a:lnTo>
                  <a:pt x="85" y="47"/>
                </a:lnTo>
                <a:moveTo>
                  <a:pt x="92" y="52"/>
                </a:moveTo>
                <a:lnTo>
                  <a:pt x="99" y="57"/>
                </a:lnTo>
                <a:lnTo>
                  <a:pt x="94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7"/>
                </a:lnTo>
                <a:lnTo>
                  <a:pt x="98" y="62"/>
                </a:lnTo>
                <a:lnTo>
                  <a:pt x="96" y="65"/>
                </a:lnTo>
                <a:lnTo>
                  <a:pt x="94" y="64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7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0"/>
                </a:lnTo>
                <a:lnTo>
                  <a:pt x="40" y="77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3"/>
                </a:lnTo>
                <a:lnTo>
                  <a:pt x="32" y="80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6"/>
                </a:lnTo>
                <a:lnTo>
                  <a:pt x="24" y="83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89"/>
                </a:lnTo>
                <a:lnTo>
                  <a:pt x="15" y="86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8"/>
                </a:lnTo>
                <a:lnTo>
                  <a:pt x="11" y="89"/>
                </a:lnTo>
                <a:lnTo>
                  <a:pt x="10" y="95"/>
                </a:lnTo>
                <a:lnTo>
                  <a:pt x="6" y="94"/>
                </a:lnTo>
                <a:lnTo>
                  <a:pt x="4" y="90"/>
                </a:lnTo>
                <a:lnTo>
                  <a:pt x="7" y="89"/>
                </a:lnTo>
                <a:lnTo>
                  <a:pt x="10" y="99"/>
                </a:lnTo>
                <a:moveTo>
                  <a:pt x="2" y="88"/>
                </a:moveTo>
                <a:lnTo>
                  <a:pt x="3" y="80"/>
                </a:lnTo>
                <a:lnTo>
                  <a:pt x="12" y="81"/>
                </a:lnTo>
                <a:lnTo>
                  <a:pt x="11" y="89"/>
                </a:lnTo>
                <a:lnTo>
                  <a:pt x="2" y="88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3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3"/>
                </a:lnTo>
                <a:lnTo>
                  <a:pt x="15" y="55"/>
                </a:lnTo>
                <a:lnTo>
                  <a:pt x="14" y="63"/>
                </a:lnTo>
                <a:lnTo>
                  <a:pt x="5" y="62"/>
                </a:lnTo>
                <a:moveTo>
                  <a:pt x="6" y="53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3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7"/>
                </a:lnTo>
                <a:lnTo>
                  <a:pt x="18" y="28"/>
                </a:lnTo>
                <a:lnTo>
                  <a:pt x="17" y="37"/>
                </a:lnTo>
                <a:lnTo>
                  <a:pt x="8" y="36"/>
                </a:lnTo>
                <a:moveTo>
                  <a:pt x="9" y="27"/>
                </a:moveTo>
                <a:lnTo>
                  <a:pt x="10" y="19"/>
                </a:lnTo>
                <a:lnTo>
                  <a:pt x="19" y="20"/>
                </a:lnTo>
                <a:lnTo>
                  <a:pt x="18" y="28"/>
                </a:lnTo>
                <a:lnTo>
                  <a:pt x="9" y="27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8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2282040" y="280908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2744640" y="28076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2742840" y="280476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25" y="9"/>
                </a:moveTo>
                <a:lnTo>
                  <a:pt x="33" y="14"/>
                </a:lnTo>
                <a:lnTo>
                  <a:pt x="27" y="21"/>
                </a:lnTo>
                <a:lnTo>
                  <a:pt x="20" y="16"/>
                </a:lnTo>
                <a:lnTo>
                  <a:pt x="25" y="9"/>
                </a:lnTo>
                <a:moveTo>
                  <a:pt x="33" y="14"/>
                </a:moveTo>
                <a:lnTo>
                  <a:pt x="40" y="19"/>
                </a:lnTo>
                <a:lnTo>
                  <a:pt x="36" y="26"/>
                </a:lnTo>
                <a:lnTo>
                  <a:pt x="27" y="21"/>
                </a:lnTo>
                <a:lnTo>
                  <a:pt x="33" y="14"/>
                </a:lnTo>
                <a:moveTo>
                  <a:pt x="40" y="19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0" y="19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3"/>
                </a:moveTo>
                <a:lnTo>
                  <a:pt x="70" y="39"/>
                </a:lnTo>
                <a:lnTo>
                  <a:pt x="65" y="46"/>
                </a:lnTo>
                <a:lnTo>
                  <a:pt x="58" y="41"/>
                </a:lnTo>
                <a:lnTo>
                  <a:pt x="63" y="33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5" y="46"/>
                </a:lnTo>
                <a:lnTo>
                  <a:pt x="70" y="39"/>
                </a:lnTo>
                <a:moveTo>
                  <a:pt x="77" y="44"/>
                </a:moveTo>
                <a:lnTo>
                  <a:pt x="85" y="48"/>
                </a:lnTo>
                <a:lnTo>
                  <a:pt x="80" y="56"/>
                </a:lnTo>
                <a:lnTo>
                  <a:pt x="73" y="51"/>
                </a:lnTo>
                <a:lnTo>
                  <a:pt x="77" y="44"/>
                </a:lnTo>
                <a:moveTo>
                  <a:pt x="85" y="48"/>
                </a:moveTo>
                <a:lnTo>
                  <a:pt x="92" y="53"/>
                </a:lnTo>
                <a:lnTo>
                  <a:pt x="87" y="61"/>
                </a:lnTo>
                <a:lnTo>
                  <a:pt x="80" y="56"/>
                </a:lnTo>
                <a:lnTo>
                  <a:pt x="85" y="48"/>
                </a:lnTo>
                <a:moveTo>
                  <a:pt x="92" y="53"/>
                </a:moveTo>
                <a:lnTo>
                  <a:pt x="99" y="58"/>
                </a:lnTo>
                <a:lnTo>
                  <a:pt x="95" y="65"/>
                </a:lnTo>
                <a:lnTo>
                  <a:pt x="87" y="61"/>
                </a:lnTo>
                <a:lnTo>
                  <a:pt x="92" y="53"/>
                </a:lnTo>
                <a:moveTo>
                  <a:pt x="99" y="58"/>
                </a:moveTo>
                <a:lnTo>
                  <a:pt x="108" y="64"/>
                </a:lnTo>
                <a:lnTo>
                  <a:pt x="93" y="69"/>
                </a:lnTo>
                <a:lnTo>
                  <a:pt x="90" y="61"/>
                </a:lnTo>
                <a:lnTo>
                  <a:pt x="97" y="58"/>
                </a:lnTo>
                <a:lnTo>
                  <a:pt x="98" y="63"/>
                </a:lnTo>
                <a:lnTo>
                  <a:pt x="96" y="66"/>
                </a:lnTo>
                <a:lnTo>
                  <a:pt x="95" y="65"/>
                </a:lnTo>
                <a:lnTo>
                  <a:pt x="99" y="58"/>
                </a:lnTo>
                <a:moveTo>
                  <a:pt x="93" y="69"/>
                </a:moveTo>
                <a:lnTo>
                  <a:pt x="85" y="72"/>
                </a:lnTo>
                <a:lnTo>
                  <a:pt x="82" y="64"/>
                </a:lnTo>
                <a:lnTo>
                  <a:pt x="90" y="61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7"/>
                </a:lnTo>
                <a:lnTo>
                  <a:pt x="82" y="64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70"/>
                </a:lnTo>
                <a:lnTo>
                  <a:pt x="74" y="67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3"/>
                </a:lnTo>
                <a:lnTo>
                  <a:pt x="65" y="70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6"/>
                </a:lnTo>
                <a:lnTo>
                  <a:pt x="57" y="73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9"/>
                </a:lnTo>
                <a:lnTo>
                  <a:pt x="49" y="76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2"/>
                </a:lnTo>
                <a:lnTo>
                  <a:pt x="41" y="79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5"/>
                </a:lnTo>
                <a:lnTo>
                  <a:pt x="31" y="82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8"/>
                </a:lnTo>
                <a:lnTo>
                  <a:pt x="23" y="85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1"/>
                </a:lnTo>
                <a:lnTo>
                  <a:pt x="15" y="88"/>
                </a:lnTo>
                <a:lnTo>
                  <a:pt x="18" y="96"/>
                </a:lnTo>
                <a:moveTo>
                  <a:pt x="9" y="99"/>
                </a:moveTo>
                <a:lnTo>
                  <a:pt x="0" y="103"/>
                </a:lnTo>
                <a:lnTo>
                  <a:pt x="1" y="90"/>
                </a:lnTo>
                <a:lnTo>
                  <a:pt x="10" y="91"/>
                </a:lnTo>
                <a:lnTo>
                  <a:pt x="9" y="97"/>
                </a:lnTo>
                <a:lnTo>
                  <a:pt x="5" y="96"/>
                </a:lnTo>
                <a:lnTo>
                  <a:pt x="3" y="92"/>
                </a:lnTo>
                <a:lnTo>
                  <a:pt x="6" y="91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3"/>
                </a:lnTo>
                <a:lnTo>
                  <a:pt x="12" y="74"/>
                </a:lnTo>
                <a:lnTo>
                  <a:pt x="11" y="82"/>
                </a:lnTo>
                <a:lnTo>
                  <a:pt x="2" y="81"/>
                </a:lnTo>
                <a:moveTo>
                  <a:pt x="3" y="73"/>
                </a:moveTo>
                <a:lnTo>
                  <a:pt x="4" y="64"/>
                </a:lnTo>
                <a:lnTo>
                  <a:pt x="13" y="65"/>
                </a:lnTo>
                <a:lnTo>
                  <a:pt x="12" y="74"/>
                </a:lnTo>
                <a:lnTo>
                  <a:pt x="3" y="73"/>
                </a:lnTo>
                <a:moveTo>
                  <a:pt x="4" y="64"/>
                </a:moveTo>
                <a:lnTo>
                  <a:pt x="5" y="55"/>
                </a:lnTo>
                <a:lnTo>
                  <a:pt x="14" y="56"/>
                </a:lnTo>
                <a:lnTo>
                  <a:pt x="13" y="65"/>
                </a:lnTo>
                <a:lnTo>
                  <a:pt x="4" y="64"/>
                </a:lnTo>
                <a:moveTo>
                  <a:pt x="5" y="55"/>
                </a:moveTo>
                <a:lnTo>
                  <a:pt x="6" y="47"/>
                </a:lnTo>
                <a:lnTo>
                  <a:pt x="15" y="48"/>
                </a:lnTo>
                <a:lnTo>
                  <a:pt x="14" y="56"/>
                </a:lnTo>
                <a:lnTo>
                  <a:pt x="5" y="55"/>
                </a:lnTo>
                <a:moveTo>
                  <a:pt x="6" y="47"/>
                </a:moveTo>
                <a:lnTo>
                  <a:pt x="7" y="38"/>
                </a:lnTo>
                <a:lnTo>
                  <a:pt x="16" y="39"/>
                </a:lnTo>
                <a:lnTo>
                  <a:pt x="15" y="48"/>
                </a:lnTo>
                <a:lnTo>
                  <a:pt x="6" y="47"/>
                </a:lnTo>
                <a:moveTo>
                  <a:pt x="7" y="38"/>
                </a:moveTo>
                <a:lnTo>
                  <a:pt x="8" y="28"/>
                </a:lnTo>
                <a:lnTo>
                  <a:pt x="17" y="29"/>
                </a:lnTo>
                <a:lnTo>
                  <a:pt x="16" y="39"/>
                </a:lnTo>
                <a:lnTo>
                  <a:pt x="7" y="38"/>
                </a:lnTo>
                <a:moveTo>
                  <a:pt x="8" y="28"/>
                </a:moveTo>
                <a:lnTo>
                  <a:pt x="9" y="19"/>
                </a:lnTo>
                <a:lnTo>
                  <a:pt x="18" y="20"/>
                </a:lnTo>
                <a:lnTo>
                  <a:pt x="17" y="29"/>
                </a:lnTo>
                <a:lnTo>
                  <a:pt x="8" y="28"/>
                </a:lnTo>
                <a:moveTo>
                  <a:pt x="9" y="19"/>
                </a:moveTo>
                <a:lnTo>
                  <a:pt x="10" y="11"/>
                </a:lnTo>
                <a:lnTo>
                  <a:pt x="19" y="12"/>
                </a:lnTo>
                <a:lnTo>
                  <a:pt x="18" y="20"/>
                </a:lnTo>
                <a:lnTo>
                  <a:pt x="9" y="19"/>
                </a:lnTo>
                <a:moveTo>
                  <a:pt x="10" y="11"/>
                </a:moveTo>
                <a:lnTo>
                  <a:pt x="11" y="0"/>
                </a:lnTo>
                <a:lnTo>
                  <a:pt x="25" y="9"/>
                </a:lnTo>
                <a:lnTo>
                  <a:pt x="20" y="16"/>
                </a:lnTo>
                <a:lnTo>
                  <a:pt x="13" y="12"/>
                </a:lnTo>
                <a:lnTo>
                  <a:pt x="15" y="8"/>
                </a:lnTo>
                <a:lnTo>
                  <a:pt x="19" y="8"/>
                </a:lnTo>
                <a:lnTo>
                  <a:pt x="19" y="12"/>
                </a:lnTo>
                <a:lnTo>
                  <a:pt x="1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806640" y="2813760"/>
            <a:ext cx="888120" cy="36360"/>
          </a:xfrm>
          <a:custGeom>
            <a:avLst/>
            <a:gdLst/>
            <a:ahLst/>
            <a:rect l="0" t="0" r="r" b="b"/>
            <a:pathLst>
              <a:path fill="none" w="2467" h="101">
                <a:moveTo>
                  <a:pt x="0" y="72"/>
                </a:moveTo>
                <a:lnTo>
                  <a:pt x="209" y="52"/>
                </a:lnTo>
                <a:cubicBezTo>
                  <a:pt x="418" y="33"/>
                  <a:pt x="838" y="-4"/>
                  <a:pt x="1248" y="0"/>
                </a:cubicBezTo>
                <a:cubicBezTo>
                  <a:pt x="1659" y="5"/>
                  <a:pt x="2063" y="52"/>
                  <a:pt x="2265" y="77"/>
                </a:cubicBezTo>
                <a:lnTo>
                  <a:pt x="2467" y="101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676760" y="283212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5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674960" y="28292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9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9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9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6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3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6"/>
                </a:lnTo>
                <a:lnTo>
                  <a:pt x="57" y="73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9"/>
                </a:lnTo>
                <a:lnTo>
                  <a:pt x="49" y="76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2"/>
                </a:lnTo>
                <a:lnTo>
                  <a:pt x="40" y="79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5"/>
                </a:lnTo>
                <a:lnTo>
                  <a:pt x="32" y="82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8"/>
                </a:lnTo>
                <a:lnTo>
                  <a:pt x="24" y="85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1"/>
                </a:lnTo>
                <a:lnTo>
                  <a:pt x="16" y="88"/>
                </a:lnTo>
                <a:lnTo>
                  <a:pt x="19" y="96"/>
                </a:lnTo>
                <a:moveTo>
                  <a:pt x="9" y="99"/>
                </a:moveTo>
                <a:lnTo>
                  <a:pt x="0" y="103"/>
                </a:lnTo>
                <a:lnTo>
                  <a:pt x="1" y="90"/>
                </a:lnTo>
                <a:lnTo>
                  <a:pt x="10" y="91"/>
                </a:lnTo>
                <a:lnTo>
                  <a:pt x="9" y="97"/>
                </a:lnTo>
                <a:lnTo>
                  <a:pt x="5" y="96"/>
                </a:lnTo>
                <a:lnTo>
                  <a:pt x="3" y="92"/>
                </a:lnTo>
                <a:lnTo>
                  <a:pt x="6" y="91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3"/>
                </a:lnTo>
                <a:lnTo>
                  <a:pt x="12" y="74"/>
                </a:lnTo>
                <a:lnTo>
                  <a:pt x="11" y="82"/>
                </a:lnTo>
                <a:lnTo>
                  <a:pt x="2" y="81"/>
                </a:lnTo>
                <a:moveTo>
                  <a:pt x="3" y="73"/>
                </a:moveTo>
                <a:lnTo>
                  <a:pt x="4" y="63"/>
                </a:lnTo>
                <a:lnTo>
                  <a:pt x="13" y="64"/>
                </a:lnTo>
                <a:lnTo>
                  <a:pt x="12" y="74"/>
                </a:lnTo>
                <a:lnTo>
                  <a:pt x="3" y="73"/>
                </a:lnTo>
                <a:moveTo>
                  <a:pt x="4" y="63"/>
                </a:moveTo>
                <a:lnTo>
                  <a:pt x="5" y="54"/>
                </a:lnTo>
                <a:lnTo>
                  <a:pt x="14" y="55"/>
                </a:lnTo>
                <a:lnTo>
                  <a:pt x="13" y="64"/>
                </a:lnTo>
                <a:lnTo>
                  <a:pt x="4" y="63"/>
                </a:lnTo>
                <a:moveTo>
                  <a:pt x="5" y="54"/>
                </a:moveTo>
                <a:lnTo>
                  <a:pt x="6" y="45"/>
                </a:lnTo>
                <a:lnTo>
                  <a:pt x="16" y="46"/>
                </a:lnTo>
                <a:lnTo>
                  <a:pt x="14" y="55"/>
                </a:lnTo>
                <a:lnTo>
                  <a:pt x="5" y="54"/>
                </a:lnTo>
                <a:moveTo>
                  <a:pt x="6" y="45"/>
                </a:moveTo>
                <a:lnTo>
                  <a:pt x="7" y="37"/>
                </a:lnTo>
                <a:lnTo>
                  <a:pt x="17" y="38"/>
                </a:lnTo>
                <a:lnTo>
                  <a:pt x="16" y="46"/>
                </a:lnTo>
                <a:lnTo>
                  <a:pt x="6" y="45"/>
                </a:lnTo>
                <a:moveTo>
                  <a:pt x="7" y="37"/>
                </a:moveTo>
                <a:lnTo>
                  <a:pt x="8" y="28"/>
                </a:lnTo>
                <a:lnTo>
                  <a:pt x="18" y="29"/>
                </a:lnTo>
                <a:lnTo>
                  <a:pt x="17" y="38"/>
                </a:lnTo>
                <a:lnTo>
                  <a:pt x="7" y="37"/>
                </a:lnTo>
                <a:moveTo>
                  <a:pt x="8" y="28"/>
                </a:moveTo>
                <a:lnTo>
                  <a:pt x="9" y="19"/>
                </a:lnTo>
                <a:lnTo>
                  <a:pt x="19" y="20"/>
                </a:lnTo>
                <a:lnTo>
                  <a:pt x="18" y="29"/>
                </a:lnTo>
                <a:lnTo>
                  <a:pt x="8" y="28"/>
                </a:lnTo>
                <a:moveTo>
                  <a:pt x="9" y="19"/>
                </a:moveTo>
                <a:lnTo>
                  <a:pt x="10" y="11"/>
                </a:lnTo>
                <a:lnTo>
                  <a:pt x="20" y="12"/>
                </a:lnTo>
                <a:lnTo>
                  <a:pt x="19" y="20"/>
                </a:lnTo>
                <a:lnTo>
                  <a:pt x="9" y="19"/>
                </a:lnTo>
                <a:moveTo>
                  <a:pt x="10" y="11"/>
                </a:moveTo>
                <a:lnTo>
                  <a:pt x="12" y="0"/>
                </a:lnTo>
                <a:lnTo>
                  <a:pt x="26" y="9"/>
                </a:lnTo>
                <a:lnTo>
                  <a:pt x="21" y="16"/>
                </a:lnTo>
                <a:lnTo>
                  <a:pt x="13" y="12"/>
                </a:lnTo>
                <a:lnTo>
                  <a:pt x="16" y="8"/>
                </a:lnTo>
                <a:lnTo>
                  <a:pt x="20" y="8"/>
                </a:lnTo>
                <a:lnTo>
                  <a:pt x="20" y="12"/>
                </a:lnTo>
                <a:lnTo>
                  <a:pt x="1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822480" y="291996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4"/>
                </a:lnTo>
                <a:cubicBezTo>
                  <a:pt x="2048" y="49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7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806640" y="29192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803040" y="291672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4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4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0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0"/>
                </a:moveTo>
                <a:lnTo>
                  <a:pt x="54" y="76"/>
                </a:lnTo>
                <a:lnTo>
                  <a:pt x="59" y="68"/>
                </a:lnTo>
                <a:lnTo>
                  <a:pt x="66" y="73"/>
                </a:lnTo>
                <a:lnTo>
                  <a:pt x="61" y="80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8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4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7"/>
                </a:lnTo>
                <a:lnTo>
                  <a:pt x="29" y="50"/>
                </a:lnTo>
                <a:lnTo>
                  <a:pt x="36" y="54"/>
                </a:lnTo>
                <a:lnTo>
                  <a:pt x="32" y="62"/>
                </a:lnTo>
                <a:moveTo>
                  <a:pt x="24" y="57"/>
                </a:moveTo>
                <a:lnTo>
                  <a:pt x="17" y="53"/>
                </a:lnTo>
                <a:lnTo>
                  <a:pt x="21" y="45"/>
                </a:lnTo>
                <a:lnTo>
                  <a:pt x="29" y="50"/>
                </a:lnTo>
                <a:lnTo>
                  <a:pt x="24" y="57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5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0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0"/>
                </a:moveTo>
                <a:lnTo>
                  <a:pt x="40" y="26"/>
                </a:lnTo>
                <a:lnTo>
                  <a:pt x="43" y="35"/>
                </a:lnTo>
                <a:lnTo>
                  <a:pt x="35" y="39"/>
                </a:lnTo>
                <a:lnTo>
                  <a:pt x="32" y="30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5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8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8"/>
                </a:lnTo>
                <a:lnTo>
                  <a:pt x="56" y="20"/>
                </a:lnTo>
                <a:moveTo>
                  <a:pt x="64" y="17"/>
                </a:moveTo>
                <a:lnTo>
                  <a:pt x="72" y="13"/>
                </a:lnTo>
                <a:lnTo>
                  <a:pt x="76" y="21"/>
                </a:lnTo>
                <a:lnTo>
                  <a:pt x="68" y="25"/>
                </a:lnTo>
                <a:lnTo>
                  <a:pt x="64" y="17"/>
                </a:lnTo>
                <a:moveTo>
                  <a:pt x="72" y="13"/>
                </a:moveTo>
                <a:lnTo>
                  <a:pt x="81" y="10"/>
                </a:lnTo>
                <a:lnTo>
                  <a:pt x="84" y="18"/>
                </a:lnTo>
                <a:lnTo>
                  <a:pt x="76" y="21"/>
                </a:lnTo>
                <a:lnTo>
                  <a:pt x="72" y="13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8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6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1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1"/>
                </a:moveTo>
                <a:lnTo>
                  <a:pt x="105" y="31"/>
                </a:lnTo>
                <a:lnTo>
                  <a:pt x="96" y="30"/>
                </a:lnTo>
                <a:lnTo>
                  <a:pt x="97" y="21"/>
                </a:lnTo>
                <a:lnTo>
                  <a:pt x="106" y="21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7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7"/>
                </a:moveTo>
                <a:lnTo>
                  <a:pt x="102" y="66"/>
                </a:lnTo>
                <a:lnTo>
                  <a:pt x="93" y="65"/>
                </a:lnTo>
                <a:lnTo>
                  <a:pt x="94" y="57"/>
                </a:lnTo>
                <a:lnTo>
                  <a:pt x="103" y="57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5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2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2"/>
                </a:moveTo>
                <a:lnTo>
                  <a:pt x="98" y="103"/>
                </a:lnTo>
                <a:lnTo>
                  <a:pt x="84" y="94"/>
                </a:lnTo>
                <a:lnTo>
                  <a:pt x="90" y="87"/>
                </a:lnTo>
                <a:lnTo>
                  <a:pt x="97" y="91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297520" y="293976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6"/>
                  <a:pt x="653" y="64"/>
                </a:cubicBezTo>
                <a:cubicBezTo>
                  <a:pt x="430" y="62"/>
                  <a:pt x="215" y="30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2282040" y="292608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2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2278440" y="292392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0"/>
                </a:lnTo>
                <a:lnTo>
                  <a:pt x="11" y="42"/>
                </a:lnTo>
                <a:lnTo>
                  <a:pt x="10" y="38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7"/>
                </a:lnTo>
                <a:lnTo>
                  <a:pt x="18" y="40"/>
                </a:lnTo>
                <a:lnTo>
                  <a:pt x="15" y="32"/>
                </a:lnTo>
                <a:moveTo>
                  <a:pt x="23" y="29"/>
                </a:moveTo>
                <a:lnTo>
                  <a:pt x="32" y="26"/>
                </a:lnTo>
                <a:lnTo>
                  <a:pt x="35" y="35"/>
                </a:lnTo>
                <a:lnTo>
                  <a:pt x="26" y="37"/>
                </a:lnTo>
                <a:lnTo>
                  <a:pt x="23" y="29"/>
                </a:lnTo>
                <a:moveTo>
                  <a:pt x="32" y="26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6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6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6"/>
                </a:lnTo>
                <a:lnTo>
                  <a:pt x="57" y="18"/>
                </a:lnTo>
                <a:moveTo>
                  <a:pt x="65" y="15"/>
                </a:moveTo>
                <a:lnTo>
                  <a:pt x="73" y="12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2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2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2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3"/>
                </a:lnTo>
                <a:lnTo>
                  <a:pt x="99" y="12"/>
                </a:lnTo>
                <a:lnTo>
                  <a:pt x="100" y="6"/>
                </a:lnTo>
                <a:lnTo>
                  <a:pt x="104" y="6"/>
                </a:lnTo>
                <a:lnTo>
                  <a:pt x="105" y="11"/>
                </a:lnTo>
                <a:lnTo>
                  <a:pt x="102" y="12"/>
                </a:lnTo>
                <a:lnTo>
                  <a:pt x="100" y="3"/>
                </a:lnTo>
                <a:moveTo>
                  <a:pt x="107" y="13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3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8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8"/>
                </a:lnTo>
                <a:lnTo>
                  <a:pt x="93" y="47"/>
                </a:lnTo>
                <a:lnTo>
                  <a:pt x="94" y="38"/>
                </a:lnTo>
                <a:lnTo>
                  <a:pt x="104" y="40"/>
                </a:lnTo>
                <a:moveTo>
                  <a:pt x="103" y="48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8"/>
                </a:lnTo>
                <a:moveTo>
                  <a:pt x="101" y="57"/>
                </a:moveTo>
                <a:lnTo>
                  <a:pt x="100" y="66"/>
                </a:lnTo>
                <a:lnTo>
                  <a:pt x="90" y="64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4"/>
                </a:lnTo>
                <a:lnTo>
                  <a:pt x="89" y="73"/>
                </a:lnTo>
                <a:lnTo>
                  <a:pt x="90" y="64"/>
                </a:lnTo>
                <a:lnTo>
                  <a:pt x="100" y="66"/>
                </a:lnTo>
                <a:moveTo>
                  <a:pt x="99" y="74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4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873000" y="291816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4"/>
                </a:moveTo>
                <a:lnTo>
                  <a:pt x="1740" y="54"/>
                </a:lnTo>
                <a:cubicBezTo>
                  <a:pt x="1578" y="74"/>
                  <a:pt x="1256" y="114"/>
                  <a:pt x="939" y="107"/>
                </a:cubicBezTo>
                <a:cubicBezTo>
                  <a:pt x="622" y="102"/>
                  <a:pt x="310" y="51"/>
                  <a:pt x="155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857160" y="2904840"/>
            <a:ext cx="34200" cy="31680"/>
          </a:xfrm>
          <a:custGeom>
            <a:avLst/>
            <a:gdLst/>
            <a:ahLst/>
            <a:rect l="0" t="0" r="r" b="b"/>
            <a:pathLst>
              <a:path w="95" h="88">
                <a:moveTo>
                  <a:pt x="80" y="88"/>
                </a:moveTo>
                <a:lnTo>
                  <a:pt x="0" y="30"/>
                </a:lnTo>
                <a:lnTo>
                  <a:pt x="95" y="0"/>
                </a:lnTo>
                <a:lnTo>
                  <a:pt x="80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853920" y="290268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6"/>
                </a:lnTo>
                <a:lnTo>
                  <a:pt x="77" y="79"/>
                </a:lnTo>
                <a:lnTo>
                  <a:pt x="86" y="84"/>
                </a:lnTo>
                <a:lnTo>
                  <a:pt x="79" y="93"/>
                </a:lnTo>
                <a:moveTo>
                  <a:pt x="72" y="86"/>
                </a:moveTo>
                <a:lnTo>
                  <a:pt x="65" y="81"/>
                </a:lnTo>
                <a:lnTo>
                  <a:pt x="70" y="74"/>
                </a:lnTo>
                <a:lnTo>
                  <a:pt x="77" y="79"/>
                </a:lnTo>
                <a:lnTo>
                  <a:pt x="72" y="86"/>
                </a:lnTo>
                <a:moveTo>
                  <a:pt x="65" y="81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1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8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0"/>
                </a:lnTo>
                <a:lnTo>
                  <a:pt x="28" y="43"/>
                </a:lnTo>
                <a:lnTo>
                  <a:pt x="35" y="48"/>
                </a:lnTo>
                <a:lnTo>
                  <a:pt x="30" y="56"/>
                </a:lnTo>
                <a:moveTo>
                  <a:pt x="22" y="50"/>
                </a:moveTo>
                <a:lnTo>
                  <a:pt x="15" y="45"/>
                </a:lnTo>
                <a:lnTo>
                  <a:pt x="20" y="38"/>
                </a:lnTo>
                <a:lnTo>
                  <a:pt x="28" y="43"/>
                </a:lnTo>
                <a:lnTo>
                  <a:pt x="22" y="50"/>
                </a:lnTo>
                <a:moveTo>
                  <a:pt x="15" y="45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5"/>
                </a:lnTo>
                <a:moveTo>
                  <a:pt x="8" y="40"/>
                </a:moveTo>
                <a:lnTo>
                  <a:pt x="0" y="34"/>
                </a:lnTo>
                <a:lnTo>
                  <a:pt x="15" y="29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29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29"/>
                </a:lnTo>
                <a:moveTo>
                  <a:pt x="23" y="27"/>
                </a:moveTo>
                <a:lnTo>
                  <a:pt x="32" y="24"/>
                </a:lnTo>
                <a:lnTo>
                  <a:pt x="34" y="32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1"/>
                </a:lnTo>
                <a:lnTo>
                  <a:pt x="43" y="30"/>
                </a:lnTo>
                <a:lnTo>
                  <a:pt x="34" y="32"/>
                </a:lnTo>
                <a:lnTo>
                  <a:pt x="32" y="24"/>
                </a:lnTo>
                <a:moveTo>
                  <a:pt x="40" y="21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1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19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8"/>
                </a:lnTo>
                <a:lnTo>
                  <a:pt x="86" y="17"/>
                </a:lnTo>
                <a:lnTo>
                  <a:pt x="76" y="19"/>
                </a:lnTo>
                <a:lnTo>
                  <a:pt x="74" y="11"/>
                </a:lnTo>
                <a:moveTo>
                  <a:pt x="83" y="8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8"/>
                </a:lnTo>
                <a:moveTo>
                  <a:pt x="92" y="6"/>
                </a:moveTo>
                <a:lnTo>
                  <a:pt x="100" y="3"/>
                </a:lnTo>
                <a:lnTo>
                  <a:pt x="103" y="11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6"/>
                </a:lnTo>
                <a:lnTo>
                  <a:pt x="106" y="11"/>
                </a:lnTo>
                <a:lnTo>
                  <a:pt x="103" y="11"/>
                </a:lnTo>
                <a:lnTo>
                  <a:pt x="100" y="3"/>
                </a:lnTo>
                <a:moveTo>
                  <a:pt x="108" y="13"/>
                </a:moveTo>
                <a:lnTo>
                  <a:pt x="106" y="21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1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1"/>
                </a:lnTo>
                <a:moveTo>
                  <a:pt x="105" y="30"/>
                </a:moveTo>
                <a:lnTo>
                  <a:pt x="103" y="39"/>
                </a:lnTo>
                <a:lnTo>
                  <a:pt x="95" y="37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7"/>
                </a:lnTo>
                <a:lnTo>
                  <a:pt x="93" y="46"/>
                </a:lnTo>
                <a:lnTo>
                  <a:pt x="95" y="37"/>
                </a:lnTo>
                <a:lnTo>
                  <a:pt x="103" y="39"/>
                </a:lnTo>
                <a:moveTo>
                  <a:pt x="102" y="47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7"/>
                </a:lnTo>
                <a:moveTo>
                  <a:pt x="101" y="56"/>
                </a:moveTo>
                <a:lnTo>
                  <a:pt x="99" y="65"/>
                </a:lnTo>
                <a:lnTo>
                  <a:pt x="91" y="63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3"/>
                </a:lnTo>
                <a:lnTo>
                  <a:pt x="89" y="72"/>
                </a:lnTo>
                <a:lnTo>
                  <a:pt x="91" y="63"/>
                </a:lnTo>
                <a:lnTo>
                  <a:pt x="99" y="65"/>
                </a:lnTo>
                <a:moveTo>
                  <a:pt x="98" y="73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3"/>
                </a:lnTo>
                <a:moveTo>
                  <a:pt x="96" y="82"/>
                </a:moveTo>
                <a:lnTo>
                  <a:pt x="95" y="92"/>
                </a:lnTo>
                <a:lnTo>
                  <a:pt x="86" y="90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4"/>
                </a:lnTo>
                <a:lnTo>
                  <a:pt x="93" y="91"/>
                </a:lnTo>
                <a:lnTo>
                  <a:pt x="90" y="94"/>
                </a:lnTo>
                <a:lnTo>
                  <a:pt x="86" y="93"/>
                </a:lnTo>
                <a:lnTo>
                  <a:pt x="86" y="90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5294520" y="288576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5982120" y="286992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5980680" y="286740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6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0"/>
                </a:lnTo>
                <a:lnTo>
                  <a:pt x="34" y="26"/>
                </a:lnTo>
                <a:lnTo>
                  <a:pt x="38" y="19"/>
                </a:lnTo>
                <a:moveTo>
                  <a:pt x="46" y="23"/>
                </a:moveTo>
                <a:lnTo>
                  <a:pt x="54" y="26"/>
                </a:lnTo>
                <a:lnTo>
                  <a:pt x="50" y="34"/>
                </a:lnTo>
                <a:lnTo>
                  <a:pt x="42" y="30"/>
                </a:lnTo>
                <a:lnTo>
                  <a:pt x="46" y="23"/>
                </a:lnTo>
                <a:moveTo>
                  <a:pt x="54" y="26"/>
                </a:moveTo>
                <a:lnTo>
                  <a:pt x="61" y="30"/>
                </a:lnTo>
                <a:lnTo>
                  <a:pt x="57" y="38"/>
                </a:lnTo>
                <a:lnTo>
                  <a:pt x="50" y="34"/>
                </a:lnTo>
                <a:lnTo>
                  <a:pt x="54" y="26"/>
                </a:lnTo>
                <a:moveTo>
                  <a:pt x="61" y="30"/>
                </a:moveTo>
                <a:lnTo>
                  <a:pt x="70" y="34"/>
                </a:lnTo>
                <a:lnTo>
                  <a:pt x="66" y="43"/>
                </a:lnTo>
                <a:lnTo>
                  <a:pt x="57" y="38"/>
                </a:lnTo>
                <a:lnTo>
                  <a:pt x="61" y="30"/>
                </a:lnTo>
                <a:moveTo>
                  <a:pt x="70" y="34"/>
                </a:moveTo>
                <a:lnTo>
                  <a:pt x="78" y="38"/>
                </a:lnTo>
                <a:lnTo>
                  <a:pt x="74" y="47"/>
                </a:lnTo>
                <a:lnTo>
                  <a:pt x="66" y="43"/>
                </a:lnTo>
                <a:lnTo>
                  <a:pt x="70" y="34"/>
                </a:lnTo>
                <a:moveTo>
                  <a:pt x="78" y="38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38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6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6"/>
                </a:moveTo>
                <a:lnTo>
                  <a:pt x="25" y="90"/>
                </a:lnTo>
                <a:lnTo>
                  <a:pt x="21" y="83"/>
                </a:lnTo>
                <a:lnTo>
                  <a:pt x="29" y="79"/>
                </a:lnTo>
                <a:lnTo>
                  <a:pt x="33" y="86"/>
                </a:lnTo>
                <a:moveTo>
                  <a:pt x="25" y="90"/>
                </a:moveTo>
                <a:lnTo>
                  <a:pt x="17" y="94"/>
                </a:lnTo>
                <a:lnTo>
                  <a:pt x="13" y="86"/>
                </a:lnTo>
                <a:lnTo>
                  <a:pt x="21" y="83"/>
                </a:lnTo>
                <a:lnTo>
                  <a:pt x="25" y="90"/>
                </a:lnTo>
                <a:moveTo>
                  <a:pt x="17" y="94"/>
                </a:moveTo>
                <a:lnTo>
                  <a:pt x="9" y="98"/>
                </a:lnTo>
                <a:lnTo>
                  <a:pt x="5" y="90"/>
                </a:lnTo>
                <a:lnTo>
                  <a:pt x="13" y="86"/>
                </a:lnTo>
                <a:lnTo>
                  <a:pt x="17" y="94"/>
                </a:lnTo>
                <a:moveTo>
                  <a:pt x="9" y="98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0"/>
                </a:lnTo>
                <a:lnTo>
                  <a:pt x="9" y="98"/>
                </a:lnTo>
                <a:moveTo>
                  <a:pt x="0" y="90"/>
                </a:moveTo>
                <a:lnTo>
                  <a:pt x="0" y="81"/>
                </a:lnTo>
                <a:lnTo>
                  <a:pt x="9" y="81"/>
                </a:lnTo>
                <a:lnTo>
                  <a:pt x="9" y="90"/>
                </a:lnTo>
                <a:lnTo>
                  <a:pt x="0" y="90"/>
                </a:lnTo>
                <a:moveTo>
                  <a:pt x="0" y="81"/>
                </a:moveTo>
                <a:lnTo>
                  <a:pt x="0" y="73"/>
                </a:lnTo>
                <a:lnTo>
                  <a:pt x="9" y="73"/>
                </a:lnTo>
                <a:lnTo>
                  <a:pt x="9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6"/>
                </a:lnTo>
                <a:lnTo>
                  <a:pt x="9" y="36"/>
                </a:lnTo>
                <a:lnTo>
                  <a:pt x="9" y="46"/>
                </a:lnTo>
                <a:lnTo>
                  <a:pt x="0" y="46"/>
                </a:lnTo>
                <a:moveTo>
                  <a:pt x="0" y="36"/>
                </a:moveTo>
                <a:lnTo>
                  <a:pt x="0" y="28"/>
                </a:lnTo>
                <a:lnTo>
                  <a:pt x="9" y="28"/>
                </a:lnTo>
                <a:lnTo>
                  <a:pt x="9" y="36"/>
                </a:lnTo>
                <a:lnTo>
                  <a:pt x="0" y="36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6801120" y="288576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157520" y="286992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156080" y="286740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6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0"/>
                </a:lnTo>
                <a:lnTo>
                  <a:pt x="34" y="26"/>
                </a:lnTo>
                <a:lnTo>
                  <a:pt x="38" y="19"/>
                </a:lnTo>
                <a:moveTo>
                  <a:pt x="46" y="23"/>
                </a:moveTo>
                <a:lnTo>
                  <a:pt x="53" y="26"/>
                </a:lnTo>
                <a:lnTo>
                  <a:pt x="50" y="34"/>
                </a:lnTo>
                <a:lnTo>
                  <a:pt x="42" y="30"/>
                </a:lnTo>
                <a:lnTo>
                  <a:pt x="46" y="23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50" y="34"/>
                </a:lnTo>
                <a:lnTo>
                  <a:pt x="53" y="26"/>
                </a:lnTo>
                <a:moveTo>
                  <a:pt x="61" y="30"/>
                </a:moveTo>
                <a:lnTo>
                  <a:pt x="70" y="34"/>
                </a:lnTo>
                <a:lnTo>
                  <a:pt x="66" y="43"/>
                </a:lnTo>
                <a:lnTo>
                  <a:pt x="57" y="38"/>
                </a:lnTo>
                <a:lnTo>
                  <a:pt x="61" y="30"/>
                </a:lnTo>
                <a:moveTo>
                  <a:pt x="70" y="34"/>
                </a:moveTo>
                <a:lnTo>
                  <a:pt x="78" y="38"/>
                </a:lnTo>
                <a:lnTo>
                  <a:pt x="74" y="47"/>
                </a:lnTo>
                <a:lnTo>
                  <a:pt x="66" y="43"/>
                </a:lnTo>
                <a:lnTo>
                  <a:pt x="70" y="34"/>
                </a:lnTo>
                <a:moveTo>
                  <a:pt x="78" y="38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38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6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6"/>
                </a:moveTo>
                <a:lnTo>
                  <a:pt x="25" y="90"/>
                </a:lnTo>
                <a:lnTo>
                  <a:pt x="21" y="83"/>
                </a:lnTo>
                <a:lnTo>
                  <a:pt x="29" y="79"/>
                </a:lnTo>
                <a:lnTo>
                  <a:pt x="33" y="86"/>
                </a:lnTo>
                <a:moveTo>
                  <a:pt x="25" y="90"/>
                </a:moveTo>
                <a:lnTo>
                  <a:pt x="17" y="94"/>
                </a:lnTo>
                <a:lnTo>
                  <a:pt x="13" y="86"/>
                </a:lnTo>
                <a:lnTo>
                  <a:pt x="21" y="83"/>
                </a:lnTo>
                <a:lnTo>
                  <a:pt x="25" y="90"/>
                </a:lnTo>
                <a:moveTo>
                  <a:pt x="17" y="94"/>
                </a:moveTo>
                <a:lnTo>
                  <a:pt x="9" y="98"/>
                </a:lnTo>
                <a:lnTo>
                  <a:pt x="5" y="90"/>
                </a:lnTo>
                <a:lnTo>
                  <a:pt x="13" y="86"/>
                </a:lnTo>
                <a:lnTo>
                  <a:pt x="17" y="94"/>
                </a:lnTo>
                <a:moveTo>
                  <a:pt x="9" y="98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0"/>
                </a:lnTo>
                <a:lnTo>
                  <a:pt x="9" y="98"/>
                </a:lnTo>
                <a:moveTo>
                  <a:pt x="0" y="90"/>
                </a:moveTo>
                <a:lnTo>
                  <a:pt x="0" y="81"/>
                </a:lnTo>
                <a:lnTo>
                  <a:pt x="9" y="81"/>
                </a:lnTo>
                <a:lnTo>
                  <a:pt x="9" y="90"/>
                </a:lnTo>
                <a:lnTo>
                  <a:pt x="0" y="90"/>
                </a:lnTo>
                <a:moveTo>
                  <a:pt x="0" y="81"/>
                </a:moveTo>
                <a:lnTo>
                  <a:pt x="0" y="73"/>
                </a:lnTo>
                <a:lnTo>
                  <a:pt x="9" y="73"/>
                </a:lnTo>
                <a:lnTo>
                  <a:pt x="9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6"/>
                </a:lnTo>
                <a:lnTo>
                  <a:pt x="9" y="36"/>
                </a:lnTo>
                <a:lnTo>
                  <a:pt x="9" y="46"/>
                </a:lnTo>
                <a:lnTo>
                  <a:pt x="0" y="46"/>
                </a:lnTo>
                <a:moveTo>
                  <a:pt x="0" y="36"/>
                </a:moveTo>
                <a:lnTo>
                  <a:pt x="0" y="28"/>
                </a:lnTo>
                <a:lnTo>
                  <a:pt x="9" y="28"/>
                </a:lnTo>
                <a:lnTo>
                  <a:pt x="9" y="36"/>
                </a:lnTo>
                <a:lnTo>
                  <a:pt x="0" y="36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8018640" y="288576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8476560" y="286992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8475120" y="286740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6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0"/>
                </a:lnTo>
                <a:lnTo>
                  <a:pt x="34" y="26"/>
                </a:lnTo>
                <a:lnTo>
                  <a:pt x="37" y="19"/>
                </a:lnTo>
                <a:moveTo>
                  <a:pt x="45" y="23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3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9" y="34"/>
                </a:lnTo>
                <a:lnTo>
                  <a:pt x="65" y="43"/>
                </a:lnTo>
                <a:lnTo>
                  <a:pt x="57" y="38"/>
                </a:lnTo>
                <a:lnTo>
                  <a:pt x="61" y="30"/>
                </a:lnTo>
                <a:moveTo>
                  <a:pt x="69" y="34"/>
                </a:moveTo>
                <a:lnTo>
                  <a:pt x="78" y="38"/>
                </a:lnTo>
                <a:lnTo>
                  <a:pt x="74" y="47"/>
                </a:lnTo>
                <a:lnTo>
                  <a:pt x="65" y="43"/>
                </a:lnTo>
                <a:lnTo>
                  <a:pt x="69" y="34"/>
                </a:lnTo>
                <a:moveTo>
                  <a:pt x="78" y="38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38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6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6"/>
                </a:moveTo>
                <a:lnTo>
                  <a:pt x="25" y="90"/>
                </a:lnTo>
                <a:lnTo>
                  <a:pt x="21" y="83"/>
                </a:lnTo>
                <a:lnTo>
                  <a:pt x="28" y="79"/>
                </a:lnTo>
                <a:lnTo>
                  <a:pt x="32" y="86"/>
                </a:lnTo>
                <a:moveTo>
                  <a:pt x="25" y="90"/>
                </a:moveTo>
                <a:lnTo>
                  <a:pt x="17" y="94"/>
                </a:lnTo>
                <a:lnTo>
                  <a:pt x="13" y="86"/>
                </a:lnTo>
                <a:lnTo>
                  <a:pt x="21" y="83"/>
                </a:lnTo>
                <a:lnTo>
                  <a:pt x="25" y="90"/>
                </a:lnTo>
                <a:moveTo>
                  <a:pt x="17" y="94"/>
                </a:moveTo>
                <a:lnTo>
                  <a:pt x="9" y="98"/>
                </a:lnTo>
                <a:lnTo>
                  <a:pt x="5" y="90"/>
                </a:lnTo>
                <a:lnTo>
                  <a:pt x="13" y="86"/>
                </a:lnTo>
                <a:lnTo>
                  <a:pt x="17" y="94"/>
                </a:lnTo>
                <a:moveTo>
                  <a:pt x="9" y="98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0"/>
                </a:lnTo>
                <a:lnTo>
                  <a:pt x="9" y="98"/>
                </a:lnTo>
                <a:moveTo>
                  <a:pt x="0" y="90"/>
                </a:moveTo>
                <a:lnTo>
                  <a:pt x="0" y="81"/>
                </a:lnTo>
                <a:lnTo>
                  <a:pt x="8" y="81"/>
                </a:lnTo>
                <a:lnTo>
                  <a:pt x="8" y="90"/>
                </a:lnTo>
                <a:lnTo>
                  <a:pt x="0" y="90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6"/>
                </a:lnTo>
                <a:lnTo>
                  <a:pt x="8" y="36"/>
                </a:lnTo>
                <a:lnTo>
                  <a:pt x="8" y="46"/>
                </a:lnTo>
                <a:lnTo>
                  <a:pt x="0" y="46"/>
                </a:lnTo>
                <a:moveTo>
                  <a:pt x="0" y="36"/>
                </a:moveTo>
                <a:lnTo>
                  <a:pt x="0" y="28"/>
                </a:lnTo>
                <a:lnTo>
                  <a:pt x="8" y="28"/>
                </a:lnTo>
                <a:lnTo>
                  <a:pt x="8" y="36"/>
                </a:lnTo>
                <a:lnTo>
                  <a:pt x="0" y="36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956520" y="275148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956520" y="275148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439920" y="210096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2404440" y="2751120"/>
            <a:ext cx="249480" cy="95400"/>
          </a:xfrm>
          <a:custGeom>
            <a:avLst/>
            <a:gdLst/>
            <a:ahLst/>
            <a:rect l="0" t="0" r="r" b="b"/>
            <a:pathLst>
              <a:path w="693" h="265">
                <a:moveTo>
                  <a:pt x="0" y="0"/>
                </a:moveTo>
                <a:lnTo>
                  <a:pt x="693" y="0"/>
                </a:lnTo>
                <a:lnTo>
                  <a:pt x="693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2404440" y="2751120"/>
            <a:ext cx="249480" cy="95400"/>
          </a:xfrm>
          <a:custGeom>
            <a:avLst/>
            <a:gdLst/>
            <a:ahLst/>
            <a:rect l="0" t="0" r="r" b="b"/>
            <a:pathLst>
              <a:path w="693" h="265">
                <a:moveTo>
                  <a:pt x="0" y="0"/>
                </a:moveTo>
                <a:lnTo>
                  <a:pt x="693" y="0"/>
                </a:lnTo>
                <a:lnTo>
                  <a:pt x="693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956520" y="276012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3906360" y="2751120"/>
            <a:ext cx="704520" cy="95400"/>
          </a:xfrm>
          <a:custGeom>
            <a:avLst/>
            <a:gdLst/>
            <a:ahLst/>
            <a:rect l="0" t="0" r="r" b="b"/>
            <a:pathLst>
              <a:path w="1957" h="265">
                <a:moveTo>
                  <a:pt x="0" y="0"/>
                </a:moveTo>
                <a:lnTo>
                  <a:pt x="1957" y="0"/>
                </a:lnTo>
                <a:lnTo>
                  <a:pt x="1957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3906360" y="2751120"/>
            <a:ext cx="704520" cy="95400"/>
          </a:xfrm>
          <a:custGeom>
            <a:avLst/>
            <a:gdLst/>
            <a:ahLst/>
            <a:rect l="0" t="0" r="r" b="b"/>
            <a:pathLst>
              <a:path w="1957" h="265">
                <a:moveTo>
                  <a:pt x="0" y="0"/>
                </a:moveTo>
                <a:lnTo>
                  <a:pt x="1957" y="0"/>
                </a:lnTo>
                <a:lnTo>
                  <a:pt x="1957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404800" y="275976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4104360" y="2925360"/>
            <a:ext cx="308880" cy="95040"/>
          </a:xfrm>
          <a:custGeom>
            <a:avLst/>
            <a:gdLst/>
            <a:ahLst/>
            <a:rect l="0" t="0" r="r" b="b"/>
            <a:pathLst>
              <a:path w="858" h="264">
                <a:moveTo>
                  <a:pt x="0" y="0"/>
                </a:moveTo>
                <a:lnTo>
                  <a:pt x="858" y="0"/>
                </a:lnTo>
                <a:lnTo>
                  <a:pt x="858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4104360" y="2925360"/>
            <a:ext cx="308880" cy="95040"/>
          </a:xfrm>
          <a:custGeom>
            <a:avLst/>
            <a:gdLst/>
            <a:ahLst/>
            <a:rect l="0" t="0" r="r" b="b"/>
            <a:pathLst>
              <a:path w="858" h="264">
                <a:moveTo>
                  <a:pt x="0" y="0"/>
                </a:moveTo>
                <a:lnTo>
                  <a:pt x="858" y="0"/>
                </a:lnTo>
                <a:lnTo>
                  <a:pt x="858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3906360" y="275976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380680" y="2925360"/>
            <a:ext cx="297360" cy="95040"/>
          </a:xfrm>
          <a:custGeom>
            <a:avLst/>
            <a:gdLst/>
            <a:ahLst/>
            <a:rect l="0" t="0" r="r" b="b"/>
            <a:pathLst>
              <a:path w="826" h="264">
                <a:moveTo>
                  <a:pt x="0" y="0"/>
                </a:moveTo>
                <a:lnTo>
                  <a:pt x="826" y="0"/>
                </a:lnTo>
                <a:lnTo>
                  <a:pt x="826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2380680" y="2925360"/>
            <a:ext cx="297360" cy="95040"/>
          </a:xfrm>
          <a:custGeom>
            <a:avLst/>
            <a:gdLst/>
            <a:ahLst/>
            <a:rect l="0" t="0" r="r" b="b"/>
            <a:pathLst>
              <a:path w="826" h="264">
                <a:moveTo>
                  <a:pt x="0" y="0"/>
                </a:moveTo>
                <a:lnTo>
                  <a:pt x="826" y="0"/>
                </a:lnTo>
                <a:lnTo>
                  <a:pt x="826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4104720" y="293400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1120320" y="2925360"/>
            <a:ext cx="174600" cy="95040"/>
          </a:xfrm>
          <a:custGeom>
            <a:avLst/>
            <a:gdLst/>
            <a:ahLst/>
            <a:rect l="0" t="0" r="r" b="b"/>
            <a:pathLst>
              <a:path w="485" h="264">
                <a:moveTo>
                  <a:pt x="0" y="0"/>
                </a:moveTo>
                <a:lnTo>
                  <a:pt x="485" y="0"/>
                </a:lnTo>
                <a:lnTo>
                  <a:pt x="485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1120320" y="2925360"/>
            <a:ext cx="174600" cy="95040"/>
          </a:xfrm>
          <a:custGeom>
            <a:avLst/>
            <a:gdLst/>
            <a:ahLst/>
            <a:rect l="0" t="0" r="r" b="b"/>
            <a:pathLst>
              <a:path w="485" h="264">
                <a:moveTo>
                  <a:pt x="0" y="0"/>
                </a:moveTo>
                <a:lnTo>
                  <a:pt x="485" y="0"/>
                </a:lnTo>
                <a:lnTo>
                  <a:pt x="485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381040" y="293400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5393520" y="283824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5393520" y="283824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1120680" y="293400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6900120" y="283824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6900120" y="283824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393520" y="284688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8117640" y="283824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8117640" y="283824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6900480" y="284688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88880" y="270036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6"/>
                </a:moveTo>
                <a:cubicBezTo>
                  <a:pt x="1031" y="550"/>
                  <a:pt x="1028" y="583"/>
                  <a:pt x="1021" y="616"/>
                </a:cubicBezTo>
                <a:cubicBezTo>
                  <a:pt x="1015" y="649"/>
                  <a:pt x="1005" y="682"/>
                  <a:pt x="992" y="713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8"/>
                  <a:pt x="713" y="991"/>
                </a:cubicBezTo>
                <a:cubicBezTo>
                  <a:pt x="682" y="1004"/>
                  <a:pt x="650" y="1014"/>
                  <a:pt x="617" y="1021"/>
                </a:cubicBezTo>
                <a:cubicBezTo>
                  <a:pt x="584" y="1027"/>
                  <a:pt x="550" y="1031"/>
                  <a:pt x="516" y="1031"/>
                </a:cubicBezTo>
                <a:cubicBezTo>
                  <a:pt x="482" y="1031"/>
                  <a:pt x="449" y="1027"/>
                  <a:pt x="416" y="1021"/>
                </a:cubicBezTo>
                <a:cubicBezTo>
                  <a:pt x="383" y="1014"/>
                  <a:pt x="350" y="1004"/>
                  <a:pt x="319" y="991"/>
                </a:cubicBezTo>
                <a:cubicBezTo>
                  <a:pt x="288" y="978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3"/>
                </a:cubicBezTo>
                <a:cubicBezTo>
                  <a:pt x="27" y="682"/>
                  <a:pt x="17" y="649"/>
                  <a:pt x="10" y="616"/>
                </a:cubicBezTo>
                <a:cubicBezTo>
                  <a:pt x="4" y="583"/>
                  <a:pt x="0" y="550"/>
                  <a:pt x="0" y="516"/>
                </a:cubicBezTo>
                <a:cubicBezTo>
                  <a:pt x="0" y="482"/>
                  <a:pt x="4" y="448"/>
                  <a:pt x="10" y="415"/>
                </a:cubicBezTo>
                <a:cubicBezTo>
                  <a:pt x="17" y="382"/>
                  <a:pt x="27" y="350"/>
                  <a:pt x="40" y="319"/>
                </a:cubicBezTo>
                <a:cubicBezTo>
                  <a:pt x="53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5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6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6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5"/>
                  <a:pt x="856" y="127"/>
                  <a:pt x="880" y="151"/>
                </a:cubicBezTo>
                <a:cubicBezTo>
                  <a:pt x="904" y="175"/>
                  <a:pt x="926" y="201"/>
                  <a:pt x="944" y="230"/>
                </a:cubicBezTo>
                <a:cubicBezTo>
                  <a:pt x="963" y="258"/>
                  <a:pt x="979" y="287"/>
                  <a:pt x="992" y="319"/>
                </a:cubicBezTo>
                <a:cubicBezTo>
                  <a:pt x="1005" y="350"/>
                  <a:pt x="1015" y="382"/>
                  <a:pt x="1021" y="415"/>
                </a:cubicBezTo>
                <a:cubicBezTo>
                  <a:pt x="1028" y="448"/>
                  <a:pt x="1031" y="482"/>
                  <a:pt x="1031" y="51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88880" y="270036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6"/>
                </a:moveTo>
                <a:cubicBezTo>
                  <a:pt x="1031" y="550"/>
                  <a:pt x="1028" y="583"/>
                  <a:pt x="1021" y="616"/>
                </a:cubicBezTo>
                <a:cubicBezTo>
                  <a:pt x="1015" y="649"/>
                  <a:pt x="1005" y="682"/>
                  <a:pt x="992" y="713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8"/>
                  <a:pt x="713" y="991"/>
                </a:cubicBezTo>
                <a:cubicBezTo>
                  <a:pt x="682" y="1004"/>
                  <a:pt x="650" y="1014"/>
                  <a:pt x="617" y="1021"/>
                </a:cubicBezTo>
                <a:cubicBezTo>
                  <a:pt x="584" y="1027"/>
                  <a:pt x="550" y="1031"/>
                  <a:pt x="516" y="1031"/>
                </a:cubicBezTo>
                <a:cubicBezTo>
                  <a:pt x="482" y="1031"/>
                  <a:pt x="449" y="1027"/>
                  <a:pt x="416" y="1021"/>
                </a:cubicBezTo>
                <a:cubicBezTo>
                  <a:pt x="383" y="1014"/>
                  <a:pt x="350" y="1004"/>
                  <a:pt x="319" y="991"/>
                </a:cubicBezTo>
                <a:cubicBezTo>
                  <a:pt x="288" y="978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3"/>
                </a:cubicBezTo>
                <a:cubicBezTo>
                  <a:pt x="27" y="682"/>
                  <a:pt x="17" y="649"/>
                  <a:pt x="10" y="616"/>
                </a:cubicBezTo>
                <a:cubicBezTo>
                  <a:pt x="4" y="583"/>
                  <a:pt x="0" y="550"/>
                  <a:pt x="0" y="516"/>
                </a:cubicBezTo>
                <a:cubicBezTo>
                  <a:pt x="0" y="482"/>
                  <a:pt x="4" y="448"/>
                  <a:pt x="10" y="415"/>
                </a:cubicBezTo>
                <a:cubicBezTo>
                  <a:pt x="17" y="382"/>
                  <a:pt x="27" y="350"/>
                  <a:pt x="40" y="319"/>
                </a:cubicBezTo>
                <a:cubicBezTo>
                  <a:pt x="53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5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6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6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5"/>
                  <a:pt x="856" y="127"/>
                  <a:pt x="880" y="151"/>
                </a:cubicBezTo>
                <a:cubicBezTo>
                  <a:pt x="904" y="175"/>
                  <a:pt x="926" y="201"/>
                  <a:pt x="944" y="230"/>
                </a:cubicBezTo>
                <a:cubicBezTo>
                  <a:pt x="963" y="258"/>
                  <a:pt x="979" y="287"/>
                  <a:pt x="992" y="319"/>
                </a:cubicBezTo>
                <a:cubicBezTo>
                  <a:pt x="1005" y="350"/>
                  <a:pt x="1015" y="382"/>
                  <a:pt x="1021" y="415"/>
                </a:cubicBezTo>
                <a:cubicBezTo>
                  <a:pt x="1028" y="448"/>
                  <a:pt x="1031" y="482"/>
                  <a:pt x="1031" y="516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8117640" y="284688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1557000" y="2731320"/>
            <a:ext cx="725400" cy="308880"/>
          </a:xfrm>
          <a:custGeom>
            <a:avLst/>
            <a:gdLst/>
            <a:ahLst/>
            <a:rect l="0" t="0" r="r" b="b"/>
            <a:pathLst>
              <a:path w="2015" h="858">
                <a:moveTo>
                  <a:pt x="0" y="0"/>
                </a:moveTo>
                <a:lnTo>
                  <a:pt x="2015" y="0"/>
                </a:lnTo>
                <a:lnTo>
                  <a:pt x="201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1557000" y="2731320"/>
            <a:ext cx="725400" cy="308880"/>
          </a:xfrm>
          <a:custGeom>
            <a:avLst/>
            <a:gdLst/>
            <a:ahLst/>
            <a:rect l="0" t="0" r="r" b="b"/>
            <a:pathLst>
              <a:path w="2015" h="858">
                <a:moveTo>
                  <a:pt x="0" y="0"/>
                </a:moveTo>
                <a:lnTo>
                  <a:pt x="2015" y="0"/>
                </a:lnTo>
                <a:lnTo>
                  <a:pt x="201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18760" y="284688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675800" y="279936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2777760" y="2683800"/>
            <a:ext cx="1029240" cy="403920"/>
          </a:xfrm>
          <a:custGeom>
            <a:avLst/>
            <a:gdLst/>
            <a:ahLst/>
            <a:rect l="0" t="0" r="r" b="b"/>
            <a:pathLst>
              <a:path w="2859" h="1122">
                <a:moveTo>
                  <a:pt x="0" y="0"/>
                </a:moveTo>
                <a:lnTo>
                  <a:pt x="2859" y="0"/>
                </a:lnTo>
                <a:lnTo>
                  <a:pt x="2859" y="1122"/>
                </a:lnTo>
                <a:lnTo>
                  <a:pt x="0" y="112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777760" y="2683800"/>
            <a:ext cx="1029240" cy="403920"/>
          </a:xfrm>
          <a:custGeom>
            <a:avLst/>
            <a:gdLst/>
            <a:ahLst/>
            <a:rect l="0" t="0" r="r" b="b"/>
            <a:pathLst>
              <a:path w="2859" h="1122">
                <a:moveTo>
                  <a:pt x="0" y="0"/>
                </a:moveTo>
                <a:lnTo>
                  <a:pt x="2859" y="0"/>
                </a:lnTo>
                <a:lnTo>
                  <a:pt x="2859" y="1122"/>
                </a:lnTo>
                <a:lnTo>
                  <a:pt x="0" y="112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707480" y="289440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115080" y="275184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2985120" y="284688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4709880" y="268056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9"/>
                </a:moveTo>
                <a:cubicBezTo>
                  <a:pt x="0" y="154"/>
                  <a:pt x="2" y="159"/>
                  <a:pt x="4" y="164"/>
                </a:cubicBezTo>
                <a:cubicBezTo>
                  <a:pt x="7" y="169"/>
                  <a:pt x="11" y="173"/>
                  <a:pt x="16" y="178"/>
                </a:cubicBezTo>
                <a:cubicBezTo>
                  <a:pt x="21" y="183"/>
                  <a:pt x="28" y="188"/>
                  <a:pt x="35" y="192"/>
                </a:cubicBezTo>
                <a:cubicBezTo>
                  <a:pt x="43" y="197"/>
                  <a:pt x="52" y="202"/>
                  <a:pt x="62" y="206"/>
                </a:cubicBezTo>
                <a:cubicBezTo>
                  <a:pt x="72" y="211"/>
                  <a:pt x="84" y="215"/>
                  <a:pt x="96" y="219"/>
                </a:cubicBezTo>
                <a:cubicBezTo>
                  <a:pt x="109" y="224"/>
                  <a:pt x="122" y="228"/>
                  <a:pt x="137" y="232"/>
                </a:cubicBezTo>
                <a:cubicBezTo>
                  <a:pt x="152" y="236"/>
                  <a:pt x="168" y="240"/>
                  <a:pt x="185" y="244"/>
                </a:cubicBezTo>
                <a:cubicBezTo>
                  <a:pt x="201" y="247"/>
                  <a:pt x="219" y="251"/>
                  <a:pt x="238" y="254"/>
                </a:cubicBezTo>
                <a:cubicBezTo>
                  <a:pt x="257" y="258"/>
                  <a:pt x="277" y="261"/>
                  <a:pt x="297" y="264"/>
                </a:cubicBezTo>
                <a:cubicBezTo>
                  <a:pt x="318" y="267"/>
                  <a:pt x="339" y="270"/>
                  <a:pt x="361" y="273"/>
                </a:cubicBezTo>
                <a:cubicBezTo>
                  <a:pt x="383" y="276"/>
                  <a:pt x="406" y="278"/>
                  <a:pt x="429" y="280"/>
                </a:cubicBezTo>
                <a:cubicBezTo>
                  <a:pt x="453" y="283"/>
                  <a:pt x="477" y="285"/>
                  <a:pt x="501" y="287"/>
                </a:cubicBezTo>
                <a:cubicBezTo>
                  <a:pt x="526" y="288"/>
                  <a:pt x="551" y="290"/>
                  <a:pt x="577" y="292"/>
                </a:cubicBezTo>
                <a:cubicBezTo>
                  <a:pt x="602" y="293"/>
                  <a:pt x="628" y="294"/>
                  <a:pt x="654" y="295"/>
                </a:cubicBezTo>
                <a:cubicBezTo>
                  <a:pt x="680" y="296"/>
                  <a:pt x="706" y="297"/>
                  <a:pt x="734" y="297"/>
                </a:cubicBezTo>
                <a:cubicBezTo>
                  <a:pt x="760" y="298"/>
                  <a:pt x="787" y="298"/>
                  <a:pt x="813" y="298"/>
                </a:cubicBezTo>
                <a:cubicBezTo>
                  <a:pt x="840" y="298"/>
                  <a:pt x="866" y="298"/>
                  <a:pt x="893" y="297"/>
                </a:cubicBezTo>
                <a:cubicBezTo>
                  <a:pt x="919" y="297"/>
                  <a:pt x="945" y="296"/>
                  <a:pt x="972" y="295"/>
                </a:cubicBezTo>
                <a:cubicBezTo>
                  <a:pt x="998" y="294"/>
                  <a:pt x="1023" y="293"/>
                  <a:pt x="1049" y="292"/>
                </a:cubicBezTo>
                <a:cubicBezTo>
                  <a:pt x="1074" y="290"/>
                  <a:pt x="1099" y="288"/>
                  <a:pt x="1124" y="287"/>
                </a:cubicBezTo>
                <a:cubicBezTo>
                  <a:pt x="1148" y="285"/>
                  <a:pt x="1172" y="283"/>
                  <a:pt x="1196" y="280"/>
                </a:cubicBezTo>
                <a:cubicBezTo>
                  <a:pt x="1219" y="278"/>
                  <a:pt x="1242" y="276"/>
                  <a:pt x="1264" y="273"/>
                </a:cubicBezTo>
                <a:cubicBezTo>
                  <a:pt x="1286" y="270"/>
                  <a:pt x="1308" y="267"/>
                  <a:pt x="1328" y="264"/>
                </a:cubicBezTo>
                <a:cubicBezTo>
                  <a:pt x="1349" y="261"/>
                  <a:pt x="1368" y="258"/>
                  <a:pt x="1387" y="254"/>
                </a:cubicBezTo>
                <a:cubicBezTo>
                  <a:pt x="1406" y="251"/>
                  <a:pt x="1424" y="247"/>
                  <a:pt x="1441" y="244"/>
                </a:cubicBezTo>
                <a:cubicBezTo>
                  <a:pt x="1458" y="240"/>
                  <a:pt x="1473" y="236"/>
                  <a:pt x="1488" y="232"/>
                </a:cubicBezTo>
                <a:cubicBezTo>
                  <a:pt x="1503" y="228"/>
                  <a:pt x="1517" y="224"/>
                  <a:pt x="1529" y="219"/>
                </a:cubicBezTo>
                <a:cubicBezTo>
                  <a:pt x="1542" y="215"/>
                  <a:pt x="1553" y="211"/>
                  <a:pt x="1563" y="206"/>
                </a:cubicBezTo>
                <a:cubicBezTo>
                  <a:pt x="1573" y="202"/>
                  <a:pt x="1582" y="197"/>
                  <a:pt x="1590" y="192"/>
                </a:cubicBezTo>
                <a:cubicBezTo>
                  <a:pt x="1598" y="188"/>
                  <a:pt x="1604" y="183"/>
                  <a:pt x="1609" y="178"/>
                </a:cubicBezTo>
                <a:cubicBezTo>
                  <a:pt x="1615" y="173"/>
                  <a:pt x="1618" y="169"/>
                  <a:pt x="1621" y="164"/>
                </a:cubicBezTo>
                <a:cubicBezTo>
                  <a:pt x="1624" y="159"/>
                  <a:pt x="1625" y="154"/>
                  <a:pt x="1625" y="149"/>
                </a:cubicBezTo>
                <a:cubicBezTo>
                  <a:pt x="1625" y="144"/>
                  <a:pt x="1624" y="139"/>
                  <a:pt x="1621" y="135"/>
                </a:cubicBezTo>
                <a:cubicBezTo>
                  <a:pt x="1618" y="130"/>
                  <a:pt x="1615" y="125"/>
                  <a:pt x="1609" y="120"/>
                </a:cubicBezTo>
                <a:cubicBezTo>
                  <a:pt x="1604" y="115"/>
                  <a:pt x="1598" y="111"/>
                  <a:pt x="1590" y="106"/>
                </a:cubicBezTo>
                <a:cubicBezTo>
                  <a:pt x="1582" y="101"/>
                  <a:pt x="1573" y="97"/>
                  <a:pt x="1563" y="92"/>
                </a:cubicBezTo>
                <a:cubicBezTo>
                  <a:pt x="1553" y="88"/>
                  <a:pt x="1542" y="83"/>
                  <a:pt x="1529" y="79"/>
                </a:cubicBezTo>
                <a:cubicBezTo>
                  <a:pt x="1517" y="75"/>
                  <a:pt x="1503" y="70"/>
                  <a:pt x="1488" y="66"/>
                </a:cubicBezTo>
                <a:cubicBezTo>
                  <a:pt x="1473" y="62"/>
                  <a:pt x="1458" y="58"/>
                  <a:pt x="1441" y="55"/>
                </a:cubicBezTo>
                <a:cubicBezTo>
                  <a:pt x="1424" y="51"/>
                  <a:pt x="1406" y="47"/>
                  <a:pt x="1387" y="44"/>
                </a:cubicBezTo>
                <a:cubicBezTo>
                  <a:pt x="1368" y="40"/>
                  <a:pt x="1349" y="37"/>
                  <a:pt x="1328" y="34"/>
                </a:cubicBezTo>
                <a:cubicBezTo>
                  <a:pt x="1308" y="31"/>
                  <a:pt x="1286" y="28"/>
                  <a:pt x="1264" y="25"/>
                </a:cubicBezTo>
                <a:cubicBezTo>
                  <a:pt x="1242" y="23"/>
                  <a:pt x="1219" y="20"/>
                  <a:pt x="1196" y="18"/>
                </a:cubicBezTo>
                <a:cubicBezTo>
                  <a:pt x="1172" y="16"/>
                  <a:pt x="1148" y="13"/>
                  <a:pt x="1124" y="12"/>
                </a:cubicBezTo>
                <a:cubicBezTo>
                  <a:pt x="1099" y="10"/>
                  <a:pt x="1074" y="8"/>
                  <a:pt x="1049" y="7"/>
                </a:cubicBezTo>
                <a:cubicBezTo>
                  <a:pt x="1023" y="5"/>
                  <a:pt x="998" y="4"/>
                  <a:pt x="972" y="3"/>
                </a:cubicBezTo>
                <a:cubicBezTo>
                  <a:pt x="945" y="2"/>
                  <a:pt x="919" y="1"/>
                  <a:pt x="893" y="1"/>
                </a:cubicBezTo>
                <a:cubicBezTo>
                  <a:pt x="866" y="1"/>
                  <a:pt x="840" y="0"/>
                  <a:pt x="813" y="0"/>
                </a:cubicBezTo>
                <a:cubicBezTo>
                  <a:pt x="787" y="0"/>
                  <a:pt x="760" y="1"/>
                  <a:pt x="734" y="1"/>
                </a:cubicBezTo>
                <a:cubicBezTo>
                  <a:pt x="706" y="1"/>
                  <a:pt x="680" y="2"/>
                  <a:pt x="654" y="3"/>
                </a:cubicBezTo>
                <a:cubicBezTo>
                  <a:pt x="628" y="4"/>
                  <a:pt x="602" y="5"/>
                  <a:pt x="577" y="7"/>
                </a:cubicBezTo>
                <a:cubicBezTo>
                  <a:pt x="551" y="8"/>
                  <a:pt x="526" y="10"/>
                  <a:pt x="501" y="12"/>
                </a:cubicBezTo>
                <a:cubicBezTo>
                  <a:pt x="477" y="13"/>
                  <a:pt x="453" y="16"/>
                  <a:pt x="429" y="18"/>
                </a:cubicBezTo>
                <a:cubicBezTo>
                  <a:pt x="406" y="20"/>
                  <a:pt x="383" y="23"/>
                  <a:pt x="361" y="25"/>
                </a:cubicBezTo>
                <a:cubicBezTo>
                  <a:pt x="339" y="28"/>
                  <a:pt x="318" y="31"/>
                  <a:pt x="297" y="34"/>
                </a:cubicBezTo>
                <a:cubicBezTo>
                  <a:pt x="277" y="37"/>
                  <a:pt x="257" y="40"/>
                  <a:pt x="238" y="44"/>
                </a:cubicBezTo>
                <a:cubicBezTo>
                  <a:pt x="219" y="47"/>
                  <a:pt x="201" y="51"/>
                  <a:pt x="185" y="55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5"/>
                  <a:pt x="96" y="79"/>
                </a:cubicBezTo>
                <a:cubicBezTo>
                  <a:pt x="84" y="83"/>
                  <a:pt x="72" y="88"/>
                  <a:pt x="62" y="92"/>
                </a:cubicBezTo>
                <a:cubicBezTo>
                  <a:pt x="52" y="97"/>
                  <a:pt x="43" y="101"/>
                  <a:pt x="35" y="106"/>
                </a:cubicBezTo>
                <a:cubicBezTo>
                  <a:pt x="28" y="111"/>
                  <a:pt x="21" y="115"/>
                  <a:pt x="16" y="120"/>
                </a:cubicBezTo>
                <a:cubicBezTo>
                  <a:pt x="11" y="125"/>
                  <a:pt x="7" y="130"/>
                  <a:pt x="4" y="135"/>
                </a:cubicBezTo>
                <a:cubicBezTo>
                  <a:pt x="2" y="139"/>
                  <a:pt x="0" y="144"/>
                  <a:pt x="0" y="149"/>
                </a:cubicBezTo>
                <a:lnTo>
                  <a:pt x="0" y="990"/>
                </a:lnTo>
                <a:cubicBezTo>
                  <a:pt x="0" y="995"/>
                  <a:pt x="2" y="1000"/>
                  <a:pt x="4" y="1005"/>
                </a:cubicBezTo>
                <a:cubicBezTo>
                  <a:pt x="7" y="1010"/>
                  <a:pt x="11" y="1015"/>
                  <a:pt x="16" y="1019"/>
                </a:cubicBezTo>
                <a:cubicBezTo>
                  <a:pt x="21" y="1024"/>
                  <a:pt x="28" y="1029"/>
                  <a:pt x="35" y="1034"/>
                </a:cubicBezTo>
                <a:cubicBezTo>
                  <a:pt x="43" y="1038"/>
                  <a:pt x="52" y="1043"/>
                  <a:pt x="62" y="1047"/>
                </a:cubicBezTo>
                <a:cubicBezTo>
                  <a:pt x="72" y="1052"/>
                  <a:pt x="84" y="1056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90"/>
                  <a:pt x="219" y="1093"/>
                  <a:pt x="238" y="1097"/>
                </a:cubicBezTo>
                <a:cubicBezTo>
                  <a:pt x="257" y="1100"/>
                  <a:pt x="277" y="1103"/>
                  <a:pt x="297" y="1106"/>
                </a:cubicBezTo>
                <a:cubicBezTo>
                  <a:pt x="318" y="1110"/>
                  <a:pt x="339" y="1112"/>
                  <a:pt x="361" y="1115"/>
                </a:cubicBezTo>
                <a:cubicBezTo>
                  <a:pt x="383" y="1118"/>
                  <a:pt x="406" y="1120"/>
                  <a:pt x="429" y="1123"/>
                </a:cubicBezTo>
                <a:cubicBezTo>
                  <a:pt x="453" y="1125"/>
                  <a:pt x="477" y="1127"/>
                  <a:pt x="501" y="1129"/>
                </a:cubicBezTo>
                <a:cubicBezTo>
                  <a:pt x="526" y="1131"/>
                  <a:pt x="551" y="1132"/>
                  <a:pt x="577" y="1134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9"/>
                  <a:pt x="734" y="1140"/>
                </a:cubicBezTo>
                <a:cubicBezTo>
                  <a:pt x="760" y="1140"/>
                  <a:pt x="787" y="1140"/>
                  <a:pt x="813" y="1140"/>
                </a:cubicBezTo>
                <a:cubicBezTo>
                  <a:pt x="840" y="1140"/>
                  <a:pt x="866" y="1140"/>
                  <a:pt x="893" y="1140"/>
                </a:cubicBezTo>
                <a:cubicBezTo>
                  <a:pt x="919" y="1139"/>
                  <a:pt x="945" y="1138"/>
                  <a:pt x="972" y="1137"/>
                </a:cubicBezTo>
                <a:cubicBezTo>
                  <a:pt x="998" y="1136"/>
                  <a:pt x="1023" y="1135"/>
                  <a:pt x="1049" y="1134"/>
                </a:cubicBezTo>
                <a:cubicBezTo>
                  <a:pt x="1074" y="1132"/>
                  <a:pt x="1099" y="1131"/>
                  <a:pt x="1124" y="1129"/>
                </a:cubicBezTo>
                <a:cubicBezTo>
                  <a:pt x="1148" y="1127"/>
                  <a:pt x="1172" y="1125"/>
                  <a:pt x="1196" y="1123"/>
                </a:cubicBezTo>
                <a:cubicBezTo>
                  <a:pt x="1219" y="1120"/>
                  <a:pt x="1242" y="1118"/>
                  <a:pt x="1264" y="1115"/>
                </a:cubicBezTo>
                <a:cubicBezTo>
                  <a:pt x="1286" y="1112"/>
                  <a:pt x="1308" y="1110"/>
                  <a:pt x="1328" y="1106"/>
                </a:cubicBezTo>
                <a:cubicBezTo>
                  <a:pt x="1349" y="1103"/>
                  <a:pt x="1368" y="1100"/>
                  <a:pt x="1387" y="1097"/>
                </a:cubicBezTo>
                <a:cubicBezTo>
                  <a:pt x="1406" y="1093"/>
                  <a:pt x="1424" y="1090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6"/>
                  <a:pt x="1553" y="1052"/>
                  <a:pt x="1563" y="1047"/>
                </a:cubicBezTo>
                <a:cubicBezTo>
                  <a:pt x="1573" y="1043"/>
                  <a:pt x="1582" y="1038"/>
                  <a:pt x="1590" y="1034"/>
                </a:cubicBezTo>
                <a:cubicBezTo>
                  <a:pt x="1598" y="1029"/>
                  <a:pt x="1604" y="1024"/>
                  <a:pt x="1609" y="1019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5"/>
                  <a:pt x="1625" y="990"/>
                </a:cubicBezTo>
                <a:lnTo>
                  <a:pt x="1625" y="149"/>
                </a:lnTo>
                <a:lnTo>
                  <a:pt x="0" y="149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709880" y="268056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9"/>
                </a:moveTo>
                <a:cubicBezTo>
                  <a:pt x="0" y="154"/>
                  <a:pt x="2" y="159"/>
                  <a:pt x="4" y="164"/>
                </a:cubicBezTo>
                <a:cubicBezTo>
                  <a:pt x="7" y="169"/>
                  <a:pt x="11" y="173"/>
                  <a:pt x="16" y="178"/>
                </a:cubicBezTo>
                <a:cubicBezTo>
                  <a:pt x="21" y="183"/>
                  <a:pt x="28" y="188"/>
                  <a:pt x="35" y="192"/>
                </a:cubicBezTo>
                <a:cubicBezTo>
                  <a:pt x="43" y="197"/>
                  <a:pt x="52" y="202"/>
                  <a:pt x="62" y="206"/>
                </a:cubicBezTo>
                <a:cubicBezTo>
                  <a:pt x="72" y="211"/>
                  <a:pt x="84" y="215"/>
                  <a:pt x="96" y="219"/>
                </a:cubicBezTo>
                <a:cubicBezTo>
                  <a:pt x="109" y="224"/>
                  <a:pt x="122" y="228"/>
                  <a:pt x="137" y="232"/>
                </a:cubicBezTo>
                <a:cubicBezTo>
                  <a:pt x="152" y="236"/>
                  <a:pt x="168" y="240"/>
                  <a:pt x="185" y="244"/>
                </a:cubicBezTo>
                <a:cubicBezTo>
                  <a:pt x="201" y="247"/>
                  <a:pt x="219" y="251"/>
                  <a:pt x="238" y="254"/>
                </a:cubicBezTo>
                <a:cubicBezTo>
                  <a:pt x="257" y="258"/>
                  <a:pt x="277" y="261"/>
                  <a:pt x="297" y="264"/>
                </a:cubicBezTo>
                <a:cubicBezTo>
                  <a:pt x="318" y="267"/>
                  <a:pt x="339" y="270"/>
                  <a:pt x="361" y="273"/>
                </a:cubicBezTo>
                <a:cubicBezTo>
                  <a:pt x="383" y="276"/>
                  <a:pt x="406" y="278"/>
                  <a:pt x="429" y="280"/>
                </a:cubicBezTo>
                <a:cubicBezTo>
                  <a:pt x="453" y="283"/>
                  <a:pt x="477" y="285"/>
                  <a:pt x="501" y="287"/>
                </a:cubicBezTo>
                <a:cubicBezTo>
                  <a:pt x="526" y="288"/>
                  <a:pt x="551" y="290"/>
                  <a:pt x="577" y="292"/>
                </a:cubicBezTo>
                <a:cubicBezTo>
                  <a:pt x="602" y="293"/>
                  <a:pt x="628" y="294"/>
                  <a:pt x="654" y="295"/>
                </a:cubicBezTo>
                <a:cubicBezTo>
                  <a:pt x="680" y="296"/>
                  <a:pt x="706" y="297"/>
                  <a:pt x="734" y="297"/>
                </a:cubicBezTo>
                <a:cubicBezTo>
                  <a:pt x="760" y="298"/>
                  <a:pt x="787" y="298"/>
                  <a:pt x="813" y="298"/>
                </a:cubicBezTo>
                <a:cubicBezTo>
                  <a:pt x="840" y="298"/>
                  <a:pt x="866" y="298"/>
                  <a:pt x="893" y="297"/>
                </a:cubicBezTo>
                <a:cubicBezTo>
                  <a:pt x="919" y="297"/>
                  <a:pt x="945" y="296"/>
                  <a:pt x="972" y="295"/>
                </a:cubicBezTo>
                <a:cubicBezTo>
                  <a:pt x="998" y="294"/>
                  <a:pt x="1023" y="293"/>
                  <a:pt x="1049" y="292"/>
                </a:cubicBezTo>
                <a:cubicBezTo>
                  <a:pt x="1074" y="290"/>
                  <a:pt x="1099" y="288"/>
                  <a:pt x="1124" y="287"/>
                </a:cubicBezTo>
                <a:cubicBezTo>
                  <a:pt x="1148" y="285"/>
                  <a:pt x="1172" y="283"/>
                  <a:pt x="1196" y="280"/>
                </a:cubicBezTo>
                <a:cubicBezTo>
                  <a:pt x="1219" y="278"/>
                  <a:pt x="1242" y="276"/>
                  <a:pt x="1264" y="273"/>
                </a:cubicBezTo>
                <a:cubicBezTo>
                  <a:pt x="1286" y="270"/>
                  <a:pt x="1308" y="267"/>
                  <a:pt x="1328" y="264"/>
                </a:cubicBezTo>
                <a:cubicBezTo>
                  <a:pt x="1349" y="261"/>
                  <a:pt x="1368" y="258"/>
                  <a:pt x="1387" y="254"/>
                </a:cubicBezTo>
                <a:cubicBezTo>
                  <a:pt x="1406" y="251"/>
                  <a:pt x="1424" y="247"/>
                  <a:pt x="1441" y="244"/>
                </a:cubicBezTo>
                <a:cubicBezTo>
                  <a:pt x="1458" y="240"/>
                  <a:pt x="1473" y="236"/>
                  <a:pt x="1488" y="232"/>
                </a:cubicBezTo>
                <a:cubicBezTo>
                  <a:pt x="1503" y="228"/>
                  <a:pt x="1517" y="224"/>
                  <a:pt x="1529" y="219"/>
                </a:cubicBezTo>
                <a:cubicBezTo>
                  <a:pt x="1542" y="215"/>
                  <a:pt x="1553" y="211"/>
                  <a:pt x="1563" y="206"/>
                </a:cubicBezTo>
                <a:cubicBezTo>
                  <a:pt x="1573" y="202"/>
                  <a:pt x="1582" y="197"/>
                  <a:pt x="1590" y="192"/>
                </a:cubicBezTo>
                <a:cubicBezTo>
                  <a:pt x="1598" y="188"/>
                  <a:pt x="1604" y="183"/>
                  <a:pt x="1609" y="178"/>
                </a:cubicBezTo>
                <a:cubicBezTo>
                  <a:pt x="1615" y="173"/>
                  <a:pt x="1618" y="169"/>
                  <a:pt x="1621" y="164"/>
                </a:cubicBezTo>
                <a:cubicBezTo>
                  <a:pt x="1624" y="159"/>
                  <a:pt x="1625" y="154"/>
                  <a:pt x="1625" y="149"/>
                </a:cubicBezTo>
                <a:cubicBezTo>
                  <a:pt x="1625" y="144"/>
                  <a:pt x="1624" y="139"/>
                  <a:pt x="1621" y="135"/>
                </a:cubicBezTo>
                <a:cubicBezTo>
                  <a:pt x="1618" y="130"/>
                  <a:pt x="1615" y="125"/>
                  <a:pt x="1609" y="120"/>
                </a:cubicBezTo>
                <a:cubicBezTo>
                  <a:pt x="1604" y="115"/>
                  <a:pt x="1598" y="111"/>
                  <a:pt x="1590" y="106"/>
                </a:cubicBezTo>
                <a:cubicBezTo>
                  <a:pt x="1582" y="101"/>
                  <a:pt x="1573" y="97"/>
                  <a:pt x="1563" y="92"/>
                </a:cubicBezTo>
                <a:cubicBezTo>
                  <a:pt x="1553" y="88"/>
                  <a:pt x="1542" y="83"/>
                  <a:pt x="1529" y="79"/>
                </a:cubicBezTo>
                <a:cubicBezTo>
                  <a:pt x="1517" y="75"/>
                  <a:pt x="1503" y="70"/>
                  <a:pt x="1488" y="66"/>
                </a:cubicBezTo>
                <a:cubicBezTo>
                  <a:pt x="1473" y="62"/>
                  <a:pt x="1458" y="58"/>
                  <a:pt x="1441" y="55"/>
                </a:cubicBezTo>
                <a:cubicBezTo>
                  <a:pt x="1424" y="51"/>
                  <a:pt x="1406" y="47"/>
                  <a:pt x="1387" y="44"/>
                </a:cubicBezTo>
                <a:cubicBezTo>
                  <a:pt x="1368" y="40"/>
                  <a:pt x="1349" y="37"/>
                  <a:pt x="1328" y="34"/>
                </a:cubicBezTo>
                <a:cubicBezTo>
                  <a:pt x="1308" y="31"/>
                  <a:pt x="1286" y="28"/>
                  <a:pt x="1264" y="25"/>
                </a:cubicBezTo>
                <a:cubicBezTo>
                  <a:pt x="1242" y="23"/>
                  <a:pt x="1219" y="20"/>
                  <a:pt x="1196" y="18"/>
                </a:cubicBezTo>
                <a:cubicBezTo>
                  <a:pt x="1172" y="16"/>
                  <a:pt x="1148" y="13"/>
                  <a:pt x="1124" y="12"/>
                </a:cubicBezTo>
                <a:cubicBezTo>
                  <a:pt x="1099" y="10"/>
                  <a:pt x="1074" y="8"/>
                  <a:pt x="1049" y="7"/>
                </a:cubicBezTo>
                <a:cubicBezTo>
                  <a:pt x="1023" y="5"/>
                  <a:pt x="998" y="4"/>
                  <a:pt x="972" y="3"/>
                </a:cubicBezTo>
                <a:cubicBezTo>
                  <a:pt x="945" y="2"/>
                  <a:pt x="919" y="1"/>
                  <a:pt x="893" y="1"/>
                </a:cubicBezTo>
                <a:cubicBezTo>
                  <a:pt x="866" y="1"/>
                  <a:pt x="840" y="0"/>
                  <a:pt x="813" y="0"/>
                </a:cubicBezTo>
                <a:cubicBezTo>
                  <a:pt x="787" y="0"/>
                  <a:pt x="760" y="1"/>
                  <a:pt x="734" y="1"/>
                </a:cubicBezTo>
                <a:cubicBezTo>
                  <a:pt x="706" y="1"/>
                  <a:pt x="680" y="2"/>
                  <a:pt x="654" y="3"/>
                </a:cubicBezTo>
                <a:cubicBezTo>
                  <a:pt x="628" y="4"/>
                  <a:pt x="602" y="5"/>
                  <a:pt x="577" y="7"/>
                </a:cubicBezTo>
                <a:cubicBezTo>
                  <a:pt x="551" y="8"/>
                  <a:pt x="526" y="10"/>
                  <a:pt x="501" y="12"/>
                </a:cubicBezTo>
                <a:cubicBezTo>
                  <a:pt x="477" y="13"/>
                  <a:pt x="453" y="16"/>
                  <a:pt x="429" y="18"/>
                </a:cubicBezTo>
                <a:cubicBezTo>
                  <a:pt x="406" y="20"/>
                  <a:pt x="383" y="23"/>
                  <a:pt x="361" y="25"/>
                </a:cubicBezTo>
                <a:cubicBezTo>
                  <a:pt x="339" y="28"/>
                  <a:pt x="318" y="31"/>
                  <a:pt x="297" y="34"/>
                </a:cubicBezTo>
                <a:cubicBezTo>
                  <a:pt x="277" y="37"/>
                  <a:pt x="257" y="40"/>
                  <a:pt x="238" y="44"/>
                </a:cubicBezTo>
                <a:cubicBezTo>
                  <a:pt x="219" y="47"/>
                  <a:pt x="201" y="51"/>
                  <a:pt x="185" y="55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5"/>
                  <a:pt x="96" y="79"/>
                </a:cubicBezTo>
                <a:cubicBezTo>
                  <a:pt x="84" y="83"/>
                  <a:pt x="72" y="88"/>
                  <a:pt x="62" y="92"/>
                </a:cubicBezTo>
                <a:cubicBezTo>
                  <a:pt x="52" y="97"/>
                  <a:pt x="43" y="101"/>
                  <a:pt x="35" y="106"/>
                </a:cubicBezTo>
                <a:cubicBezTo>
                  <a:pt x="28" y="111"/>
                  <a:pt x="21" y="115"/>
                  <a:pt x="16" y="120"/>
                </a:cubicBezTo>
                <a:cubicBezTo>
                  <a:pt x="11" y="125"/>
                  <a:pt x="7" y="130"/>
                  <a:pt x="4" y="135"/>
                </a:cubicBezTo>
                <a:cubicBezTo>
                  <a:pt x="2" y="139"/>
                  <a:pt x="0" y="144"/>
                  <a:pt x="0" y="149"/>
                </a:cubicBezTo>
                <a:lnTo>
                  <a:pt x="0" y="990"/>
                </a:lnTo>
                <a:cubicBezTo>
                  <a:pt x="0" y="995"/>
                  <a:pt x="2" y="1000"/>
                  <a:pt x="4" y="1005"/>
                </a:cubicBezTo>
                <a:cubicBezTo>
                  <a:pt x="7" y="1010"/>
                  <a:pt x="11" y="1015"/>
                  <a:pt x="16" y="1019"/>
                </a:cubicBezTo>
                <a:cubicBezTo>
                  <a:pt x="21" y="1024"/>
                  <a:pt x="28" y="1029"/>
                  <a:pt x="35" y="1034"/>
                </a:cubicBezTo>
                <a:cubicBezTo>
                  <a:pt x="43" y="1038"/>
                  <a:pt x="52" y="1043"/>
                  <a:pt x="62" y="1047"/>
                </a:cubicBezTo>
                <a:cubicBezTo>
                  <a:pt x="72" y="1052"/>
                  <a:pt x="84" y="1056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90"/>
                  <a:pt x="219" y="1093"/>
                  <a:pt x="238" y="1097"/>
                </a:cubicBezTo>
                <a:cubicBezTo>
                  <a:pt x="257" y="1100"/>
                  <a:pt x="277" y="1103"/>
                  <a:pt x="297" y="1106"/>
                </a:cubicBezTo>
                <a:cubicBezTo>
                  <a:pt x="318" y="1110"/>
                  <a:pt x="339" y="1112"/>
                  <a:pt x="361" y="1115"/>
                </a:cubicBezTo>
                <a:cubicBezTo>
                  <a:pt x="383" y="1118"/>
                  <a:pt x="406" y="1120"/>
                  <a:pt x="429" y="1123"/>
                </a:cubicBezTo>
                <a:cubicBezTo>
                  <a:pt x="453" y="1125"/>
                  <a:pt x="477" y="1127"/>
                  <a:pt x="501" y="1129"/>
                </a:cubicBezTo>
                <a:cubicBezTo>
                  <a:pt x="526" y="1131"/>
                  <a:pt x="551" y="1132"/>
                  <a:pt x="577" y="1134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9"/>
                  <a:pt x="734" y="1140"/>
                </a:cubicBezTo>
                <a:cubicBezTo>
                  <a:pt x="760" y="1140"/>
                  <a:pt x="787" y="1140"/>
                  <a:pt x="813" y="1140"/>
                </a:cubicBezTo>
                <a:cubicBezTo>
                  <a:pt x="840" y="1140"/>
                  <a:pt x="866" y="1140"/>
                  <a:pt x="893" y="1140"/>
                </a:cubicBezTo>
                <a:cubicBezTo>
                  <a:pt x="919" y="1139"/>
                  <a:pt x="945" y="1138"/>
                  <a:pt x="972" y="1137"/>
                </a:cubicBezTo>
                <a:cubicBezTo>
                  <a:pt x="998" y="1136"/>
                  <a:pt x="1023" y="1135"/>
                  <a:pt x="1049" y="1134"/>
                </a:cubicBezTo>
                <a:cubicBezTo>
                  <a:pt x="1074" y="1132"/>
                  <a:pt x="1099" y="1131"/>
                  <a:pt x="1124" y="1129"/>
                </a:cubicBezTo>
                <a:cubicBezTo>
                  <a:pt x="1148" y="1127"/>
                  <a:pt x="1172" y="1125"/>
                  <a:pt x="1196" y="1123"/>
                </a:cubicBezTo>
                <a:cubicBezTo>
                  <a:pt x="1219" y="1120"/>
                  <a:pt x="1242" y="1118"/>
                  <a:pt x="1264" y="1115"/>
                </a:cubicBezTo>
                <a:cubicBezTo>
                  <a:pt x="1286" y="1112"/>
                  <a:pt x="1308" y="1110"/>
                  <a:pt x="1328" y="1106"/>
                </a:cubicBezTo>
                <a:cubicBezTo>
                  <a:pt x="1349" y="1103"/>
                  <a:pt x="1368" y="1100"/>
                  <a:pt x="1387" y="1097"/>
                </a:cubicBezTo>
                <a:cubicBezTo>
                  <a:pt x="1406" y="1093"/>
                  <a:pt x="1424" y="1090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6"/>
                  <a:pt x="1553" y="1052"/>
                  <a:pt x="1563" y="1047"/>
                </a:cubicBezTo>
                <a:cubicBezTo>
                  <a:pt x="1573" y="1043"/>
                  <a:pt x="1582" y="1038"/>
                  <a:pt x="1590" y="1034"/>
                </a:cubicBezTo>
                <a:cubicBezTo>
                  <a:pt x="1598" y="1029"/>
                  <a:pt x="1604" y="1024"/>
                  <a:pt x="1609" y="1019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5"/>
                  <a:pt x="1625" y="990"/>
                </a:cubicBezTo>
                <a:lnTo>
                  <a:pt x="1625" y="149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3116880" y="294192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4739760" y="283896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6013800" y="2669760"/>
            <a:ext cx="787680" cy="432000"/>
          </a:xfrm>
          <a:custGeom>
            <a:avLst/>
            <a:gdLst/>
            <a:ahLst/>
            <a:rect l="0" t="0" r="r" b="b"/>
            <a:pathLst>
              <a:path w="2188" h="1200">
                <a:moveTo>
                  <a:pt x="0" y="169"/>
                </a:moveTo>
                <a:cubicBezTo>
                  <a:pt x="0" y="175"/>
                  <a:pt x="2" y="180"/>
                  <a:pt x="6" y="186"/>
                </a:cubicBezTo>
                <a:cubicBezTo>
                  <a:pt x="9" y="191"/>
                  <a:pt x="14" y="197"/>
                  <a:pt x="21" y="202"/>
                </a:cubicBezTo>
                <a:cubicBezTo>
                  <a:pt x="28" y="207"/>
                  <a:pt x="37" y="213"/>
                  <a:pt x="47" y="218"/>
                </a:cubicBezTo>
                <a:cubicBezTo>
                  <a:pt x="58" y="223"/>
                  <a:pt x="70" y="229"/>
                  <a:pt x="84" y="234"/>
                </a:cubicBezTo>
                <a:cubicBezTo>
                  <a:pt x="97" y="239"/>
                  <a:pt x="113" y="244"/>
                  <a:pt x="129" y="249"/>
                </a:cubicBezTo>
                <a:cubicBezTo>
                  <a:pt x="146" y="254"/>
                  <a:pt x="165" y="258"/>
                  <a:pt x="185" y="263"/>
                </a:cubicBezTo>
                <a:cubicBezTo>
                  <a:pt x="205" y="268"/>
                  <a:pt x="226" y="272"/>
                  <a:pt x="249" y="276"/>
                </a:cubicBezTo>
                <a:cubicBezTo>
                  <a:pt x="271" y="280"/>
                  <a:pt x="295" y="285"/>
                  <a:pt x="321" y="288"/>
                </a:cubicBezTo>
                <a:cubicBezTo>
                  <a:pt x="346" y="292"/>
                  <a:pt x="372" y="296"/>
                  <a:pt x="400" y="300"/>
                </a:cubicBezTo>
                <a:cubicBezTo>
                  <a:pt x="428" y="303"/>
                  <a:pt x="457" y="306"/>
                  <a:pt x="486" y="309"/>
                </a:cubicBezTo>
                <a:cubicBezTo>
                  <a:pt x="516" y="313"/>
                  <a:pt x="547" y="315"/>
                  <a:pt x="578" y="318"/>
                </a:cubicBezTo>
                <a:cubicBezTo>
                  <a:pt x="610" y="321"/>
                  <a:pt x="642" y="323"/>
                  <a:pt x="675" y="325"/>
                </a:cubicBezTo>
                <a:cubicBezTo>
                  <a:pt x="708" y="327"/>
                  <a:pt x="742" y="329"/>
                  <a:pt x="776" y="331"/>
                </a:cubicBezTo>
                <a:cubicBezTo>
                  <a:pt x="811" y="332"/>
                  <a:pt x="845" y="334"/>
                  <a:pt x="880" y="335"/>
                </a:cubicBezTo>
                <a:cubicBezTo>
                  <a:pt x="916" y="336"/>
                  <a:pt x="951" y="337"/>
                  <a:pt x="987" y="337"/>
                </a:cubicBezTo>
                <a:cubicBezTo>
                  <a:pt x="1022" y="338"/>
                  <a:pt x="1058" y="338"/>
                  <a:pt x="1094" y="338"/>
                </a:cubicBezTo>
                <a:cubicBezTo>
                  <a:pt x="1130" y="338"/>
                  <a:pt x="1165" y="338"/>
                  <a:pt x="1201" y="337"/>
                </a:cubicBezTo>
                <a:cubicBezTo>
                  <a:pt x="1237" y="337"/>
                  <a:pt x="1272" y="336"/>
                  <a:pt x="1307" y="335"/>
                </a:cubicBezTo>
                <a:cubicBezTo>
                  <a:pt x="1342" y="334"/>
                  <a:pt x="1377" y="332"/>
                  <a:pt x="1411" y="331"/>
                </a:cubicBezTo>
                <a:cubicBezTo>
                  <a:pt x="1445" y="329"/>
                  <a:pt x="1479" y="327"/>
                  <a:pt x="1512" y="325"/>
                </a:cubicBezTo>
                <a:cubicBezTo>
                  <a:pt x="1545" y="323"/>
                  <a:pt x="1578" y="321"/>
                  <a:pt x="1609" y="318"/>
                </a:cubicBezTo>
                <a:cubicBezTo>
                  <a:pt x="1641" y="315"/>
                  <a:pt x="1672" y="313"/>
                  <a:pt x="1701" y="309"/>
                </a:cubicBezTo>
                <a:cubicBezTo>
                  <a:pt x="1731" y="306"/>
                  <a:pt x="1760" y="303"/>
                  <a:pt x="1787" y="300"/>
                </a:cubicBezTo>
                <a:cubicBezTo>
                  <a:pt x="1815" y="296"/>
                  <a:pt x="1842" y="292"/>
                  <a:pt x="1867" y="288"/>
                </a:cubicBezTo>
                <a:cubicBezTo>
                  <a:pt x="1893" y="285"/>
                  <a:pt x="1917" y="280"/>
                  <a:pt x="1940" y="276"/>
                </a:cubicBezTo>
                <a:cubicBezTo>
                  <a:pt x="1963" y="272"/>
                  <a:pt x="1984" y="268"/>
                  <a:pt x="2004" y="263"/>
                </a:cubicBezTo>
                <a:cubicBezTo>
                  <a:pt x="2024" y="258"/>
                  <a:pt x="2042" y="254"/>
                  <a:pt x="2059" y="249"/>
                </a:cubicBezTo>
                <a:cubicBezTo>
                  <a:pt x="2076" y="244"/>
                  <a:pt x="2091" y="239"/>
                  <a:pt x="2105" y="234"/>
                </a:cubicBezTo>
                <a:cubicBezTo>
                  <a:pt x="2119" y="229"/>
                  <a:pt x="2131" y="223"/>
                  <a:pt x="2141" y="218"/>
                </a:cubicBezTo>
                <a:cubicBezTo>
                  <a:pt x="2152" y="213"/>
                  <a:pt x="2160" y="207"/>
                  <a:pt x="2167" y="202"/>
                </a:cubicBezTo>
                <a:cubicBezTo>
                  <a:pt x="2174" y="197"/>
                  <a:pt x="2179" y="191"/>
                  <a:pt x="2183" y="186"/>
                </a:cubicBezTo>
                <a:cubicBezTo>
                  <a:pt x="2186" y="180"/>
                  <a:pt x="2188" y="175"/>
                  <a:pt x="2188" y="169"/>
                </a:cubicBezTo>
                <a:cubicBezTo>
                  <a:pt x="2188" y="164"/>
                  <a:pt x="2186" y="158"/>
                  <a:pt x="2183" y="153"/>
                </a:cubicBezTo>
                <a:cubicBezTo>
                  <a:pt x="2179" y="147"/>
                  <a:pt x="2174" y="142"/>
                  <a:pt x="2167" y="136"/>
                </a:cubicBezTo>
                <a:cubicBezTo>
                  <a:pt x="2160" y="131"/>
                  <a:pt x="2152" y="125"/>
                  <a:pt x="2141" y="120"/>
                </a:cubicBezTo>
                <a:cubicBezTo>
                  <a:pt x="2131" y="115"/>
                  <a:pt x="2119" y="110"/>
                  <a:pt x="2105" y="105"/>
                </a:cubicBezTo>
                <a:cubicBezTo>
                  <a:pt x="2091" y="99"/>
                  <a:pt x="2076" y="94"/>
                  <a:pt x="2059" y="90"/>
                </a:cubicBezTo>
                <a:cubicBezTo>
                  <a:pt x="2042" y="85"/>
                  <a:pt x="2024" y="80"/>
                  <a:pt x="2004" y="75"/>
                </a:cubicBezTo>
                <a:cubicBezTo>
                  <a:pt x="1984" y="71"/>
                  <a:pt x="1963" y="66"/>
                  <a:pt x="1940" y="62"/>
                </a:cubicBezTo>
                <a:cubicBezTo>
                  <a:pt x="1917" y="58"/>
                  <a:pt x="1893" y="54"/>
                  <a:pt x="1867" y="50"/>
                </a:cubicBezTo>
                <a:cubicBezTo>
                  <a:pt x="1842" y="46"/>
                  <a:pt x="1815" y="42"/>
                  <a:pt x="1787" y="39"/>
                </a:cubicBezTo>
                <a:cubicBezTo>
                  <a:pt x="1760" y="35"/>
                  <a:pt x="1731" y="32"/>
                  <a:pt x="1701" y="29"/>
                </a:cubicBezTo>
                <a:cubicBezTo>
                  <a:pt x="1672" y="26"/>
                  <a:pt x="1641" y="23"/>
                  <a:pt x="1609" y="20"/>
                </a:cubicBezTo>
                <a:cubicBezTo>
                  <a:pt x="1578" y="18"/>
                  <a:pt x="1545" y="15"/>
                  <a:pt x="1512" y="13"/>
                </a:cubicBezTo>
                <a:cubicBezTo>
                  <a:pt x="1479" y="11"/>
                  <a:pt x="1445" y="9"/>
                  <a:pt x="1411" y="8"/>
                </a:cubicBezTo>
                <a:cubicBezTo>
                  <a:pt x="1377" y="6"/>
                  <a:pt x="1342" y="5"/>
                  <a:pt x="1307" y="4"/>
                </a:cubicBezTo>
                <a:cubicBezTo>
                  <a:pt x="1272" y="3"/>
                  <a:pt x="1237" y="2"/>
                  <a:pt x="1201" y="1"/>
                </a:cubicBezTo>
                <a:cubicBezTo>
                  <a:pt x="1165" y="1"/>
                  <a:pt x="1130" y="0"/>
                  <a:pt x="1094" y="0"/>
                </a:cubicBezTo>
                <a:cubicBezTo>
                  <a:pt x="1058" y="0"/>
                  <a:pt x="1022" y="1"/>
                  <a:pt x="987" y="1"/>
                </a:cubicBezTo>
                <a:cubicBezTo>
                  <a:pt x="951" y="2"/>
                  <a:pt x="916" y="3"/>
                  <a:pt x="880" y="4"/>
                </a:cubicBezTo>
                <a:cubicBezTo>
                  <a:pt x="845" y="5"/>
                  <a:pt x="811" y="6"/>
                  <a:pt x="776" y="8"/>
                </a:cubicBezTo>
                <a:cubicBezTo>
                  <a:pt x="742" y="9"/>
                  <a:pt x="708" y="11"/>
                  <a:pt x="675" y="13"/>
                </a:cubicBezTo>
                <a:cubicBezTo>
                  <a:pt x="642" y="15"/>
                  <a:pt x="610" y="18"/>
                  <a:pt x="578" y="20"/>
                </a:cubicBezTo>
                <a:cubicBezTo>
                  <a:pt x="547" y="23"/>
                  <a:pt x="516" y="26"/>
                  <a:pt x="486" y="29"/>
                </a:cubicBezTo>
                <a:cubicBezTo>
                  <a:pt x="457" y="32"/>
                  <a:pt x="428" y="35"/>
                  <a:pt x="400" y="39"/>
                </a:cubicBezTo>
                <a:cubicBezTo>
                  <a:pt x="372" y="42"/>
                  <a:pt x="346" y="46"/>
                  <a:pt x="321" y="50"/>
                </a:cubicBezTo>
                <a:cubicBezTo>
                  <a:pt x="295" y="54"/>
                  <a:pt x="271" y="58"/>
                  <a:pt x="249" y="62"/>
                </a:cubicBezTo>
                <a:cubicBezTo>
                  <a:pt x="226" y="66"/>
                  <a:pt x="205" y="71"/>
                  <a:pt x="185" y="75"/>
                </a:cubicBezTo>
                <a:cubicBezTo>
                  <a:pt x="165" y="80"/>
                  <a:pt x="146" y="85"/>
                  <a:pt x="129" y="90"/>
                </a:cubicBezTo>
                <a:cubicBezTo>
                  <a:pt x="113" y="94"/>
                  <a:pt x="97" y="99"/>
                  <a:pt x="84" y="105"/>
                </a:cubicBezTo>
                <a:cubicBezTo>
                  <a:pt x="70" y="110"/>
                  <a:pt x="58" y="115"/>
                  <a:pt x="47" y="120"/>
                </a:cubicBezTo>
                <a:cubicBezTo>
                  <a:pt x="37" y="125"/>
                  <a:pt x="28" y="131"/>
                  <a:pt x="21" y="136"/>
                </a:cubicBezTo>
                <a:cubicBezTo>
                  <a:pt x="14" y="142"/>
                  <a:pt x="9" y="147"/>
                  <a:pt x="6" y="153"/>
                </a:cubicBezTo>
                <a:cubicBezTo>
                  <a:pt x="2" y="158"/>
                  <a:pt x="0" y="164"/>
                  <a:pt x="0" y="169"/>
                </a:cubicBezTo>
                <a:lnTo>
                  <a:pt x="0" y="1031"/>
                </a:lnTo>
                <a:cubicBezTo>
                  <a:pt x="0" y="1037"/>
                  <a:pt x="2" y="1042"/>
                  <a:pt x="6" y="1048"/>
                </a:cubicBezTo>
                <a:cubicBezTo>
                  <a:pt x="9" y="1053"/>
                  <a:pt x="14" y="1059"/>
                  <a:pt x="21" y="1064"/>
                </a:cubicBezTo>
                <a:cubicBezTo>
                  <a:pt x="28" y="1070"/>
                  <a:pt x="37" y="1075"/>
                  <a:pt x="47" y="1080"/>
                </a:cubicBezTo>
                <a:cubicBezTo>
                  <a:pt x="58" y="1086"/>
                  <a:pt x="70" y="1091"/>
                  <a:pt x="84" y="1096"/>
                </a:cubicBezTo>
                <a:cubicBezTo>
                  <a:pt x="97" y="1101"/>
                  <a:pt x="113" y="1106"/>
                  <a:pt x="129" y="1111"/>
                </a:cubicBezTo>
                <a:cubicBezTo>
                  <a:pt x="146" y="1116"/>
                  <a:pt x="165" y="1121"/>
                  <a:pt x="185" y="1125"/>
                </a:cubicBezTo>
                <a:cubicBezTo>
                  <a:pt x="205" y="1130"/>
                  <a:pt x="226" y="1134"/>
                  <a:pt x="249" y="1138"/>
                </a:cubicBezTo>
                <a:cubicBezTo>
                  <a:pt x="271" y="1143"/>
                  <a:pt x="295" y="1147"/>
                  <a:pt x="321" y="1151"/>
                </a:cubicBezTo>
                <a:cubicBezTo>
                  <a:pt x="346" y="1155"/>
                  <a:pt x="372" y="1158"/>
                  <a:pt x="400" y="1162"/>
                </a:cubicBezTo>
                <a:cubicBezTo>
                  <a:pt x="428" y="1165"/>
                  <a:pt x="457" y="1169"/>
                  <a:pt x="486" y="1172"/>
                </a:cubicBezTo>
                <a:cubicBezTo>
                  <a:pt x="516" y="1175"/>
                  <a:pt x="547" y="1178"/>
                  <a:pt x="578" y="1180"/>
                </a:cubicBezTo>
                <a:cubicBezTo>
                  <a:pt x="610" y="1183"/>
                  <a:pt x="642" y="1185"/>
                  <a:pt x="675" y="1187"/>
                </a:cubicBezTo>
                <a:cubicBezTo>
                  <a:pt x="708" y="1189"/>
                  <a:pt x="742" y="1191"/>
                  <a:pt x="776" y="1193"/>
                </a:cubicBezTo>
                <a:cubicBezTo>
                  <a:pt x="811" y="1194"/>
                  <a:pt x="845" y="1196"/>
                  <a:pt x="880" y="1197"/>
                </a:cubicBezTo>
                <a:cubicBezTo>
                  <a:pt x="916" y="1198"/>
                  <a:pt x="951" y="1199"/>
                  <a:pt x="987" y="1199"/>
                </a:cubicBezTo>
                <a:cubicBezTo>
                  <a:pt x="1022" y="1200"/>
                  <a:pt x="1058" y="1200"/>
                  <a:pt x="1094" y="1200"/>
                </a:cubicBezTo>
                <a:cubicBezTo>
                  <a:pt x="1130" y="1200"/>
                  <a:pt x="1165" y="1200"/>
                  <a:pt x="1201" y="1199"/>
                </a:cubicBezTo>
                <a:cubicBezTo>
                  <a:pt x="1237" y="1199"/>
                  <a:pt x="1272" y="1198"/>
                  <a:pt x="1307" y="1197"/>
                </a:cubicBezTo>
                <a:cubicBezTo>
                  <a:pt x="1342" y="1196"/>
                  <a:pt x="1377" y="1194"/>
                  <a:pt x="1411" y="1193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5"/>
                  <a:pt x="1578" y="1183"/>
                  <a:pt x="1609" y="1180"/>
                </a:cubicBezTo>
                <a:cubicBezTo>
                  <a:pt x="1641" y="1178"/>
                  <a:pt x="1672" y="1175"/>
                  <a:pt x="1701" y="1172"/>
                </a:cubicBezTo>
                <a:cubicBezTo>
                  <a:pt x="1731" y="1169"/>
                  <a:pt x="1760" y="1165"/>
                  <a:pt x="1787" y="1162"/>
                </a:cubicBezTo>
                <a:cubicBezTo>
                  <a:pt x="1815" y="1158"/>
                  <a:pt x="1842" y="1155"/>
                  <a:pt x="1867" y="1151"/>
                </a:cubicBezTo>
                <a:cubicBezTo>
                  <a:pt x="1893" y="1147"/>
                  <a:pt x="1917" y="1143"/>
                  <a:pt x="1940" y="1138"/>
                </a:cubicBezTo>
                <a:cubicBezTo>
                  <a:pt x="1963" y="1134"/>
                  <a:pt x="1984" y="1130"/>
                  <a:pt x="2004" y="1125"/>
                </a:cubicBezTo>
                <a:cubicBezTo>
                  <a:pt x="2024" y="1121"/>
                  <a:pt x="2042" y="1116"/>
                  <a:pt x="2059" y="1111"/>
                </a:cubicBezTo>
                <a:cubicBezTo>
                  <a:pt x="2076" y="1106"/>
                  <a:pt x="2091" y="1101"/>
                  <a:pt x="2105" y="1096"/>
                </a:cubicBezTo>
                <a:cubicBezTo>
                  <a:pt x="2119" y="1091"/>
                  <a:pt x="2131" y="1086"/>
                  <a:pt x="2141" y="1080"/>
                </a:cubicBezTo>
                <a:cubicBezTo>
                  <a:pt x="2152" y="1075"/>
                  <a:pt x="2160" y="1070"/>
                  <a:pt x="2167" y="1064"/>
                </a:cubicBezTo>
                <a:cubicBezTo>
                  <a:pt x="2174" y="1059"/>
                  <a:pt x="2179" y="1053"/>
                  <a:pt x="2183" y="1048"/>
                </a:cubicBezTo>
                <a:cubicBezTo>
                  <a:pt x="2186" y="1042"/>
                  <a:pt x="2188" y="1037"/>
                  <a:pt x="2188" y="1031"/>
                </a:cubicBezTo>
                <a:lnTo>
                  <a:pt x="2188" y="169"/>
                </a:lnTo>
                <a:lnTo>
                  <a:pt x="0" y="169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6013800" y="2669760"/>
            <a:ext cx="787680" cy="432000"/>
          </a:xfrm>
          <a:custGeom>
            <a:avLst/>
            <a:gdLst/>
            <a:ahLst/>
            <a:rect l="0" t="0" r="r" b="b"/>
            <a:pathLst>
              <a:path fill="none" w="2188" h="1200">
                <a:moveTo>
                  <a:pt x="0" y="169"/>
                </a:moveTo>
                <a:cubicBezTo>
                  <a:pt x="0" y="175"/>
                  <a:pt x="2" y="180"/>
                  <a:pt x="6" y="186"/>
                </a:cubicBezTo>
                <a:cubicBezTo>
                  <a:pt x="9" y="191"/>
                  <a:pt x="14" y="197"/>
                  <a:pt x="21" y="202"/>
                </a:cubicBezTo>
                <a:cubicBezTo>
                  <a:pt x="28" y="207"/>
                  <a:pt x="37" y="213"/>
                  <a:pt x="47" y="218"/>
                </a:cubicBezTo>
                <a:cubicBezTo>
                  <a:pt x="58" y="223"/>
                  <a:pt x="70" y="229"/>
                  <a:pt x="84" y="234"/>
                </a:cubicBezTo>
                <a:cubicBezTo>
                  <a:pt x="97" y="239"/>
                  <a:pt x="113" y="244"/>
                  <a:pt x="129" y="249"/>
                </a:cubicBezTo>
                <a:cubicBezTo>
                  <a:pt x="146" y="254"/>
                  <a:pt x="165" y="258"/>
                  <a:pt x="185" y="263"/>
                </a:cubicBezTo>
                <a:cubicBezTo>
                  <a:pt x="205" y="268"/>
                  <a:pt x="226" y="272"/>
                  <a:pt x="249" y="276"/>
                </a:cubicBezTo>
                <a:cubicBezTo>
                  <a:pt x="271" y="280"/>
                  <a:pt x="295" y="285"/>
                  <a:pt x="321" y="288"/>
                </a:cubicBezTo>
                <a:cubicBezTo>
                  <a:pt x="346" y="292"/>
                  <a:pt x="372" y="296"/>
                  <a:pt x="400" y="300"/>
                </a:cubicBezTo>
                <a:cubicBezTo>
                  <a:pt x="428" y="303"/>
                  <a:pt x="457" y="306"/>
                  <a:pt x="486" y="309"/>
                </a:cubicBezTo>
                <a:cubicBezTo>
                  <a:pt x="516" y="313"/>
                  <a:pt x="547" y="315"/>
                  <a:pt x="578" y="318"/>
                </a:cubicBezTo>
                <a:cubicBezTo>
                  <a:pt x="610" y="321"/>
                  <a:pt x="642" y="323"/>
                  <a:pt x="675" y="325"/>
                </a:cubicBezTo>
                <a:cubicBezTo>
                  <a:pt x="708" y="327"/>
                  <a:pt x="742" y="329"/>
                  <a:pt x="776" y="331"/>
                </a:cubicBezTo>
                <a:cubicBezTo>
                  <a:pt x="811" y="332"/>
                  <a:pt x="845" y="334"/>
                  <a:pt x="880" y="335"/>
                </a:cubicBezTo>
                <a:cubicBezTo>
                  <a:pt x="916" y="336"/>
                  <a:pt x="951" y="337"/>
                  <a:pt x="987" y="337"/>
                </a:cubicBezTo>
                <a:cubicBezTo>
                  <a:pt x="1022" y="338"/>
                  <a:pt x="1058" y="338"/>
                  <a:pt x="1094" y="338"/>
                </a:cubicBezTo>
                <a:cubicBezTo>
                  <a:pt x="1130" y="338"/>
                  <a:pt x="1165" y="338"/>
                  <a:pt x="1201" y="337"/>
                </a:cubicBezTo>
                <a:cubicBezTo>
                  <a:pt x="1237" y="337"/>
                  <a:pt x="1272" y="336"/>
                  <a:pt x="1307" y="335"/>
                </a:cubicBezTo>
                <a:cubicBezTo>
                  <a:pt x="1342" y="334"/>
                  <a:pt x="1377" y="332"/>
                  <a:pt x="1411" y="331"/>
                </a:cubicBezTo>
                <a:cubicBezTo>
                  <a:pt x="1445" y="329"/>
                  <a:pt x="1479" y="327"/>
                  <a:pt x="1512" y="325"/>
                </a:cubicBezTo>
                <a:cubicBezTo>
                  <a:pt x="1545" y="323"/>
                  <a:pt x="1578" y="321"/>
                  <a:pt x="1609" y="318"/>
                </a:cubicBezTo>
                <a:cubicBezTo>
                  <a:pt x="1641" y="315"/>
                  <a:pt x="1672" y="313"/>
                  <a:pt x="1701" y="309"/>
                </a:cubicBezTo>
                <a:cubicBezTo>
                  <a:pt x="1731" y="306"/>
                  <a:pt x="1760" y="303"/>
                  <a:pt x="1787" y="300"/>
                </a:cubicBezTo>
                <a:cubicBezTo>
                  <a:pt x="1815" y="296"/>
                  <a:pt x="1842" y="292"/>
                  <a:pt x="1867" y="288"/>
                </a:cubicBezTo>
                <a:cubicBezTo>
                  <a:pt x="1893" y="285"/>
                  <a:pt x="1917" y="280"/>
                  <a:pt x="1940" y="276"/>
                </a:cubicBezTo>
                <a:cubicBezTo>
                  <a:pt x="1963" y="272"/>
                  <a:pt x="1984" y="268"/>
                  <a:pt x="2004" y="263"/>
                </a:cubicBezTo>
                <a:cubicBezTo>
                  <a:pt x="2024" y="258"/>
                  <a:pt x="2042" y="254"/>
                  <a:pt x="2059" y="249"/>
                </a:cubicBezTo>
                <a:cubicBezTo>
                  <a:pt x="2076" y="244"/>
                  <a:pt x="2091" y="239"/>
                  <a:pt x="2105" y="234"/>
                </a:cubicBezTo>
                <a:cubicBezTo>
                  <a:pt x="2119" y="229"/>
                  <a:pt x="2131" y="223"/>
                  <a:pt x="2141" y="218"/>
                </a:cubicBezTo>
                <a:cubicBezTo>
                  <a:pt x="2152" y="213"/>
                  <a:pt x="2160" y="207"/>
                  <a:pt x="2167" y="202"/>
                </a:cubicBezTo>
                <a:cubicBezTo>
                  <a:pt x="2174" y="197"/>
                  <a:pt x="2179" y="191"/>
                  <a:pt x="2183" y="186"/>
                </a:cubicBezTo>
                <a:cubicBezTo>
                  <a:pt x="2186" y="180"/>
                  <a:pt x="2188" y="175"/>
                  <a:pt x="2188" y="169"/>
                </a:cubicBezTo>
                <a:cubicBezTo>
                  <a:pt x="2188" y="164"/>
                  <a:pt x="2186" y="158"/>
                  <a:pt x="2183" y="153"/>
                </a:cubicBezTo>
                <a:cubicBezTo>
                  <a:pt x="2179" y="147"/>
                  <a:pt x="2174" y="142"/>
                  <a:pt x="2167" y="136"/>
                </a:cubicBezTo>
                <a:cubicBezTo>
                  <a:pt x="2160" y="131"/>
                  <a:pt x="2152" y="125"/>
                  <a:pt x="2141" y="120"/>
                </a:cubicBezTo>
                <a:cubicBezTo>
                  <a:pt x="2131" y="115"/>
                  <a:pt x="2119" y="110"/>
                  <a:pt x="2105" y="105"/>
                </a:cubicBezTo>
                <a:cubicBezTo>
                  <a:pt x="2091" y="99"/>
                  <a:pt x="2076" y="94"/>
                  <a:pt x="2059" y="90"/>
                </a:cubicBezTo>
                <a:cubicBezTo>
                  <a:pt x="2042" y="85"/>
                  <a:pt x="2024" y="80"/>
                  <a:pt x="2004" y="75"/>
                </a:cubicBezTo>
                <a:cubicBezTo>
                  <a:pt x="1984" y="71"/>
                  <a:pt x="1963" y="66"/>
                  <a:pt x="1940" y="62"/>
                </a:cubicBezTo>
                <a:cubicBezTo>
                  <a:pt x="1917" y="58"/>
                  <a:pt x="1893" y="54"/>
                  <a:pt x="1867" y="50"/>
                </a:cubicBezTo>
                <a:cubicBezTo>
                  <a:pt x="1842" y="46"/>
                  <a:pt x="1815" y="42"/>
                  <a:pt x="1787" y="39"/>
                </a:cubicBezTo>
                <a:cubicBezTo>
                  <a:pt x="1760" y="35"/>
                  <a:pt x="1731" y="32"/>
                  <a:pt x="1701" y="29"/>
                </a:cubicBezTo>
                <a:cubicBezTo>
                  <a:pt x="1672" y="26"/>
                  <a:pt x="1641" y="23"/>
                  <a:pt x="1609" y="20"/>
                </a:cubicBezTo>
                <a:cubicBezTo>
                  <a:pt x="1578" y="18"/>
                  <a:pt x="1545" y="15"/>
                  <a:pt x="1512" y="13"/>
                </a:cubicBezTo>
                <a:cubicBezTo>
                  <a:pt x="1479" y="11"/>
                  <a:pt x="1445" y="9"/>
                  <a:pt x="1411" y="8"/>
                </a:cubicBezTo>
                <a:cubicBezTo>
                  <a:pt x="1377" y="6"/>
                  <a:pt x="1342" y="5"/>
                  <a:pt x="1307" y="4"/>
                </a:cubicBezTo>
                <a:cubicBezTo>
                  <a:pt x="1272" y="3"/>
                  <a:pt x="1237" y="2"/>
                  <a:pt x="1201" y="1"/>
                </a:cubicBezTo>
                <a:cubicBezTo>
                  <a:pt x="1165" y="1"/>
                  <a:pt x="1130" y="0"/>
                  <a:pt x="1094" y="0"/>
                </a:cubicBezTo>
                <a:cubicBezTo>
                  <a:pt x="1058" y="0"/>
                  <a:pt x="1022" y="1"/>
                  <a:pt x="987" y="1"/>
                </a:cubicBezTo>
                <a:cubicBezTo>
                  <a:pt x="951" y="2"/>
                  <a:pt x="916" y="3"/>
                  <a:pt x="880" y="4"/>
                </a:cubicBezTo>
                <a:cubicBezTo>
                  <a:pt x="845" y="5"/>
                  <a:pt x="811" y="6"/>
                  <a:pt x="776" y="8"/>
                </a:cubicBezTo>
                <a:cubicBezTo>
                  <a:pt x="742" y="9"/>
                  <a:pt x="708" y="11"/>
                  <a:pt x="675" y="13"/>
                </a:cubicBezTo>
                <a:cubicBezTo>
                  <a:pt x="642" y="15"/>
                  <a:pt x="610" y="18"/>
                  <a:pt x="578" y="20"/>
                </a:cubicBezTo>
                <a:cubicBezTo>
                  <a:pt x="547" y="23"/>
                  <a:pt x="516" y="26"/>
                  <a:pt x="486" y="29"/>
                </a:cubicBezTo>
                <a:cubicBezTo>
                  <a:pt x="457" y="32"/>
                  <a:pt x="428" y="35"/>
                  <a:pt x="400" y="39"/>
                </a:cubicBezTo>
                <a:cubicBezTo>
                  <a:pt x="372" y="42"/>
                  <a:pt x="346" y="46"/>
                  <a:pt x="321" y="50"/>
                </a:cubicBezTo>
                <a:cubicBezTo>
                  <a:pt x="295" y="54"/>
                  <a:pt x="271" y="58"/>
                  <a:pt x="249" y="62"/>
                </a:cubicBezTo>
                <a:cubicBezTo>
                  <a:pt x="226" y="66"/>
                  <a:pt x="205" y="71"/>
                  <a:pt x="185" y="75"/>
                </a:cubicBezTo>
                <a:cubicBezTo>
                  <a:pt x="165" y="80"/>
                  <a:pt x="146" y="85"/>
                  <a:pt x="129" y="90"/>
                </a:cubicBezTo>
                <a:cubicBezTo>
                  <a:pt x="113" y="94"/>
                  <a:pt x="97" y="99"/>
                  <a:pt x="84" y="105"/>
                </a:cubicBezTo>
                <a:cubicBezTo>
                  <a:pt x="70" y="110"/>
                  <a:pt x="58" y="115"/>
                  <a:pt x="47" y="120"/>
                </a:cubicBezTo>
                <a:cubicBezTo>
                  <a:pt x="37" y="125"/>
                  <a:pt x="28" y="131"/>
                  <a:pt x="21" y="136"/>
                </a:cubicBezTo>
                <a:cubicBezTo>
                  <a:pt x="14" y="142"/>
                  <a:pt x="9" y="147"/>
                  <a:pt x="6" y="153"/>
                </a:cubicBezTo>
                <a:cubicBezTo>
                  <a:pt x="2" y="158"/>
                  <a:pt x="0" y="164"/>
                  <a:pt x="0" y="169"/>
                </a:cubicBezTo>
                <a:lnTo>
                  <a:pt x="0" y="1031"/>
                </a:lnTo>
                <a:cubicBezTo>
                  <a:pt x="0" y="1037"/>
                  <a:pt x="2" y="1042"/>
                  <a:pt x="6" y="1048"/>
                </a:cubicBezTo>
                <a:cubicBezTo>
                  <a:pt x="9" y="1053"/>
                  <a:pt x="14" y="1059"/>
                  <a:pt x="21" y="1064"/>
                </a:cubicBezTo>
                <a:cubicBezTo>
                  <a:pt x="28" y="1070"/>
                  <a:pt x="37" y="1075"/>
                  <a:pt x="47" y="1080"/>
                </a:cubicBezTo>
                <a:cubicBezTo>
                  <a:pt x="58" y="1086"/>
                  <a:pt x="70" y="1091"/>
                  <a:pt x="84" y="1096"/>
                </a:cubicBezTo>
                <a:cubicBezTo>
                  <a:pt x="97" y="1101"/>
                  <a:pt x="113" y="1106"/>
                  <a:pt x="129" y="1111"/>
                </a:cubicBezTo>
                <a:cubicBezTo>
                  <a:pt x="146" y="1116"/>
                  <a:pt x="165" y="1121"/>
                  <a:pt x="185" y="1125"/>
                </a:cubicBezTo>
                <a:cubicBezTo>
                  <a:pt x="205" y="1130"/>
                  <a:pt x="226" y="1134"/>
                  <a:pt x="249" y="1138"/>
                </a:cubicBezTo>
                <a:cubicBezTo>
                  <a:pt x="271" y="1143"/>
                  <a:pt x="295" y="1147"/>
                  <a:pt x="321" y="1151"/>
                </a:cubicBezTo>
                <a:cubicBezTo>
                  <a:pt x="346" y="1155"/>
                  <a:pt x="372" y="1158"/>
                  <a:pt x="400" y="1162"/>
                </a:cubicBezTo>
                <a:cubicBezTo>
                  <a:pt x="428" y="1165"/>
                  <a:pt x="457" y="1169"/>
                  <a:pt x="486" y="1172"/>
                </a:cubicBezTo>
                <a:cubicBezTo>
                  <a:pt x="516" y="1175"/>
                  <a:pt x="547" y="1178"/>
                  <a:pt x="578" y="1180"/>
                </a:cubicBezTo>
                <a:cubicBezTo>
                  <a:pt x="610" y="1183"/>
                  <a:pt x="642" y="1185"/>
                  <a:pt x="675" y="1187"/>
                </a:cubicBezTo>
                <a:cubicBezTo>
                  <a:pt x="708" y="1189"/>
                  <a:pt x="742" y="1191"/>
                  <a:pt x="776" y="1193"/>
                </a:cubicBezTo>
                <a:cubicBezTo>
                  <a:pt x="811" y="1194"/>
                  <a:pt x="845" y="1196"/>
                  <a:pt x="880" y="1197"/>
                </a:cubicBezTo>
                <a:cubicBezTo>
                  <a:pt x="916" y="1198"/>
                  <a:pt x="951" y="1199"/>
                  <a:pt x="987" y="1199"/>
                </a:cubicBezTo>
                <a:cubicBezTo>
                  <a:pt x="1022" y="1200"/>
                  <a:pt x="1058" y="1200"/>
                  <a:pt x="1094" y="1200"/>
                </a:cubicBezTo>
                <a:cubicBezTo>
                  <a:pt x="1130" y="1200"/>
                  <a:pt x="1165" y="1200"/>
                  <a:pt x="1201" y="1199"/>
                </a:cubicBezTo>
                <a:cubicBezTo>
                  <a:pt x="1237" y="1199"/>
                  <a:pt x="1272" y="1198"/>
                  <a:pt x="1307" y="1197"/>
                </a:cubicBezTo>
                <a:cubicBezTo>
                  <a:pt x="1342" y="1196"/>
                  <a:pt x="1377" y="1194"/>
                  <a:pt x="1411" y="1193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5"/>
                  <a:pt x="1578" y="1183"/>
                  <a:pt x="1609" y="1180"/>
                </a:cubicBezTo>
                <a:cubicBezTo>
                  <a:pt x="1641" y="1178"/>
                  <a:pt x="1672" y="1175"/>
                  <a:pt x="1701" y="1172"/>
                </a:cubicBezTo>
                <a:cubicBezTo>
                  <a:pt x="1731" y="1169"/>
                  <a:pt x="1760" y="1165"/>
                  <a:pt x="1787" y="1162"/>
                </a:cubicBezTo>
                <a:cubicBezTo>
                  <a:pt x="1815" y="1158"/>
                  <a:pt x="1842" y="1155"/>
                  <a:pt x="1867" y="1151"/>
                </a:cubicBezTo>
                <a:cubicBezTo>
                  <a:pt x="1893" y="1147"/>
                  <a:pt x="1917" y="1143"/>
                  <a:pt x="1940" y="1138"/>
                </a:cubicBezTo>
                <a:cubicBezTo>
                  <a:pt x="1963" y="1134"/>
                  <a:pt x="1984" y="1130"/>
                  <a:pt x="2004" y="1125"/>
                </a:cubicBezTo>
                <a:cubicBezTo>
                  <a:pt x="2024" y="1121"/>
                  <a:pt x="2042" y="1116"/>
                  <a:pt x="2059" y="1111"/>
                </a:cubicBezTo>
                <a:cubicBezTo>
                  <a:pt x="2076" y="1106"/>
                  <a:pt x="2091" y="1101"/>
                  <a:pt x="2105" y="1096"/>
                </a:cubicBezTo>
                <a:cubicBezTo>
                  <a:pt x="2119" y="1091"/>
                  <a:pt x="2131" y="1086"/>
                  <a:pt x="2141" y="1080"/>
                </a:cubicBezTo>
                <a:cubicBezTo>
                  <a:pt x="2152" y="1075"/>
                  <a:pt x="2160" y="1070"/>
                  <a:pt x="2167" y="1064"/>
                </a:cubicBezTo>
                <a:cubicBezTo>
                  <a:pt x="2174" y="1059"/>
                  <a:pt x="2179" y="1053"/>
                  <a:pt x="2183" y="1048"/>
                </a:cubicBezTo>
                <a:cubicBezTo>
                  <a:pt x="2186" y="1042"/>
                  <a:pt x="2188" y="1037"/>
                  <a:pt x="2188" y="1031"/>
                </a:cubicBezTo>
                <a:lnTo>
                  <a:pt x="2188" y="169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4855680" y="293400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6159600" y="283896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189200" y="2731320"/>
            <a:ext cx="829800" cy="308880"/>
          </a:xfrm>
          <a:custGeom>
            <a:avLst/>
            <a:gdLst/>
            <a:ahLst/>
            <a:rect l="0" t="0" r="r" b="b"/>
            <a:pathLst>
              <a:path w="2305" h="858">
                <a:moveTo>
                  <a:pt x="0" y="0"/>
                </a:moveTo>
                <a:lnTo>
                  <a:pt x="2305" y="0"/>
                </a:lnTo>
                <a:lnTo>
                  <a:pt x="230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189200" y="2731320"/>
            <a:ext cx="829800" cy="308880"/>
          </a:xfrm>
          <a:custGeom>
            <a:avLst/>
            <a:gdLst/>
            <a:ahLst/>
            <a:rect l="0" t="0" r="r" b="b"/>
            <a:pathLst>
              <a:path w="2305" h="858">
                <a:moveTo>
                  <a:pt x="0" y="0"/>
                </a:moveTo>
                <a:lnTo>
                  <a:pt x="2305" y="0"/>
                </a:lnTo>
                <a:lnTo>
                  <a:pt x="230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6043680" y="293400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7419600" y="279936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8508240" y="271728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9"/>
                </a:moveTo>
                <a:cubicBezTo>
                  <a:pt x="937" y="499"/>
                  <a:pt x="934" y="530"/>
                  <a:pt x="928" y="560"/>
                </a:cubicBezTo>
                <a:cubicBezTo>
                  <a:pt x="922" y="590"/>
                  <a:pt x="913" y="619"/>
                  <a:pt x="901" y="648"/>
                </a:cubicBezTo>
                <a:cubicBezTo>
                  <a:pt x="889" y="676"/>
                  <a:pt x="875" y="703"/>
                  <a:pt x="858" y="729"/>
                </a:cubicBezTo>
                <a:cubicBezTo>
                  <a:pt x="841" y="754"/>
                  <a:pt x="821" y="778"/>
                  <a:pt x="800" y="800"/>
                </a:cubicBezTo>
                <a:cubicBezTo>
                  <a:pt x="778" y="821"/>
                  <a:pt x="754" y="841"/>
                  <a:pt x="729" y="858"/>
                </a:cubicBezTo>
                <a:cubicBezTo>
                  <a:pt x="703" y="875"/>
                  <a:pt x="676" y="889"/>
                  <a:pt x="648" y="901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1"/>
                </a:cubicBezTo>
                <a:cubicBezTo>
                  <a:pt x="261" y="889"/>
                  <a:pt x="234" y="875"/>
                  <a:pt x="208" y="858"/>
                </a:cubicBezTo>
                <a:cubicBezTo>
                  <a:pt x="182" y="841"/>
                  <a:pt x="159" y="821"/>
                  <a:pt x="137" y="800"/>
                </a:cubicBezTo>
                <a:cubicBezTo>
                  <a:pt x="115" y="778"/>
                  <a:pt x="96" y="754"/>
                  <a:pt x="79" y="729"/>
                </a:cubicBezTo>
                <a:cubicBezTo>
                  <a:pt x="62" y="703"/>
                  <a:pt x="47" y="676"/>
                  <a:pt x="36" y="648"/>
                </a:cubicBezTo>
                <a:cubicBezTo>
                  <a:pt x="24" y="619"/>
                  <a:pt x="15" y="590"/>
                  <a:pt x="9" y="560"/>
                </a:cubicBezTo>
                <a:cubicBezTo>
                  <a:pt x="3" y="530"/>
                  <a:pt x="0" y="499"/>
                  <a:pt x="0" y="469"/>
                </a:cubicBezTo>
                <a:cubicBezTo>
                  <a:pt x="0" y="438"/>
                  <a:pt x="3" y="408"/>
                  <a:pt x="9" y="376"/>
                </a:cubicBezTo>
                <a:cubicBezTo>
                  <a:pt x="15" y="346"/>
                  <a:pt x="24" y="317"/>
                  <a:pt x="36" y="289"/>
                </a:cubicBezTo>
                <a:cubicBezTo>
                  <a:pt x="47" y="260"/>
                  <a:pt x="62" y="233"/>
                  <a:pt x="79" y="208"/>
                </a:cubicBezTo>
                <a:cubicBezTo>
                  <a:pt x="96" y="182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7"/>
                  <a:pt x="290" y="35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5"/>
                </a:cubicBezTo>
                <a:cubicBezTo>
                  <a:pt x="676" y="47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2"/>
                  <a:pt x="858" y="208"/>
                </a:cubicBezTo>
                <a:cubicBezTo>
                  <a:pt x="875" y="233"/>
                  <a:pt x="889" y="260"/>
                  <a:pt x="901" y="289"/>
                </a:cubicBezTo>
                <a:cubicBezTo>
                  <a:pt x="913" y="317"/>
                  <a:pt x="922" y="346"/>
                  <a:pt x="928" y="376"/>
                </a:cubicBezTo>
                <a:cubicBezTo>
                  <a:pt x="934" y="408"/>
                  <a:pt x="937" y="438"/>
                  <a:pt x="937" y="469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8508240" y="271728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9"/>
                </a:moveTo>
                <a:cubicBezTo>
                  <a:pt x="937" y="499"/>
                  <a:pt x="934" y="530"/>
                  <a:pt x="928" y="560"/>
                </a:cubicBezTo>
                <a:cubicBezTo>
                  <a:pt x="922" y="590"/>
                  <a:pt x="913" y="619"/>
                  <a:pt x="901" y="648"/>
                </a:cubicBezTo>
                <a:cubicBezTo>
                  <a:pt x="889" y="676"/>
                  <a:pt x="875" y="703"/>
                  <a:pt x="858" y="729"/>
                </a:cubicBezTo>
                <a:cubicBezTo>
                  <a:pt x="841" y="754"/>
                  <a:pt x="821" y="778"/>
                  <a:pt x="800" y="800"/>
                </a:cubicBezTo>
                <a:cubicBezTo>
                  <a:pt x="778" y="821"/>
                  <a:pt x="754" y="841"/>
                  <a:pt x="729" y="858"/>
                </a:cubicBezTo>
                <a:cubicBezTo>
                  <a:pt x="703" y="875"/>
                  <a:pt x="676" y="889"/>
                  <a:pt x="648" y="901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1"/>
                </a:cubicBezTo>
                <a:cubicBezTo>
                  <a:pt x="261" y="889"/>
                  <a:pt x="234" y="875"/>
                  <a:pt x="208" y="858"/>
                </a:cubicBezTo>
                <a:cubicBezTo>
                  <a:pt x="182" y="841"/>
                  <a:pt x="159" y="821"/>
                  <a:pt x="137" y="800"/>
                </a:cubicBezTo>
                <a:cubicBezTo>
                  <a:pt x="115" y="778"/>
                  <a:pt x="96" y="754"/>
                  <a:pt x="79" y="729"/>
                </a:cubicBezTo>
                <a:cubicBezTo>
                  <a:pt x="62" y="703"/>
                  <a:pt x="47" y="676"/>
                  <a:pt x="36" y="648"/>
                </a:cubicBezTo>
                <a:cubicBezTo>
                  <a:pt x="24" y="619"/>
                  <a:pt x="15" y="590"/>
                  <a:pt x="9" y="560"/>
                </a:cubicBezTo>
                <a:cubicBezTo>
                  <a:pt x="3" y="530"/>
                  <a:pt x="0" y="499"/>
                  <a:pt x="0" y="469"/>
                </a:cubicBezTo>
                <a:cubicBezTo>
                  <a:pt x="0" y="438"/>
                  <a:pt x="3" y="408"/>
                  <a:pt x="9" y="376"/>
                </a:cubicBezTo>
                <a:cubicBezTo>
                  <a:pt x="15" y="346"/>
                  <a:pt x="24" y="317"/>
                  <a:pt x="36" y="289"/>
                </a:cubicBezTo>
                <a:cubicBezTo>
                  <a:pt x="47" y="260"/>
                  <a:pt x="62" y="233"/>
                  <a:pt x="79" y="208"/>
                </a:cubicBezTo>
                <a:cubicBezTo>
                  <a:pt x="96" y="182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7"/>
                  <a:pt x="290" y="35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5"/>
                </a:cubicBezTo>
                <a:cubicBezTo>
                  <a:pt x="676" y="47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2"/>
                  <a:pt x="858" y="208"/>
                </a:cubicBezTo>
                <a:cubicBezTo>
                  <a:pt x="875" y="233"/>
                  <a:pt x="889" y="260"/>
                  <a:pt x="901" y="289"/>
                </a:cubicBezTo>
                <a:cubicBezTo>
                  <a:pt x="913" y="317"/>
                  <a:pt x="922" y="346"/>
                  <a:pt x="928" y="376"/>
                </a:cubicBezTo>
                <a:cubicBezTo>
                  <a:pt x="934" y="408"/>
                  <a:pt x="937" y="438"/>
                  <a:pt x="937" y="469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308000" y="289440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8538120" y="284688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57" name=""/>
          <p:cNvSpPr/>
          <p:nvPr/>
        </p:nvSpPr>
        <p:spPr>
          <a:xfrm>
            <a:off x="502560" y="170244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502560" y="170244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439920" y="111996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1702080" y="232020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2225160" y="2297520"/>
            <a:ext cx="45720" cy="45720"/>
          </a:xfrm>
          <a:custGeom>
            <a:avLst/>
            <a:gdLst/>
            <a:ahLst/>
            <a:rect l="0" t="0" r="r" b="b"/>
            <a:pathLst>
              <a:path w="127" h="127">
                <a:moveTo>
                  <a:pt x="0" y="0"/>
                </a:moveTo>
                <a:lnTo>
                  <a:pt x="127" y="64"/>
                </a:lnTo>
                <a:lnTo>
                  <a:pt x="0" y="12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2222640" y="2293920"/>
            <a:ext cx="53280" cy="52920"/>
          </a:xfrm>
          <a:custGeom>
            <a:avLst/>
            <a:gdLst/>
            <a:ahLst/>
            <a:rect l="0" t="0" r="r" b="b"/>
            <a:pathLst>
              <a:path w="148" h="147">
                <a:moveTo>
                  <a:pt x="21" y="10"/>
                </a:moveTo>
                <a:lnTo>
                  <a:pt x="33" y="16"/>
                </a:lnTo>
                <a:lnTo>
                  <a:pt x="26" y="27"/>
                </a:lnTo>
                <a:lnTo>
                  <a:pt x="15" y="21"/>
                </a:lnTo>
                <a:lnTo>
                  <a:pt x="21" y="10"/>
                </a:lnTo>
                <a:moveTo>
                  <a:pt x="33" y="16"/>
                </a:moveTo>
                <a:lnTo>
                  <a:pt x="44" y="21"/>
                </a:lnTo>
                <a:lnTo>
                  <a:pt x="39" y="32"/>
                </a:lnTo>
                <a:lnTo>
                  <a:pt x="26" y="27"/>
                </a:lnTo>
                <a:lnTo>
                  <a:pt x="33" y="16"/>
                </a:lnTo>
                <a:moveTo>
                  <a:pt x="44" y="21"/>
                </a:moveTo>
                <a:lnTo>
                  <a:pt x="56" y="27"/>
                </a:lnTo>
                <a:lnTo>
                  <a:pt x="50" y="38"/>
                </a:lnTo>
                <a:lnTo>
                  <a:pt x="39" y="32"/>
                </a:lnTo>
                <a:lnTo>
                  <a:pt x="44" y="21"/>
                </a:lnTo>
                <a:moveTo>
                  <a:pt x="56" y="27"/>
                </a:moveTo>
                <a:lnTo>
                  <a:pt x="67" y="32"/>
                </a:lnTo>
                <a:lnTo>
                  <a:pt x="61" y="44"/>
                </a:lnTo>
                <a:lnTo>
                  <a:pt x="50" y="38"/>
                </a:lnTo>
                <a:lnTo>
                  <a:pt x="56" y="27"/>
                </a:lnTo>
                <a:moveTo>
                  <a:pt x="67" y="32"/>
                </a:moveTo>
                <a:lnTo>
                  <a:pt x="78" y="38"/>
                </a:lnTo>
                <a:lnTo>
                  <a:pt x="73" y="49"/>
                </a:lnTo>
                <a:lnTo>
                  <a:pt x="61" y="44"/>
                </a:lnTo>
                <a:lnTo>
                  <a:pt x="67" y="32"/>
                </a:lnTo>
                <a:moveTo>
                  <a:pt x="78" y="38"/>
                </a:moveTo>
                <a:lnTo>
                  <a:pt x="89" y="44"/>
                </a:lnTo>
                <a:lnTo>
                  <a:pt x="84" y="55"/>
                </a:lnTo>
                <a:lnTo>
                  <a:pt x="73" y="49"/>
                </a:lnTo>
                <a:lnTo>
                  <a:pt x="78" y="38"/>
                </a:lnTo>
                <a:moveTo>
                  <a:pt x="89" y="44"/>
                </a:moveTo>
                <a:lnTo>
                  <a:pt x="101" y="49"/>
                </a:lnTo>
                <a:lnTo>
                  <a:pt x="95" y="61"/>
                </a:lnTo>
                <a:lnTo>
                  <a:pt x="84" y="55"/>
                </a:lnTo>
                <a:lnTo>
                  <a:pt x="89" y="44"/>
                </a:lnTo>
                <a:moveTo>
                  <a:pt x="101" y="49"/>
                </a:moveTo>
                <a:lnTo>
                  <a:pt x="112" y="55"/>
                </a:lnTo>
                <a:lnTo>
                  <a:pt x="106" y="66"/>
                </a:lnTo>
                <a:lnTo>
                  <a:pt x="95" y="61"/>
                </a:lnTo>
                <a:lnTo>
                  <a:pt x="101" y="49"/>
                </a:lnTo>
                <a:moveTo>
                  <a:pt x="112" y="55"/>
                </a:moveTo>
                <a:lnTo>
                  <a:pt x="123" y="61"/>
                </a:lnTo>
                <a:lnTo>
                  <a:pt x="118" y="72"/>
                </a:lnTo>
                <a:lnTo>
                  <a:pt x="106" y="66"/>
                </a:lnTo>
                <a:lnTo>
                  <a:pt x="112" y="55"/>
                </a:lnTo>
                <a:moveTo>
                  <a:pt x="123" y="61"/>
                </a:moveTo>
                <a:lnTo>
                  <a:pt x="134" y="66"/>
                </a:lnTo>
                <a:lnTo>
                  <a:pt x="129" y="78"/>
                </a:lnTo>
                <a:lnTo>
                  <a:pt x="118" y="72"/>
                </a:lnTo>
                <a:lnTo>
                  <a:pt x="123" y="61"/>
                </a:lnTo>
                <a:moveTo>
                  <a:pt x="134" y="66"/>
                </a:moveTo>
                <a:lnTo>
                  <a:pt x="148" y="73"/>
                </a:lnTo>
                <a:lnTo>
                  <a:pt x="127" y="83"/>
                </a:lnTo>
                <a:lnTo>
                  <a:pt x="122" y="72"/>
                </a:lnTo>
                <a:lnTo>
                  <a:pt x="131" y="67"/>
                </a:lnTo>
                <a:lnTo>
                  <a:pt x="134" y="73"/>
                </a:lnTo>
                <a:lnTo>
                  <a:pt x="131" y="79"/>
                </a:lnTo>
                <a:lnTo>
                  <a:pt x="129" y="78"/>
                </a:lnTo>
                <a:lnTo>
                  <a:pt x="134" y="66"/>
                </a:lnTo>
                <a:moveTo>
                  <a:pt x="127" y="83"/>
                </a:moveTo>
                <a:lnTo>
                  <a:pt x="116" y="89"/>
                </a:lnTo>
                <a:lnTo>
                  <a:pt x="110" y="78"/>
                </a:lnTo>
                <a:lnTo>
                  <a:pt x="122" y="72"/>
                </a:lnTo>
                <a:lnTo>
                  <a:pt x="127" y="83"/>
                </a:lnTo>
                <a:moveTo>
                  <a:pt x="116" y="89"/>
                </a:moveTo>
                <a:lnTo>
                  <a:pt x="105" y="94"/>
                </a:lnTo>
                <a:lnTo>
                  <a:pt x="99" y="83"/>
                </a:lnTo>
                <a:lnTo>
                  <a:pt x="110" y="78"/>
                </a:lnTo>
                <a:lnTo>
                  <a:pt x="116" y="89"/>
                </a:lnTo>
                <a:moveTo>
                  <a:pt x="105" y="94"/>
                </a:moveTo>
                <a:lnTo>
                  <a:pt x="93" y="100"/>
                </a:lnTo>
                <a:lnTo>
                  <a:pt x="88" y="89"/>
                </a:lnTo>
                <a:lnTo>
                  <a:pt x="99" y="83"/>
                </a:lnTo>
                <a:lnTo>
                  <a:pt x="105" y="94"/>
                </a:lnTo>
                <a:moveTo>
                  <a:pt x="93" y="100"/>
                </a:moveTo>
                <a:lnTo>
                  <a:pt x="82" y="106"/>
                </a:lnTo>
                <a:lnTo>
                  <a:pt x="77" y="94"/>
                </a:lnTo>
                <a:lnTo>
                  <a:pt x="88" y="89"/>
                </a:lnTo>
                <a:lnTo>
                  <a:pt x="93" y="100"/>
                </a:lnTo>
                <a:moveTo>
                  <a:pt x="82" y="106"/>
                </a:moveTo>
                <a:lnTo>
                  <a:pt x="71" y="111"/>
                </a:lnTo>
                <a:lnTo>
                  <a:pt x="65" y="100"/>
                </a:lnTo>
                <a:lnTo>
                  <a:pt x="77" y="94"/>
                </a:lnTo>
                <a:lnTo>
                  <a:pt x="82" y="106"/>
                </a:lnTo>
                <a:moveTo>
                  <a:pt x="71" y="111"/>
                </a:moveTo>
                <a:lnTo>
                  <a:pt x="60" y="117"/>
                </a:lnTo>
                <a:lnTo>
                  <a:pt x="54" y="106"/>
                </a:lnTo>
                <a:lnTo>
                  <a:pt x="65" y="100"/>
                </a:lnTo>
                <a:lnTo>
                  <a:pt x="71" y="111"/>
                </a:lnTo>
                <a:moveTo>
                  <a:pt x="60" y="117"/>
                </a:moveTo>
                <a:lnTo>
                  <a:pt x="48" y="123"/>
                </a:lnTo>
                <a:lnTo>
                  <a:pt x="43" y="111"/>
                </a:lnTo>
                <a:lnTo>
                  <a:pt x="54" y="106"/>
                </a:lnTo>
                <a:lnTo>
                  <a:pt x="60" y="117"/>
                </a:lnTo>
                <a:moveTo>
                  <a:pt x="48" y="123"/>
                </a:moveTo>
                <a:lnTo>
                  <a:pt x="37" y="129"/>
                </a:lnTo>
                <a:lnTo>
                  <a:pt x="32" y="117"/>
                </a:lnTo>
                <a:lnTo>
                  <a:pt x="43" y="111"/>
                </a:lnTo>
                <a:lnTo>
                  <a:pt x="48" y="123"/>
                </a:lnTo>
                <a:moveTo>
                  <a:pt x="37" y="129"/>
                </a:moveTo>
                <a:lnTo>
                  <a:pt x="25" y="135"/>
                </a:lnTo>
                <a:lnTo>
                  <a:pt x="19" y="123"/>
                </a:lnTo>
                <a:lnTo>
                  <a:pt x="32" y="117"/>
                </a:lnTo>
                <a:lnTo>
                  <a:pt x="37" y="129"/>
                </a:lnTo>
                <a:moveTo>
                  <a:pt x="25" y="135"/>
                </a:moveTo>
                <a:lnTo>
                  <a:pt x="14" y="140"/>
                </a:lnTo>
                <a:lnTo>
                  <a:pt x="8" y="129"/>
                </a:lnTo>
                <a:lnTo>
                  <a:pt x="19" y="123"/>
                </a:lnTo>
                <a:lnTo>
                  <a:pt x="25" y="135"/>
                </a:lnTo>
                <a:moveTo>
                  <a:pt x="14" y="140"/>
                </a:moveTo>
                <a:lnTo>
                  <a:pt x="0" y="147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1"/>
                </a:lnTo>
                <a:lnTo>
                  <a:pt x="8" y="129"/>
                </a:lnTo>
                <a:lnTo>
                  <a:pt x="14" y="140"/>
                </a:lnTo>
                <a:moveTo>
                  <a:pt x="0" y="129"/>
                </a:moveTo>
                <a:lnTo>
                  <a:pt x="0" y="115"/>
                </a:lnTo>
                <a:lnTo>
                  <a:pt x="13" y="115"/>
                </a:lnTo>
                <a:lnTo>
                  <a:pt x="13" y="129"/>
                </a:lnTo>
                <a:lnTo>
                  <a:pt x="0" y="129"/>
                </a:lnTo>
                <a:moveTo>
                  <a:pt x="0" y="115"/>
                </a:moveTo>
                <a:lnTo>
                  <a:pt x="0" y="103"/>
                </a:lnTo>
                <a:lnTo>
                  <a:pt x="13" y="103"/>
                </a:lnTo>
                <a:lnTo>
                  <a:pt x="13" y="115"/>
                </a:lnTo>
                <a:lnTo>
                  <a:pt x="0" y="115"/>
                </a:lnTo>
                <a:moveTo>
                  <a:pt x="0" y="103"/>
                </a:moveTo>
                <a:lnTo>
                  <a:pt x="0" y="90"/>
                </a:lnTo>
                <a:lnTo>
                  <a:pt x="13" y="90"/>
                </a:lnTo>
                <a:lnTo>
                  <a:pt x="13" y="103"/>
                </a:lnTo>
                <a:lnTo>
                  <a:pt x="0" y="103"/>
                </a:lnTo>
                <a:moveTo>
                  <a:pt x="0" y="90"/>
                </a:moveTo>
                <a:lnTo>
                  <a:pt x="0" y="77"/>
                </a:lnTo>
                <a:lnTo>
                  <a:pt x="13" y="77"/>
                </a:lnTo>
                <a:lnTo>
                  <a:pt x="13" y="90"/>
                </a:lnTo>
                <a:lnTo>
                  <a:pt x="0" y="90"/>
                </a:lnTo>
                <a:moveTo>
                  <a:pt x="0" y="77"/>
                </a:moveTo>
                <a:lnTo>
                  <a:pt x="0" y="65"/>
                </a:lnTo>
                <a:lnTo>
                  <a:pt x="13" y="65"/>
                </a:lnTo>
                <a:lnTo>
                  <a:pt x="13" y="77"/>
                </a:lnTo>
                <a:lnTo>
                  <a:pt x="0" y="77"/>
                </a:lnTo>
                <a:moveTo>
                  <a:pt x="0" y="65"/>
                </a:moveTo>
                <a:lnTo>
                  <a:pt x="0" y="52"/>
                </a:lnTo>
                <a:lnTo>
                  <a:pt x="13" y="52"/>
                </a:lnTo>
                <a:lnTo>
                  <a:pt x="13" y="65"/>
                </a:lnTo>
                <a:lnTo>
                  <a:pt x="0" y="65"/>
                </a:lnTo>
                <a:moveTo>
                  <a:pt x="0" y="52"/>
                </a:moveTo>
                <a:lnTo>
                  <a:pt x="0" y="40"/>
                </a:lnTo>
                <a:lnTo>
                  <a:pt x="13" y="40"/>
                </a:lnTo>
                <a:lnTo>
                  <a:pt x="13" y="52"/>
                </a:lnTo>
                <a:lnTo>
                  <a:pt x="0" y="52"/>
                </a:lnTo>
                <a:moveTo>
                  <a:pt x="0" y="40"/>
                </a:moveTo>
                <a:lnTo>
                  <a:pt x="0" y="27"/>
                </a:lnTo>
                <a:lnTo>
                  <a:pt x="13" y="27"/>
                </a:lnTo>
                <a:lnTo>
                  <a:pt x="13" y="40"/>
                </a:lnTo>
                <a:lnTo>
                  <a:pt x="0" y="40"/>
                </a:lnTo>
                <a:moveTo>
                  <a:pt x="0" y="27"/>
                </a:moveTo>
                <a:lnTo>
                  <a:pt x="0" y="15"/>
                </a:lnTo>
                <a:lnTo>
                  <a:pt x="13" y="15"/>
                </a:lnTo>
                <a:lnTo>
                  <a:pt x="13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1"/>
                </a:lnTo>
                <a:lnTo>
                  <a:pt x="4" y="16"/>
                </a:lnTo>
                <a:lnTo>
                  <a:pt x="7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1492200" y="2473200"/>
            <a:ext cx="2415600" cy="295560"/>
          </a:xfrm>
          <a:custGeom>
            <a:avLst/>
            <a:gdLst/>
            <a:ahLst/>
            <a:rect l="0" t="0" r="r" b="b"/>
            <a:pathLst>
              <a:path fill="none" w="6710" h="821">
                <a:moveTo>
                  <a:pt x="0" y="0"/>
                </a:moveTo>
                <a:lnTo>
                  <a:pt x="229" y="124"/>
                </a:lnTo>
                <a:cubicBezTo>
                  <a:pt x="458" y="248"/>
                  <a:pt x="915" y="494"/>
                  <a:pt x="1528" y="617"/>
                </a:cubicBezTo>
                <a:cubicBezTo>
                  <a:pt x="2140" y="741"/>
                  <a:pt x="2909" y="741"/>
                  <a:pt x="3677" y="741"/>
                </a:cubicBezTo>
                <a:cubicBezTo>
                  <a:pt x="4445" y="741"/>
                  <a:pt x="5214" y="741"/>
                  <a:pt x="5719" y="754"/>
                </a:cubicBezTo>
                <a:cubicBezTo>
                  <a:pt x="6225" y="768"/>
                  <a:pt x="6468" y="794"/>
                  <a:pt x="6589" y="808"/>
                </a:cubicBezTo>
                <a:lnTo>
                  <a:pt x="6710" y="821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3882240" y="27435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3879720" y="273960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36" y="13"/>
                </a:moveTo>
                <a:lnTo>
                  <a:pt x="47" y="20"/>
                </a:lnTo>
                <a:lnTo>
                  <a:pt x="40" y="31"/>
                </a:lnTo>
                <a:lnTo>
                  <a:pt x="29" y="24"/>
                </a:lnTo>
                <a:lnTo>
                  <a:pt x="36" y="13"/>
                </a:lnTo>
                <a:moveTo>
                  <a:pt x="47" y="20"/>
                </a:moveTo>
                <a:lnTo>
                  <a:pt x="57" y="27"/>
                </a:lnTo>
                <a:lnTo>
                  <a:pt x="51" y="37"/>
                </a:lnTo>
                <a:lnTo>
                  <a:pt x="40" y="31"/>
                </a:lnTo>
                <a:lnTo>
                  <a:pt x="47" y="20"/>
                </a:lnTo>
                <a:moveTo>
                  <a:pt x="57" y="27"/>
                </a:moveTo>
                <a:lnTo>
                  <a:pt x="68" y="34"/>
                </a:lnTo>
                <a:lnTo>
                  <a:pt x="61" y="44"/>
                </a:lnTo>
                <a:lnTo>
                  <a:pt x="51" y="37"/>
                </a:lnTo>
                <a:lnTo>
                  <a:pt x="57" y="27"/>
                </a:lnTo>
                <a:moveTo>
                  <a:pt x="68" y="34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4"/>
                </a:lnTo>
                <a:moveTo>
                  <a:pt x="79" y="40"/>
                </a:moveTo>
                <a:lnTo>
                  <a:pt x="89" y="47"/>
                </a:lnTo>
                <a:lnTo>
                  <a:pt x="82" y="58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5"/>
                </a:lnTo>
                <a:lnTo>
                  <a:pt x="82" y="58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2"/>
                </a:lnTo>
                <a:lnTo>
                  <a:pt x="93" y="65"/>
                </a:lnTo>
                <a:lnTo>
                  <a:pt x="100" y="54"/>
                </a:lnTo>
                <a:moveTo>
                  <a:pt x="110" y="61"/>
                </a:moveTo>
                <a:lnTo>
                  <a:pt x="121" y="68"/>
                </a:lnTo>
                <a:lnTo>
                  <a:pt x="114" y="78"/>
                </a:lnTo>
                <a:lnTo>
                  <a:pt x="103" y="72"/>
                </a:lnTo>
                <a:lnTo>
                  <a:pt x="110" y="61"/>
                </a:lnTo>
                <a:moveTo>
                  <a:pt x="121" y="68"/>
                </a:moveTo>
                <a:lnTo>
                  <a:pt x="131" y="75"/>
                </a:lnTo>
                <a:lnTo>
                  <a:pt x="125" y="85"/>
                </a:lnTo>
                <a:lnTo>
                  <a:pt x="114" y="78"/>
                </a:lnTo>
                <a:lnTo>
                  <a:pt x="121" y="68"/>
                </a:lnTo>
                <a:moveTo>
                  <a:pt x="131" y="75"/>
                </a:moveTo>
                <a:lnTo>
                  <a:pt x="142" y="81"/>
                </a:lnTo>
                <a:lnTo>
                  <a:pt x="135" y="92"/>
                </a:lnTo>
                <a:lnTo>
                  <a:pt x="125" y="85"/>
                </a:lnTo>
                <a:lnTo>
                  <a:pt x="131" y="75"/>
                </a:lnTo>
                <a:moveTo>
                  <a:pt x="142" y="81"/>
                </a:moveTo>
                <a:lnTo>
                  <a:pt x="155" y="90"/>
                </a:lnTo>
                <a:lnTo>
                  <a:pt x="133" y="97"/>
                </a:lnTo>
                <a:lnTo>
                  <a:pt x="129" y="86"/>
                </a:lnTo>
                <a:lnTo>
                  <a:pt x="138" y="82"/>
                </a:lnTo>
                <a:lnTo>
                  <a:pt x="141" y="88"/>
                </a:lnTo>
                <a:lnTo>
                  <a:pt x="137" y="93"/>
                </a:lnTo>
                <a:lnTo>
                  <a:pt x="135" y="92"/>
                </a:lnTo>
                <a:lnTo>
                  <a:pt x="142" y="81"/>
                </a:lnTo>
                <a:moveTo>
                  <a:pt x="133" y="97"/>
                </a:moveTo>
                <a:lnTo>
                  <a:pt x="121" y="102"/>
                </a:lnTo>
                <a:lnTo>
                  <a:pt x="117" y="90"/>
                </a:lnTo>
                <a:lnTo>
                  <a:pt x="129" y="86"/>
                </a:lnTo>
                <a:lnTo>
                  <a:pt x="133" y="97"/>
                </a:lnTo>
                <a:moveTo>
                  <a:pt x="121" y="102"/>
                </a:moveTo>
                <a:lnTo>
                  <a:pt x="109" y="106"/>
                </a:lnTo>
                <a:lnTo>
                  <a:pt x="105" y="94"/>
                </a:lnTo>
                <a:lnTo>
                  <a:pt x="117" y="90"/>
                </a:lnTo>
                <a:lnTo>
                  <a:pt x="121" y="102"/>
                </a:lnTo>
                <a:moveTo>
                  <a:pt x="109" y="106"/>
                </a:moveTo>
                <a:lnTo>
                  <a:pt x="98" y="111"/>
                </a:lnTo>
                <a:lnTo>
                  <a:pt x="93" y="99"/>
                </a:lnTo>
                <a:lnTo>
                  <a:pt x="105" y="94"/>
                </a:lnTo>
                <a:lnTo>
                  <a:pt x="109" y="106"/>
                </a:lnTo>
                <a:moveTo>
                  <a:pt x="98" y="111"/>
                </a:moveTo>
                <a:lnTo>
                  <a:pt x="86" y="115"/>
                </a:lnTo>
                <a:lnTo>
                  <a:pt x="81" y="103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19"/>
                </a:lnTo>
                <a:lnTo>
                  <a:pt x="70" y="107"/>
                </a:lnTo>
                <a:lnTo>
                  <a:pt x="81" y="103"/>
                </a:lnTo>
                <a:lnTo>
                  <a:pt x="86" y="115"/>
                </a:lnTo>
                <a:moveTo>
                  <a:pt x="74" y="119"/>
                </a:moveTo>
                <a:lnTo>
                  <a:pt x="62" y="124"/>
                </a:lnTo>
                <a:lnTo>
                  <a:pt x="58" y="112"/>
                </a:lnTo>
                <a:lnTo>
                  <a:pt x="70" y="107"/>
                </a:lnTo>
                <a:lnTo>
                  <a:pt x="74" y="119"/>
                </a:lnTo>
                <a:moveTo>
                  <a:pt x="62" y="124"/>
                </a:moveTo>
                <a:lnTo>
                  <a:pt x="50" y="128"/>
                </a:lnTo>
                <a:lnTo>
                  <a:pt x="46" y="116"/>
                </a:lnTo>
                <a:lnTo>
                  <a:pt x="58" y="112"/>
                </a:lnTo>
                <a:lnTo>
                  <a:pt x="62" y="124"/>
                </a:lnTo>
                <a:moveTo>
                  <a:pt x="50" y="128"/>
                </a:moveTo>
                <a:lnTo>
                  <a:pt x="39" y="132"/>
                </a:lnTo>
                <a:lnTo>
                  <a:pt x="34" y="121"/>
                </a:lnTo>
                <a:lnTo>
                  <a:pt x="46" y="116"/>
                </a:lnTo>
                <a:lnTo>
                  <a:pt x="50" y="128"/>
                </a:lnTo>
                <a:moveTo>
                  <a:pt x="39" y="132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2"/>
                </a:lnTo>
                <a:moveTo>
                  <a:pt x="27" y="137"/>
                </a:moveTo>
                <a:lnTo>
                  <a:pt x="15" y="141"/>
                </a:lnTo>
                <a:lnTo>
                  <a:pt x="11" y="129"/>
                </a:lnTo>
                <a:lnTo>
                  <a:pt x="22" y="125"/>
                </a:lnTo>
                <a:lnTo>
                  <a:pt x="27" y="137"/>
                </a:lnTo>
                <a:moveTo>
                  <a:pt x="15" y="141"/>
                </a:moveTo>
                <a:lnTo>
                  <a:pt x="0" y="146"/>
                </a:lnTo>
                <a:lnTo>
                  <a:pt x="2" y="128"/>
                </a:lnTo>
                <a:lnTo>
                  <a:pt x="16" y="129"/>
                </a:lnTo>
                <a:lnTo>
                  <a:pt x="15" y="137"/>
                </a:lnTo>
                <a:lnTo>
                  <a:pt x="7" y="137"/>
                </a:lnTo>
                <a:lnTo>
                  <a:pt x="5" y="131"/>
                </a:lnTo>
                <a:lnTo>
                  <a:pt x="11" y="129"/>
                </a:lnTo>
                <a:lnTo>
                  <a:pt x="15" y="141"/>
                </a:lnTo>
                <a:moveTo>
                  <a:pt x="2" y="128"/>
                </a:moveTo>
                <a:lnTo>
                  <a:pt x="3" y="116"/>
                </a:lnTo>
                <a:lnTo>
                  <a:pt x="17" y="117"/>
                </a:lnTo>
                <a:lnTo>
                  <a:pt x="16" y="129"/>
                </a:lnTo>
                <a:lnTo>
                  <a:pt x="2" y="128"/>
                </a:lnTo>
                <a:moveTo>
                  <a:pt x="3" y="116"/>
                </a:moveTo>
                <a:lnTo>
                  <a:pt x="5" y="103"/>
                </a:lnTo>
                <a:lnTo>
                  <a:pt x="18" y="104"/>
                </a:lnTo>
                <a:lnTo>
                  <a:pt x="17" y="117"/>
                </a:lnTo>
                <a:lnTo>
                  <a:pt x="3" y="116"/>
                </a:lnTo>
                <a:moveTo>
                  <a:pt x="5" y="103"/>
                </a:moveTo>
                <a:lnTo>
                  <a:pt x="6" y="91"/>
                </a:lnTo>
                <a:lnTo>
                  <a:pt x="20" y="92"/>
                </a:lnTo>
                <a:lnTo>
                  <a:pt x="18" y="104"/>
                </a:lnTo>
                <a:lnTo>
                  <a:pt x="5" y="103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7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7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2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8"/>
                </a:lnTo>
                <a:lnTo>
                  <a:pt x="27" y="29"/>
                </a:lnTo>
                <a:lnTo>
                  <a:pt x="25" y="42"/>
                </a:lnTo>
                <a:lnTo>
                  <a:pt x="13" y="40"/>
                </a:lnTo>
                <a:moveTo>
                  <a:pt x="14" y="28"/>
                </a:moveTo>
                <a:lnTo>
                  <a:pt x="16" y="15"/>
                </a:lnTo>
                <a:lnTo>
                  <a:pt x="28" y="17"/>
                </a:lnTo>
                <a:lnTo>
                  <a:pt x="27" y="29"/>
                </a:lnTo>
                <a:lnTo>
                  <a:pt x="14" y="28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4"/>
                </a:lnTo>
                <a:lnTo>
                  <a:pt x="19" y="17"/>
                </a:lnTo>
                <a:lnTo>
                  <a:pt x="22" y="12"/>
                </a:lnTo>
                <a:lnTo>
                  <a:pt x="29" y="12"/>
                </a:lnTo>
                <a:lnTo>
                  <a:pt x="28" y="17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1547280" y="1968840"/>
            <a:ext cx="4218480" cy="198720"/>
          </a:xfrm>
          <a:custGeom>
            <a:avLst/>
            <a:gdLst/>
            <a:ahLst/>
            <a:rect l="0" t="0" r="r" b="b"/>
            <a:pathLst>
              <a:path fill="none" w="11718" h="552">
                <a:moveTo>
                  <a:pt x="0" y="552"/>
                </a:moveTo>
                <a:lnTo>
                  <a:pt x="203" y="460"/>
                </a:lnTo>
                <a:cubicBezTo>
                  <a:pt x="406" y="368"/>
                  <a:pt x="813" y="184"/>
                  <a:pt x="1400" y="92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8"/>
                </a:cubicBezTo>
                <a:cubicBezTo>
                  <a:pt x="10831" y="176"/>
                  <a:pt x="11275" y="353"/>
                  <a:pt x="11496" y="441"/>
                </a:cubicBezTo>
                <a:lnTo>
                  <a:pt x="11718" y="529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5736240" y="212940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5732640" y="212508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8"/>
                </a:moveTo>
                <a:lnTo>
                  <a:pt x="78" y="28"/>
                </a:lnTo>
                <a:lnTo>
                  <a:pt x="69" y="36"/>
                </a:lnTo>
                <a:lnTo>
                  <a:pt x="61" y="27"/>
                </a:lnTo>
                <a:lnTo>
                  <a:pt x="70" y="18"/>
                </a:lnTo>
                <a:moveTo>
                  <a:pt x="78" y="28"/>
                </a:moveTo>
                <a:lnTo>
                  <a:pt x="87" y="37"/>
                </a:lnTo>
                <a:lnTo>
                  <a:pt x="77" y="45"/>
                </a:lnTo>
                <a:lnTo>
                  <a:pt x="69" y="36"/>
                </a:lnTo>
                <a:lnTo>
                  <a:pt x="78" y="28"/>
                </a:lnTo>
                <a:moveTo>
                  <a:pt x="87" y="37"/>
                </a:moveTo>
                <a:lnTo>
                  <a:pt x="95" y="46"/>
                </a:lnTo>
                <a:lnTo>
                  <a:pt x="86" y="55"/>
                </a:lnTo>
                <a:lnTo>
                  <a:pt x="77" y="45"/>
                </a:lnTo>
                <a:lnTo>
                  <a:pt x="87" y="37"/>
                </a:lnTo>
                <a:moveTo>
                  <a:pt x="95" y="46"/>
                </a:moveTo>
                <a:lnTo>
                  <a:pt x="104" y="56"/>
                </a:lnTo>
                <a:lnTo>
                  <a:pt x="94" y="64"/>
                </a:lnTo>
                <a:lnTo>
                  <a:pt x="86" y="55"/>
                </a:lnTo>
                <a:lnTo>
                  <a:pt x="95" y="46"/>
                </a:lnTo>
                <a:moveTo>
                  <a:pt x="104" y="56"/>
                </a:moveTo>
                <a:lnTo>
                  <a:pt x="112" y="65"/>
                </a:lnTo>
                <a:lnTo>
                  <a:pt x="103" y="73"/>
                </a:lnTo>
                <a:lnTo>
                  <a:pt x="94" y="64"/>
                </a:lnTo>
                <a:lnTo>
                  <a:pt x="104" y="56"/>
                </a:lnTo>
                <a:moveTo>
                  <a:pt x="112" y="65"/>
                </a:moveTo>
                <a:lnTo>
                  <a:pt x="120" y="74"/>
                </a:lnTo>
                <a:lnTo>
                  <a:pt x="111" y="83"/>
                </a:lnTo>
                <a:lnTo>
                  <a:pt x="103" y="73"/>
                </a:lnTo>
                <a:lnTo>
                  <a:pt x="112" y="65"/>
                </a:lnTo>
                <a:moveTo>
                  <a:pt x="120" y="74"/>
                </a:moveTo>
                <a:lnTo>
                  <a:pt x="129" y="84"/>
                </a:lnTo>
                <a:lnTo>
                  <a:pt x="119" y="92"/>
                </a:lnTo>
                <a:lnTo>
                  <a:pt x="111" y="83"/>
                </a:lnTo>
                <a:lnTo>
                  <a:pt x="120" y="74"/>
                </a:lnTo>
                <a:moveTo>
                  <a:pt x="129" y="84"/>
                </a:moveTo>
                <a:lnTo>
                  <a:pt x="137" y="93"/>
                </a:lnTo>
                <a:lnTo>
                  <a:pt x="128" y="102"/>
                </a:lnTo>
                <a:lnTo>
                  <a:pt x="119" y="92"/>
                </a:lnTo>
                <a:lnTo>
                  <a:pt x="129" y="84"/>
                </a:lnTo>
                <a:moveTo>
                  <a:pt x="137" y="93"/>
                </a:moveTo>
                <a:lnTo>
                  <a:pt x="146" y="103"/>
                </a:lnTo>
                <a:lnTo>
                  <a:pt x="136" y="111"/>
                </a:lnTo>
                <a:lnTo>
                  <a:pt x="128" y="102"/>
                </a:lnTo>
                <a:lnTo>
                  <a:pt x="137" y="93"/>
                </a:lnTo>
                <a:moveTo>
                  <a:pt x="146" y="103"/>
                </a:moveTo>
                <a:lnTo>
                  <a:pt x="154" y="112"/>
                </a:lnTo>
                <a:lnTo>
                  <a:pt x="145" y="120"/>
                </a:lnTo>
                <a:lnTo>
                  <a:pt x="136" y="111"/>
                </a:lnTo>
                <a:lnTo>
                  <a:pt x="146" y="103"/>
                </a:lnTo>
                <a:moveTo>
                  <a:pt x="154" y="112"/>
                </a:moveTo>
                <a:lnTo>
                  <a:pt x="164" y="123"/>
                </a:lnTo>
                <a:lnTo>
                  <a:pt x="141" y="125"/>
                </a:lnTo>
                <a:lnTo>
                  <a:pt x="140" y="113"/>
                </a:lnTo>
                <a:lnTo>
                  <a:pt x="150" y="112"/>
                </a:lnTo>
                <a:lnTo>
                  <a:pt x="151" y="118"/>
                </a:lnTo>
                <a:lnTo>
                  <a:pt x="146" y="122"/>
                </a:lnTo>
                <a:lnTo>
                  <a:pt x="145" y="120"/>
                </a:lnTo>
                <a:lnTo>
                  <a:pt x="154" y="112"/>
                </a:lnTo>
                <a:moveTo>
                  <a:pt x="141" y="125"/>
                </a:moveTo>
                <a:lnTo>
                  <a:pt x="128" y="126"/>
                </a:lnTo>
                <a:lnTo>
                  <a:pt x="127" y="114"/>
                </a:lnTo>
                <a:lnTo>
                  <a:pt x="140" y="113"/>
                </a:lnTo>
                <a:lnTo>
                  <a:pt x="141" y="125"/>
                </a:lnTo>
                <a:moveTo>
                  <a:pt x="128" y="126"/>
                </a:moveTo>
                <a:lnTo>
                  <a:pt x="116" y="127"/>
                </a:lnTo>
                <a:lnTo>
                  <a:pt x="115" y="115"/>
                </a:lnTo>
                <a:lnTo>
                  <a:pt x="127" y="114"/>
                </a:lnTo>
                <a:lnTo>
                  <a:pt x="128" y="126"/>
                </a:lnTo>
                <a:moveTo>
                  <a:pt x="116" y="127"/>
                </a:moveTo>
                <a:lnTo>
                  <a:pt x="103" y="128"/>
                </a:lnTo>
                <a:lnTo>
                  <a:pt x="102" y="116"/>
                </a:lnTo>
                <a:lnTo>
                  <a:pt x="115" y="115"/>
                </a:lnTo>
                <a:lnTo>
                  <a:pt x="116" y="127"/>
                </a:lnTo>
                <a:moveTo>
                  <a:pt x="103" y="128"/>
                </a:moveTo>
                <a:lnTo>
                  <a:pt x="91" y="129"/>
                </a:lnTo>
                <a:lnTo>
                  <a:pt x="90" y="117"/>
                </a:lnTo>
                <a:lnTo>
                  <a:pt x="102" y="116"/>
                </a:lnTo>
                <a:lnTo>
                  <a:pt x="103" y="128"/>
                </a:lnTo>
                <a:moveTo>
                  <a:pt x="91" y="129"/>
                </a:moveTo>
                <a:lnTo>
                  <a:pt x="78" y="130"/>
                </a:lnTo>
                <a:lnTo>
                  <a:pt x="77" y="118"/>
                </a:lnTo>
                <a:lnTo>
                  <a:pt x="90" y="117"/>
                </a:lnTo>
                <a:lnTo>
                  <a:pt x="91" y="129"/>
                </a:lnTo>
                <a:moveTo>
                  <a:pt x="78" y="130"/>
                </a:moveTo>
                <a:lnTo>
                  <a:pt x="66" y="132"/>
                </a:lnTo>
                <a:lnTo>
                  <a:pt x="65" y="119"/>
                </a:lnTo>
                <a:lnTo>
                  <a:pt x="77" y="118"/>
                </a:lnTo>
                <a:lnTo>
                  <a:pt x="78" y="130"/>
                </a:lnTo>
                <a:moveTo>
                  <a:pt x="66" y="132"/>
                </a:moveTo>
                <a:lnTo>
                  <a:pt x="53" y="133"/>
                </a:lnTo>
                <a:lnTo>
                  <a:pt x="52" y="120"/>
                </a:lnTo>
                <a:lnTo>
                  <a:pt x="65" y="119"/>
                </a:lnTo>
                <a:lnTo>
                  <a:pt x="66" y="132"/>
                </a:lnTo>
                <a:moveTo>
                  <a:pt x="53" y="133"/>
                </a:moveTo>
                <a:lnTo>
                  <a:pt x="41" y="134"/>
                </a:lnTo>
                <a:lnTo>
                  <a:pt x="40" y="121"/>
                </a:lnTo>
                <a:lnTo>
                  <a:pt x="52" y="120"/>
                </a:lnTo>
                <a:lnTo>
                  <a:pt x="53" y="133"/>
                </a:lnTo>
                <a:moveTo>
                  <a:pt x="41" y="134"/>
                </a:moveTo>
                <a:lnTo>
                  <a:pt x="27" y="135"/>
                </a:lnTo>
                <a:lnTo>
                  <a:pt x="26" y="122"/>
                </a:lnTo>
                <a:lnTo>
                  <a:pt x="40" y="121"/>
                </a:lnTo>
                <a:lnTo>
                  <a:pt x="41" y="134"/>
                </a:lnTo>
                <a:moveTo>
                  <a:pt x="27" y="135"/>
                </a:moveTo>
                <a:lnTo>
                  <a:pt x="15" y="136"/>
                </a:lnTo>
                <a:lnTo>
                  <a:pt x="13" y="123"/>
                </a:lnTo>
                <a:lnTo>
                  <a:pt x="26" y="122"/>
                </a:lnTo>
                <a:lnTo>
                  <a:pt x="27" y="135"/>
                </a:lnTo>
                <a:moveTo>
                  <a:pt x="15" y="136"/>
                </a:moveTo>
                <a:lnTo>
                  <a:pt x="0" y="137"/>
                </a:lnTo>
                <a:lnTo>
                  <a:pt x="7" y="120"/>
                </a:lnTo>
                <a:lnTo>
                  <a:pt x="18" y="125"/>
                </a:lnTo>
                <a:lnTo>
                  <a:pt x="15" y="132"/>
                </a:lnTo>
                <a:lnTo>
                  <a:pt x="10" y="130"/>
                </a:lnTo>
                <a:lnTo>
                  <a:pt x="9" y="124"/>
                </a:lnTo>
                <a:lnTo>
                  <a:pt x="13" y="123"/>
                </a:lnTo>
                <a:lnTo>
                  <a:pt x="15" y="136"/>
                </a:lnTo>
                <a:moveTo>
                  <a:pt x="7" y="120"/>
                </a:moveTo>
                <a:lnTo>
                  <a:pt x="11" y="109"/>
                </a:lnTo>
                <a:lnTo>
                  <a:pt x="23" y="113"/>
                </a:lnTo>
                <a:lnTo>
                  <a:pt x="18" y="125"/>
                </a:lnTo>
                <a:lnTo>
                  <a:pt x="7" y="120"/>
                </a:lnTo>
                <a:moveTo>
                  <a:pt x="11" y="109"/>
                </a:moveTo>
                <a:lnTo>
                  <a:pt x="16" y="97"/>
                </a:lnTo>
                <a:lnTo>
                  <a:pt x="28" y="101"/>
                </a:lnTo>
                <a:lnTo>
                  <a:pt x="23" y="113"/>
                </a:lnTo>
                <a:lnTo>
                  <a:pt x="11" y="109"/>
                </a:lnTo>
                <a:moveTo>
                  <a:pt x="16" y="97"/>
                </a:moveTo>
                <a:lnTo>
                  <a:pt x="21" y="85"/>
                </a:lnTo>
                <a:lnTo>
                  <a:pt x="32" y="90"/>
                </a:lnTo>
                <a:lnTo>
                  <a:pt x="28" y="101"/>
                </a:lnTo>
                <a:lnTo>
                  <a:pt x="16" y="97"/>
                </a:lnTo>
                <a:moveTo>
                  <a:pt x="21" y="85"/>
                </a:moveTo>
                <a:lnTo>
                  <a:pt x="25" y="73"/>
                </a:lnTo>
                <a:lnTo>
                  <a:pt x="38" y="78"/>
                </a:lnTo>
                <a:lnTo>
                  <a:pt x="32" y="90"/>
                </a:lnTo>
                <a:lnTo>
                  <a:pt x="21" y="85"/>
                </a:lnTo>
                <a:moveTo>
                  <a:pt x="25" y="73"/>
                </a:moveTo>
                <a:lnTo>
                  <a:pt x="30" y="62"/>
                </a:lnTo>
                <a:lnTo>
                  <a:pt x="43" y="66"/>
                </a:lnTo>
                <a:lnTo>
                  <a:pt x="38" y="78"/>
                </a:lnTo>
                <a:lnTo>
                  <a:pt x="25" y="73"/>
                </a:lnTo>
                <a:moveTo>
                  <a:pt x="30" y="62"/>
                </a:moveTo>
                <a:lnTo>
                  <a:pt x="35" y="50"/>
                </a:lnTo>
                <a:lnTo>
                  <a:pt x="47" y="55"/>
                </a:lnTo>
                <a:lnTo>
                  <a:pt x="43" y="66"/>
                </a:lnTo>
                <a:lnTo>
                  <a:pt x="30" y="62"/>
                </a:lnTo>
                <a:moveTo>
                  <a:pt x="35" y="50"/>
                </a:moveTo>
                <a:lnTo>
                  <a:pt x="40" y="38"/>
                </a:lnTo>
                <a:lnTo>
                  <a:pt x="52" y="43"/>
                </a:lnTo>
                <a:lnTo>
                  <a:pt x="47" y="55"/>
                </a:lnTo>
                <a:lnTo>
                  <a:pt x="35" y="50"/>
                </a:lnTo>
                <a:moveTo>
                  <a:pt x="40" y="38"/>
                </a:moveTo>
                <a:lnTo>
                  <a:pt x="45" y="27"/>
                </a:lnTo>
                <a:lnTo>
                  <a:pt x="56" y="31"/>
                </a:lnTo>
                <a:lnTo>
                  <a:pt x="52" y="43"/>
                </a:lnTo>
                <a:lnTo>
                  <a:pt x="40" y="38"/>
                </a:lnTo>
                <a:moveTo>
                  <a:pt x="45" y="27"/>
                </a:moveTo>
                <a:lnTo>
                  <a:pt x="49" y="15"/>
                </a:lnTo>
                <a:lnTo>
                  <a:pt x="61" y="20"/>
                </a:lnTo>
                <a:lnTo>
                  <a:pt x="56" y="31"/>
                </a:lnTo>
                <a:lnTo>
                  <a:pt x="45" y="27"/>
                </a:lnTo>
                <a:moveTo>
                  <a:pt x="49" y="15"/>
                </a:moveTo>
                <a:lnTo>
                  <a:pt x="55" y="0"/>
                </a:lnTo>
                <a:lnTo>
                  <a:pt x="70" y="18"/>
                </a:lnTo>
                <a:lnTo>
                  <a:pt x="61" y="27"/>
                </a:lnTo>
                <a:lnTo>
                  <a:pt x="52" y="17"/>
                </a:lnTo>
                <a:lnTo>
                  <a:pt x="57" y="12"/>
                </a:lnTo>
                <a:lnTo>
                  <a:pt x="63" y="15"/>
                </a:lnTo>
                <a:lnTo>
                  <a:pt x="61" y="20"/>
                </a:lnTo>
                <a:lnTo>
                  <a:pt x="49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3027240" y="247320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7"/>
                </a:lnTo>
                <a:cubicBezTo>
                  <a:pt x="574" y="414"/>
                  <a:pt x="1146" y="829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4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3882240" y="2871720"/>
            <a:ext cx="48240" cy="45720"/>
          </a:xfrm>
          <a:custGeom>
            <a:avLst/>
            <a:gdLst/>
            <a:ahLst/>
            <a:rect l="0" t="0" r="r" b="b"/>
            <a:pathLst>
              <a:path w="134" h="127">
                <a:moveTo>
                  <a:pt x="0" y="0"/>
                </a:moveTo>
                <a:lnTo>
                  <a:pt x="134" y="49"/>
                </a:lnTo>
                <a:lnTo>
                  <a:pt x="14" y="12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3879720" y="286848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8"/>
                </a:moveTo>
                <a:lnTo>
                  <a:pt x="34" y="12"/>
                </a:lnTo>
                <a:lnTo>
                  <a:pt x="30" y="24"/>
                </a:lnTo>
                <a:lnTo>
                  <a:pt x="18" y="20"/>
                </a:lnTo>
                <a:lnTo>
                  <a:pt x="22" y="8"/>
                </a:lnTo>
                <a:moveTo>
                  <a:pt x="34" y="12"/>
                </a:moveTo>
                <a:lnTo>
                  <a:pt x="46" y="17"/>
                </a:lnTo>
                <a:lnTo>
                  <a:pt x="42" y="28"/>
                </a:lnTo>
                <a:lnTo>
                  <a:pt x="30" y="24"/>
                </a:lnTo>
                <a:lnTo>
                  <a:pt x="34" y="12"/>
                </a:lnTo>
                <a:moveTo>
                  <a:pt x="46" y="17"/>
                </a:moveTo>
                <a:lnTo>
                  <a:pt x="58" y="21"/>
                </a:lnTo>
                <a:lnTo>
                  <a:pt x="54" y="33"/>
                </a:lnTo>
                <a:lnTo>
                  <a:pt x="42" y="28"/>
                </a:lnTo>
                <a:lnTo>
                  <a:pt x="46" y="17"/>
                </a:lnTo>
                <a:moveTo>
                  <a:pt x="58" y="21"/>
                </a:moveTo>
                <a:lnTo>
                  <a:pt x="70" y="25"/>
                </a:lnTo>
                <a:lnTo>
                  <a:pt x="65" y="37"/>
                </a:lnTo>
                <a:lnTo>
                  <a:pt x="54" y="33"/>
                </a:lnTo>
                <a:lnTo>
                  <a:pt x="58" y="21"/>
                </a:lnTo>
                <a:moveTo>
                  <a:pt x="70" y="25"/>
                </a:moveTo>
                <a:lnTo>
                  <a:pt x="82" y="30"/>
                </a:lnTo>
                <a:lnTo>
                  <a:pt x="77" y="42"/>
                </a:lnTo>
                <a:lnTo>
                  <a:pt x="65" y="37"/>
                </a:lnTo>
                <a:lnTo>
                  <a:pt x="70" y="25"/>
                </a:lnTo>
                <a:moveTo>
                  <a:pt x="82" y="30"/>
                </a:moveTo>
                <a:lnTo>
                  <a:pt x="93" y="34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4"/>
                </a:moveTo>
                <a:lnTo>
                  <a:pt x="105" y="38"/>
                </a:lnTo>
                <a:lnTo>
                  <a:pt x="101" y="50"/>
                </a:lnTo>
                <a:lnTo>
                  <a:pt x="89" y="46"/>
                </a:lnTo>
                <a:lnTo>
                  <a:pt x="93" y="34"/>
                </a:lnTo>
                <a:moveTo>
                  <a:pt x="105" y="38"/>
                </a:moveTo>
                <a:lnTo>
                  <a:pt x="117" y="43"/>
                </a:lnTo>
                <a:lnTo>
                  <a:pt x="113" y="55"/>
                </a:lnTo>
                <a:lnTo>
                  <a:pt x="101" y="50"/>
                </a:lnTo>
                <a:lnTo>
                  <a:pt x="105" y="38"/>
                </a:lnTo>
                <a:moveTo>
                  <a:pt x="117" y="43"/>
                </a:moveTo>
                <a:lnTo>
                  <a:pt x="129" y="47"/>
                </a:lnTo>
                <a:lnTo>
                  <a:pt x="124" y="59"/>
                </a:lnTo>
                <a:lnTo>
                  <a:pt x="113" y="55"/>
                </a:lnTo>
                <a:lnTo>
                  <a:pt x="117" y="43"/>
                </a:lnTo>
                <a:moveTo>
                  <a:pt x="129" y="47"/>
                </a:moveTo>
                <a:lnTo>
                  <a:pt x="141" y="52"/>
                </a:lnTo>
                <a:lnTo>
                  <a:pt x="136" y="63"/>
                </a:lnTo>
                <a:lnTo>
                  <a:pt x="124" y="59"/>
                </a:lnTo>
                <a:lnTo>
                  <a:pt x="129" y="47"/>
                </a:lnTo>
                <a:moveTo>
                  <a:pt x="141" y="52"/>
                </a:moveTo>
                <a:lnTo>
                  <a:pt x="155" y="57"/>
                </a:lnTo>
                <a:lnTo>
                  <a:pt x="135" y="69"/>
                </a:lnTo>
                <a:lnTo>
                  <a:pt x="128" y="59"/>
                </a:lnTo>
                <a:lnTo>
                  <a:pt x="137" y="53"/>
                </a:lnTo>
                <a:lnTo>
                  <a:pt x="141" y="58"/>
                </a:lnTo>
                <a:lnTo>
                  <a:pt x="138" y="64"/>
                </a:lnTo>
                <a:lnTo>
                  <a:pt x="136" y="63"/>
                </a:lnTo>
                <a:lnTo>
                  <a:pt x="141" y="52"/>
                </a:lnTo>
                <a:moveTo>
                  <a:pt x="135" y="69"/>
                </a:moveTo>
                <a:lnTo>
                  <a:pt x="125" y="76"/>
                </a:lnTo>
                <a:lnTo>
                  <a:pt x="118" y="65"/>
                </a:lnTo>
                <a:lnTo>
                  <a:pt x="128" y="59"/>
                </a:lnTo>
                <a:lnTo>
                  <a:pt x="135" y="69"/>
                </a:lnTo>
                <a:moveTo>
                  <a:pt x="125" y="76"/>
                </a:moveTo>
                <a:lnTo>
                  <a:pt x="114" y="84"/>
                </a:lnTo>
                <a:lnTo>
                  <a:pt x="107" y="72"/>
                </a:lnTo>
                <a:lnTo>
                  <a:pt x="118" y="65"/>
                </a:lnTo>
                <a:lnTo>
                  <a:pt x="125" y="76"/>
                </a:lnTo>
                <a:moveTo>
                  <a:pt x="114" y="84"/>
                </a:moveTo>
                <a:lnTo>
                  <a:pt x="104" y="91"/>
                </a:lnTo>
                <a:lnTo>
                  <a:pt x="97" y="79"/>
                </a:lnTo>
                <a:lnTo>
                  <a:pt x="107" y="72"/>
                </a:lnTo>
                <a:lnTo>
                  <a:pt x="114" y="84"/>
                </a:lnTo>
                <a:moveTo>
                  <a:pt x="104" y="91"/>
                </a:moveTo>
                <a:lnTo>
                  <a:pt x="93" y="97"/>
                </a:lnTo>
                <a:lnTo>
                  <a:pt x="86" y="87"/>
                </a:lnTo>
                <a:lnTo>
                  <a:pt x="97" y="79"/>
                </a:lnTo>
                <a:lnTo>
                  <a:pt x="104" y="91"/>
                </a:lnTo>
                <a:moveTo>
                  <a:pt x="93" y="97"/>
                </a:moveTo>
                <a:lnTo>
                  <a:pt x="82" y="104"/>
                </a:lnTo>
                <a:lnTo>
                  <a:pt x="76" y="94"/>
                </a:lnTo>
                <a:lnTo>
                  <a:pt x="86" y="87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1"/>
                </a:lnTo>
                <a:lnTo>
                  <a:pt x="76" y="94"/>
                </a:lnTo>
                <a:lnTo>
                  <a:pt x="82" y="104"/>
                </a:lnTo>
                <a:moveTo>
                  <a:pt x="72" y="111"/>
                </a:moveTo>
                <a:lnTo>
                  <a:pt x="61" y="118"/>
                </a:lnTo>
                <a:lnTo>
                  <a:pt x="54" y="107"/>
                </a:lnTo>
                <a:lnTo>
                  <a:pt x="65" y="101"/>
                </a:lnTo>
                <a:lnTo>
                  <a:pt x="72" y="111"/>
                </a:lnTo>
                <a:moveTo>
                  <a:pt x="61" y="118"/>
                </a:moveTo>
                <a:lnTo>
                  <a:pt x="51" y="125"/>
                </a:lnTo>
                <a:lnTo>
                  <a:pt x="44" y="114"/>
                </a:lnTo>
                <a:lnTo>
                  <a:pt x="54" y="107"/>
                </a:lnTo>
                <a:lnTo>
                  <a:pt x="61" y="118"/>
                </a:lnTo>
                <a:moveTo>
                  <a:pt x="51" y="125"/>
                </a:moveTo>
                <a:lnTo>
                  <a:pt x="40" y="132"/>
                </a:lnTo>
                <a:lnTo>
                  <a:pt x="33" y="121"/>
                </a:lnTo>
                <a:lnTo>
                  <a:pt x="44" y="114"/>
                </a:lnTo>
                <a:lnTo>
                  <a:pt x="51" y="125"/>
                </a:lnTo>
                <a:moveTo>
                  <a:pt x="40" y="132"/>
                </a:moveTo>
                <a:lnTo>
                  <a:pt x="30" y="138"/>
                </a:lnTo>
                <a:lnTo>
                  <a:pt x="23" y="128"/>
                </a:lnTo>
                <a:lnTo>
                  <a:pt x="33" y="121"/>
                </a:lnTo>
                <a:lnTo>
                  <a:pt x="40" y="132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7"/>
                </a:lnTo>
                <a:lnTo>
                  <a:pt x="29" y="135"/>
                </a:lnTo>
                <a:lnTo>
                  <a:pt x="22" y="136"/>
                </a:lnTo>
                <a:lnTo>
                  <a:pt x="19" y="130"/>
                </a:lnTo>
                <a:lnTo>
                  <a:pt x="23" y="128"/>
                </a:lnTo>
                <a:lnTo>
                  <a:pt x="30" y="138"/>
                </a:lnTo>
                <a:moveTo>
                  <a:pt x="15" y="128"/>
                </a:moveTo>
                <a:lnTo>
                  <a:pt x="14" y="116"/>
                </a:lnTo>
                <a:lnTo>
                  <a:pt x="26" y="114"/>
                </a:lnTo>
                <a:lnTo>
                  <a:pt x="28" y="127"/>
                </a:lnTo>
                <a:lnTo>
                  <a:pt x="15" y="128"/>
                </a:lnTo>
                <a:moveTo>
                  <a:pt x="14" y="116"/>
                </a:moveTo>
                <a:lnTo>
                  <a:pt x="12" y="103"/>
                </a:lnTo>
                <a:lnTo>
                  <a:pt x="25" y="102"/>
                </a:lnTo>
                <a:lnTo>
                  <a:pt x="26" y="114"/>
                </a:lnTo>
                <a:lnTo>
                  <a:pt x="14" y="116"/>
                </a:lnTo>
                <a:moveTo>
                  <a:pt x="12" y="103"/>
                </a:moveTo>
                <a:lnTo>
                  <a:pt x="11" y="91"/>
                </a:lnTo>
                <a:lnTo>
                  <a:pt x="24" y="89"/>
                </a:lnTo>
                <a:lnTo>
                  <a:pt x="25" y="102"/>
                </a:lnTo>
                <a:lnTo>
                  <a:pt x="12" y="103"/>
                </a:lnTo>
                <a:moveTo>
                  <a:pt x="11" y="91"/>
                </a:moveTo>
                <a:lnTo>
                  <a:pt x="9" y="77"/>
                </a:lnTo>
                <a:lnTo>
                  <a:pt x="22" y="76"/>
                </a:lnTo>
                <a:lnTo>
                  <a:pt x="24" y="89"/>
                </a:lnTo>
                <a:lnTo>
                  <a:pt x="11" y="91"/>
                </a:lnTo>
                <a:moveTo>
                  <a:pt x="9" y="77"/>
                </a:moveTo>
                <a:lnTo>
                  <a:pt x="7" y="65"/>
                </a:lnTo>
                <a:lnTo>
                  <a:pt x="21" y="63"/>
                </a:lnTo>
                <a:lnTo>
                  <a:pt x="22" y="76"/>
                </a:lnTo>
                <a:lnTo>
                  <a:pt x="9" y="77"/>
                </a:lnTo>
                <a:moveTo>
                  <a:pt x="7" y="65"/>
                </a:moveTo>
                <a:lnTo>
                  <a:pt x="6" y="52"/>
                </a:lnTo>
                <a:lnTo>
                  <a:pt x="19" y="51"/>
                </a:lnTo>
                <a:lnTo>
                  <a:pt x="21" y="63"/>
                </a:lnTo>
                <a:lnTo>
                  <a:pt x="7" y="65"/>
                </a:lnTo>
                <a:moveTo>
                  <a:pt x="6" y="52"/>
                </a:moveTo>
                <a:lnTo>
                  <a:pt x="4" y="40"/>
                </a:lnTo>
                <a:lnTo>
                  <a:pt x="18" y="38"/>
                </a:lnTo>
                <a:lnTo>
                  <a:pt x="19" y="51"/>
                </a:lnTo>
                <a:lnTo>
                  <a:pt x="6" y="52"/>
                </a:lnTo>
                <a:moveTo>
                  <a:pt x="4" y="40"/>
                </a:moveTo>
                <a:lnTo>
                  <a:pt x="3" y="27"/>
                </a:lnTo>
                <a:lnTo>
                  <a:pt x="17" y="26"/>
                </a:lnTo>
                <a:lnTo>
                  <a:pt x="18" y="38"/>
                </a:lnTo>
                <a:lnTo>
                  <a:pt x="4" y="40"/>
                </a:lnTo>
                <a:moveTo>
                  <a:pt x="3" y="27"/>
                </a:moveTo>
                <a:lnTo>
                  <a:pt x="2" y="15"/>
                </a:lnTo>
                <a:lnTo>
                  <a:pt x="15" y="13"/>
                </a:lnTo>
                <a:lnTo>
                  <a:pt x="17" y="26"/>
                </a:lnTo>
                <a:lnTo>
                  <a:pt x="3" y="27"/>
                </a:lnTo>
                <a:moveTo>
                  <a:pt x="2" y="15"/>
                </a:moveTo>
                <a:lnTo>
                  <a:pt x="0" y="0"/>
                </a:lnTo>
                <a:lnTo>
                  <a:pt x="22" y="8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9"/>
                </a:lnTo>
                <a:lnTo>
                  <a:pt x="15" y="13"/>
                </a:lnTo>
                <a:lnTo>
                  <a:pt x="2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3361680" y="232020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5525280" y="2297520"/>
            <a:ext cx="45720" cy="45720"/>
          </a:xfrm>
          <a:custGeom>
            <a:avLst/>
            <a:gdLst/>
            <a:ahLst/>
            <a:rect l="0" t="0" r="r" b="b"/>
            <a:pathLst>
              <a:path w="127" h="127">
                <a:moveTo>
                  <a:pt x="0" y="0"/>
                </a:moveTo>
                <a:lnTo>
                  <a:pt x="127" y="64"/>
                </a:lnTo>
                <a:lnTo>
                  <a:pt x="0" y="12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5523120" y="2293920"/>
            <a:ext cx="52920" cy="52920"/>
          </a:xfrm>
          <a:custGeom>
            <a:avLst/>
            <a:gdLst/>
            <a:ahLst/>
            <a:rect l="0" t="0" r="r" b="b"/>
            <a:pathLst>
              <a:path w="147" h="147">
                <a:moveTo>
                  <a:pt x="20" y="10"/>
                </a:moveTo>
                <a:lnTo>
                  <a:pt x="31" y="16"/>
                </a:lnTo>
                <a:lnTo>
                  <a:pt x="26" y="27"/>
                </a:lnTo>
                <a:lnTo>
                  <a:pt x="15" y="21"/>
                </a:lnTo>
                <a:lnTo>
                  <a:pt x="20" y="10"/>
                </a:lnTo>
                <a:moveTo>
                  <a:pt x="31" y="16"/>
                </a:moveTo>
                <a:lnTo>
                  <a:pt x="43" y="21"/>
                </a:lnTo>
                <a:lnTo>
                  <a:pt x="37" y="32"/>
                </a:lnTo>
                <a:lnTo>
                  <a:pt x="26" y="27"/>
                </a:lnTo>
                <a:lnTo>
                  <a:pt x="31" y="16"/>
                </a:lnTo>
                <a:moveTo>
                  <a:pt x="43" y="21"/>
                </a:moveTo>
                <a:lnTo>
                  <a:pt x="54" y="27"/>
                </a:lnTo>
                <a:lnTo>
                  <a:pt x="48" y="38"/>
                </a:lnTo>
                <a:lnTo>
                  <a:pt x="37" y="32"/>
                </a:lnTo>
                <a:lnTo>
                  <a:pt x="43" y="21"/>
                </a:lnTo>
                <a:moveTo>
                  <a:pt x="54" y="27"/>
                </a:moveTo>
                <a:lnTo>
                  <a:pt x="66" y="32"/>
                </a:lnTo>
                <a:lnTo>
                  <a:pt x="60" y="44"/>
                </a:lnTo>
                <a:lnTo>
                  <a:pt x="48" y="38"/>
                </a:lnTo>
                <a:lnTo>
                  <a:pt x="54" y="27"/>
                </a:lnTo>
                <a:moveTo>
                  <a:pt x="66" y="32"/>
                </a:moveTo>
                <a:lnTo>
                  <a:pt x="77" y="38"/>
                </a:lnTo>
                <a:lnTo>
                  <a:pt x="72" y="49"/>
                </a:lnTo>
                <a:lnTo>
                  <a:pt x="60" y="44"/>
                </a:lnTo>
                <a:lnTo>
                  <a:pt x="66" y="32"/>
                </a:lnTo>
                <a:moveTo>
                  <a:pt x="77" y="38"/>
                </a:moveTo>
                <a:lnTo>
                  <a:pt x="89" y="44"/>
                </a:lnTo>
                <a:lnTo>
                  <a:pt x="83" y="55"/>
                </a:lnTo>
                <a:lnTo>
                  <a:pt x="72" y="49"/>
                </a:lnTo>
                <a:lnTo>
                  <a:pt x="77" y="38"/>
                </a:lnTo>
                <a:moveTo>
                  <a:pt x="89" y="44"/>
                </a:moveTo>
                <a:lnTo>
                  <a:pt x="100" y="49"/>
                </a:lnTo>
                <a:lnTo>
                  <a:pt x="94" y="61"/>
                </a:lnTo>
                <a:lnTo>
                  <a:pt x="83" y="55"/>
                </a:lnTo>
                <a:lnTo>
                  <a:pt x="89" y="44"/>
                </a:lnTo>
                <a:moveTo>
                  <a:pt x="100" y="49"/>
                </a:moveTo>
                <a:lnTo>
                  <a:pt x="111" y="55"/>
                </a:lnTo>
                <a:lnTo>
                  <a:pt x="106" y="66"/>
                </a:lnTo>
                <a:lnTo>
                  <a:pt x="94" y="61"/>
                </a:lnTo>
                <a:lnTo>
                  <a:pt x="100" y="49"/>
                </a:lnTo>
                <a:moveTo>
                  <a:pt x="111" y="55"/>
                </a:moveTo>
                <a:lnTo>
                  <a:pt x="123" y="61"/>
                </a:lnTo>
                <a:lnTo>
                  <a:pt x="117" y="72"/>
                </a:lnTo>
                <a:lnTo>
                  <a:pt x="106" y="66"/>
                </a:lnTo>
                <a:lnTo>
                  <a:pt x="111" y="55"/>
                </a:lnTo>
                <a:moveTo>
                  <a:pt x="123" y="61"/>
                </a:moveTo>
                <a:lnTo>
                  <a:pt x="134" y="66"/>
                </a:lnTo>
                <a:lnTo>
                  <a:pt x="128" y="78"/>
                </a:lnTo>
                <a:lnTo>
                  <a:pt x="117" y="72"/>
                </a:lnTo>
                <a:lnTo>
                  <a:pt x="123" y="61"/>
                </a:lnTo>
                <a:moveTo>
                  <a:pt x="134" y="66"/>
                </a:moveTo>
                <a:lnTo>
                  <a:pt x="147" y="73"/>
                </a:lnTo>
                <a:lnTo>
                  <a:pt x="127" y="83"/>
                </a:lnTo>
                <a:lnTo>
                  <a:pt x="121" y="72"/>
                </a:lnTo>
                <a:lnTo>
                  <a:pt x="130" y="67"/>
                </a:lnTo>
                <a:lnTo>
                  <a:pt x="133" y="73"/>
                </a:lnTo>
                <a:lnTo>
                  <a:pt x="130" y="79"/>
                </a:lnTo>
                <a:lnTo>
                  <a:pt x="128" y="78"/>
                </a:lnTo>
                <a:lnTo>
                  <a:pt x="134" y="66"/>
                </a:lnTo>
                <a:moveTo>
                  <a:pt x="127" y="83"/>
                </a:moveTo>
                <a:lnTo>
                  <a:pt x="115" y="89"/>
                </a:lnTo>
                <a:lnTo>
                  <a:pt x="110" y="78"/>
                </a:lnTo>
                <a:lnTo>
                  <a:pt x="121" y="72"/>
                </a:lnTo>
                <a:lnTo>
                  <a:pt x="127" y="83"/>
                </a:lnTo>
                <a:moveTo>
                  <a:pt x="115" y="89"/>
                </a:moveTo>
                <a:lnTo>
                  <a:pt x="104" y="94"/>
                </a:lnTo>
                <a:lnTo>
                  <a:pt x="98" y="83"/>
                </a:lnTo>
                <a:lnTo>
                  <a:pt x="110" y="78"/>
                </a:lnTo>
                <a:lnTo>
                  <a:pt x="115" y="89"/>
                </a:lnTo>
                <a:moveTo>
                  <a:pt x="104" y="94"/>
                </a:moveTo>
                <a:lnTo>
                  <a:pt x="93" y="100"/>
                </a:lnTo>
                <a:lnTo>
                  <a:pt x="87" y="89"/>
                </a:lnTo>
                <a:lnTo>
                  <a:pt x="98" y="83"/>
                </a:lnTo>
                <a:lnTo>
                  <a:pt x="104" y="94"/>
                </a:lnTo>
                <a:moveTo>
                  <a:pt x="93" y="100"/>
                </a:moveTo>
                <a:lnTo>
                  <a:pt x="82" y="106"/>
                </a:lnTo>
                <a:lnTo>
                  <a:pt x="76" y="94"/>
                </a:lnTo>
                <a:lnTo>
                  <a:pt x="87" y="89"/>
                </a:lnTo>
                <a:lnTo>
                  <a:pt x="93" y="100"/>
                </a:lnTo>
                <a:moveTo>
                  <a:pt x="82" y="106"/>
                </a:moveTo>
                <a:lnTo>
                  <a:pt x="70" y="111"/>
                </a:lnTo>
                <a:lnTo>
                  <a:pt x="65" y="100"/>
                </a:lnTo>
                <a:lnTo>
                  <a:pt x="76" y="94"/>
                </a:lnTo>
                <a:lnTo>
                  <a:pt x="82" y="106"/>
                </a:lnTo>
                <a:moveTo>
                  <a:pt x="70" y="111"/>
                </a:moveTo>
                <a:lnTo>
                  <a:pt x="58" y="117"/>
                </a:lnTo>
                <a:lnTo>
                  <a:pt x="52" y="106"/>
                </a:lnTo>
                <a:lnTo>
                  <a:pt x="65" y="100"/>
                </a:lnTo>
                <a:lnTo>
                  <a:pt x="70" y="111"/>
                </a:lnTo>
                <a:moveTo>
                  <a:pt x="58" y="117"/>
                </a:moveTo>
                <a:lnTo>
                  <a:pt x="47" y="123"/>
                </a:lnTo>
                <a:lnTo>
                  <a:pt x="41" y="111"/>
                </a:lnTo>
                <a:lnTo>
                  <a:pt x="52" y="106"/>
                </a:lnTo>
                <a:lnTo>
                  <a:pt x="58" y="117"/>
                </a:lnTo>
                <a:moveTo>
                  <a:pt x="47" y="123"/>
                </a:moveTo>
                <a:lnTo>
                  <a:pt x="35" y="129"/>
                </a:lnTo>
                <a:lnTo>
                  <a:pt x="30" y="117"/>
                </a:lnTo>
                <a:lnTo>
                  <a:pt x="41" y="111"/>
                </a:lnTo>
                <a:lnTo>
                  <a:pt x="47" y="123"/>
                </a:lnTo>
                <a:moveTo>
                  <a:pt x="35" y="129"/>
                </a:moveTo>
                <a:lnTo>
                  <a:pt x="24" y="135"/>
                </a:lnTo>
                <a:lnTo>
                  <a:pt x="19" y="123"/>
                </a:lnTo>
                <a:lnTo>
                  <a:pt x="30" y="117"/>
                </a:lnTo>
                <a:lnTo>
                  <a:pt x="35" y="129"/>
                </a:lnTo>
                <a:moveTo>
                  <a:pt x="24" y="135"/>
                </a:moveTo>
                <a:lnTo>
                  <a:pt x="13" y="140"/>
                </a:lnTo>
                <a:lnTo>
                  <a:pt x="7" y="129"/>
                </a:lnTo>
                <a:lnTo>
                  <a:pt x="19" y="123"/>
                </a:lnTo>
                <a:lnTo>
                  <a:pt x="24" y="135"/>
                </a:lnTo>
                <a:moveTo>
                  <a:pt x="13" y="140"/>
                </a:moveTo>
                <a:lnTo>
                  <a:pt x="0" y="147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1"/>
                </a:lnTo>
                <a:lnTo>
                  <a:pt x="7" y="129"/>
                </a:lnTo>
                <a:lnTo>
                  <a:pt x="13" y="140"/>
                </a:lnTo>
                <a:moveTo>
                  <a:pt x="0" y="129"/>
                </a:moveTo>
                <a:lnTo>
                  <a:pt x="0" y="115"/>
                </a:lnTo>
                <a:lnTo>
                  <a:pt x="12" y="115"/>
                </a:lnTo>
                <a:lnTo>
                  <a:pt x="12" y="129"/>
                </a:lnTo>
                <a:lnTo>
                  <a:pt x="0" y="129"/>
                </a:lnTo>
                <a:moveTo>
                  <a:pt x="0" y="115"/>
                </a:moveTo>
                <a:lnTo>
                  <a:pt x="0" y="103"/>
                </a:lnTo>
                <a:lnTo>
                  <a:pt x="12" y="103"/>
                </a:lnTo>
                <a:lnTo>
                  <a:pt x="12" y="115"/>
                </a:lnTo>
                <a:lnTo>
                  <a:pt x="0" y="115"/>
                </a:lnTo>
                <a:moveTo>
                  <a:pt x="0" y="103"/>
                </a:moveTo>
                <a:lnTo>
                  <a:pt x="0" y="90"/>
                </a:lnTo>
                <a:lnTo>
                  <a:pt x="12" y="90"/>
                </a:lnTo>
                <a:lnTo>
                  <a:pt x="12" y="103"/>
                </a:lnTo>
                <a:lnTo>
                  <a:pt x="0" y="103"/>
                </a:lnTo>
                <a:moveTo>
                  <a:pt x="0" y="90"/>
                </a:moveTo>
                <a:lnTo>
                  <a:pt x="0" y="77"/>
                </a:lnTo>
                <a:lnTo>
                  <a:pt x="12" y="77"/>
                </a:lnTo>
                <a:lnTo>
                  <a:pt x="12" y="90"/>
                </a:lnTo>
                <a:lnTo>
                  <a:pt x="0" y="90"/>
                </a:lnTo>
                <a:moveTo>
                  <a:pt x="0" y="77"/>
                </a:moveTo>
                <a:lnTo>
                  <a:pt x="0" y="65"/>
                </a:lnTo>
                <a:lnTo>
                  <a:pt x="12" y="65"/>
                </a:lnTo>
                <a:lnTo>
                  <a:pt x="12" y="77"/>
                </a:lnTo>
                <a:lnTo>
                  <a:pt x="0" y="77"/>
                </a:lnTo>
                <a:moveTo>
                  <a:pt x="0" y="65"/>
                </a:moveTo>
                <a:lnTo>
                  <a:pt x="0" y="52"/>
                </a:lnTo>
                <a:lnTo>
                  <a:pt x="12" y="52"/>
                </a:lnTo>
                <a:lnTo>
                  <a:pt x="12" y="65"/>
                </a:lnTo>
                <a:lnTo>
                  <a:pt x="0" y="65"/>
                </a:lnTo>
                <a:moveTo>
                  <a:pt x="0" y="52"/>
                </a:moveTo>
                <a:lnTo>
                  <a:pt x="0" y="40"/>
                </a:lnTo>
                <a:lnTo>
                  <a:pt x="12" y="40"/>
                </a:lnTo>
                <a:lnTo>
                  <a:pt x="12" y="52"/>
                </a:lnTo>
                <a:lnTo>
                  <a:pt x="0" y="52"/>
                </a:lnTo>
                <a:moveTo>
                  <a:pt x="0" y="40"/>
                </a:moveTo>
                <a:lnTo>
                  <a:pt x="0" y="27"/>
                </a:lnTo>
                <a:lnTo>
                  <a:pt x="12" y="27"/>
                </a:lnTo>
                <a:lnTo>
                  <a:pt x="12" y="40"/>
                </a:lnTo>
                <a:lnTo>
                  <a:pt x="0" y="40"/>
                </a:lnTo>
                <a:moveTo>
                  <a:pt x="0" y="27"/>
                </a:moveTo>
                <a:lnTo>
                  <a:pt x="0" y="15"/>
                </a:lnTo>
                <a:lnTo>
                  <a:pt x="12" y="15"/>
                </a:lnTo>
                <a:lnTo>
                  <a:pt x="12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0"/>
                </a:lnTo>
                <a:lnTo>
                  <a:pt x="15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6774120" y="232020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297200" y="2297520"/>
            <a:ext cx="45720" cy="45720"/>
          </a:xfrm>
          <a:custGeom>
            <a:avLst/>
            <a:gdLst/>
            <a:ahLst/>
            <a:rect l="0" t="0" r="r" b="b"/>
            <a:pathLst>
              <a:path w="127" h="127">
                <a:moveTo>
                  <a:pt x="0" y="0"/>
                </a:moveTo>
                <a:lnTo>
                  <a:pt x="127" y="64"/>
                </a:lnTo>
                <a:lnTo>
                  <a:pt x="0" y="12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295040" y="2293920"/>
            <a:ext cx="52920" cy="52920"/>
          </a:xfrm>
          <a:custGeom>
            <a:avLst/>
            <a:gdLst/>
            <a:ahLst/>
            <a:rect l="0" t="0" r="r" b="b"/>
            <a:pathLst>
              <a:path w="147" h="147">
                <a:moveTo>
                  <a:pt x="20" y="10"/>
                </a:moveTo>
                <a:lnTo>
                  <a:pt x="31" y="16"/>
                </a:lnTo>
                <a:lnTo>
                  <a:pt x="26" y="27"/>
                </a:lnTo>
                <a:lnTo>
                  <a:pt x="15" y="21"/>
                </a:lnTo>
                <a:lnTo>
                  <a:pt x="20" y="10"/>
                </a:lnTo>
                <a:moveTo>
                  <a:pt x="31" y="16"/>
                </a:moveTo>
                <a:lnTo>
                  <a:pt x="43" y="21"/>
                </a:lnTo>
                <a:lnTo>
                  <a:pt x="37" y="32"/>
                </a:lnTo>
                <a:lnTo>
                  <a:pt x="26" y="27"/>
                </a:lnTo>
                <a:lnTo>
                  <a:pt x="31" y="16"/>
                </a:lnTo>
                <a:moveTo>
                  <a:pt x="43" y="21"/>
                </a:moveTo>
                <a:lnTo>
                  <a:pt x="54" y="27"/>
                </a:lnTo>
                <a:lnTo>
                  <a:pt x="48" y="38"/>
                </a:lnTo>
                <a:lnTo>
                  <a:pt x="37" y="32"/>
                </a:lnTo>
                <a:lnTo>
                  <a:pt x="43" y="21"/>
                </a:lnTo>
                <a:moveTo>
                  <a:pt x="54" y="27"/>
                </a:moveTo>
                <a:lnTo>
                  <a:pt x="65" y="32"/>
                </a:lnTo>
                <a:lnTo>
                  <a:pt x="60" y="44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6" y="38"/>
                </a:lnTo>
                <a:lnTo>
                  <a:pt x="71" y="49"/>
                </a:lnTo>
                <a:lnTo>
                  <a:pt x="60" y="44"/>
                </a:lnTo>
                <a:lnTo>
                  <a:pt x="65" y="32"/>
                </a:lnTo>
                <a:moveTo>
                  <a:pt x="76" y="38"/>
                </a:moveTo>
                <a:lnTo>
                  <a:pt x="88" y="44"/>
                </a:lnTo>
                <a:lnTo>
                  <a:pt x="82" y="55"/>
                </a:lnTo>
                <a:lnTo>
                  <a:pt x="71" y="49"/>
                </a:lnTo>
                <a:lnTo>
                  <a:pt x="76" y="38"/>
                </a:lnTo>
                <a:moveTo>
                  <a:pt x="88" y="44"/>
                </a:moveTo>
                <a:lnTo>
                  <a:pt x="99" y="49"/>
                </a:lnTo>
                <a:lnTo>
                  <a:pt x="93" y="61"/>
                </a:lnTo>
                <a:lnTo>
                  <a:pt x="82" y="55"/>
                </a:lnTo>
                <a:lnTo>
                  <a:pt x="88" y="44"/>
                </a:lnTo>
                <a:moveTo>
                  <a:pt x="99" y="49"/>
                </a:moveTo>
                <a:lnTo>
                  <a:pt x="111" y="55"/>
                </a:lnTo>
                <a:lnTo>
                  <a:pt x="106" y="66"/>
                </a:lnTo>
                <a:lnTo>
                  <a:pt x="93" y="61"/>
                </a:lnTo>
                <a:lnTo>
                  <a:pt x="99" y="49"/>
                </a:lnTo>
                <a:moveTo>
                  <a:pt x="111" y="55"/>
                </a:moveTo>
                <a:lnTo>
                  <a:pt x="123" y="61"/>
                </a:lnTo>
                <a:lnTo>
                  <a:pt x="117" y="72"/>
                </a:lnTo>
                <a:lnTo>
                  <a:pt x="106" y="66"/>
                </a:lnTo>
                <a:lnTo>
                  <a:pt x="111" y="55"/>
                </a:lnTo>
                <a:moveTo>
                  <a:pt x="123" y="61"/>
                </a:moveTo>
                <a:lnTo>
                  <a:pt x="134" y="66"/>
                </a:lnTo>
                <a:lnTo>
                  <a:pt x="128" y="78"/>
                </a:lnTo>
                <a:lnTo>
                  <a:pt x="117" y="72"/>
                </a:lnTo>
                <a:lnTo>
                  <a:pt x="123" y="61"/>
                </a:lnTo>
                <a:moveTo>
                  <a:pt x="134" y="66"/>
                </a:moveTo>
                <a:lnTo>
                  <a:pt x="147" y="73"/>
                </a:lnTo>
                <a:lnTo>
                  <a:pt x="127" y="83"/>
                </a:lnTo>
                <a:lnTo>
                  <a:pt x="121" y="72"/>
                </a:lnTo>
                <a:lnTo>
                  <a:pt x="130" y="67"/>
                </a:lnTo>
                <a:lnTo>
                  <a:pt x="133" y="73"/>
                </a:lnTo>
                <a:lnTo>
                  <a:pt x="130" y="79"/>
                </a:lnTo>
                <a:lnTo>
                  <a:pt x="128" y="78"/>
                </a:lnTo>
                <a:lnTo>
                  <a:pt x="134" y="66"/>
                </a:lnTo>
                <a:moveTo>
                  <a:pt x="127" y="83"/>
                </a:moveTo>
                <a:lnTo>
                  <a:pt x="115" y="89"/>
                </a:lnTo>
                <a:lnTo>
                  <a:pt x="110" y="78"/>
                </a:lnTo>
                <a:lnTo>
                  <a:pt x="121" y="72"/>
                </a:lnTo>
                <a:lnTo>
                  <a:pt x="127" y="83"/>
                </a:lnTo>
                <a:moveTo>
                  <a:pt x="115" y="89"/>
                </a:moveTo>
                <a:lnTo>
                  <a:pt x="104" y="94"/>
                </a:lnTo>
                <a:lnTo>
                  <a:pt x="97" y="83"/>
                </a:lnTo>
                <a:lnTo>
                  <a:pt x="110" y="78"/>
                </a:lnTo>
                <a:lnTo>
                  <a:pt x="115" y="89"/>
                </a:lnTo>
                <a:moveTo>
                  <a:pt x="104" y="94"/>
                </a:moveTo>
                <a:lnTo>
                  <a:pt x="92" y="100"/>
                </a:lnTo>
                <a:lnTo>
                  <a:pt x="86" y="89"/>
                </a:lnTo>
                <a:lnTo>
                  <a:pt x="97" y="83"/>
                </a:lnTo>
                <a:lnTo>
                  <a:pt x="104" y="94"/>
                </a:lnTo>
                <a:moveTo>
                  <a:pt x="92" y="100"/>
                </a:moveTo>
                <a:lnTo>
                  <a:pt x="81" y="106"/>
                </a:lnTo>
                <a:lnTo>
                  <a:pt x="75" y="94"/>
                </a:lnTo>
                <a:lnTo>
                  <a:pt x="86" y="89"/>
                </a:lnTo>
                <a:lnTo>
                  <a:pt x="92" y="100"/>
                </a:lnTo>
                <a:moveTo>
                  <a:pt x="81" y="106"/>
                </a:moveTo>
                <a:lnTo>
                  <a:pt x="69" y="111"/>
                </a:lnTo>
                <a:lnTo>
                  <a:pt x="64" y="100"/>
                </a:lnTo>
                <a:lnTo>
                  <a:pt x="75" y="94"/>
                </a:lnTo>
                <a:lnTo>
                  <a:pt x="81" y="106"/>
                </a:lnTo>
                <a:moveTo>
                  <a:pt x="69" y="111"/>
                </a:moveTo>
                <a:lnTo>
                  <a:pt x="58" y="117"/>
                </a:lnTo>
                <a:lnTo>
                  <a:pt x="52" y="106"/>
                </a:lnTo>
                <a:lnTo>
                  <a:pt x="64" y="100"/>
                </a:lnTo>
                <a:lnTo>
                  <a:pt x="69" y="111"/>
                </a:lnTo>
                <a:moveTo>
                  <a:pt x="58" y="117"/>
                </a:moveTo>
                <a:lnTo>
                  <a:pt x="47" y="123"/>
                </a:lnTo>
                <a:lnTo>
                  <a:pt x="41" y="111"/>
                </a:lnTo>
                <a:lnTo>
                  <a:pt x="52" y="106"/>
                </a:lnTo>
                <a:lnTo>
                  <a:pt x="58" y="117"/>
                </a:lnTo>
                <a:moveTo>
                  <a:pt x="47" y="123"/>
                </a:moveTo>
                <a:lnTo>
                  <a:pt x="35" y="129"/>
                </a:lnTo>
                <a:lnTo>
                  <a:pt x="30" y="117"/>
                </a:lnTo>
                <a:lnTo>
                  <a:pt x="41" y="111"/>
                </a:lnTo>
                <a:lnTo>
                  <a:pt x="47" y="123"/>
                </a:lnTo>
                <a:moveTo>
                  <a:pt x="35" y="129"/>
                </a:moveTo>
                <a:lnTo>
                  <a:pt x="24" y="135"/>
                </a:lnTo>
                <a:lnTo>
                  <a:pt x="19" y="123"/>
                </a:lnTo>
                <a:lnTo>
                  <a:pt x="30" y="117"/>
                </a:lnTo>
                <a:lnTo>
                  <a:pt x="35" y="129"/>
                </a:lnTo>
                <a:moveTo>
                  <a:pt x="24" y="135"/>
                </a:moveTo>
                <a:lnTo>
                  <a:pt x="13" y="140"/>
                </a:lnTo>
                <a:lnTo>
                  <a:pt x="7" y="129"/>
                </a:lnTo>
                <a:lnTo>
                  <a:pt x="19" y="123"/>
                </a:lnTo>
                <a:lnTo>
                  <a:pt x="24" y="135"/>
                </a:lnTo>
                <a:moveTo>
                  <a:pt x="13" y="140"/>
                </a:moveTo>
                <a:lnTo>
                  <a:pt x="0" y="147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1"/>
                </a:lnTo>
                <a:lnTo>
                  <a:pt x="7" y="129"/>
                </a:lnTo>
                <a:lnTo>
                  <a:pt x="13" y="140"/>
                </a:lnTo>
                <a:moveTo>
                  <a:pt x="0" y="129"/>
                </a:moveTo>
                <a:lnTo>
                  <a:pt x="0" y="115"/>
                </a:lnTo>
                <a:lnTo>
                  <a:pt x="12" y="115"/>
                </a:lnTo>
                <a:lnTo>
                  <a:pt x="12" y="129"/>
                </a:lnTo>
                <a:lnTo>
                  <a:pt x="0" y="129"/>
                </a:lnTo>
                <a:moveTo>
                  <a:pt x="0" y="115"/>
                </a:moveTo>
                <a:lnTo>
                  <a:pt x="0" y="103"/>
                </a:lnTo>
                <a:lnTo>
                  <a:pt x="12" y="103"/>
                </a:lnTo>
                <a:lnTo>
                  <a:pt x="12" y="115"/>
                </a:lnTo>
                <a:lnTo>
                  <a:pt x="0" y="115"/>
                </a:lnTo>
                <a:moveTo>
                  <a:pt x="0" y="103"/>
                </a:moveTo>
                <a:lnTo>
                  <a:pt x="0" y="90"/>
                </a:lnTo>
                <a:lnTo>
                  <a:pt x="12" y="90"/>
                </a:lnTo>
                <a:lnTo>
                  <a:pt x="12" y="103"/>
                </a:lnTo>
                <a:lnTo>
                  <a:pt x="0" y="103"/>
                </a:lnTo>
                <a:moveTo>
                  <a:pt x="0" y="90"/>
                </a:moveTo>
                <a:lnTo>
                  <a:pt x="0" y="77"/>
                </a:lnTo>
                <a:lnTo>
                  <a:pt x="12" y="77"/>
                </a:lnTo>
                <a:lnTo>
                  <a:pt x="12" y="90"/>
                </a:lnTo>
                <a:lnTo>
                  <a:pt x="0" y="90"/>
                </a:lnTo>
                <a:moveTo>
                  <a:pt x="0" y="77"/>
                </a:moveTo>
                <a:lnTo>
                  <a:pt x="0" y="65"/>
                </a:lnTo>
                <a:lnTo>
                  <a:pt x="12" y="65"/>
                </a:lnTo>
                <a:lnTo>
                  <a:pt x="12" y="77"/>
                </a:lnTo>
                <a:lnTo>
                  <a:pt x="0" y="77"/>
                </a:lnTo>
                <a:moveTo>
                  <a:pt x="0" y="65"/>
                </a:moveTo>
                <a:lnTo>
                  <a:pt x="0" y="52"/>
                </a:lnTo>
                <a:lnTo>
                  <a:pt x="12" y="52"/>
                </a:lnTo>
                <a:lnTo>
                  <a:pt x="12" y="65"/>
                </a:lnTo>
                <a:lnTo>
                  <a:pt x="0" y="65"/>
                </a:lnTo>
                <a:moveTo>
                  <a:pt x="0" y="52"/>
                </a:moveTo>
                <a:lnTo>
                  <a:pt x="0" y="40"/>
                </a:lnTo>
                <a:lnTo>
                  <a:pt x="12" y="40"/>
                </a:lnTo>
                <a:lnTo>
                  <a:pt x="12" y="52"/>
                </a:lnTo>
                <a:lnTo>
                  <a:pt x="0" y="52"/>
                </a:lnTo>
                <a:moveTo>
                  <a:pt x="0" y="40"/>
                </a:moveTo>
                <a:lnTo>
                  <a:pt x="0" y="27"/>
                </a:lnTo>
                <a:lnTo>
                  <a:pt x="12" y="27"/>
                </a:lnTo>
                <a:lnTo>
                  <a:pt x="12" y="40"/>
                </a:lnTo>
                <a:lnTo>
                  <a:pt x="0" y="40"/>
                </a:lnTo>
                <a:moveTo>
                  <a:pt x="0" y="27"/>
                </a:moveTo>
                <a:lnTo>
                  <a:pt x="0" y="15"/>
                </a:lnTo>
                <a:lnTo>
                  <a:pt x="12" y="15"/>
                </a:lnTo>
                <a:lnTo>
                  <a:pt x="12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0"/>
                </a:lnTo>
                <a:lnTo>
                  <a:pt x="15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5002200" y="2484360"/>
            <a:ext cx="885240" cy="346320"/>
          </a:xfrm>
          <a:custGeom>
            <a:avLst/>
            <a:gdLst/>
            <a:ahLst/>
            <a:rect l="0" t="0" r="r" b="b"/>
            <a:pathLst>
              <a:path fill="none" w="2459" h="962">
                <a:moveTo>
                  <a:pt x="0" y="962"/>
                </a:moveTo>
                <a:lnTo>
                  <a:pt x="132" y="962"/>
                </a:lnTo>
                <a:cubicBezTo>
                  <a:pt x="263" y="962"/>
                  <a:pt x="526" y="962"/>
                  <a:pt x="936" y="802"/>
                </a:cubicBezTo>
                <a:cubicBezTo>
                  <a:pt x="1346" y="642"/>
                  <a:pt x="1902" y="321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5856120" y="247320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8"/>
                </a:moveTo>
                <a:lnTo>
                  <a:pt x="141" y="0"/>
                </a:lnTo>
                <a:lnTo>
                  <a:pt x="63" y="118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5852160" y="247068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2"/>
                </a:lnTo>
                <a:lnTo>
                  <a:pt x="23" y="9"/>
                </a:lnTo>
                <a:moveTo>
                  <a:pt x="35" y="8"/>
                </a:moveTo>
                <a:lnTo>
                  <a:pt x="48" y="8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8"/>
                </a:moveTo>
                <a:lnTo>
                  <a:pt x="61" y="7"/>
                </a:lnTo>
                <a:lnTo>
                  <a:pt x="61" y="20"/>
                </a:lnTo>
                <a:lnTo>
                  <a:pt x="49" y="20"/>
                </a:lnTo>
                <a:lnTo>
                  <a:pt x="48" y="8"/>
                </a:lnTo>
                <a:moveTo>
                  <a:pt x="61" y="7"/>
                </a:moveTo>
                <a:lnTo>
                  <a:pt x="73" y="6"/>
                </a:lnTo>
                <a:lnTo>
                  <a:pt x="74" y="19"/>
                </a:lnTo>
                <a:lnTo>
                  <a:pt x="61" y="20"/>
                </a:lnTo>
                <a:lnTo>
                  <a:pt x="61" y="7"/>
                </a:lnTo>
                <a:moveTo>
                  <a:pt x="73" y="6"/>
                </a:moveTo>
                <a:lnTo>
                  <a:pt x="86" y="4"/>
                </a:lnTo>
                <a:lnTo>
                  <a:pt x="86" y="18"/>
                </a:lnTo>
                <a:lnTo>
                  <a:pt x="74" y="19"/>
                </a:lnTo>
                <a:lnTo>
                  <a:pt x="73" y="6"/>
                </a:lnTo>
                <a:moveTo>
                  <a:pt x="86" y="4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4"/>
                </a:lnTo>
                <a:moveTo>
                  <a:pt x="98" y="4"/>
                </a:moveTo>
                <a:lnTo>
                  <a:pt x="111" y="3"/>
                </a:lnTo>
                <a:lnTo>
                  <a:pt x="112" y="17"/>
                </a:lnTo>
                <a:lnTo>
                  <a:pt x="99" y="17"/>
                </a:lnTo>
                <a:lnTo>
                  <a:pt x="98" y="4"/>
                </a:lnTo>
                <a:moveTo>
                  <a:pt x="111" y="3"/>
                </a:moveTo>
                <a:lnTo>
                  <a:pt x="123" y="2"/>
                </a:lnTo>
                <a:lnTo>
                  <a:pt x="124" y="16"/>
                </a:lnTo>
                <a:lnTo>
                  <a:pt x="112" y="17"/>
                </a:lnTo>
                <a:lnTo>
                  <a:pt x="111" y="3"/>
                </a:lnTo>
                <a:moveTo>
                  <a:pt x="123" y="2"/>
                </a:moveTo>
                <a:lnTo>
                  <a:pt x="137" y="2"/>
                </a:lnTo>
                <a:lnTo>
                  <a:pt x="138" y="15"/>
                </a:lnTo>
                <a:lnTo>
                  <a:pt x="124" y="16"/>
                </a:lnTo>
                <a:lnTo>
                  <a:pt x="123" y="2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3"/>
                </a:lnTo>
                <a:lnTo>
                  <a:pt x="152" y="8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1"/>
                </a:lnTo>
                <a:lnTo>
                  <a:pt x="134" y="24"/>
                </a:lnTo>
                <a:lnTo>
                  <a:pt x="141" y="13"/>
                </a:lnTo>
                <a:lnTo>
                  <a:pt x="152" y="20"/>
                </a:lnTo>
                <a:moveTo>
                  <a:pt x="145" y="31"/>
                </a:moveTo>
                <a:lnTo>
                  <a:pt x="138" y="41"/>
                </a:lnTo>
                <a:lnTo>
                  <a:pt x="127" y="34"/>
                </a:lnTo>
                <a:lnTo>
                  <a:pt x="134" y="24"/>
                </a:lnTo>
                <a:lnTo>
                  <a:pt x="145" y="31"/>
                </a:lnTo>
                <a:moveTo>
                  <a:pt x="138" y="41"/>
                </a:moveTo>
                <a:lnTo>
                  <a:pt x="131" y="52"/>
                </a:lnTo>
                <a:lnTo>
                  <a:pt x="119" y="45"/>
                </a:lnTo>
                <a:lnTo>
                  <a:pt x="127" y="34"/>
                </a:lnTo>
                <a:lnTo>
                  <a:pt x="138" y="41"/>
                </a:lnTo>
                <a:moveTo>
                  <a:pt x="131" y="52"/>
                </a:moveTo>
                <a:lnTo>
                  <a:pt x="123" y="62"/>
                </a:lnTo>
                <a:lnTo>
                  <a:pt x="112" y="55"/>
                </a:lnTo>
                <a:lnTo>
                  <a:pt x="119" y="45"/>
                </a:lnTo>
                <a:lnTo>
                  <a:pt x="131" y="52"/>
                </a:lnTo>
                <a:moveTo>
                  <a:pt x="123" y="62"/>
                </a:moveTo>
                <a:lnTo>
                  <a:pt x="116" y="73"/>
                </a:lnTo>
                <a:lnTo>
                  <a:pt x="105" y="66"/>
                </a:lnTo>
                <a:lnTo>
                  <a:pt x="112" y="55"/>
                </a:lnTo>
                <a:lnTo>
                  <a:pt x="123" y="62"/>
                </a:lnTo>
                <a:moveTo>
                  <a:pt x="116" y="73"/>
                </a:moveTo>
                <a:lnTo>
                  <a:pt x="109" y="83"/>
                </a:lnTo>
                <a:lnTo>
                  <a:pt x="99" y="76"/>
                </a:lnTo>
                <a:lnTo>
                  <a:pt x="105" y="66"/>
                </a:lnTo>
                <a:lnTo>
                  <a:pt x="116" y="73"/>
                </a:lnTo>
                <a:moveTo>
                  <a:pt x="109" y="83"/>
                </a:moveTo>
                <a:lnTo>
                  <a:pt x="102" y="94"/>
                </a:lnTo>
                <a:lnTo>
                  <a:pt x="92" y="87"/>
                </a:lnTo>
                <a:lnTo>
                  <a:pt x="99" y="76"/>
                </a:lnTo>
                <a:lnTo>
                  <a:pt x="109" y="83"/>
                </a:lnTo>
                <a:moveTo>
                  <a:pt x="102" y="94"/>
                </a:moveTo>
                <a:lnTo>
                  <a:pt x="95" y="104"/>
                </a:lnTo>
                <a:lnTo>
                  <a:pt x="85" y="97"/>
                </a:lnTo>
                <a:lnTo>
                  <a:pt x="92" y="87"/>
                </a:lnTo>
                <a:lnTo>
                  <a:pt x="102" y="94"/>
                </a:lnTo>
                <a:moveTo>
                  <a:pt x="95" y="104"/>
                </a:moveTo>
                <a:lnTo>
                  <a:pt x="88" y="115"/>
                </a:lnTo>
                <a:lnTo>
                  <a:pt x="78" y="108"/>
                </a:lnTo>
                <a:lnTo>
                  <a:pt x="85" y="97"/>
                </a:lnTo>
                <a:lnTo>
                  <a:pt x="95" y="104"/>
                </a:lnTo>
                <a:moveTo>
                  <a:pt x="88" y="115"/>
                </a:moveTo>
                <a:lnTo>
                  <a:pt x="81" y="125"/>
                </a:lnTo>
                <a:lnTo>
                  <a:pt x="71" y="118"/>
                </a:lnTo>
                <a:lnTo>
                  <a:pt x="78" y="108"/>
                </a:lnTo>
                <a:lnTo>
                  <a:pt x="88" y="115"/>
                </a:lnTo>
                <a:moveTo>
                  <a:pt x="81" y="125"/>
                </a:moveTo>
                <a:lnTo>
                  <a:pt x="73" y="137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5"/>
                </a:lnTo>
                <a:lnTo>
                  <a:pt x="68" y="122"/>
                </a:lnTo>
                <a:lnTo>
                  <a:pt x="71" y="118"/>
                </a:lnTo>
                <a:lnTo>
                  <a:pt x="81" y="125"/>
                </a:lnTo>
                <a:moveTo>
                  <a:pt x="64" y="121"/>
                </a:moveTo>
                <a:lnTo>
                  <a:pt x="58" y="111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1"/>
                </a:moveTo>
                <a:lnTo>
                  <a:pt x="51" y="100"/>
                </a:lnTo>
                <a:lnTo>
                  <a:pt x="62" y="93"/>
                </a:lnTo>
                <a:lnTo>
                  <a:pt x="69" y="104"/>
                </a:lnTo>
                <a:lnTo>
                  <a:pt x="58" y="111"/>
                </a:lnTo>
                <a:moveTo>
                  <a:pt x="51" y="100"/>
                </a:moveTo>
                <a:lnTo>
                  <a:pt x="45" y="89"/>
                </a:lnTo>
                <a:lnTo>
                  <a:pt x="56" y="82"/>
                </a:lnTo>
                <a:lnTo>
                  <a:pt x="62" y="93"/>
                </a:lnTo>
                <a:lnTo>
                  <a:pt x="51" y="100"/>
                </a:lnTo>
                <a:moveTo>
                  <a:pt x="45" y="89"/>
                </a:moveTo>
                <a:lnTo>
                  <a:pt x="39" y="78"/>
                </a:lnTo>
                <a:lnTo>
                  <a:pt x="50" y="72"/>
                </a:lnTo>
                <a:lnTo>
                  <a:pt x="56" y="82"/>
                </a:lnTo>
                <a:lnTo>
                  <a:pt x="45" y="89"/>
                </a:lnTo>
                <a:moveTo>
                  <a:pt x="39" y="78"/>
                </a:moveTo>
                <a:lnTo>
                  <a:pt x="33" y="67"/>
                </a:lnTo>
                <a:lnTo>
                  <a:pt x="44" y="61"/>
                </a:lnTo>
                <a:lnTo>
                  <a:pt x="50" y="72"/>
                </a:lnTo>
                <a:lnTo>
                  <a:pt x="39" y="78"/>
                </a:lnTo>
                <a:moveTo>
                  <a:pt x="33" y="67"/>
                </a:moveTo>
                <a:lnTo>
                  <a:pt x="26" y="56"/>
                </a:lnTo>
                <a:lnTo>
                  <a:pt x="37" y="50"/>
                </a:lnTo>
                <a:lnTo>
                  <a:pt x="44" y="61"/>
                </a:lnTo>
                <a:lnTo>
                  <a:pt x="33" y="67"/>
                </a:lnTo>
                <a:moveTo>
                  <a:pt x="26" y="56"/>
                </a:moveTo>
                <a:lnTo>
                  <a:pt x="20" y="45"/>
                </a:lnTo>
                <a:lnTo>
                  <a:pt x="31" y="39"/>
                </a:lnTo>
                <a:lnTo>
                  <a:pt x="37" y="50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8"/>
                </a:lnTo>
                <a:lnTo>
                  <a:pt x="31" y="39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8"/>
                </a:lnTo>
                <a:lnTo>
                  <a:pt x="14" y="34"/>
                </a:lnTo>
                <a:moveTo>
                  <a:pt x="7" y="23"/>
                </a:moveTo>
                <a:lnTo>
                  <a:pt x="0" y="11"/>
                </a:lnTo>
                <a:lnTo>
                  <a:pt x="23" y="9"/>
                </a:lnTo>
                <a:lnTo>
                  <a:pt x="24" y="22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914480" y="22521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914480" y="22521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4314600" y="171504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2744280" y="26715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2744280" y="26715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914480" y="22644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3574080" y="190080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3574080" y="190080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2744280" y="26838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3380760" y="271296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3380760" y="271296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3574080" y="19130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4394520" y="22521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4394520" y="22521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3380760" y="27252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6986520" y="22521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6986520" y="22521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4394520" y="22644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5214600" y="276228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5214600" y="276228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6986880" y="22644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14960" y="216720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14960" y="216720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5214960" y="277452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2270520" y="216720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2270520" y="216720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885240" y="226440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3930120" y="267732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930120" y="267732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2440440" y="226440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5570640" y="216720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5570640" y="216720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4100040" y="277452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342560" y="216720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342560" y="216720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5740920" y="226440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456840" y="3352680"/>
            <a:ext cx="7744320" cy="781200"/>
          </a:xfrm>
          <a:custGeom>
            <a:avLst/>
            <a:gdLst/>
            <a:ahLst/>
            <a:rect l="0" t="0" r="r" b="b"/>
            <a:pathLst>
              <a:path w="21512" h="2170">
                <a:moveTo>
                  <a:pt x="0" y="0"/>
                </a:moveTo>
                <a:lnTo>
                  <a:pt x="21512" y="0"/>
                </a:lnTo>
                <a:lnTo>
                  <a:pt x="21512" y="2170"/>
                </a:lnTo>
                <a:lnTo>
                  <a:pt x="0" y="217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56840" y="335268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456840" y="412416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91440" y="3352680"/>
            <a:ext cx="9720" cy="781200"/>
          </a:xfrm>
          <a:custGeom>
            <a:avLst/>
            <a:gdLst/>
            <a:ahLst/>
            <a:rect l="0" t="0" r="r" b="b"/>
            <a:pathLst>
              <a:path w="27" h="2170">
                <a:moveTo>
                  <a:pt x="0" y="106"/>
                </a:moveTo>
                <a:lnTo>
                  <a:pt x="0" y="2170"/>
                </a:lnTo>
                <a:lnTo>
                  <a:pt x="27" y="217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56840" y="3352680"/>
            <a:ext cx="10080" cy="781200"/>
          </a:xfrm>
          <a:custGeom>
            <a:avLst/>
            <a:gdLst/>
            <a:ahLst/>
            <a:rect l="0" t="0" r="r" b="b"/>
            <a:pathLst>
              <a:path w="28" h="2170">
                <a:moveTo>
                  <a:pt x="0" y="0"/>
                </a:moveTo>
                <a:lnTo>
                  <a:pt x="0" y="2170"/>
                </a:lnTo>
                <a:lnTo>
                  <a:pt x="28" y="217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7512840" y="226440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634320" y="356544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634320" y="378468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32" name=""/>
          <p:cNvSpPr/>
          <p:nvPr/>
        </p:nvSpPr>
        <p:spPr>
          <a:xfrm>
            <a:off x="825840" y="253224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5"/>
                </a:lnTo>
                <a:cubicBezTo>
                  <a:pt x="298" y="53"/>
                  <a:pt x="598" y="7"/>
                  <a:pt x="889" y="1"/>
                </a:cubicBezTo>
                <a:cubicBezTo>
                  <a:pt x="1181" y="-6"/>
                  <a:pt x="1464" y="27"/>
                  <a:pt x="1606" y="43"/>
                </a:cubicBezTo>
                <a:lnTo>
                  <a:pt x="1748" y="5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1438560" y="253656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1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1436760" y="253404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20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20"/>
                </a:lnTo>
                <a:lnTo>
                  <a:pt x="30" y="13"/>
                </a:lnTo>
                <a:moveTo>
                  <a:pt x="37" y="17"/>
                </a:moveTo>
                <a:lnTo>
                  <a:pt x="43" y="22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2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2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2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2"/>
                </a:lnTo>
                <a:lnTo>
                  <a:pt x="64" y="35"/>
                </a:lnTo>
                <a:moveTo>
                  <a:pt x="71" y="39"/>
                </a:moveTo>
                <a:lnTo>
                  <a:pt x="78" y="44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4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4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8"/>
                </a:lnTo>
                <a:lnTo>
                  <a:pt x="86" y="63"/>
                </a:lnTo>
                <a:lnTo>
                  <a:pt x="83" y="55"/>
                </a:lnTo>
                <a:lnTo>
                  <a:pt x="90" y="53"/>
                </a:lnTo>
                <a:lnTo>
                  <a:pt x="91" y="57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3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3"/>
                </a:lnTo>
                <a:moveTo>
                  <a:pt x="78" y="65"/>
                </a:moveTo>
                <a:lnTo>
                  <a:pt x="70" y="68"/>
                </a:lnTo>
                <a:lnTo>
                  <a:pt x="67" y="61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8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8"/>
                </a:moveTo>
                <a:lnTo>
                  <a:pt x="40" y="80"/>
                </a:lnTo>
                <a:lnTo>
                  <a:pt x="37" y="72"/>
                </a:lnTo>
                <a:lnTo>
                  <a:pt x="44" y="69"/>
                </a:lnTo>
                <a:lnTo>
                  <a:pt x="47" y="78"/>
                </a:lnTo>
                <a:moveTo>
                  <a:pt x="40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40" y="80"/>
                </a:lnTo>
                <a:moveTo>
                  <a:pt x="32" y="83"/>
                </a:moveTo>
                <a:lnTo>
                  <a:pt x="24" y="86"/>
                </a:lnTo>
                <a:lnTo>
                  <a:pt x="22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2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2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2"/>
                </a:moveTo>
                <a:lnTo>
                  <a:pt x="0" y="95"/>
                </a:lnTo>
                <a:lnTo>
                  <a:pt x="2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2"/>
                </a:lnTo>
                <a:moveTo>
                  <a:pt x="2" y="83"/>
                </a:moveTo>
                <a:lnTo>
                  <a:pt x="2" y="74"/>
                </a:lnTo>
                <a:lnTo>
                  <a:pt x="11" y="75"/>
                </a:lnTo>
                <a:lnTo>
                  <a:pt x="10" y="84"/>
                </a:lnTo>
                <a:lnTo>
                  <a:pt x="2" y="83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1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135880" y="252720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7"/>
                </a:lnTo>
                <a:cubicBezTo>
                  <a:pt x="211" y="33"/>
                  <a:pt x="423" y="4"/>
                  <a:pt x="627" y="1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4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561760" y="25246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8" y="0"/>
                </a:moveTo>
                <a:lnTo>
                  <a:pt x="86" y="49"/>
                </a:lnTo>
                <a:lnTo>
                  <a:pt x="0" y="82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559960" y="252216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2" y="8"/>
                </a:moveTo>
                <a:lnTo>
                  <a:pt x="29" y="12"/>
                </a:lnTo>
                <a:lnTo>
                  <a:pt x="25" y="20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8"/>
                </a:lnTo>
                <a:lnTo>
                  <a:pt x="32" y="25"/>
                </a:lnTo>
                <a:lnTo>
                  <a:pt x="25" y="20"/>
                </a:lnTo>
                <a:lnTo>
                  <a:pt x="29" y="12"/>
                </a:lnTo>
                <a:moveTo>
                  <a:pt x="36" y="18"/>
                </a:moveTo>
                <a:lnTo>
                  <a:pt x="43" y="22"/>
                </a:lnTo>
                <a:lnTo>
                  <a:pt x="38" y="29"/>
                </a:lnTo>
                <a:lnTo>
                  <a:pt x="32" y="25"/>
                </a:lnTo>
                <a:lnTo>
                  <a:pt x="36" y="18"/>
                </a:lnTo>
                <a:moveTo>
                  <a:pt x="43" y="22"/>
                </a:moveTo>
                <a:lnTo>
                  <a:pt x="50" y="27"/>
                </a:lnTo>
                <a:lnTo>
                  <a:pt x="45" y="33"/>
                </a:lnTo>
                <a:lnTo>
                  <a:pt x="38" y="29"/>
                </a:lnTo>
                <a:lnTo>
                  <a:pt x="43" y="22"/>
                </a:lnTo>
                <a:moveTo>
                  <a:pt x="50" y="27"/>
                </a:moveTo>
                <a:lnTo>
                  <a:pt x="56" y="31"/>
                </a:lnTo>
                <a:lnTo>
                  <a:pt x="52" y="38"/>
                </a:lnTo>
                <a:lnTo>
                  <a:pt x="45" y="33"/>
                </a:lnTo>
                <a:lnTo>
                  <a:pt x="50" y="27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8"/>
                </a:lnTo>
                <a:lnTo>
                  <a:pt x="56" y="31"/>
                </a:lnTo>
                <a:moveTo>
                  <a:pt x="63" y="35"/>
                </a:moveTo>
                <a:lnTo>
                  <a:pt x="70" y="40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40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40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3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3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3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9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9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9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70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70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9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7" y="27"/>
                </a:lnTo>
                <a:lnTo>
                  <a:pt x="15" y="28"/>
                </a:lnTo>
                <a:lnTo>
                  <a:pt x="15" y="36"/>
                </a:lnTo>
                <a:lnTo>
                  <a:pt x="7" y="35"/>
                </a:lnTo>
                <a:moveTo>
                  <a:pt x="7" y="27"/>
                </a:moveTo>
                <a:lnTo>
                  <a:pt x="8" y="19"/>
                </a:lnTo>
                <a:lnTo>
                  <a:pt x="16" y="20"/>
                </a:lnTo>
                <a:lnTo>
                  <a:pt x="15" y="28"/>
                </a:lnTo>
                <a:lnTo>
                  <a:pt x="7" y="27"/>
                </a:lnTo>
                <a:moveTo>
                  <a:pt x="8" y="19"/>
                </a:moveTo>
                <a:lnTo>
                  <a:pt x="9" y="10"/>
                </a:lnTo>
                <a:lnTo>
                  <a:pt x="17" y="11"/>
                </a:lnTo>
                <a:lnTo>
                  <a:pt x="16" y="20"/>
                </a:lnTo>
                <a:lnTo>
                  <a:pt x="8" y="19"/>
                </a:lnTo>
                <a:moveTo>
                  <a:pt x="9" y="10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1"/>
                </a:lnTo>
                <a:lnTo>
                  <a:pt x="13" y="7"/>
                </a:lnTo>
                <a:lnTo>
                  <a:pt x="17" y="8"/>
                </a:lnTo>
                <a:lnTo>
                  <a:pt x="17" y="11"/>
                </a:lnTo>
                <a:lnTo>
                  <a:pt x="9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3538800" y="245196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6"/>
                  <a:pt x="770" y="15"/>
                  <a:pt x="1148" y="2"/>
                </a:cubicBezTo>
                <a:cubicBezTo>
                  <a:pt x="1526" y="-11"/>
                  <a:pt x="1897" y="33"/>
                  <a:pt x="2083" y="55"/>
                </a:cubicBezTo>
                <a:lnTo>
                  <a:pt x="2269" y="77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4339080" y="24624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4337280" y="246024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3" y="9"/>
                </a:moveTo>
                <a:lnTo>
                  <a:pt x="30" y="13"/>
                </a:lnTo>
                <a:lnTo>
                  <a:pt x="26" y="20"/>
                </a:lnTo>
                <a:lnTo>
                  <a:pt x="19" y="15"/>
                </a:lnTo>
                <a:lnTo>
                  <a:pt x="23" y="9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6" y="20"/>
                </a:lnTo>
                <a:lnTo>
                  <a:pt x="30" y="13"/>
                </a:lnTo>
                <a:moveTo>
                  <a:pt x="37" y="17"/>
                </a:moveTo>
                <a:lnTo>
                  <a:pt x="44" y="22"/>
                </a:lnTo>
                <a:lnTo>
                  <a:pt x="39" y="29"/>
                </a:lnTo>
                <a:lnTo>
                  <a:pt x="32" y="24"/>
                </a:lnTo>
                <a:lnTo>
                  <a:pt x="37" y="17"/>
                </a:lnTo>
                <a:moveTo>
                  <a:pt x="44" y="22"/>
                </a:moveTo>
                <a:lnTo>
                  <a:pt x="50" y="26"/>
                </a:lnTo>
                <a:lnTo>
                  <a:pt x="46" y="33"/>
                </a:lnTo>
                <a:lnTo>
                  <a:pt x="39" y="29"/>
                </a:lnTo>
                <a:lnTo>
                  <a:pt x="44" y="22"/>
                </a:lnTo>
                <a:moveTo>
                  <a:pt x="50" y="26"/>
                </a:moveTo>
                <a:lnTo>
                  <a:pt x="58" y="31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8" y="31"/>
                </a:moveTo>
                <a:lnTo>
                  <a:pt x="65" y="35"/>
                </a:lnTo>
                <a:lnTo>
                  <a:pt x="60" y="42"/>
                </a:lnTo>
                <a:lnTo>
                  <a:pt x="53" y="37"/>
                </a:lnTo>
                <a:lnTo>
                  <a:pt x="58" y="31"/>
                </a:lnTo>
                <a:moveTo>
                  <a:pt x="65" y="35"/>
                </a:moveTo>
                <a:lnTo>
                  <a:pt x="72" y="40"/>
                </a:lnTo>
                <a:lnTo>
                  <a:pt x="67" y="46"/>
                </a:lnTo>
                <a:lnTo>
                  <a:pt x="60" y="42"/>
                </a:lnTo>
                <a:lnTo>
                  <a:pt x="65" y="35"/>
                </a:lnTo>
                <a:moveTo>
                  <a:pt x="72" y="40"/>
                </a:moveTo>
                <a:lnTo>
                  <a:pt x="78" y="44"/>
                </a:lnTo>
                <a:lnTo>
                  <a:pt x="74" y="51"/>
                </a:lnTo>
                <a:lnTo>
                  <a:pt x="67" y="46"/>
                </a:lnTo>
                <a:lnTo>
                  <a:pt x="72" y="40"/>
                </a:lnTo>
                <a:moveTo>
                  <a:pt x="78" y="44"/>
                </a:moveTo>
                <a:lnTo>
                  <a:pt x="85" y="48"/>
                </a:lnTo>
                <a:lnTo>
                  <a:pt x="81" y="55"/>
                </a:lnTo>
                <a:lnTo>
                  <a:pt x="74" y="51"/>
                </a:lnTo>
                <a:lnTo>
                  <a:pt x="78" y="44"/>
                </a:lnTo>
                <a:moveTo>
                  <a:pt x="85" y="48"/>
                </a:moveTo>
                <a:lnTo>
                  <a:pt x="92" y="53"/>
                </a:lnTo>
                <a:lnTo>
                  <a:pt x="88" y="60"/>
                </a:lnTo>
                <a:lnTo>
                  <a:pt x="81" y="55"/>
                </a:lnTo>
                <a:lnTo>
                  <a:pt x="85" y="48"/>
                </a:lnTo>
                <a:moveTo>
                  <a:pt x="92" y="53"/>
                </a:moveTo>
                <a:lnTo>
                  <a:pt x="100" y="58"/>
                </a:lnTo>
                <a:lnTo>
                  <a:pt x="86" y="63"/>
                </a:lnTo>
                <a:lnTo>
                  <a:pt x="83" y="56"/>
                </a:lnTo>
                <a:lnTo>
                  <a:pt x="90" y="53"/>
                </a:lnTo>
                <a:lnTo>
                  <a:pt x="91" y="57"/>
                </a:lnTo>
                <a:lnTo>
                  <a:pt x="89" y="60"/>
                </a:lnTo>
                <a:lnTo>
                  <a:pt x="88" y="60"/>
                </a:lnTo>
                <a:lnTo>
                  <a:pt x="92" y="53"/>
                </a:lnTo>
                <a:moveTo>
                  <a:pt x="86" y="63"/>
                </a:moveTo>
                <a:lnTo>
                  <a:pt x="78" y="66"/>
                </a:lnTo>
                <a:lnTo>
                  <a:pt x="76" y="58"/>
                </a:lnTo>
                <a:lnTo>
                  <a:pt x="83" y="56"/>
                </a:lnTo>
                <a:lnTo>
                  <a:pt x="86" y="63"/>
                </a:lnTo>
                <a:moveTo>
                  <a:pt x="78" y="66"/>
                </a:moveTo>
                <a:lnTo>
                  <a:pt x="71" y="69"/>
                </a:lnTo>
                <a:lnTo>
                  <a:pt x="68" y="61"/>
                </a:lnTo>
                <a:lnTo>
                  <a:pt x="76" y="58"/>
                </a:lnTo>
                <a:lnTo>
                  <a:pt x="78" y="66"/>
                </a:lnTo>
                <a:moveTo>
                  <a:pt x="71" y="69"/>
                </a:moveTo>
                <a:lnTo>
                  <a:pt x="63" y="71"/>
                </a:lnTo>
                <a:lnTo>
                  <a:pt x="61" y="64"/>
                </a:lnTo>
                <a:lnTo>
                  <a:pt x="68" y="61"/>
                </a:lnTo>
                <a:lnTo>
                  <a:pt x="71" y="69"/>
                </a:lnTo>
                <a:moveTo>
                  <a:pt x="63" y="71"/>
                </a:moveTo>
                <a:lnTo>
                  <a:pt x="55" y="74"/>
                </a:lnTo>
                <a:lnTo>
                  <a:pt x="52" y="67"/>
                </a:lnTo>
                <a:lnTo>
                  <a:pt x="61" y="64"/>
                </a:lnTo>
                <a:lnTo>
                  <a:pt x="63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2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2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2"/>
                </a:lnTo>
                <a:moveTo>
                  <a:pt x="24" y="85"/>
                </a:moveTo>
                <a:lnTo>
                  <a:pt x="17" y="88"/>
                </a:lnTo>
                <a:lnTo>
                  <a:pt x="14" y="80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2"/>
                </a:lnTo>
                <a:lnTo>
                  <a:pt x="10" y="83"/>
                </a:lnTo>
                <a:lnTo>
                  <a:pt x="9" y="88"/>
                </a:lnTo>
                <a:lnTo>
                  <a:pt x="5" y="88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1" y="82"/>
                </a:moveTo>
                <a:lnTo>
                  <a:pt x="2" y="74"/>
                </a:lnTo>
                <a:lnTo>
                  <a:pt x="10" y="75"/>
                </a:lnTo>
                <a:lnTo>
                  <a:pt x="10" y="83"/>
                </a:lnTo>
                <a:lnTo>
                  <a:pt x="1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0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1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9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3553200" y="254340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6"/>
                  <a:pt x="1499" y="91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3538800" y="2577240"/>
            <a:ext cx="29160" cy="29880"/>
          </a:xfrm>
          <a:custGeom>
            <a:avLst/>
            <a:gdLst/>
            <a:ahLst/>
            <a:rect l="0" t="0" r="r" b="b"/>
            <a:pathLst>
              <a:path w="81" h="83">
                <a:moveTo>
                  <a:pt x="81" y="83"/>
                </a:moveTo>
                <a:lnTo>
                  <a:pt x="0" y="42"/>
                </a:lnTo>
                <a:lnTo>
                  <a:pt x="81" y="0"/>
                </a:lnTo>
                <a:lnTo>
                  <a:pt x="81" y="8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3535560" y="257508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5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5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5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7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3"/>
                </a:lnTo>
                <a:lnTo>
                  <a:pt x="55" y="67"/>
                </a:lnTo>
                <a:lnTo>
                  <a:pt x="51" y="74"/>
                </a:lnTo>
                <a:moveTo>
                  <a:pt x="44" y="70"/>
                </a:moveTo>
                <a:lnTo>
                  <a:pt x="37" y="67"/>
                </a:lnTo>
                <a:lnTo>
                  <a:pt x="41" y="59"/>
                </a:lnTo>
                <a:lnTo>
                  <a:pt x="48" y="63"/>
                </a:lnTo>
                <a:lnTo>
                  <a:pt x="44" y="70"/>
                </a:lnTo>
                <a:moveTo>
                  <a:pt x="37" y="67"/>
                </a:moveTo>
                <a:lnTo>
                  <a:pt x="30" y="63"/>
                </a:lnTo>
                <a:lnTo>
                  <a:pt x="33" y="56"/>
                </a:lnTo>
                <a:lnTo>
                  <a:pt x="41" y="59"/>
                </a:lnTo>
                <a:lnTo>
                  <a:pt x="37" y="67"/>
                </a:lnTo>
                <a:moveTo>
                  <a:pt x="30" y="63"/>
                </a:moveTo>
                <a:lnTo>
                  <a:pt x="23" y="59"/>
                </a:lnTo>
                <a:lnTo>
                  <a:pt x="26" y="51"/>
                </a:lnTo>
                <a:lnTo>
                  <a:pt x="33" y="56"/>
                </a:lnTo>
                <a:lnTo>
                  <a:pt x="30" y="63"/>
                </a:lnTo>
                <a:moveTo>
                  <a:pt x="23" y="59"/>
                </a:moveTo>
                <a:lnTo>
                  <a:pt x="15" y="56"/>
                </a:lnTo>
                <a:lnTo>
                  <a:pt x="19" y="48"/>
                </a:lnTo>
                <a:lnTo>
                  <a:pt x="26" y="51"/>
                </a:lnTo>
                <a:lnTo>
                  <a:pt x="23" y="59"/>
                </a:lnTo>
                <a:moveTo>
                  <a:pt x="15" y="56"/>
                </a:moveTo>
                <a:lnTo>
                  <a:pt x="8" y="51"/>
                </a:lnTo>
                <a:lnTo>
                  <a:pt x="12" y="44"/>
                </a:lnTo>
                <a:lnTo>
                  <a:pt x="19" y="48"/>
                </a:lnTo>
                <a:lnTo>
                  <a:pt x="15" y="56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8"/>
                </a:lnTo>
                <a:lnTo>
                  <a:pt x="10" y="51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7"/>
                </a:lnTo>
                <a:lnTo>
                  <a:pt x="24" y="44"/>
                </a:lnTo>
                <a:lnTo>
                  <a:pt x="16" y="48"/>
                </a:lnTo>
                <a:lnTo>
                  <a:pt x="13" y="40"/>
                </a:lnTo>
                <a:moveTo>
                  <a:pt x="20" y="37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7"/>
                </a:lnTo>
                <a:moveTo>
                  <a:pt x="27" y="33"/>
                </a:moveTo>
                <a:lnTo>
                  <a:pt x="34" y="29"/>
                </a:lnTo>
                <a:lnTo>
                  <a:pt x="38" y="37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7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9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9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9"/>
                </a:lnTo>
                <a:moveTo>
                  <a:pt x="63" y="15"/>
                </a:moveTo>
                <a:lnTo>
                  <a:pt x="71" y="11"/>
                </a:lnTo>
                <a:lnTo>
                  <a:pt x="74" y="19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9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2"/>
                </a:lnTo>
                <a:lnTo>
                  <a:pt x="86" y="12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2"/>
                </a:moveTo>
                <a:lnTo>
                  <a:pt x="94" y="20"/>
                </a:lnTo>
                <a:lnTo>
                  <a:pt x="86" y="20"/>
                </a:lnTo>
                <a:lnTo>
                  <a:pt x="86" y="12"/>
                </a:lnTo>
                <a:lnTo>
                  <a:pt x="94" y="12"/>
                </a:lnTo>
                <a:moveTo>
                  <a:pt x="94" y="20"/>
                </a:moveTo>
                <a:lnTo>
                  <a:pt x="94" y="28"/>
                </a:lnTo>
                <a:lnTo>
                  <a:pt x="86" y="28"/>
                </a:lnTo>
                <a:lnTo>
                  <a:pt x="86" y="20"/>
                </a:lnTo>
                <a:lnTo>
                  <a:pt x="94" y="20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1"/>
                </a:lnTo>
                <a:lnTo>
                  <a:pt x="86" y="61"/>
                </a:lnTo>
                <a:lnTo>
                  <a:pt x="86" y="52"/>
                </a:lnTo>
                <a:lnTo>
                  <a:pt x="94" y="52"/>
                </a:lnTo>
                <a:moveTo>
                  <a:pt x="94" y="61"/>
                </a:moveTo>
                <a:lnTo>
                  <a:pt x="94" y="69"/>
                </a:lnTo>
                <a:lnTo>
                  <a:pt x="86" y="69"/>
                </a:lnTo>
                <a:lnTo>
                  <a:pt x="86" y="61"/>
                </a:lnTo>
                <a:lnTo>
                  <a:pt x="94" y="61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5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2150280" y="2645640"/>
            <a:ext cx="442440" cy="23040"/>
          </a:xfrm>
          <a:custGeom>
            <a:avLst/>
            <a:gdLst/>
            <a:ahLst/>
            <a:rect l="0" t="0" r="r" b="b"/>
            <a:pathLst>
              <a:path fill="none" w="1229" h="64">
                <a:moveTo>
                  <a:pt x="1229" y="13"/>
                </a:moveTo>
                <a:lnTo>
                  <a:pt x="1123" y="26"/>
                </a:lnTo>
                <a:cubicBezTo>
                  <a:pt x="1017" y="39"/>
                  <a:pt x="806" y="66"/>
                  <a:pt x="601" y="64"/>
                </a:cubicBezTo>
                <a:cubicBezTo>
                  <a:pt x="396" y="62"/>
                  <a:pt x="198" y="30"/>
                  <a:pt x="99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2135880" y="26334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8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2132640" y="26312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70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70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6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6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9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9"/>
                </a:moveTo>
                <a:lnTo>
                  <a:pt x="0" y="33"/>
                </a:lnTo>
                <a:lnTo>
                  <a:pt x="14" y="29"/>
                </a:lnTo>
                <a:lnTo>
                  <a:pt x="17" y="36"/>
                </a:lnTo>
                <a:lnTo>
                  <a:pt x="10" y="38"/>
                </a:lnTo>
                <a:lnTo>
                  <a:pt x="9" y="35"/>
                </a:lnTo>
                <a:lnTo>
                  <a:pt x="12" y="31"/>
                </a:lnTo>
                <a:lnTo>
                  <a:pt x="13" y="32"/>
                </a:lnTo>
                <a:lnTo>
                  <a:pt x="8" y="39"/>
                </a:lnTo>
                <a:moveTo>
                  <a:pt x="14" y="29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9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1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1"/>
                </a:moveTo>
                <a:lnTo>
                  <a:pt x="46" y="19"/>
                </a:lnTo>
                <a:lnTo>
                  <a:pt x="49" y="27"/>
                </a:lnTo>
                <a:lnTo>
                  <a:pt x="41" y="29"/>
                </a:lnTo>
                <a:lnTo>
                  <a:pt x="38" y="21"/>
                </a:lnTo>
                <a:moveTo>
                  <a:pt x="46" y="19"/>
                </a:moveTo>
                <a:lnTo>
                  <a:pt x="54" y="16"/>
                </a:lnTo>
                <a:lnTo>
                  <a:pt x="56" y="24"/>
                </a:lnTo>
                <a:lnTo>
                  <a:pt x="49" y="27"/>
                </a:lnTo>
                <a:lnTo>
                  <a:pt x="46" y="19"/>
                </a:lnTo>
                <a:moveTo>
                  <a:pt x="54" y="16"/>
                </a:moveTo>
                <a:lnTo>
                  <a:pt x="61" y="14"/>
                </a:lnTo>
                <a:lnTo>
                  <a:pt x="64" y="22"/>
                </a:lnTo>
                <a:lnTo>
                  <a:pt x="56" y="24"/>
                </a:lnTo>
                <a:lnTo>
                  <a:pt x="54" y="16"/>
                </a:lnTo>
                <a:moveTo>
                  <a:pt x="61" y="14"/>
                </a:moveTo>
                <a:lnTo>
                  <a:pt x="69" y="11"/>
                </a:lnTo>
                <a:lnTo>
                  <a:pt x="72" y="19"/>
                </a:lnTo>
                <a:lnTo>
                  <a:pt x="64" y="22"/>
                </a:lnTo>
                <a:lnTo>
                  <a:pt x="61" y="14"/>
                </a:lnTo>
                <a:moveTo>
                  <a:pt x="69" y="11"/>
                </a:moveTo>
                <a:lnTo>
                  <a:pt x="77" y="9"/>
                </a:lnTo>
                <a:lnTo>
                  <a:pt x="79" y="17"/>
                </a:lnTo>
                <a:lnTo>
                  <a:pt x="72" y="19"/>
                </a:lnTo>
                <a:lnTo>
                  <a:pt x="69" y="11"/>
                </a:lnTo>
                <a:moveTo>
                  <a:pt x="77" y="9"/>
                </a:moveTo>
                <a:lnTo>
                  <a:pt x="85" y="6"/>
                </a:lnTo>
                <a:lnTo>
                  <a:pt x="87" y="14"/>
                </a:lnTo>
                <a:lnTo>
                  <a:pt x="79" y="17"/>
                </a:lnTo>
                <a:lnTo>
                  <a:pt x="77" y="9"/>
                </a:lnTo>
                <a:moveTo>
                  <a:pt x="85" y="6"/>
                </a:moveTo>
                <a:lnTo>
                  <a:pt x="92" y="3"/>
                </a:lnTo>
                <a:lnTo>
                  <a:pt x="95" y="12"/>
                </a:lnTo>
                <a:lnTo>
                  <a:pt x="87" y="14"/>
                </a:lnTo>
                <a:lnTo>
                  <a:pt x="85" y="6"/>
                </a:lnTo>
                <a:moveTo>
                  <a:pt x="92" y="3"/>
                </a:moveTo>
                <a:lnTo>
                  <a:pt x="101" y="0"/>
                </a:lnTo>
                <a:lnTo>
                  <a:pt x="100" y="13"/>
                </a:lnTo>
                <a:lnTo>
                  <a:pt x="92" y="11"/>
                </a:lnTo>
                <a:lnTo>
                  <a:pt x="92" y="6"/>
                </a:lnTo>
                <a:lnTo>
                  <a:pt x="96" y="7"/>
                </a:lnTo>
                <a:lnTo>
                  <a:pt x="98" y="11"/>
                </a:lnTo>
                <a:lnTo>
                  <a:pt x="95" y="12"/>
                </a:lnTo>
                <a:lnTo>
                  <a:pt x="92" y="3"/>
                </a:lnTo>
                <a:moveTo>
                  <a:pt x="100" y="13"/>
                </a:moveTo>
                <a:lnTo>
                  <a:pt x="98" y="21"/>
                </a:lnTo>
                <a:lnTo>
                  <a:pt x="90" y="19"/>
                </a:lnTo>
                <a:lnTo>
                  <a:pt x="92" y="11"/>
                </a:lnTo>
                <a:lnTo>
                  <a:pt x="100" y="13"/>
                </a:lnTo>
                <a:moveTo>
                  <a:pt x="98" y="21"/>
                </a:moveTo>
                <a:lnTo>
                  <a:pt x="97" y="29"/>
                </a:lnTo>
                <a:lnTo>
                  <a:pt x="89" y="27"/>
                </a:lnTo>
                <a:lnTo>
                  <a:pt x="90" y="19"/>
                </a:lnTo>
                <a:lnTo>
                  <a:pt x="98" y="21"/>
                </a:lnTo>
                <a:moveTo>
                  <a:pt x="97" y="29"/>
                </a:moveTo>
                <a:lnTo>
                  <a:pt x="96" y="37"/>
                </a:lnTo>
                <a:lnTo>
                  <a:pt x="88" y="35"/>
                </a:lnTo>
                <a:lnTo>
                  <a:pt x="89" y="27"/>
                </a:lnTo>
                <a:lnTo>
                  <a:pt x="97" y="29"/>
                </a:lnTo>
                <a:moveTo>
                  <a:pt x="96" y="37"/>
                </a:moveTo>
                <a:lnTo>
                  <a:pt x="95" y="45"/>
                </a:lnTo>
                <a:lnTo>
                  <a:pt x="87" y="43"/>
                </a:lnTo>
                <a:lnTo>
                  <a:pt x="88" y="35"/>
                </a:lnTo>
                <a:lnTo>
                  <a:pt x="96" y="37"/>
                </a:lnTo>
                <a:moveTo>
                  <a:pt x="95" y="45"/>
                </a:moveTo>
                <a:lnTo>
                  <a:pt x="93" y="53"/>
                </a:lnTo>
                <a:lnTo>
                  <a:pt x="85" y="51"/>
                </a:lnTo>
                <a:lnTo>
                  <a:pt x="87" y="43"/>
                </a:lnTo>
                <a:lnTo>
                  <a:pt x="95" y="45"/>
                </a:lnTo>
                <a:moveTo>
                  <a:pt x="93" y="53"/>
                </a:moveTo>
                <a:lnTo>
                  <a:pt x="92" y="61"/>
                </a:lnTo>
                <a:lnTo>
                  <a:pt x="84" y="59"/>
                </a:lnTo>
                <a:lnTo>
                  <a:pt x="85" y="51"/>
                </a:lnTo>
                <a:lnTo>
                  <a:pt x="93" y="53"/>
                </a:lnTo>
                <a:moveTo>
                  <a:pt x="92" y="61"/>
                </a:moveTo>
                <a:lnTo>
                  <a:pt x="91" y="69"/>
                </a:lnTo>
                <a:lnTo>
                  <a:pt x="83" y="67"/>
                </a:lnTo>
                <a:lnTo>
                  <a:pt x="84" y="59"/>
                </a:lnTo>
                <a:lnTo>
                  <a:pt x="92" y="61"/>
                </a:lnTo>
                <a:moveTo>
                  <a:pt x="91" y="69"/>
                </a:moveTo>
                <a:lnTo>
                  <a:pt x="90" y="77"/>
                </a:lnTo>
                <a:lnTo>
                  <a:pt x="82" y="75"/>
                </a:lnTo>
                <a:lnTo>
                  <a:pt x="83" y="67"/>
                </a:lnTo>
                <a:lnTo>
                  <a:pt x="91" y="69"/>
                </a:lnTo>
                <a:moveTo>
                  <a:pt x="90" y="77"/>
                </a:moveTo>
                <a:lnTo>
                  <a:pt x="88" y="85"/>
                </a:lnTo>
                <a:lnTo>
                  <a:pt x="80" y="83"/>
                </a:lnTo>
                <a:lnTo>
                  <a:pt x="82" y="75"/>
                </a:lnTo>
                <a:lnTo>
                  <a:pt x="90" y="77"/>
                </a:lnTo>
                <a:moveTo>
                  <a:pt x="88" y="85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4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839520" y="262404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3"/>
                </a:moveTo>
                <a:lnTo>
                  <a:pt x="1601" y="53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0"/>
                  <a:pt x="143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825120" y="261216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821880" y="261000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81"/>
                </a:lnTo>
                <a:lnTo>
                  <a:pt x="72" y="74"/>
                </a:lnTo>
                <a:lnTo>
                  <a:pt x="78" y="79"/>
                </a:lnTo>
                <a:lnTo>
                  <a:pt x="74" y="85"/>
                </a:lnTo>
                <a:moveTo>
                  <a:pt x="66" y="81"/>
                </a:moveTo>
                <a:lnTo>
                  <a:pt x="60" y="76"/>
                </a:lnTo>
                <a:lnTo>
                  <a:pt x="64" y="69"/>
                </a:lnTo>
                <a:lnTo>
                  <a:pt x="72" y="74"/>
                </a:lnTo>
                <a:lnTo>
                  <a:pt x="66" y="81"/>
                </a:lnTo>
                <a:moveTo>
                  <a:pt x="60" y="76"/>
                </a:moveTo>
                <a:lnTo>
                  <a:pt x="53" y="71"/>
                </a:lnTo>
                <a:lnTo>
                  <a:pt x="58" y="63"/>
                </a:lnTo>
                <a:lnTo>
                  <a:pt x="64" y="69"/>
                </a:lnTo>
                <a:lnTo>
                  <a:pt x="60" y="76"/>
                </a:lnTo>
                <a:moveTo>
                  <a:pt x="53" y="71"/>
                </a:moveTo>
                <a:lnTo>
                  <a:pt x="47" y="66"/>
                </a:lnTo>
                <a:lnTo>
                  <a:pt x="51" y="59"/>
                </a:lnTo>
                <a:lnTo>
                  <a:pt x="58" y="63"/>
                </a:lnTo>
                <a:lnTo>
                  <a:pt x="53" y="71"/>
                </a:lnTo>
                <a:moveTo>
                  <a:pt x="47" y="66"/>
                </a:moveTo>
                <a:lnTo>
                  <a:pt x="40" y="60"/>
                </a:lnTo>
                <a:lnTo>
                  <a:pt x="45" y="54"/>
                </a:lnTo>
                <a:lnTo>
                  <a:pt x="51" y="59"/>
                </a:lnTo>
                <a:lnTo>
                  <a:pt x="47" y="66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1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1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1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30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30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2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2"/>
                </a:lnTo>
                <a:lnTo>
                  <a:pt x="32" y="29"/>
                </a:lnTo>
                <a:lnTo>
                  <a:pt x="24" y="32"/>
                </a:lnTo>
                <a:lnTo>
                  <a:pt x="22" y="24"/>
                </a:lnTo>
                <a:moveTo>
                  <a:pt x="29" y="22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2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5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5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5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6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6"/>
                </a:lnTo>
                <a:lnTo>
                  <a:pt x="87" y="13"/>
                </a:lnTo>
                <a:lnTo>
                  <a:pt x="79" y="16"/>
                </a:lnTo>
                <a:lnTo>
                  <a:pt x="77" y="8"/>
                </a:lnTo>
                <a:moveTo>
                  <a:pt x="85" y="6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6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1"/>
                </a:lnTo>
                <a:lnTo>
                  <a:pt x="92" y="6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9"/>
                </a:lnTo>
                <a:lnTo>
                  <a:pt x="92" y="11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7"/>
                </a:lnTo>
                <a:lnTo>
                  <a:pt x="90" y="19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5"/>
                </a:lnTo>
                <a:lnTo>
                  <a:pt x="89" y="27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3"/>
                </a:lnTo>
                <a:lnTo>
                  <a:pt x="87" y="35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3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9"/>
                </a:lnTo>
                <a:lnTo>
                  <a:pt x="82" y="67"/>
                </a:lnTo>
                <a:lnTo>
                  <a:pt x="83" y="58"/>
                </a:lnTo>
                <a:lnTo>
                  <a:pt x="91" y="60"/>
                </a:lnTo>
                <a:moveTo>
                  <a:pt x="90" y="69"/>
                </a:moveTo>
                <a:lnTo>
                  <a:pt x="88" y="77"/>
                </a:lnTo>
                <a:lnTo>
                  <a:pt x="80" y="75"/>
                </a:lnTo>
                <a:lnTo>
                  <a:pt x="82" y="67"/>
                </a:lnTo>
                <a:lnTo>
                  <a:pt x="90" y="69"/>
                </a:lnTo>
                <a:moveTo>
                  <a:pt x="88" y="77"/>
                </a:moveTo>
                <a:lnTo>
                  <a:pt x="87" y="85"/>
                </a:lnTo>
                <a:lnTo>
                  <a:pt x="79" y="83"/>
                </a:lnTo>
                <a:lnTo>
                  <a:pt x="80" y="75"/>
                </a:lnTo>
                <a:lnTo>
                  <a:pt x="88" y="77"/>
                </a:lnTo>
                <a:moveTo>
                  <a:pt x="87" y="85"/>
                </a:moveTo>
                <a:lnTo>
                  <a:pt x="85" y="94"/>
                </a:lnTo>
                <a:lnTo>
                  <a:pt x="74" y="85"/>
                </a:lnTo>
                <a:lnTo>
                  <a:pt x="78" y="79"/>
                </a:lnTo>
                <a:lnTo>
                  <a:pt x="85" y="84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4907520" y="251172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5589000" y="249732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5587560" y="249480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8"/>
                </a:lnTo>
                <a:lnTo>
                  <a:pt x="9" y="14"/>
                </a:lnTo>
                <a:lnTo>
                  <a:pt x="13" y="7"/>
                </a:lnTo>
                <a:moveTo>
                  <a:pt x="20" y="11"/>
                </a:moveTo>
                <a:lnTo>
                  <a:pt x="28" y="14"/>
                </a:lnTo>
                <a:lnTo>
                  <a:pt x="24" y="21"/>
                </a:lnTo>
                <a:lnTo>
                  <a:pt x="17" y="18"/>
                </a:lnTo>
                <a:lnTo>
                  <a:pt x="20" y="11"/>
                </a:lnTo>
                <a:moveTo>
                  <a:pt x="28" y="14"/>
                </a:moveTo>
                <a:lnTo>
                  <a:pt x="35" y="18"/>
                </a:lnTo>
                <a:lnTo>
                  <a:pt x="31" y="25"/>
                </a:lnTo>
                <a:lnTo>
                  <a:pt x="24" y="21"/>
                </a:lnTo>
                <a:lnTo>
                  <a:pt x="28" y="14"/>
                </a:lnTo>
                <a:moveTo>
                  <a:pt x="35" y="18"/>
                </a:moveTo>
                <a:lnTo>
                  <a:pt x="42" y="21"/>
                </a:lnTo>
                <a:lnTo>
                  <a:pt x="38" y="29"/>
                </a:lnTo>
                <a:lnTo>
                  <a:pt x="31" y="25"/>
                </a:lnTo>
                <a:lnTo>
                  <a:pt x="35" y="18"/>
                </a:lnTo>
                <a:moveTo>
                  <a:pt x="42" y="21"/>
                </a:moveTo>
                <a:lnTo>
                  <a:pt x="49" y="25"/>
                </a:lnTo>
                <a:lnTo>
                  <a:pt x="46" y="32"/>
                </a:lnTo>
                <a:lnTo>
                  <a:pt x="38" y="29"/>
                </a:lnTo>
                <a:lnTo>
                  <a:pt x="42" y="21"/>
                </a:lnTo>
                <a:moveTo>
                  <a:pt x="49" y="25"/>
                </a:moveTo>
                <a:lnTo>
                  <a:pt x="56" y="29"/>
                </a:lnTo>
                <a:lnTo>
                  <a:pt x="53" y="36"/>
                </a:lnTo>
                <a:lnTo>
                  <a:pt x="46" y="32"/>
                </a:lnTo>
                <a:lnTo>
                  <a:pt x="49" y="25"/>
                </a:lnTo>
                <a:moveTo>
                  <a:pt x="56" y="29"/>
                </a:moveTo>
                <a:lnTo>
                  <a:pt x="65" y="32"/>
                </a:lnTo>
                <a:lnTo>
                  <a:pt x="61" y="40"/>
                </a:lnTo>
                <a:lnTo>
                  <a:pt x="53" y="36"/>
                </a:lnTo>
                <a:lnTo>
                  <a:pt x="56" y="29"/>
                </a:lnTo>
                <a:moveTo>
                  <a:pt x="65" y="32"/>
                </a:moveTo>
                <a:lnTo>
                  <a:pt x="72" y="36"/>
                </a:lnTo>
                <a:lnTo>
                  <a:pt x="68" y="43"/>
                </a:lnTo>
                <a:lnTo>
                  <a:pt x="61" y="40"/>
                </a:lnTo>
                <a:lnTo>
                  <a:pt x="65" y="32"/>
                </a:lnTo>
                <a:moveTo>
                  <a:pt x="72" y="36"/>
                </a:moveTo>
                <a:lnTo>
                  <a:pt x="79" y="40"/>
                </a:lnTo>
                <a:lnTo>
                  <a:pt x="76" y="47"/>
                </a:lnTo>
                <a:lnTo>
                  <a:pt x="68" y="43"/>
                </a:lnTo>
                <a:lnTo>
                  <a:pt x="72" y="36"/>
                </a:lnTo>
                <a:moveTo>
                  <a:pt x="79" y="40"/>
                </a:moveTo>
                <a:lnTo>
                  <a:pt x="86" y="43"/>
                </a:lnTo>
                <a:lnTo>
                  <a:pt x="83" y="50"/>
                </a:lnTo>
                <a:lnTo>
                  <a:pt x="76" y="47"/>
                </a:lnTo>
                <a:lnTo>
                  <a:pt x="79" y="40"/>
                </a:lnTo>
                <a:moveTo>
                  <a:pt x="86" y="43"/>
                </a:moveTo>
                <a:lnTo>
                  <a:pt x="95" y="47"/>
                </a:lnTo>
                <a:lnTo>
                  <a:pt x="82" y="54"/>
                </a:lnTo>
                <a:lnTo>
                  <a:pt x="78" y="47"/>
                </a:lnTo>
                <a:lnTo>
                  <a:pt x="84" y="44"/>
                </a:lnTo>
                <a:lnTo>
                  <a:pt x="86" y="47"/>
                </a:lnTo>
                <a:lnTo>
                  <a:pt x="84" y="51"/>
                </a:lnTo>
                <a:lnTo>
                  <a:pt x="83" y="50"/>
                </a:lnTo>
                <a:lnTo>
                  <a:pt x="86" y="43"/>
                </a:lnTo>
                <a:moveTo>
                  <a:pt x="82" y="54"/>
                </a:moveTo>
                <a:lnTo>
                  <a:pt x="75" y="58"/>
                </a:lnTo>
                <a:lnTo>
                  <a:pt x="71" y="50"/>
                </a:lnTo>
                <a:lnTo>
                  <a:pt x="78" y="47"/>
                </a:lnTo>
                <a:lnTo>
                  <a:pt x="82" y="54"/>
                </a:lnTo>
                <a:moveTo>
                  <a:pt x="75" y="58"/>
                </a:moveTo>
                <a:lnTo>
                  <a:pt x="67" y="61"/>
                </a:lnTo>
                <a:lnTo>
                  <a:pt x="64" y="54"/>
                </a:lnTo>
                <a:lnTo>
                  <a:pt x="71" y="50"/>
                </a:lnTo>
                <a:lnTo>
                  <a:pt x="75" y="58"/>
                </a:lnTo>
                <a:moveTo>
                  <a:pt x="67" y="61"/>
                </a:moveTo>
                <a:lnTo>
                  <a:pt x="60" y="65"/>
                </a:lnTo>
                <a:lnTo>
                  <a:pt x="55" y="58"/>
                </a:lnTo>
                <a:lnTo>
                  <a:pt x="64" y="54"/>
                </a:lnTo>
                <a:lnTo>
                  <a:pt x="67" y="61"/>
                </a:lnTo>
                <a:moveTo>
                  <a:pt x="60" y="65"/>
                </a:moveTo>
                <a:lnTo>
                  <a:pt x="52" y="69"/>
                </a:lnTo>
                <a:lnTo>
                  <a:pt x="48" y="61"/>
                </a:lnTo>
                <a:lnTo>
                  <a:pt x="55" y="58"/>
                </a:lnTo>
                <a:lnTo>
                  <a:pt x="60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8" y="61"/>
                </a:lnTo>
                <a:lnTo>
                  <a:pt x="52" y="69"/>
                </a:lnTo>
                <a:moveTo>
                  <a:pt x="45" y="72"/>
                </a:moveTo>
                <a:lnTo>
                  <a:pt x="37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7" y="76"/>
                </a:moveTo>
                <a:lnTo>
                  <a:pt x="30" y="79"/>
                </a:lnTo>
                <a:lnTo>
                  <a:pt x="27" y="72"/>
                </a:lnTo>
                <a:lnTo>
                  <a:pt x="34" y="69"/>
                </a:lnTo>
                <a:lnTo>
                  <a:pt x="37" y="76"/>
                </a:lnTo>
                <a:moveTo>
                  <a:pt x="30" y="79"/>
                </a:moveTo>
                <a:lnTo>
                  <a:pt x="23" y="83"/>
                </a:lnTo>
                <a:lnTo>
                  <a:pt x="19" y="76"/>
                </a:lnTo>
                <a:lnTo>
                  <a:pt x="27" y="72"/>
                </a:lnTo>
                <a:lnTo>
                  <a:pt x="30" y="79"/>
                </a:lnTo>
                <a:moveTo>
                  <a:pt x="23" y="83"/>
                </a:moveTo>
                <a:lnTo>
                  <a:pt x="16" y="87"/>
                </a:lnTo>
                <a:lnTo>
                  <a:pt x="12" y="79"/>
                </a:lnTo>
                <a:lnTo>
                  <a:pt x="19" y="76"/>
                </a:lnTo>
                <a:lnTo>
                  <a:pt x="23" y="83"/>
                </a:lnTo>
                <a:moveTo>
                  <a:pt x="16" y="87"/>
                </a:moveTo>
                <a:lnTo>
                  <a:pt x="8" y="90"/>
                </a:lnTo>
                <a:lnTo>
                  <a:pt x="5" y="83"/>
                </a:lnTo>
                <a:lnTo>
                  <a:pt x="12" y="79"/>
                </a:lnTo>
                <a:lnTo>
                  <a:pt x="16" y="87"/>
                </a:lnTo>
                <a:moveTo>
                  <a:pt x="8" y="90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8"/>
                </a:lnTo>
                <a:lnTo>
                  <a:pt x="4" y="88"/>
                </a:lnTo>
                <a:lnTo>
                  <a:pt x="2" y="84"/>
                </a:lnTo>
                <a:lnTo>
                  <a:pt x="5" y="83"/>
                </a:lnTo>
                <a:lnTo>
                  <a:pt x="8" y="90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8"/>
                </a:lnTo>
                <a:lnTo>
                  <a:pt x="8" y="58"/>
                </a:lnTo>
                <a:lnTo>
                  <a:pt x="8" y="67"/>
                </a:lnTo>
                <a:lnTo>
                  <a:pt x="0" y="67"/>
                </a:lnTo>
                <a:moveTo>
                  <a:pt x="0" y="58"/>
                </a:moveTo>
                <a:lnTo>
                  <a:pt x="0" y="50"/>
                </a:lnTo>
                <a:lnTo>
                  <a:pt x="8" y="50"/>
                </a:lnTo>
                <a:lnTo>
                  <a:pt x="8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2"/>
                </a:lnTo>
                <a:lnTo>
                  <a:pt x="8" y="42"/>
                </a:lnTo>
                <a:lnTo>
                  <a:pt x="8" y="50"/>
                </a:lnTo>
                <a:lnTo>
                  <a:pt x="0" y="50"/>
                </a:lnTo>
                <a:moveTo>
                  <a:pt x="0" y="42"/>
                </a:moveTo>
                <a:lnTo>
                  <a:pt x="0" y="34"/>
                </a:lnTo>
                <a:lnTo>
                  <a:pt x="8" y="34"/>
                </a:lnTo>
                <a:lnTo>
                  <a:pt x="8" y="42"/>
                </a:lnTo>
                <a:lnTo>
                  <a:pt x="0" y="42"/>
                </a:lnTo>
                <a:moveTo>
                  <a:pt x="0" y="34"/>
                </a:moveTo>
                <a:lnTo>
                  <a:pt x="0" y="26"/>
                </a:lnTo>
                <a:lnTo>
                  <a:pt x="8" y="26"/>
                </a:lnTo>
                <a:lnTo>
                  <a:pt x="8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8"/>
                </a:lnTo>
                <a:lnTo>
                  <a:pt x="8" y="18"/>
                </a:lnTo>
                <a:lnTo>
                  <a:pt x="8" y="26"/>
                </a:lnTo>
                <a:lnTo>
                  <a:pt x="0" y="26"/>
                </a:lnTo>
                <a:moveTo>
                  <a:pt x="0" y="18"/>
                </a:moveTo>
                <a:lnTo>
                  <a:pt x="0" y="10"/>
                </a:lnTo>
                <a:lnTo>
                  <a:pt x="8" y="10"/>
                </a:lnTo>
                <a:lnTo>
                  <a:pt x="8" y="18"/>
                </a:lnTo>
                <a:lnTo>
                  <a:pt x="0" y="18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9" y="14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6342480" y="243180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6"/>
                </a:lnTo>
                <a:cubicBezTo>
                  <a:pt x="286" y="69"/>
                  <a:pt x="571" y="35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6880320" y="2417400"/>
            <a:ext cx="29520" cy="29160"/>
          </a:xfrm>
          <a:custGeom>
            <a:avLst/>
            <a:gdLst/>
            <a:ahLst/>
            <a:rect l="0" t="0" r="r" b="b"/>
            <a:pathLst>
              <a:path w="82" h="81">
                <a:moveTo>
                  <a:pt x="0" y="0"/>
                </a:moveTo>
                <a:lnTo>
                  <a:pt x="82" y="40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6878880" y="241488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5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5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5"/>
                </a:moveTo>
                <a:lnTo>
                  <a:pt x="57" y="28"/>
                </a:lnTo>
                <a:lnTo>
                  <a:pt x="54" y="36"/>
                </a:lnTo>
                <a:lnTo>
                  <a:pt x="46" y="32"/>
                </a:lnTo>
                <a:lnTo>
                  <a:pt x="50" y="25"/>
                </a:lnTo>
                <a:moveTo>
                  <a:pt x="57" y="28"/>
                </a:moveTo>
                <a:lnTo>
                  <a:pt x="64" y="32"/>
                </a:lnTo>
                <a:lnTo>
                  <a:pt x="61" y="40"/>
                </a:lnTo>
                <a:lnTo>
                  <a:pt x="54" y="36"/>
                </a:lnTo>
                <a:lnTo>
                  <a:pt x="57" y="28"/>
                </a:lnTo>
                <a:moveTo>
                  <a:pt x="64" y="32"/>
                </a:moveTo>
                <a:lnTo>
                  <a:pt x="72" y="36"/>
                </a:lnTo>
                <a:lnTo>
                  <a:pt x="68" y="44"/>
                </a:lnTo>
                <a:lnTo>
                  <a:pt x="61" y="40"/>
                </a:lnTo>
                <a:lnTo>
                  <a:pt x="64" y="32"/>
                </a:lnTo>
                <a:moveTo>
                  <a:pt x="72" y="36"/>
                </a:moveTo>
                <a:lnTo>
                  <a:pt x="79" y="40"/>
                </a:lnTo>
                <a:lnTo>
                  <a:pt x="75" y="47"/>
                </a:lnTo>
                <a:lnTo>
                  <a:pt x="68" y="44"/>
                </a:lnTo>
                <a:lnTo>
                  <a:pt x="72" y="36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5" y="47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7"/>
                </a:lnTo>
                <a:lnTo>
                  <a:pt x="84" y="44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5"/>
                </a:lnTo>
                <a:moveTo>
                  <a:pt x="74" y="58"/>
                </a:moveTo>
                <a:lnTo>
                  <a:pt x="67" y="62"/>
                </a:lnTo>
                <a:lnTo>
                  <a:pt x="63" y="55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3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3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3"/>
                </a:lnTo>
                <a:moveTo>
                  <a:pt x="38" y="76"/>
                </a:moveTo>
                <a:lnTo>
                  <a:pt x="31" y="80"/>
                </a:lnTo>
                <a:lnTo>
                  <a:pt x="27" y="73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4"/>
                </a:lnTo>
                <a:lnTo>
                  <a:pt x="20" y="76"/>
                </a:lnTo>
                <a:lnTo>
                  <a:pt x="27" y="73"/>
                </a:lnTo>
                <a:lnTo>
                  <a:pt x="31" y="80"/>
                </a:lnTo>
                <a:moveTo>
                  <a:pt x="24" y="84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4"/>
                </a:lnTo>
                <a:moveTo>
                  <a:pt x="16" y="87"/>
                </a:moveTo>
                <a:lnTo>
                  <a:pt x="9" y="91"/>
                </a:lnTo>
                <a:lnTo>
                  <a:pt x="6" y="84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4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9" y="43"/>
                </a:lnTo>
                <a:lnTo>
                  <a:pt x="9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4"/>
                </a:lnTo>
                <a:lnTo>
                  <a:pt x="9" y="34"/>
                </a:lnTo>
                <a:lnTo>
                  <a:pt x="9" y="43"/>
                </a:lnTo>
                <a:lnTo>
                  <a:pt x="0" y="43"/>
                </a:lnTo>
                <a:moveTo>
                  <a:pt x="0" y="34"/>
                </a:moveTo>
                <a:lnTo>
                  <a:pt x="0" y="26"/>
                </a:lnTo>
                <a:lnTo>
                  <a:pt x="9" y="26"/>
                </a:lnTo>
                <a:lnTo>
                  <a:pt x="9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8"/>
                </a:lnTo>
                <a:lnTo>
                  <a:pt x="9" y="18"/>
                </a:lnTo>
                <a:lnTo>
                  <a:pt x="9" y="26"/>
                </a:lnTo>
                <a:lnTo>
                  <a:pt x="0" y="26"/>
                </a:lnTo>
                <a:moveTo>
                  <a:pt x="0" y="18"/>
                </a:moveTo>
                <a:lnTo>
                  <a:pt x="0" y="9"/>
                </a:lnTo>
                <a:lnTo>
                  <a:pt x="9" y="9"/>
                </a:lnTo>
                <a:lnTo>
                  <a:pt x="9" y="18"/>
                </a:lnTo>
                <a:lnTo>
                  <a:pt x="0" y="18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2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672320" y="243180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8300880" y="2417400"/>
            <a:ext cx="29520" cy="29160"/>
          </a:xfrm>
          <a:custGeom>
            <a:avLst/>
            <a:gdLst/>
            <a:ahLst/>
            <a:rect l="0" t="0" r="r" b="b"/>
            <a:pathLst>
              <a:path w="82" h="81">
                <a:moveTo>
                  <a:pt x="0" y="0"/>
                </a:moveTo>
                <a:lnTo>
                  <a:pt x="82" y="40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8299440" y="241488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5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5"/>
                </a:lnTo>
                <a:lnTo>
                  <a:pt x="35" y="17"/>
                </a:lnTo>
                <a:moveTo>
                  <a:pt x="42" y="21"/>
                </a:moveTo>
                <a:lnTo>
                  <a:pt x="50" y="25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5"/>
                </a:moveTo>
                <a:lnTo>
                  <a:pt x="58" y="28"/>
                </a:lnTo>
                <a:lnTo>
                  <a:pt x="53" y="36"/>
                </a:lnTo>
                <a:lnTo>
                  <a:pt x="46" y="32"/>
                </a:lnTo>
                <a:lnTo>
                  <a:pt x="50" y="25"/>
                </a:lnTo>
                <a:moveTo>
                  <a:pt x="58" y="28"/>
                </a:moveTo>
                <a:lnTo>
                  <a:pt x="65" y="32"/>
                </a:lnTo>
                <a:lnTo>
                  <a:pt x="62" y="40"/>
                </a:lnTo>
                <a:lnTo>
                  <a:pt x="53" y="36"/>
                </a:lnTo>
                <a:lnTo>
                  <a:pt x="58" y="28"/>
                </a:lnTo>
                <a:moveTo>
                  <a:pt x="65" y="32"/>
                </a:moveTo>
                <a:lnTo>
                  <a:pt x="72" y="36"/>
                </a:lnTo>
                <a:lnTo>
                  <a:pt x="69" y="44"/>
                </a:lnTo>
                <a:lnTo>
                  <a:pt x="62" y="40"/>
                </a:lnTo>
                <a:lnTo>
                  <a:pt x="65" y="32"/>
                </a:lnTo>
                <a:moveTo>
                  <a:pt x="72" y="36"/>
                </a:moveTo>
                <a:lnTo>
                  <a:pt x="80" y="40"/>
                </a:lnTo>
                <a:lnTo>
                  <a:pt x="76" y="47"/>
                </a:lnTo>
                <a:lnTo>
                  <a:pt x="69" y="44"/>
                </a:lnTo>
                <a:lnTo>
                  <a:pt x="72" y="36"/>
                </a:lnTo>
                <a:moveTo>
                  <a:pt x="80" y="40"/>
                </a:moveTo>
                <a:lnTo>
                  <a:pt x="87" y="44"/>
                </a:lnTo>
                <a:lnTo>
                  <a:pt x="83" y="51"/>
                </a:lnTo>
                <a:lnTo>
                  <a:pt x="76" y="47"/>
                </a:lnTo>
                <a:lnTo>
                  <a:pt x="80" y="40"/>
                </a:lnTo>
                <a:moveTo>
                  <a:pt x="87" y="44"/>
                </a:moveTo>
                <a:lnTo>
                  <a:pt x="95" y="48"/>
                </a:lnTo>
                <a:lnTo>
                  <a:pt x="82" y="55"/>
                </a:lnTo>
                <a:lnTo>
                  <a:pt x="79" y="47"/>
                </a:lnTo>
                <a:lnTo>
                  <a:pt x="85" y="44"/>
                </a:lnTo>
                <a:lnTo>
                  <a:pt x="86" y="48"/>
                </a:lnTo>
                <a:lnTo>
                  <a:pt x="85" y="52"/>
                </a:lnTo>
                <a:lnTo>
                  <a:pt x="83" y="51"/>
                </a:lnTo>
                <a:lnTo>
                  <a:pt x="87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5"/>
                </a:lnTo>
                <a:moveTo>
                  <a:pt x="75" y="58"/>
                </a:moveTo>
                <a:lnTo>
                  <a:pt x="68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5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3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3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3"/>
                </a:lnTo>
                <a:moveTo>
                  <a:pt x="38" y="76"/>
                </a:moveTo>
                <a:lnTo>
                  <a:pt x="31" y="80"/>
                </a:lnTo>
                <a:lnTo>
                  <a:pt x="27" y="73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4"/>
                </a:lnTo>
                <a:lnTo>
                  <a:pt x="20" y="76"/>
                </a:lnTo>
                <a:lnTo>
                  <a:pt x="27" y="73"/>
                </a:lnTo>
                <a:lnTo>
                  <a:pt x="31" y="80"/>
                </a:lnTo>
                <a:moveTo>
                  <a:pt x="23" y="84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4"/>
                </a:lnTo>
                <a:moveTo>
                  <a:pt x="16" y="87"/>
                </a:moveTo>
                <a:lnTo>
                  <a:pt x="9" y="91"/>
                </a:lnTo>
                <a:lnTo>
                  <a:pt x="5" y="84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4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9" y="43"/>
                </a:lnTo>
                <a:lnTo>
                  <a:pt x="9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4"/>
                </a:lnTo>
                <a:lnTo>
                  <a:pt x="9" y="34"/>
                </a:lnTo>
                <a:lnTo>
                  <a:pt x="9" y="43"/>
                </a:lnTo>
                <a:lnTo>
                  <a:pt x="0" y="43"/>
                </a:lnTo>
                <a:moveTo>
                  <a:pt x="0" y="34"/>
                </a:moveTo>
                <a:lnTo>
                  <a:pt x="0" y="26"/>
                </a:lnTo>
                <a:lnTo>
                  <a:pt x="9" y="26"/>
                </a:lnTo>
                <a:lnTo>
                  <a:pt x="9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8"/>
                </a:lnTo>
                <a:lnTo>
                  <a:pt x="9" y="18"/>
                </a:lnTo>
                <a:lnTo>
                  <a:pt x="9" y="26"/>
                </a:lnTo>
                <a:lnTo>
                  <a:pt x="0" y="26"/>
                </a:lnTo>
                <a:moveTo>
                  <a:pt x="0" y="18"/>
                </a:moveTo>
                <a:lnTo>
                  <a:pt x="0" y="9"/>
                </a:lnTo>
                <a:lnTo>
                  <a:pt x="9" y="9"/>
                </a:lnTo>
                <a:lnTo>
                  <a:pt x="9" y="18"/>
                </a:lnTo>
                <a:lnTo>
                  <a:pt x="0" y="18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4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6342480" y="265320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2"/>
                  <a:pt x="571" y="223"/>
                  <a:pt x="832" y="352"/>
                </a:cubicBezTo>
                <a:cubicBezTo>
                  <a:pt x="1092" y="481"/>
                  <a:pt x="1328" y="627"/>
                  <a:pt x="1446" y="700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6885000" y="291132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6882480" y="290844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3"/>
                </a:moveTo>
                <a:lnTo>
                  <a:pt x="62" y="20"/>
                </a:lnTo>
                <a:lnTo>
                  <a:pt x="55" y="24"/>
                </a:lnTo>
                <a:lnTo>
                  <a:pt x="50" y="17"/>
                </a:lnTo>
                <a:lnTo>
                  <a:pt x="57" y="13"/>
                </a:lnTo>
                <a:moveTo>
                  <a:pt x="62" y="20"/>
                </a:moveTo>
                <a:lnTo>
                  <a:pt x="66" y="27"/>
                </a:lnTo>
                <a:lnTo>
                  <a:pt x="59" y="31"/>
                </a:lnTo>
                <a:lnTo>
                  <a:pt x="55" y="24"/>
                </a:lnTo>
                <a:lnTo>
                  <a:pt x="62" y="20"/>
                </a:lnTo>
                <a:moveTo>
                  <a:pt x="66" y="27"/>
                </a:moveTo>
                <a:lnTo>
                  <a:pt x="71" y="34"/>
                </a:lnTo>
                <a:lnTo>
                  <a:pt x="63" y="38"/>
                </a:lnTo>
                <a:lnTo>
                  <a:pt x="59" y="31"/>
                </a:lnTo>
                <a:lnTo>
                  <a:pt x="66" y="27"/>
                </a:lnTo>
                <a:moveTo>
                  <a:pt x="71" y="34"/>
                </a:moveTo>
                <a:lnTo>
                  <a:pt x="75" y="40"/>
                </a:lnTo>
                <a:lnTo>
                  <a:pt x="67" y="45"/>
                </a:lnTo>
                <a:lnTo>
                  <a:pt x="63" y="38"/>
                </a:lnTo>
                <a:lnTo>
                  <a:pt x="71" y="34"/>
                </a:lnTo>
                <a:moveTo>
                  <a:pt x="75" y="40"/>
                </a:moveTo>
                <a:lnTo>
                  <a:pt x="80" y="47"/>
                </a:lnTo>
                <a:lnTo>
                  <a:pt x="73" y="52"/>
                </a:lnTo>
                <a:lnTo>
                  <a:pt x="67" y="45"/>
                </a:lnTo>
                <a:lnTo>
                  <a:pt x="75" y="40"/>
                </a:lnTo>
                <a:moveTo>
                  <a:pt x="80" y="47"/>
                </a:moveTo>
                <a:lnTo>
                  <a:pt x="84" y="54"/>
                </a:lnTo>
                <a:lnTo>
                  <a:pt x="77" y="58"/>
                </a:lnTo>
                <a:lnTo>
                  <a:pt x="73" y="52"/>
                </a:lnTo>
                <a:lnTo>
                  <a:pt x="80" y="47"/>
                </a:lnTo>
                <a:moveTo>
                  <a:pt x="84" y="54"/>
                </a:moveTo>
                <a:lnTo>
                  <a:pt x="88" y="61"/>
                </a:lnTo>
                <a:lnTo>
                  <a:pt x="81" y="66"/>
                </a:lnTo>
                <a:lnTo>
                  <a:pt x="77" y="58"/>
                </a:lnTo>
                <a:lnTo>
                  <a:pt x="84" y="54"/>
                </a:lnTo>
                <a:moveTo>
                  <a:pt x="88" y="61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1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90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90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90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7"/>
                </a:lnTo>
                <a:lnTo>
                  <a:pt x="59" y="79"/>
                </a:lnTo>
                <a:lnTo>
                  <a:pt x="67" y="79"/>
                </a:lnTo>
                <a:lnTo>
                  <a:pt x="66" y="87"/>
                </a:lnTo>
                <a:moveTo>
                  <a:pt x="58" y="87"/>
                </a:moveTo>
                <a:lnTo>
                  <a:pt x="50" y="86"/>
                </a:lnTo>
                <a:lnTo>
                  <a:pt x="51" y="78"/>
                </a:lnTo>
                <a:lnTo>
                  <a:pt x="59" y="79"/>
                </a:lnTo>
                <a:lnTo>
                  <a:pt x="58" y="87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4"/>
                </a:lnTo>
                <a:lnTo>
                  <a:pt x="26" y="76"/>
                </a:lnTo>
                <a:lnTo>
                  <a:pt x="34" y="76"/>
                </a:lnTo>
                <a:lnTo>
                  <a:pt x="34" y="84"/>
                </a:lnTo>
                <a:moveTo>
                  <a:pt x="26" y="84"/>
                </a:moveTo>
                <a:lnTo>
                  <a:pt x="18" y="83"/>
                </a:lnTo>
                <a:lnTo>
                  <a:pt x="18" y="75"/>
                </a:lnTo>
                <a:lnTo>
                  <a:pt x="26" y="76"/>
                </a:lnTo>
                <a:lnTo>
                  <a:pt x="26" y="84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6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1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0"/>
                </a:lnTo>
                <a:lnTo>
                  <a:pt x="26" y="54"/>
                </a:lnTo>
                <a:lnTo>
                  <a:pt x="22" y="61"/>
                </a:lnTo>
                <a:lnTo>
                  <a:pt x="15" y="57"/>
                </a:lnTo>
                <a:moveTo>
                  <a:pt x="19" y="50"/>
                </a:moveTo>
                <a:lnTo>
                  <a:pt x="23" y="43"/>
                </a:lnTo>
                <a:lnTo>
                  <a:pt x="30" y="47"/>
                </a:lnTo>
                <a:lnTo>
                  <a:pt x="26" y="54"/>
                </a:lnTo>
                <a:lnTo>
                  <a:pt x="19" y="50"/>
                </a:lnTo>
                <a:moveTo>
                  <a:pt x="23" y="43"/>
                </a:moveTo>
                <a:lnTo>
                  <a:pt x="28" y="36"/>
                </a:lnTo>
                <a:lnTo>
                  <a:pt x="34" y="40"/>
                </a:lnTo>
                <a:lnTo>
                  <a:pt x="30" y="47"/>
                </a:lnTo>
                <a:lnTo>
                  <a:pt x="23" y="43"/>
                </a:lnTo>
                <a:moveTo>
                  <a:pt x="28" y="36"/>
                </a:moveTo>
                <a:lnTo>
                  <a:pt x="32" y="29"/>
                </a:lnTo>
                <a:lnTo>
                  <a:pt x="39" y="33"/>
                </a:lnTo>
                <a:lnTo>
                  <a:pt x="34" y="40"/>
                </a:lnTo>
                <a:lnTo>
                  <a:pt x="28" y="36"/>
                </a:lnTo>
                <a:moveTo>
                  <a:pt x="32" y="29"/>
                </a:moveTo>
                <a:lnTo>
                  <a:pt x="36" y="22"/>
                </a:lnTo>
                <a:lnTo>
                  <a:pt x="43" y="27"/>
                </a:lnTo>
                <a:lnTo>
                  <a:pt x="39" y="33"/>
                </a:lnTo>
                <a:lnTo>
                  <a:pt x="32" y="29"/>
                </a:lnTo>
                <a:moveTo>
                  <a:pt x="36" y="22"/>
                </a:moveTo>
                <a:lnTo>
                  <a:pt x="40" y="15"/>
                </a:lnTo>
                <a:lnTo>
                  <a:pt x="47" y="20"/>
                </a:lnTo>
                <a:lnTo>
                  <a:pt x="43" y="27"/>
                </a:lnTo>
                <a:lnTo>
                  <a:pt x="36" y="22"/>
                </a:lnTo>
                <a:moveTo>
                  <a:pt x="40" y="15"/>
                </a:moveTo>
                <a:lnTo>
                  <a:pt x="45" y="8"/>
                </a:lnTo>
                <a:lnTo>
                  <a:pt x="51" y="13"/>
                </a:lnTo>
                <a:lnTo>
                  <a:pt x="47" y="20"/>
                </a:lnTo>
                <a:lnTo>
                  <a:pt x="40" y="15"/>
                </a:lnTo>
                <a:moveTo>
                  <a:pt x="45" y="8"/>
                </a:moveTo>
                <a:lnTo>
                  <a:pt x="50" y="0"/>
                </a:lnTo>
                <a:lnTo>
                  <a:pt x="57" y="13"/>
                </a:lnTo>
                <a:lnTo>
                  <a:pt x="50" y="17"/>
                </a:lnTo>
                <a:lnTo>
                  <a:pt x="46" y="10"/>
                </a:lnTo>
                <a:lnTo>
                  <a:pt x="50" y="8"/>
                </a:lnTo>
                <a:lnTo>
                  <a:pt x="53" y="10"/>
                </a:lnTo>
                <a:lnTo>
                  <a:pt x="51" y="13"/>
                </a:lnTo>
                <a:lnTo>
                  <a:pt x="45" y="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6391440" y="3083400"/>
            <a:ext cx="511920" cy="32040"/>
          </a:xfrm>
          <a:custGeom>
            <a:avLst/>
            <a:gdLst/>
            <a:ahLst/>
            <a:rect l="0" t="0" r="r" b="b"/>
            <a:pathLst>
              <a:path fill="none" w="1422" h="89">
                <a:moveTo>
                  <a:pt x="0" y="89"/>
                </a:moveTo>
                <a:lnTo>
                  <a:pt x="121" y="89"/>
                </a:lnTo>
                <a:cubicBezTo>
                  <a:pt x="241" y="89"/>
                  <a:pt x="480" y="89"/>
                  <a:pt x="717" y="74"/>
                </a:cubicBezTo>
                <a:cubicBezTo>
                  <a:pt x="954" y="59"/>
                  <a:pt x="1188" y="30"/>
                  <a:pt x="1305" y="15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6886800" y="307080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0" y="0"/>
                </a:moveTo>
                <a:lnTo>
                  <a:pt x="86" y="30"/>
                </a:lnTo>
                <a:lnTo>
                  <a:pt x="10" y="8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6885000" y="306864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14" y="5"/>
                </a:moveTo>
                <a:lnTo>
                  <a:pt x="21" y="7"/>
                </a:lnTo>
                <a:lnTo>
                  <a:pt x="19" y="15"/>
                </a:lnTo>
                <a:lnTo>
                  <a:pt x="11" y="12"/>
                </a:lnTo>
                <a:lnTo>
                  <a:pt x="14" y="5"/>
                </a:lnTo>
                <a:moveTo>
                  <a:pt x="21" y="7"/>
                </a:moveTo>
                <a:lnTo>
                  <a:pt x="29" y="10"/>
                </a:lnTo>
                <a:lnTo>
                  <a:pt x="26" y="18"/>
                </a:lnTo>
                <a:lnTo>
                  <a:pt x="19" y="15"/>
                </a:lnTo>
                <a:lnTo>
                  <a:pt x="21" y="7"/>
                </a:lnTo>
                <a:moveTo>
                  <a:pt x="29" y="10"/>
                </a:moveTo>
                <a:lnTo>
                  <a:pt x="38" y="13"/>
                </a:lnTo>
                <a:lnTo>
                  <a:pt x="35" y="20"/>
                </a:lnTo>
                <a:lnTo>
                  <a:pt x="26" y="18"/>
                </a:lnTo>
                <a:lnTo>
                  <a:pt x="29" y="10"/>
                </a:lnTo>
                <a:moveTo>
                  <a:pt x="38" y="13"/>
                </a:moveTo>
                <a:lnTo>
                  <a:pt x="45" y="15"/>
                </a:lnTo>
                <a:lnTo>
                  <a:pt x="43" y="23"/>
                </a:lnTo>
                <a:lnTo>
                  <a:pt x="35" y="20"/>
                </a:lnTo>
                <a:lnTo>
                  <a:pt x="38" y="13"/>
                </a:lnTo>
                <a:moveTo>
                  <a:pt x="45" y="15"/>
                </a:moveTo>
                <a:lnTo>
                  <a:pt x="53" y="18"/>
                </a:lnTo>
                <a:lnTo>
                  <a:pt x="50" y="26"/>
                </a:lnTo>
                <a:lnTo>
                  <a:pt x="43" y="23"/>
                </a:lnTo>
                <a:lnTo>
                  <a:pt x="45" y="15"/>
                </a:lnTo>
                <a:moveTo>
                  <a:pt x="53" y="18"/>
                </a:moveTo>
                <a:lnTo>
                  <a:pt x="61" y="21"/>
                </a:lnTo>
                <a:lnTo>
                  <a:pt x="58" y="28"/>
                </a:lnTo>
                <a:lnTo>
                  <a:pt x="50" y="26"/>
                </a:lnTo>
                <a:lnTo>
                  <a:pt x="53" y="18"/>
                </a:lnTo>
                <a:moveTo>
                  <a:pt x="61" y="21"/>
                </a:moveTo>
                <a:lnTo>
                  <a:pt x="68" y="23"/>
                </a:lnTo>
                <a:lnTo>
                  <a:pt x="65" y="31"/>
                </a:lnTo>
                <a:lnTo>
                  <a:pt x="58" y="28"/>
                </a:lnTo>
                <a:lnTo>
                  <a:pt x="61" y="21"/>
                </a:lnTo>
                <a:moveTo>
                  <a:pt x="68" y="23"/>
                </a:moveTo>
                <a:lnTo>
                  <a:pt x="76" y="26"/>
                </a:lnTo>
                <a:lnTo>
                  <a:pt x="73" y="34"/>
                </a:lnTo>
                <a:lnTo>
                  <a:pt x="65" y="31"/>
                </a:lnTo>
                <a:lnTo>
                  <a:pt x="68" y="23"/>
                </a:lnTo>
                <a:moveTo>
                  <a:pt x="76" y="26"/>
                </a:moveTo>
                <a:lnTo>
                  <a:pt x="83" y="29"/>
                </a:lnTo>
                <a:lnTo>
                  <a:pt x="81" y="36"/>
                </a:lnTo>
                <a:lnTo>
                  <a:pt x="73" y="34"/>
                </a:lnTo>
                <a:lnTo>
                  <a:pt x="76" y="26"/>
                </a:lnTo>
                <a:moveTo>
                  <a:pt x="83" y="29"/>
                </a:moveTo>
                <a:lnTo>
                  <a:pt x="91" y="32"/>
                </a:lnTo>
                <a:lnTo>
                  <a:pt x="88" y="39"/>
                </a:lnTo>
                <a:lnTo>
                  <a:pt x="81" y="36"/>
                </a:lnTo>
                <a:lnTo>
                  <a:pt x="83" y="29"/>
                </a:lnTo>
                <a:moveTo>
                  <a:pt x="91" y="32"/>
                </a:moveTo>
                <a:lnTo>
                  <a:pt x="100" y="35"/>
                </a:lnTo>
                <a:lnTo>
                  <a:pt x="88" y="43"/>
                </a:lnTo>
                <a:lnTo>
                  <a:pt x="83" y="36"/>
                </a:lnTo>
                <a:lnTo>
                  <a:pt x="89" y="32"/>
                </a:lnTo>
                <a:lnTo>
                  <a:pt x="91" y="36"/>
                </a:lnTo>
                <a:lnTo>
                  <a:pt x="90" y="40"/>
                </a:lnTo>
                <a:lnTo>
                  <a:pt x="88" y="39"/>
                </a:lnTo>
                <a:lnTo>
                  <a:pt x="91" y="32"/>
                </a:lnTo>
                <a:moveTo>
                  <a:pt x="88" y="43"/>
                </a:moveTo>
                <a:lnTo>
                  <a:pt x="81" y="47"/>
                </a:lnTo>
                <a:lnTo>
                  <a:pt x="77" y="41"/>
                </a:lnTo>
                <a:lnTo>
                  <a:pt x="83" y="36"/>
                </a:lnTo>
                <a:lnTo>
                  <a:pt x="88" y="43"/>
                </a:lnTo>
                <a:moveTo>
                  <a:pt x="81" y="47"/>
                </a:moveTo>
                <a:lnTo>
                  <a:pt x="74" y="52"/>
                </a:lnTo>
                <a:lnTo>
                  <a:pt x="70" y="45"/>
                </a:lnTo>
                <a:lnTo>
                  <a:pt x="77" y="41"/>
                </a:lnTo>
                <a:lnTo>
                  <a:pt x="81" y="47"/>
                </a:lnTo>
                <a:moveTo>
                  <a:pt x="74" y="52"/>
                </a:moveTo>
                <a:lnTo>
                  <a:pt x="68" y="56"/>
                </a:lnTo>
                <a:lnTo>
                  <a:pt x="63" y="50"/>
                </a:lnTo>
                <a:lnTo>
                  <a:pt x="70" y="45"/>
                </a:lnTo>
                <a:lnTo>
                  <a:pt x="74" y="52"/>
                </a:lnTo>
                <a:moveTo>
                  <a:pt x="68" y="56"/>
                </a:moveTo>
                <a:lnTo>
                  <a:pt x="61" y="61"/>
                </a:lnTo>
                <a:lnTo>
                  <a:pt x="56" y="54"/>
                </a:lnTo>
                <a:lnTo>
                  <a:pt x="63" y="50"/>
                </a:lnTo>
                <a:lnTo>
                  <a:pt x="68" y="56"/>
                </a:lnTo>
                <a:moveTo>
                  <a:pt x="61" y="61"/>
                </a:moveTo>
                <a:lnTo>
                  <a:pt x="54" y="65"/>
                </a:lnTo>
                <a:lnTo>
                  <a:pt x="50" y="59"/>
                </a:lnTo>
                <a:lnTo>
                  <a:pt x="56" y="54"/>
                </a:lnTo>
                <a:lnTo>
                  <a:pt x="61" y="61"/>
                </a:lnTo>
                <a:moveTo>
                  <a:pt x="54" y="65"/>
                </a:moveTo>
                <a:lnTo>
                  <a:pt x="47" y="70"/>
                </a:lnTo>
                <a:lnTo>
                  <a:pt x="43" y="63"/>
                </a:lnTo>
                <a:lnTo>
                  <a:pt x="50" y="59"/>
                </a:lnTo>
                <a:lnTo>
                  <a:pt x="54" y="65"/>
                </a:lnTo>
                <a:moveTo>
                  <a:pt x="47" y="70"/>
                </a:moveTo>
                <a:lnTo>
                  <a:pt x="41" y="74"/>
                </a:lnTo>
                <a:lnTo>
                  <a:pt x="36" y="68"/>
                </a:lnTo>
                <a:lnTo>
                  <a:pt x="43" y="63"/>
                </a:lnTo>
                <a:lnTo>
                  <a:pt x="47" y="70"/>
                </a:lnTo>
                <a:moveTo>
                  <a:pt x="41" y="74"/>
                </a:moveTo>
                <a:lnTo>
                  <a:pt x="34" y="80"/>
                </a:lnTo>
                <a:lnTo>
                  <a:pt x="28" y="72"/>
                </a:lnTo>
                <a:lnTo>
                  <a:pt x="36" y="68"/>
                </a:lnTo>
                <a:lnTo>
                  <a:pt x="41" y="74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2"/>
                </a:lnTo>
                <a:lnTo>
                  <a:pt x="34" y="80"/>
                </a:lnTo>
                <a:moveTo>
                  <a:pt x="26" y="84"/>
                </a:moveTo>
                <a:lnTo>
                  <a:pt x="19" y="89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9"/>
                </a:moveTo>
                <a:lnTo>
                  <a:pt x="12" y="94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4"/>
                </a:lnTo>
                <a:lnTo>
                  <a:pt x="15" y="82"/>
                </a:lnTo>
                <a:lnTo>
                  <a:pt x="19" y="89"/>
                </a:lnTo>
                <a:moveTo>
                  <a:pt x="10" y="82"/>
                </a:moveTo>
                <a:lnTo>
                  <a:pt x="9" y="73"/>
                </a:lnTo>
                <a:lnTo>
                  <a:pt x="17" y="72"/>
                </a:lnTo>
                <a:lnTo>
                  <a:pt x="18" y="81"/>
                </a:lnTo>
                <a:lnTo>
                  <a:pt x="10" y="82"/>
                </a:lnTo>
                <a:moveTo>
                  <a:pt x="9" y="73"/>
                </a:moveTo>
                <a:lnTo>
                  <a:pt x="8" y="65"/>
                </a:lnTo>
                <a:lnTo>
                  <a:pt x="16" y="64"/>
                </a:lnTo>
                <a:lnTo>
                  <a:pt x="17" y="72"/>
                </a:lnTo>
                <a:lnTo>
                  <a:pt x="9" y="73"/>
                </a:lnTo>
                <a:moveTo>
                  <a:pt x="8" y="65"/>
                </a:moveTo>
                <a:lnTo>
                  <a:pt x="7" y="57"/>
                </a:lnTo>
                <a:lnTo>
                  <a:pt x="15" y="56"/>
                </a:lnTo>
                <a:lnTo>
                  <a:pt x="16" y="64"/>
                </a:lnTo>
                <a:lnTo>
                  <a:pt x="8" y="65"/>
                </a:lnTo>
                <a:moveTo>
                  <a:pt x="7" y="57"/>
                </a:moveTo>
                <a:lnTo>
                  <a:pt x="6" y="49"/>
                </a:lnTo>
                <a:lnTo>
                  <a:pt x="14" y="48"/>
                </a:lnTo>
                <a:lnTo>
                  <a:pt x="15" y="56"/>
                </a:lnTo>
                <a:lnTo>
                  <a:pt x="7" y="57"/>
                </a:lnTo>
                <a:moveTo>
                  <a:pt x="6" y="49"/>
                </a:moveTo>
                <a:lnTo>
                  <a:pt x="5" y="41"/>
                </a:lnTo>
                <a:lnTo>
                  <a:pt x="13" y="40"/>
                </a:lnTo>
                <a:lnTo>
                  <a:pt x="14" y="48"/>
                </a:lnTo>
                <a:lnTo>
                  <a:pt x="6" y="49"/>
                </a:lnTo>
                <a:moveTo>
                  <a:pt x="5" y="41"/>
                </a:moveTo>
                <a:lnTo>
                  <a:pt x="4" y="33"/>
                </a:lnTo>
                <a:lnTo>
                  <a:pt x="12" y="32"/>
                </a:lnTo>
                <a:lnTo>
                  <a:pt x="13" y="40"/>
                </a:lnTo>
                <a:lnTo>
                  <a:pt x="5" y="41"/>
                </a:lnTo>
                <a:moveTo>
                  <a:pt x="4" y="33"/>
                </a:moveTo>
                <a:lnTo>
                  <a:pt x="3" y="25"/>
                </a:lnTo>
                <a:lnTo>
                  <a:pt x="11" y="24"/>
                </a:lnTo>
                <a:lnTo>
                  <a:pt x="12" y="32"/>
                </a:lnTo>
                <a:lnTo>
                  <a:pt x="4" y="33"/>
                </a:lnTo>
                <a:moveTo>
                  <a:pt x="3" y="25"/>
                </a:moveTo>
                <a:lnTo>
                  <a:pt x="2" y="17"/>
                </a:lnTo>
                <a:lnTo>
                  <a:pt x="10" y="16"/>
                </a:lnTo>
                <a:lnTo>
                  <a:pt x="11" y="24"/>
                </a:lnTo>
                <a:lnTo>
                  <a:pt x="3" y="25"/>
                </a:lnTo>
                <a:moveTo>
                  <a:pt x="2" y="17"/>
                </a:moveTo>
                <a:lnTo>
                  <a:pt x="1" y="9"/>
                </a:lnTo>
                <a:lnTo>
                  <a:pt x="9" y="8"/>
                </a:lnTo>
                <a:lnTo>
                  <a:pt x="10" y="16"/>
                </a:lnTo>
                <a:lnTo>
                  <a:pt x="2" y="17"/>
                </a:lnTo>
                <a:moveTo>
                  <a:pt x="1" y="9"/>
                </a:moveTo>
                <a:lnTo>
                  <a:pt x="0" y="0"/>
                </a:lnTo>
                <a:lnTo>
                  <a:pt x="14" y="5"/>
                </a:lnTo>
                <a:lnTo>
                  <a:pt x="11" y="12"/>
                </a:lnTo>
                <a:lnTo>
                  <a:pt x="3" y="10"/>
                </a:lnTo>
                <a:lnTo>
                  <a:pt x="5" y="6"/>
                </a:lnTo>
                <a:lnTo>
                  <a:pt x="9" y="5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664400" y="303480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5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090640" y="307548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088840" y="3072960"/>
            <a:ext cx="37440" cy="33120"/>
          </a:xfrm>
          <a:custGeom>
            <a:avLst/>
            <a:gdLst/>
            <a:ahLst/>
            <a:rect l="0" t="0" r="r" b="b"/>
            <a:pathLst>
              <a:path w="104" h="92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2"/>
                </a:lnTo>
                <a:lnTo>
                  <a:pt x="55" y="38"/>
                </a:lnTo>
                <a:lnTo>
                  <a:pt x="49" y="32"/>
                </a:lnTo>
                <a:lnTo>
                  <a:pt x="55" y="26"/>
                </a:lnTo>
                <a:moveTo>
                  <a:pt x="61" y="32"/>
                </a:moveTo>
                <a:lnTo>
                  <a:pt x="67" y="37"/>
                </a:lnTo>
                <a:lnTo>
                  <a:pt x="61" y="43"/>
                </a:lnTo>
                <a:lnTo>
                  <a:pt x="55" y="38"/>
                </a:lnTo>
                <a:lnTo>
                  <a:pt x="61" y="32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60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60"/>
                </a:lnTo>
                <a:lnTo>
                  <a:pt x="85" y="66"/>
                </a:lnTo>
                <a:lnTo>
                  <a:pt x="79" y="60"/>
                </a:lnTo>
                <a:lnTo>
                  <a:pt x="85" y="53"/>
                </a:lnTo>
                <a:moveTo>
                  <a:pt x="91" y="60"/>
                </a:moveTo>
                <a:lnTo>
                  <a:pt x="97" y="65"/>
                </a:lnTo>
                <a:lnTo>
                  <a:pt x="91" y="71"/>
                </a:lnTo>
                <a:lnTo>
                  <a:pt x="85" y="66"/>
                </a:lnTo>
                <a:lnTo>
                  <a:pt x="91" y="60"/>
                </a:lnTo>
                <a:moveTo>
                  <a:pt x="97" y="65"/>
                </a:moveTo>
                <a:lnTo>
                  <a:pt x="104" y="72"/>
                </a:lnTo>
                <a:lnTo>
                  <a:pt x="89" y="74"/>
                </a:lnTo>
                <a:lnTo>
                  <a:pt x="88" y="66"/>
                </a:lnTo>
                <a:lnTo>
                  <a:pt x="94" y="65"/>
                </a:lnTo>
                <a:lnTo>
                  <a:pt x="95" y="69"/>
                </a:lnTo>
                <a:lnTo>
                  <a:pt x="92" y="72"/>
                </a:lnTo>
                <a:lnTo>
                  <a:pt x="91" y="71"/>
                </a:lnTo>
                <a:lnTo>
                  <a:pt x="97" y="65"/>
                </a:lnTo>
                <a:moveTo>
                  <a:pt x="89" y="74"/>
                </a:moveTo>
                <a:lnTo>
                  <a:pt x="81" y="76"/>
                </a:lnTo>
                <a:lnTo>
                  <a:pt x="80" y="68"/>
                </a:lnTo>
                <a:lnTo>
                  <a:pt x="88" y="66"/>
                </a:lnTo>
                <a:lnTo>
                  <a:pt x="89" y="74"/>
                </a:lnTo>
                <a:moveTo>
                  <a:pt x="81" y="76"/>
                </a:moveTo>
                <a:lnTo>
                  <a:pt x="73" y="77"/>
                </a:lnTo>
                <a:lnTo>
                  <a:pt x="72" y="70"/>
                </a:lnTo>
                <a:lnTo>
                  <a:pt x="80" y="68"/>
                </a:lnTo>
                <a:lnTo>
                  <a:pt x="81" y="76"/>
                </a:lnTo>
                <a:moveTo>
                  <a:pt x="73" y="77"/>
                </a:moveTo>
                <a:lnTo>
                  <a:pt x="66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6" y="79"/>
                </a:moveTo>
                <a:lnTo>
                  <a:pt x="58" y="81"/>
                </a:lnTo>
                <a:lnTo>
                  <a:pt x="56" y="73"/>
                </a:lnTo>
                <a:lnTo>
                  <a:pt x="64" y="71"/>
                </a:lnTo>
                <a:lnTo>
                  <a:pt x="66" y="79"/>
                </a:lnTo>
                <a:moveTo>
                  <a:pt x="58" y="81"/>
                </a:moveTo>
                <a:lnTo>
                  <a:pt x="50" y="82"/>
                </a:lnTo>
                <a:lnTo>
                  <a:pt x="48" y="74"/>
                </a:lnTo>
                <a:lnTo>
                  <a:pt x="56" y="73"/>
                </a:lnTo>
                <a:lnTo>
                  <a:pt x="58" y="81"/>
                </a:lnTo>
                <a:moveTo>
                  <a:pt x="50" y="82"/>
                </a:moveTo>
                <a:lnTo>
                  <a:pt x="42" y="84"/>
                </a:lnTo>
                <a:lnTo>
                  <a:pt x="40" y="76"/>
                </a:lnTo>
                <a:lnTo>
                  <a:pt x="48" y="74"/>
                </a:lnTo>
                <a:lnTo>
                  <a:pt x="50" y="82"/>
                </a:lnTo>
                <a:moveTo>
                  <a:pt x="42" y="84"/>
                </a:moveTo>
                <a:lnTo>
                  <a:pt x="33" y="85"/>
                </a:lnTo>
                <a:lnTo>
                  <a:pt x="31" y="77"/>
                </a:lnTo>
                <a:lnTo>
                  <a:pt x="40" y="76"/>
                </a:lnTo>
                <a:lnTo>
                  <a:pt x="42" y="84"/>
                </a:lnTo>
                <a:moveTo>
                  <a:pt x="33" y="85"/>
                </a:moveTo>
                <a:lnTo>
                  <a:pt x="25" y="87"/>
                </a:lnTo>
                <a:lnTo>
                  <a:pt x="23" y="79"/>
                </a:lnTo>
                <a:lnTo>
                  <a:pt x="31" y="77"/>
                </a:lnTo>
                <a:lnTo>
                  <a:pt x="33" y="85"/>
                </a:lnTo>
                <a:moveTo>
                  <a:pt x="25" y="87"/>
                </a:moveTo>
                <a:lnTo>
                  <a:pt x="17" y="88"/>
                </a:lnTo>
                <a:lnTo>
                  <a:pt x="15" y="80"/>
                </a:lnTo>
                <a:lnTo>
                  <a:pt x="23" y="79"/>
                </a:lnTo>
                <a:lnTo>
                  <a:pt x="25" y="87"/>
                </a:lnTo>
                <a:moveTo>
                  <a:pt x="17" y="88"/>
                </a:moveTo>
                <a:lnTo>
                  <a:pt x="9" y="90"/>
                </a:lnTo>
                <a:lnTo>
                  <a:pt x="7" y="82"/>
                </a:lnTo>
                <a:lnTo>
                  <a:pt x="15" y="80"/>
                </a:lnTo>
                <a:lnTo>
                  <a:pt x="17" y="88"/>
                </a:lnTo>
                <a:moveTo>
                  <a:pt x="9" y="90"/>
                </a:moveTo>
                <a:lnTo>
                  <a:pt x="0" y="92"/>
                </a:lnTo>
                <a:lnTo>
                  <a:pt x="3" y="80"/>
                </a:lnTo>
                <a:lnTo>
                  <a:pt x="11" y="83"/>
                </a:lnTo>
                <a:lnTo>
                  <a:pt x="9" y="87"/>
                </a:lnTo>
                <a:lnTo>
                  <a:pt x="5" y="86"/>
                </a:lnTo>
                <a:lnTo>
                  <a:pt x="5" y="82"/>
                </a:lnTo>
                <a:lnTo>
                  <a:pt x="7" y="82"/>
                </a:lnTo>
                <a:lnTo>
                  <a:pt x="9" y="90"/>
                </a:lnTo>
                <a:moveTo>
                  <a:pt x="3" y="80"/>
                </a:moveTo>
                <a:lnTo>
                  <a:pt x="5" y="73"/>
                </a:lnTo>
                <a:lnTo>
                  <a:pt x="13" y="75"/>
                </a:lnTo>
                <a:lnTo>
                  <a:pt x="11" y="83"/>
                </a:lnTo>
                <a:lnTo>
                  <a:pt x="3" y="80"/>
                </a:lnTo>
                <a:moveTo>
                  <a:pt x="5" y="73"/>
                </a:moveTo>
                <a:lnTo>
                  <a:pt x="7" y="65"/>
                </a:lnTo>
                <a:lnTo>
                  <a:pt x="15" y="67"/>
                </a:lnTo>
                <a:lnTo>
                  <a:pt x="13" y="75"/>
                </a:lnTo>
                <a:lnTo>
                  <a:pt x="5" y="73"/>
                </a:lnTo>
                <a:moveTo>
                  <a:pt x="7" y="65"/>
                </a:moveTo>
                <a:lnTo>
                  <a:pt x="9" y="56"/>
                </a:lnTo>
                <a:lnTo>
                  <a:pt x="17" y="58"/>
                </a:lnTo>
                <a:lnTo>
                  <a:pt x="15" y="67"/>
                </a:lnTo>
                <a:lnTo>
                  <a:pt x="7" y="65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3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3"/>
                </a:lnTo>
                <a:lnTo>
                  <a:pt x="24" y="35"/>
                </a:lnTo>
                <a:lnTo>
                  <a:pt x="21" y="43"/>
                </a:lnTo>
                <a:lnTo>
                  <a:pt x="14" y="40"/>
                </a:lnTo>
                <a:moveTo>
                  <a:pt x="16" y="33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3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9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3271680" y="278748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2"/>
                  <a:pt x="12678" y="1756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500"/>
                </a:cubicBezTo>
                <a:cubicBezTo>
                  <a:pt x="1264" y="1200"/>
                  <a:pt x="632" y="601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3261240" y="277776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6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258720" y="277524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8"/>
                </a:lnTo>
                <a:lnTo>
                  <a:pt x="36" y="75"/>
                </a:lnTo>
                <a:lnTo>
                  <a:pt x="39" y="84"/>
                </a:lnTo>
                <a:lnTo>
                  <a:pt x="31" y="86"/>
                </a:lnTo>
                <a:moveTo>
                  <a:pt x="28" y="78"/>
                </a:moveTo>
                <a:lnTo>
                  <a:pt x="26" y="70"/>
                </a:lnTo>
                <a:lnTo>
                  <a:pt x="33" y="67"/>
                </a:lnTo>
                <a:lnTo>
                  <a:pt x="36" y="75"/>
                </a:lnTo>
                <a:lnTo>
                  <a:pt x="28" y="78"/>
                </a:lnTo>
                <a:moveTo>
                  <a:pt x="26" y="70"/>
                </a:moveTo>
                <a:lnTo>
                  <a:pt x="23" y="63"/>
                </a:lnTo>
                <a:lnTo>
                  <a:pt x="30" y="60"/>
                </a:lnTo>
                <a:lnTo>
                  <a:pt x="33" y="67"/>
                </a:lnTo>
                <a:lnTo>
                  <a:pt x="26" y="70"/>
                </a:lnTo>
                <a:moveTo>
                  <a:pt x="23" y="63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3"/>
                </a:lnTo>
                <a:moveTo>
                  <a:pt x="20" y="55"/>
                </a:moveTo>
                <a:lnTo>
                  <a:pt x="17" y="47"/>
                </a:lnTo>
                <a:lnTo>
                  <a:pt x="25" y="45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5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5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5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5"/>
                </a:lnTo>
                <a:moveTo>
                  <a:pt x="6" y="17"/>
                </a:moveTo>
                <a:lnTo>
                  <a:pt x="3" y="9"/>
                </a:lnTo>
                <a:lnTo>
                  <a:pt x="11" y="7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5"/>
                </a:lnTo>
                <a:lnTo>
                  <a:pt x="12" y="12"/>
                </a:lnTo>
                <a:lnTo>
                  <a:pt x="6" y="10"/>
                </a:lnTo>
                <a:lnTo>
                  <a:pt x="7" y="7"/>
                </a:lnTo>
                <a:lnTo>
                  <a:pt x="11" y="5"/>
                </a:lnTo>
                <a:lnTo>
                  <a:pt x="11" y="7"/>
                </a:lnTo>
                <a:lnTo>
                  <a:pt x="3" y="9"/>
                </a:lnTo>
                <a:moveTo>
                  <a:pt x="14" y="5"/>
                </a:moveTo>
                <a:lnTo>
                  <a:pt x="22" y="7"/>
                </a:lnTo>
                <a:lnTo>
                  <a:pt x="20" y="15"/>
                </a:lnTo>
                <a:lnTo>
                  <a:pt x="12" y="12"/>
                </a:lnTo>
                <a:lnTo>
                  <a:pt x="14" y="5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5"/>
                </a:lnTo>
                <a:lnTo>
                  <a:pt x="22" y="7"/>
                </a:lnTo>
                <a:moveTo>
                  <a:pt x="30" y="9"/>
                </a:moveTo>
                <a:lnTo>
                  <a:pt x="38" y="12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2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2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7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7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4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4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40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6"/>
                </a:lnTo>
                <a:lnTo>
                  <a:pt x="81" y="40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6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69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69"/>
                </a:moveTo>
                <a:lnTo>
                  <a:pt x="59" y="75"/>
                </a:lnTo>
                <a:lnTo>
                  <a:pt x="53" y="69"/>
                </a:lnTo>
                <a:lnTo>
                  <a:pt x="59" y="63"/>
                </a:lnTo>
                <a:lnTo>
                  <a:pt x="65" y="69"/>
                </a:lnTo>
                <a:moveTo>
                  <a:pt x="59" y="75"/>
                </a:moveTo>
                <a:lnTo>
                  <a:pt x="54" y="81"/>
                </a:lnTo>
                <a:lnTo>
                  <a:pt x="48" y="75"/>
                </a:lnTo>
                <a:lnTo>
                  <a:pt x="53" y="69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1"/>
                </a:lnTo>
                <a:lnTo>
                  <a:pt x="48" y="75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8"/>
                </a:lnTo>
                <a:lnTo>
                  <a:pt x="42" y="81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4"/>
                </a:lnTo>
                <a:lnTo>
                  <a:pt x="41" y="91"/>
                </a:lnTo>
                <a:lnTo>
                  <a:pt x="38" y="93"/>
                </a:lnTo>
                <a:lnTo>
                  <a:pt x="35" y="90"/>
                </a:lnTo>
                <a:lnTo>
                  <a:pt x="37" y="88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918720" y="2474640"/>
            <a:ext cx="459000" cy="87840"/>
          </a:xfrm>
          <a:custGeom>
            <a:avLst/>
            <a:gdLst/>
            <a:ahLst/>
            <a:rect l="0" t="0" r="r" b="b"/>
            <a:pathLst>
              <a:path w="1275" h="244">
                <a:moveTo>
                  <a:pt x="0" y="0"/>
                </a:moveTo>
                <a:lnTo>
                  <a:pt x="1275" y="0"/>
                </a:lnTo>
                <a:lnTo>
                  <a:pt x="1275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918720" y="2474640"/>
            <a:ext cx="459000" cy="87840"/>
          </a:xfrm>
          <a:custGeom>
            <a:avLst/>
            <a:gdLst/>
            <a:ahLst/>
            <a:rect l="0" t="0" r="r" b="b"/>
            <a:pathLst>
              <a:path w="1275" h="244">
                <a:moveTo>
                  <a:pt x="0" y="0"/>
                </a:moveTo>
                <a:lnTo>
                  <a:pt x="1275" y="0"/>
                </a:lnTo>
                <a:lnTo>
                  <a:pt x="1275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439920" y="171072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248560" y="247464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248560" y="247464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918720" y="248256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627720" y="2388600"/>
            <a:ext cx="648360" cy="87480"/>
          </a:xfrm>
          <a:custGeom>
            <a:avLst/>
            <a:gdLst/>
            <a:ahLst/>
            <a:rect l="0" t="0" r="r" b="b"/>
            <a:pathLst>
              <a:path w="1801" h="243">
                <a:moveTo>
                  <a:pt x="0" y="0"/>
                </a:moveTo>
                <a:lnTo>
                  <a:pt x="1801" y="0"/>
                </a:lnTo>
                <a:lnTo>
                  <a:pt x="180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627720" y="2388600"/>
            <a:ext cx="648360" cy="87480"/>
          </a:xfrm>
          <a:custGeom>
            <a:avLst/>
            <a:gdLst/>
            <a:ahLst/>
            <a:rect l="0" t="0" r="r" b="b"/>
            <a:pathLst>
              <a:path w="1801" h="243">
                <a:moveTo>
                  <a:pt x="0" y="0"/>
                </a:moveTo>
                <a:lnTo>
                  <a:pt x="1801" y="0"/>
                </a:lnTo>
                <a:lnTo>
                  <a:pt x="180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2248920" y="248256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812400" y="2548440"/>
            <a:ext cx="284400" cy="87480"/>
          </a:xfrm>
          <a:custGeom>
            <a:avLst/>
            <a:gdLst/>
            <a:ahLst/>
            <a:rect l="0" t="0" r="r" b="b"/>
            <a:pathLst>
              <a:path w="790" h="243">
                <a:moveTo>
                  <a:pt x="0" y="0"/>
                </a:moveTo>
                <a:lnTo>
                  <a:pt x="790" y="0"/>
                </a:lnTo>
                <a:lnTo>
                  <a:pt x="790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812400" y="2548440"/>
            <a:ext cx="284400" cy="87480"/>
          </a:xfrm>
          <a:custGeom>
            <a:avLst/>
            <a:gdLst/>
            <a:ahLst/>
            <a:rect l="0" t="0" r="r" b="b"/>
            <a:pathLst>
              <a:path w="790" h="243">
                <a:moveTo>
                  <a:pt x="0" y="0"/>
                </a:moveTo>
                <a:lnTo>
                  <a:pt x="790" y="0"/>
                </a:lnTo>
                <a:lnTo>
                  <a:pt x="790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628080" y="239652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226960" y="2634840"/>
            <a:ext cx="273240" cy="87840"/>
          </a:xfrm>
          <a:custGeom>
            <a:avLst/>
            <a:gdLst/>
            <a:ahLst/>
            <a:rect l="0" t="0" r="r" b="b"/>
            <a:pathLst>
              <a:path w="759" h="244">
                <a:moveTo>
                  <a:pt x="0" y="0"/>
                </a:moveTo>
                <a:lnTo>
                  <a:pt x="759" y="0"/>
                </a:lnTo>
                <a:lnTo>
                  <a:pt x="75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226960" y="2634840"/>
            <a:ext cx="273240" cy="87840"/>
          </a:xfrm>
          <a:custGeom>
            <a:avLst/>
            <a:gdLst/>
            <a:ahLst/>
            <a:rect l="0" t="0" r="r" b="b"/>
            <a:pathLst>
              <a:path w="759" h="244">
                <a:moveTo>
                  <a:pt x="0" y="0"/>
                </a:moveTo>
                <a:lnTo>
                  <a:pt x="759" y="0"/>
                </a:lnTo>
                <a:lnTo>
                  <a:pt x="75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3812760" y="255636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1067400" y="2634840"/>
            <a:ext cx="160560" cy="87840"/>
          </a:xfrm>
          <a:custGeom>
            <a:avLst/>
            <a:gdLst/>
            <a:ahLst/>
            <a:rect l="0" t="0" r="r" b="b"/>
            <a:pathLst>
              <a:path w="446" h="244">
                <a:moveTo>
                  <a:pt x="0" y="0"/>
                </a:moveTo>
                <a:lnTo>
                  <a:pt x="446" y="0"/>
                </a:lnTo>
                <a:lnTo>
                  <a:pt x="44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1067400" y="2634840"/>
            <a:ext cx="160560" cy="87840"/>
          </a:xfrm>
          <a:custGeom>
            <a:avLst/>
            <a:gdLst/>
            <a:ahLst/>
            <a:rect l="0" t="0" r="r" b="b"/>
            <a:pathLst>
              <a:path w="446" h="244">
                <a:moveTo>
                  <a:pt x="0" y="0"/>
                </a:moveTo>
                <a:lnTo>
                  <a:pt x="446" y="0"/>
                </a:lnTo>
                <a:lnTo>
                  <a:pt x="44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2226960" y="264276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4998240" y="246816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998240" y="246816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1067760" y="264276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6562800" y="2388240"/>
            <a:ext cx="174960" cy="87480"/>
          </a:xfrm>
          <a:custGeom>
            <a:avLst/>
            <a:gdLst/>
            <a:ahLst/>
            <a:rect l="0" t="0" r="r" b="b"/>
            <a:pathLst>
              <a:path w="486" h="243">
                <a:moveTo>
                  <a:pt x="0" y="0"/>
                </a:moveTo>
                <a:lnTo>
                  <a:pt x="486" y="0"/>
                </a:lnTo>
                <a:lnTo>
                  <a:pt x="48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6562800" y="2388240"/>
            <a:ext cx="174960" cy="87480"/>
          </a:xfrm>
          <a:custGeom>
            <a:avLst/>
            <a:gdLst/>
            <a:ahLst/>
            <a:rect l="0" t="0" r="r" b="b"/>
            <a:pathLst>
              <a:path w="486" h="243">
                <a:moveTo>
                  <a:pt x="0" y="0"/>
                </a:moveTo>
                <a:lnTo>
                  <a:pt x="486" y="0"/>
                </a:lnTo>
                <a:lnTo>
                  <a:pt x="48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4998600" y="247608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7763400" y="2388240"/>
            <a:ext cx="269640" cy="87480"/>
          </a:xfrm>
          <a:custGeom>
            <a:avLst/>
            <a:gdLst/>
            <a:ahLst/>
            <a:rect l="0" t="0" r="r" b="b"/>
            <a:pathLst>
              <a:path w="749" h="243">
                <a:moveTo>
                  <a:pt x="0" y="0"/>
                </a:moveTo>
                <a:lnTo>
                  <a:pt x="749" y="0"/>
                </a:lnTo>
                <a:lnTo>
                  <a:pt x="74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7763400" y="2388240"/>
            <a:ext cx="269640" cy="87480"/>
          </a:xfrm>
          <a:custGeom>
            <a:avLst/>
            <a:gdLst/>
            <a:ahLst/>
            <a:rect l="0" t="0" r="r" b="b"/>
            <a:pathLst>
              <a:path w="749" h="243">
                <a:moveTo>
                  <a:pt x="0" y="0"/>
                </a:moveTo>
                <a:lnTo>
                  <a:pt x="749" y="0"/>
                </a:lnTo>
                <a:lnTo>
                  <a:pt x="74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6563160" y="239616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6474600" y="2727000"/>
            <a:ext cx="335160" cy="87840"/>
          </a:xfrm>
          <a:custGeom>
            <a:avLst/>
            <a:gdLst/>
            <a:ahLst/>
            <a:rect l="0" t="0" r="r" b="b"/>
            <a:pathLst>
              <a:path w="931" h="244">
                <a:moveTo>
                  <a:pt x="0" y="0"/>
                </a:moveTo>
                <a:lnTo>
                  <a:pt x="931" y="0"/>
                </a:lnTo>
                <a:lnTo>
                  <a:pt x="93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6474600" y="2727000"/>
            <a:ext cx="335160" cy="87840"/>
          </a:xfrm>
          <a:custGeom>
            <a:avLst/>
            <a:gdLst/>
            <a:ahLst/>
            <a:rect l="0" t="0" r="r" b="b"/>
            <a:pathLst>
              <a:path w="931" h="244">
                <a:moveTo>
                  <a:pt x="0" y="0"/>
                </a:moveTo>
                <a:lnTo>
                  <a:pt x="931" y="0"/>
                </a:lnTo>
                <a:lnTo>
                  <a:pt x="93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763400" y="239616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6508800" y="307116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6508800" y="307116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6474960" y="273492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7793280" y="299124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7793280" y="299124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6508800" y="307908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5802480" y="3391200"/>
            <a:ext cx="357120" cy="87840"/>
          </a:xfrm>
          <a:custGeom>
            <a:avLst/>
            <a:gdLst/>
            <a:ahLst/>
            <a:rect l="0" t="0" r="r" b="b"/>
            <a:pathLst>
              <a:path w="992" h="244">
                <a:moveTo>
                  <a:pt x="0" y="0"/>
                </a:moveTo>
                <a:lnTo>
                  <a:pt x="992" y="0"/>
                </a:lnTo>
                <a:lnTo>
                  <a:pt x="992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5802480" y="3391200"/>
            <a:ext cx="357120" cy="87840"/>
          </a:xfrm>
          <a:custGeom>
            <a:avLst/>
            <a:gdLst/>
            <a:ahLst/>
            <a:rect l="0" t="0" r="r" b="b"/>
            <a:pathLst>
              <a:path w="992" h="244">
                <a:moveTo>
                  <a:pt x="0" y="0"/>
                </a:moveTo>
                <a:lnTo>
                  <a:pt x="992" y="0"/>
                </a:lnTo>
                <a:lnTo>
                  <a:pt x="992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7793640" y="299916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86720" y="2421360"/>
            <a:ext cx="341280" cy="341640"/>
          </a:xfrm>
          <a:custGeom>
            <a:avLst/>
            <a:gdLst/>
            <a:ahLst/>
            <a:rect l="0" t="0" r="r" b="b"/>
            <a:pathLst>
              <a:path w="948" h="949">
                <a:moveTo>
                  <a:pt x="948" y="475"/>
                </a:moveTo>
                <a:cubicBezTo>
                  <a:pt x="948" y="506"/>
                  <a:pt x="945" y="537"/>
                  <a:pt x="939" y="567"/>
                </a:cubicBezTo>
                <a:cubicBezTo>
                  <a:pt x="933" y="598"/>
                  <a:pt x="924" y="627"/>
                  <a:pt x="912" y="656"/>
                </a:cubicBezTo>
                <a:cubicBezTo>
                  <a:pt x="900" y="685"/>
                  <a:pt x="885" y="712"/>
                  <a:pt x="868" y="738"/>
                </a:cubicBezTo>
                <a:cubicBezTo>
                  <a:pt x="851" y="764"/>
                  <a:pt x="831" y="788"/>
                  <a:pt x="809" y="810"/>
                </a:cubicBezTo>
                <a:cubicBezTo>
                  <a:pt x="787" y="832"/>
                  <a:pt x="763" y="851"/>
                  <a:pt x="737" y="869"/>
                </a:cubicBezTo>
                <a:cubicBezTo>
                  <a:pt x="712" y="886"/>
                  <a:pt x="684" y="901"/>
                  <a:pt x="656" y="913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6"/>
                  <a:pt x="505" y="949"/>
                  <a:pt x="474" y="949"/>
                </a:cubicBezTo>
                <a:cubicBezTo>
                  <a:pt x="443" y="949"/>
                  <a:pt x="412" y="946"/>
                  <a:pt x="382" y="939"/>
                </a:cubicBezTo>
                <a:cubicBezTo>
                  <a:pt x="351" y="933"/>
                  <a:pt x="322" y="924"/>
                  <a:pt x="293" y="913"/>
                </a:cubicBezTo>
                <a:cubicBezTo>
                  <a:pt x="264" y="901"/>
                  <a:pt x="237" y="886"/>
                  <a:pt x="211" y="869"/>
                </a:cubicBezTo>
                <a:cubicBezTo>
                  <a:pt x="185" y="851"/>
                  <a:pt x="161" y="832"/>
                  <a:pt x="139" y="810"/>
                </a:cubicBezTo>
                <a:cubicBezTo>
                  <a:pt x="117" y="788"/>
                  <a:pt x="98" y="764"/>
                  <a:pt x="80" y="738"/>
                </a:cubicBezTo>
                <a:cubicBezTo>
                  <a:pt x="62" y="712"/>
                  <a:pt x="48" y="685"/>
                  <a:pt x="36" y="656"/>
                </a:cubicBezTo>
                <a:cubicBezTo>
                  <a:pt x="24" y="627"/>
                  <a:pt x="15" y="598"/>
                  <a:pt x="9" y="567"/>
                </a:cubicBezTo>
                <a:cubicBezTo>
                  <a:pt x="3" y="537"/>
                  <a:pt x="0" y="506"/>
                  <a:pt x="0" y="475"/>
                </a:cubicBezTo>
                <a:cubicBezTo>
                  <a:pt x="0" y="444"/>
                  <a:pt x="3" y="413"/>
                  <a:pt x="9" y="382"/>
                </a:cubicBezTo>
                <a:cubicBezTo>
                  <a:pt x="15" y="351"/>
                  <a:pt x="24" y="321"/>
                  <a:pt x="36" y="293"/>
                </a:cubicBezTo>
                <a:cubicBezTo>
                  <a:pt x="48" y="264"/>
                  <a:pt x="62" y="237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7"/>
                  <a:pt x="900" y="264"/>
                  <a:pt x="912" y="293"/>
                </a:cubicBezTo>
                <a:cubicBezTo>
                  <a:pt x="924" y="321"/>
                  <a:pt x="933" y="351"/>
                  <a:pt x="939" y="382"/>
                </a:cubicBezTo>
                <a:cubicBezTo>
                  <a:pt x="945" y="413"/>
                  <a:pt x="948" y="444"/>
                  <a:pt x="948" y="47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486720" y="2421360"/>
            <a:ext cx="341280" cy="341640"/>
          </a:xfrm>
          <a:custGeom>
            <a:avLst/>
            <a:gdLst/>
            <a:ahLst/>
            <a:rect l="0" t="0" r="r" b="b"/>
            <a:pathLst>
              <a:path w="948" h="949">
                <a:moveTo>
                  <a:pt x="948" y="475"/>
                </a:moveTo>
                <a:cubicBezTo>
                  <a:pt x="948" y="506"/>
                  <a:pt x="945" y="537"/>
                  <a:pt x="939" y="567"/>
                </a:cubicBezTo>
                <a:cubicBezTo>
                  <a:pt x="933" y="598"/>
                  <a:pt x="924" y="627"/>
                  <a:pt x="912" y="656"/>
                </a:cubicBezTo>
                <a:cubicBezTo>
                  <a:pt x="900" y="685"/>
                  <a:pt x="885" y="712"/>
                  <a:pt x="868" y="738"/>
                </a:cubicBezTo>
                <a:cubicBezTo>
                  <a:pt x="851" y="764"/>
                  <a:pt x="831" y="788"/>
                  <a:pt x="809" y="810"/>
                </a:cubicBezTo>
                <a:cubicBezTo>
                  <a:pt x="787" y="832"/>
                  <a:pt x="763" y="851"/>
                  <a:pt x="737" y="869"/>
                </a:cubicBezTo>
                <a:cubicBezTo>
                  <a:pt x="712" y="886"/>
                  <a:pt x="684" y="901"/>
                  <a:pt x="656" y="913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6"/>
                  <a:pt x="505" y="949"/>
                  <a:pt x="474" y="949"/>
                </a:cubicBezTo>
                <a:cubicBezTo>
                  <a:pt x="443" y="949"/>
                  <a:pt x="412" y="946"/>
                  <a:pt x="382" y="939"/>
                </a:cubicBezTo>
                <a:cubicBezTo>
                  <a:pt x="351" y="933"/>
                  <a:pt x="322" y="924"/>
                  <a:pt x="293" y="913"/>
                </a:cubicBezTo>
                <a:cubicBezTo>
                  <a:pt x="264" y="901"/>
                  <a:pt x="237" y="886"/>
                  <a:pt x="211" y="869"/>
                </a:cubicBezTo>
                <a:cubicBezTo>
                  <a:pt x="185" y="851"/>
                  <a:pt x="161" y="832"/>
                  <a:pt x="139" y="810"/>
                </a:cubicBezTo>
                <a:cubicBezTo>
                  <a:pt x="117" y="788"/>
                  <a:pt x="98" y="764"/>
                  <a:pt x="80" y="738"/>
                </a:cubicBezTo>
                <a:cubicBezTo>
                  <a:pt x="62" y="712"/>
                  <a:pt x="48" y="685"/>
                  <a:pt x="36" y="656"/>
                </a:cubicBezTo>
                <a:cubicBezTo>
                  <a:pt x="24" y="627"/>
                  <a:pt x="15" y="598"/>
                  <a:pt x="9" y="567"/>
                </a:cubicBezTo>
                <a:cubicBezTo>
                  <a:pt x="3" y="537"/>
                  <a:pt x="0" y="506"/>
                  <a:pt x="0" y="475"/>
                </a:cubicBezTo>
                <a:cubicBezTo>
                  <a:pt x="0" y="444"/>
                  <a:pt x="3" y="413"/>
                  <a:pt x="9" y="382"/>
                </a:cubicBezTo>
                <a:cubicBezTo>
                  <a:pt x="15" y="351"/>
                  <a:pt x="24" y="321"/>
                  <a:pt x="36" y="293"/>
                </a:cubicBezTo>
                <a:cubicBezTo>
                  <a:pt x="48" y="264"/>
                  <a:pt x="62" y="237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7"/>
                  <a:pt x="900" y="264"/>
                  <a:pt x="912" y="293"/>
                </a:cubicBezTo>
                <a:cubicBezTo>
                  <a:pt x="924" y="321"/>
                  <a:pt x="933" y="351"/>
                  <a:pt x="939" y="382"/>
                </a:cubicBezTo>
                <a:cubicBezTo>
                  <a:pt x="945" y="413"/>
                  <a:pt x="948" y="444"/>
                  <a:pt x="948" y="47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5802840" y="339912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1469160" y="2450160"/>
            <a:ext cx="667080" cy="284040"/>
          </a:xfrm>
          <a:custGeom>
            <a:avLst/>
            <a:gdLst/>
            <a:ahLst/>
            <a:rect l="0" t="0" r="r" b="b"/>
            <a:pathLst>
              <a:path w="1853" h="789">
                <a:moveTo>
                  <a:pt x="0" y="0"/>
                </a:moveTo>
                <a:lnTo>
                  <a:pt x="1853" y="0"/>
                </a:lnTo>
                <a:lnTo>
                  <a:pt x="1853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1469160" y="2450160"/>
            <a:ext cx="667080" cy="284040"/>
          </a:xfrm>
          <a:custGeom>
            <a:avLst/>
            <a:gdLst/>
            <a:ahLst/>
            <a:rect l="0" t="0" r="r" b="b"/>
            <a:pathLst>
              <a:path w="1853" h="789">
                <a:moveTo>
                  <a:pt x="0" y="0"/>
                </a:moveTo>
                <a:lnTo>
                  <a:pt x="1853" y="0"/>
                </a:lnTo>
                <a:lnTo>
                  <a:pt x="1853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514080" y="255636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1578600" y="251244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592360" y="2406240"/>
            <a:ext cx="946800" cy="371880"/>
          </a:xfrm>
          <a:custGeom>
            <a:avLst/>
            <a:gdLst/>
            <a:ahLst/>
            <a:rect l="0" t="0" r="r" b="b"/>
            <a:pathLst>
              <a:path w="2630" h="1033">
                <a:moveTo>
                  <a:pt x="0" y="0"/>
                </a:moveTo>
                <a:lnTo>
                  <a:pt x="2630" y="0"/>
                </a:lnTo>
                <a:lnTo>
                  <a:pt x="263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592360" y="2406240"/>
            <a:ext cx="946800" cy="371880"/>
          </a:xfrm>
          <a:custGeom>
            <a:avLst/>
            <a:gdLst/>
            <a:ahLst/>
            <a:rect l="0" t="0" r="r" b="b"/>
            <a:pathLst>
              <a:path w="2630" h="1033">
                <a:moveTo>
                  <a:pt x="0" y="0"/>
                </a:moveTo>
                <a:lnTo>
                  <a:pt x="2630" y="0"/>
                </a:lnTo>
                <a:lnTo>
                  <a:pt x="263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1607400" y="259992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2902320" y="246888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2782800" y="255636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4369680" y="2323440"/>
            <a:ext cx="538200" cy="377280"/>
          </a:xfrm>
          <a:custGeom>
            <a:avLst/>
            <a:gdLst/>
            <a:ahLst/>
            <a:rect l="0" t="0" r="r" b="b"/>
            <a:pathLst>
              <a:path w="1495" h="1048">
                <a:moveTo>
                  <a:pt x="0" y="136"/>
                </a:moveTo>
                <a:cubicBezTo>
                  <a:pt x="0" y="145"/>
                  <a:pt x="5" y="154"/>
                  <a:pt x="14" y="163"/>
                </a:cubicBezTo>
                <a:cubicBezTo>
                  <a:pt x="24" y="172"/>
                  <a:pt x="38" y="181"/>
                  <a:pt x="57" y="189"/>
                </a:cubicBezTo>
                <a:cubicBezTo>
                  <a:pt x="76" y="197"/>
                  <a:pt x="99" y="205"/>
                  <a:pt x="126" y="213"/>
                </a:cubicBezTo>
                <a:cubicBezTo>
                  <a:pt x="153" y="220"/>
                  <a:pt x="184" y="227"/>
                  <a:pt x="219" y="233"/>
                </a:cubicBezTo>
                <a:cubicBezTo>
                  <a:pt x="253" y="240"/>
                  <a:pt x="291" y="245"/>
                  <a:pt x="332" y="250"/>
                </a:cubicBezTo>
                <a:cubicBezTo>
                  <a:pt x="373" y="255"/>
                  <a:pt x="416" y="260"/>
                  <a:pt x="461" y="263"/>
                </a:cubicBezTo>
                <a:cubicBezTo>
                  <a:pt x="506" y="266"/>
                  <a:pt x="554" y="269"/>
                  <a:pt x="602" y="271"/>
                </a:cubicBezTo>
                <a:cubicBezTo>
                  <a:pt x="650" y="273"/>
                  <a:pt x="699" y="273"/>
                  <a:pt x="748" y="273"/>
                </a:cubicBezTo>
                <a:cubicBezTo>
                  <a:pt x="797" y="273"/>
                  <a:pt x="845" y="273"/>
                  <a:pt x="893" y="271"/>
                </a:cubicBezTo>
                <a:cubicBezTo>
                  <a:pt x="942" y="269"/>
                  <a:pt x="988" y="266"/>
                  <a:pt x="1034" y="263"/>
                </a:cubicBezTo>
                <a:cubicBezTo>
                  <a:pt x="1079" y="260"/>
                  <a:pt x="1122" y="255"/>
                  <a:pt x="1163" y="250"/>
                </a:cubicBezTo>
                <a:cubicBezTo>
                  <a:pt x="1203" y="245"/>
                  <a:pt x="1241" y="240"/>
                  <a:pt x="1276" y="233"/>
                </a:cubicBezTo>
                <a:cubicBezTo>
                  <a:pt x="1311" y="227"/>
                  <a:pt x="1341" y="220"/>
                  <a:pt x="1369" y="213"/>
                </a:cubicBezTo>
                <a:cubicBezTo>
                  <a:pt x="1396" y="205"/>
                  <a:pt x="1419" y="197"/>
                  <a:pt x="1438" y="189"/>
                </a:cubicBezTo>
                <a:cubicBezTo>
                  <a:pt x="1457" y="181"/>
                  <a:pt x="1471" y="172"/>
                  <a:pt x="1480" y="163"/>
                </a:cubicBezTo>
                <a:cubicBezTo>
                  <a:pt x="1490" y="154"/>
                  <a:pt x="1495" y="145"/>
                  <a:pt x="1495" y="136"/>
                </a:cubicBezTo>
                <a:cubicBezTo>
                  <a:pt x="1495" y="127"/>
                  <a:pt x="1490" y="119"/>
                  <a:pt x="1480" y="110"/>
                </a:cubicBezTo>
                <a:cubicBezTo>
                  <a:pt x="1471" y="101"/>
                  <a:pt x="1457" y="92"/>
                  <a:pt x="1438" y="84"/>
                </a:cubicBezTo>
                <a:cubicBezTo>
                  <a:pt x="1419" y="76"/>
                  <a:pt x="1396" y="68"/>
                  <a:pt x="1369" y="60"/>
                </a:cubicBezTo>
                <a:cubicBezTo>
                  <a:pt x="1341" y="53"/>
                  <a:pt x="1311" y="46"/>
                  <a:pt x="1276" y="40"/>
                </a:cubicBezTo>
                <a:cubicBezTo>
                  <a:pt x="1241" y="33"/>
                  <a:pt x="1203" y="28"/>
                  <a:pt x="1163" y="23"/>
                </a:cubicBezTo>
                <a:cubicBezTo>
                  <a:pt x="1122" y="18"/>
                  <a:pt x="1079" y="13"/>
                  <a:pt x="1034" y="10"/>
                </a:cubicBezTo>
                <a:cubicBezTo>
                  <a:pt x="988" y="7"/>
                  <a:pt x="942" y="4"/>
                  <a:pt x="893" y="2"/>
                </a:cubicBezTo>
                <a:cubicBezTo>
                  <a:pt x="845" y="0"/>
                  <a:pt x="797" y="0"/>
                  <a:pt x="748" y="0"/>
                </a:cubicBezTo>
                <a:cubicBezTo>
                  <a:pt x="699" y="0"/>
                  <a:pt x="650" y="0"/>
                  <a:pt x="602" y="2"/>
                </a:cubicBezTo>
                <a:cubicBezTo>
                  <a:pt x="554" y="4"/>
                  <a:pt x="506" y="7"/>
                  <a:pt x="461" y="10"/>
                </a:cubicBezTo>
                <a:cubicBezTo>
                  <a:pt x="416" y="13"/>
                  <a:pt x="373" y="18"/>
                  <a:pt x="332" y="23"/>
                </a:cubicBezTo>
                <a:cubicBezTo>
                  <a:pt x="291" y="28"/>
                  <a:pt x="253" y="33"/>
                  <a:pt x="219" y="40"/>
                </a:cubicBezTo>
                <a:cubicBezTo>
                  <a:pt x="184" y="46"/>
                  <a:pt x="153" y="53"/>
                  <a:pt x="126" y="60"/>
                </a:cubicBezTo>
                <a:cubicBezTo>
                  <a:pt x="99" y="68"/>
                  <a:pt x="76" y="76"/>
                  <a:pt x="57" y="84"/>
                </a:cubicBezTo>
                <a:cubicBezTo>
                  <a:pt x="38" y="92"/>
                  <a:pt x="24" y="101"/>
                  <a:pt x="14" y="110"/>
                </a:cubicBezTo>
                <a:cubicBezTo>
                  <a:pt x="5" y="119"/>
                  <a:pt x="0" y="127"/>
                  <a:pt x="0" y="136"/>
                </a:cubicBezTo>
                <a:lnTo>
                  <a:pt x="0" y="911"/>
                </a:lnTo>
                <a:cubicBezTo>
                  <a:pt x="0" y="920"/>
                  <a:pt x="5" y="929"/>
                  <a:pt x="14" y="938"/>
                </a:cubicBezTo>
                <a:cubicBezTo>
                  <a:pt x="24" y="947"/>
                  <a:pt x="38" y="956"/>
                  <a:pt x="57" y="964"/>
                </a:cubicBezTo>
                <a:cubicBezTo>
                  <a:pt x="76" y="972"/>
                  <a:pt x="99" y="980"/>
                  <a:pt x="126" y="987"/>
                </a:cubicBezTo>
                <a:cubicBezTo>
                  <a:pt x="153" y="995"/>
                  <a:pt x="184" y="1002"/>
                  <a:pt x="219" y="1008"/>
                </a:cubicBezTo>
                <a:cubicBezTo>
                  <a:pt x="253" y="1015"/>
                  <a:pt x="291" y="1020"/>
                  <a:pt x="332" y="1025"/>
                </a:cubicBezTo>
                <a:cubicBezTo>
                  <a:pt x="373" y="1030"/>
                  <a:pt x="416" y="1034"/>
                  <a:pt x="461" y="1038"/>
                </a:cubicBezTo>
                <a:cubicBezTo>
                  <a:pt x="506" y="1041"/>
                  <a:pt x="554" y="1044"/>
                  <a:pt x="602" y="1046"/>
                </a:cubicBezTo>
                <a:cubicBezTo>
                  <a:pt x="650" y="1047"/>
                  <a:pt x="699" y="1048"/>
                  <a:pt x="748" y="1048"/>
                </a:cubicBezTo>
                <a:cubicBezTo>
                  <a:pt x="797" y="1048"/>
                  <a:pt x="845" y="1047"/>
                  <a:pt x="893" y="1046"/>
                </a:cubicBezTo>
                <a:cubicBezTo>
                  <a:pt x="942" y="1044"/>
                  <a:pt x="988" y="1041"/>
                  <a:pt x="1034" y="1038"/>
                </a:cubicBezTo>
                <a:cubicBezTo>
                  <a:pt x="1079" y="1034"/>
                  <a:pt x="1122" y="1030"/>
                  <a:pt x="1163" y="1025"/>
                </a:cubicBezTo>
                <a:cubicBezTo>
                  <a:pt x="1203" y="1020"/>
                  <a:pt x="1241" y="1015"/>
                  <a:pt x="1276" y="1008"/>
                </a:cubicBezTo>
                <a:cubicBezTo>
                  <a:pt x="1311" y="1002"/>
                  <a:pt x="1341" y="995"/>
                  <a:pt x="1369" y="987"/>
                </a:cubicBezTo>
                <a:cubicBezTo>
                  <a:pt x="1396" y="980"/>
                  <a:pt x="1419" y="972"/>
                  <a:pt x="1438" y="964"/>
                </a:cubicBezTo>
                <a:cubicBezTo>
                  <a:pt x="1457" y="956"/>
                  <a:pt x="1471" y="947"/>
                  <a:pt x="1480" y="938"/>
                </a:cubicBezTo>
                <a:cubicBezTo>
                  <a:pt x="1490" y="929"/>
                  <a:pt x="1495" y="920"/>
                  <a:pt x="1495" y="911"/>
                </a:cubicBezTo>
                <a:lnTo>
                  <a:pt x="1495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4369680" y="2323440"/>
            <a:ext cx="538200" cy="377280"/>
          </a:xfrm>
          <a:custGeom>
            <a:avLst/>
            <a:gdLst/>
            <a:ahLst/>
            <a:rect l="0" t="0" r="r" b="b"/>
            <a:pathLst>
              <a:path fill="none" w="1495" h="1048">
                <a:moveTo>
                  <a:pt x="0" y="136"/>
                </a:moveTo>
                <a:cubicBezTo>
                  <a:pt x="0" y="145"/>
                  <a:pt x="5" y="154"/>
                  <a:pt x="14" y="163"/>
                </a:cubicBezTo>
                <a:cubicBezTo>
                  <a:pt x="24" y="172"/>
                  <a:pt x="38" y="181"/>
                  <a:pt x="57" y="189"/>
                </a:cubicBezTo>
                <a:cubicBezTo>
                  <a:pt x="76" y="197"/>
                  <a:pt x="99" y="205"/>
                  <a:pt x="126" y="213"/>
                </a:cubicBezTo>
                <a:cubicBezTo>
                  <a:pt x="153" y="220"/>
                  <a:pt x="184" y="227"/>
                  <a:pt x="219" y="233"/>
                </a:cubicBezTo>
                <a:cubicBezTo>
                  <a:pt x="253" y="240"/>
                  <a:pt x="291" y="245"/>
                  <a:pt x="332" y="250"/>
                </a:cubicBezTo>
                <a:cubicBezTo>
                  <a:pt x="373" y="255"/>
                  <a:pt x="416" y="260"/>
                  <a:pt x="461" y="263"/>
                </a:cubicBezTo>
                <a:cubicBezTo>
                  <a:pt x="506" y="266"/>
                  <a:pt x="554" y="269"/>
                  <a:pt x="602" y="271"/>
                </a:cubicBezTo>
                <a:cubicBezTo>
                  <a:pt x="650" y="273"/>
                  <a:pt x="699" y="273"/>
                  <a:pt x="748" y="273"/>
                </a:cubicBezTo>
                <a:cubicBezTo>
                  <a:pt x="797" y="273"/>
                  <a:pt x="845" y="273"/>
                  <a:pt x="893" y="271"/>
                </a:cubicBezTo>
                <a:cubicBezTo>
                  <a:pt x="942" y="269"/>
                  <a:pt x="988" y="266"/>
                  <a:pt x="1034" y="263"/>
                </a:cubicBezTo>
                <a:cubicBezTo>
                  <a:pt x="1079" y="260"/>
                  <a:pt x="1122" y="255"/>
                  <a:pt x="1163" y="250"/>
                </a:cubicBezTo>
                <a:cubicBezTo>
                  <a:pt x="1203" y="245"/>
                  <a:pt x="1241" y="240"/>
                  <a:pt x="1276" y="233"/>
                </a:cubicBezTo>
                <a:cubicBezTo>
                  <a:pt x="1311" y="227"/>
                  <a:pt x="1341" y="220"/>
                  <a:pt x="1369" y="213"/>
                </a:cubicBezTo>
                <a:cubicBezTo>
                  <a:pt x="1396" y="205"/>
                  <a:pt x="1419" y="197"/>
                  <a:pt x="1438" y="189"/>
                </a:cubicBezTo>
                <a:cubicBezTo>
                  <a:pt x="1457" y="181"/>
                  <a:pt x="1471" y="172"/>
                  <a:pt x="1480" y="163"/>
                </a:cubicBezTo>
                <a:cubicBezTo>
                  <a:pt x="1490" y="154"/>
                  <a:pt x="1495" y="145"/>
                  <a:pt x="1495" y="136"/>
                </a:cubicBezTo>
                <a:cubicBezTo>
                  <a:pt x="1495" y="127"/>
                  <a:pt x="1490" y="119"/>
                  <a:pt x="1480" y="110"/>
                </a:cubicBezTo>
                <a:cubicBezTo>
                  <a:pt x="1471" y="101"/>
                  <a:pt x="1457" y="92"/>
                  <a:pt x="1438" y="84"/>
                </a:cubicBezTo>
                <a:cubicBezTo>
                  <a:pt x="1419" y="76"/>
                  <a:pt x="1396" y="68"/>
                  <a:pt x="1369" y="60"/>
                </a:cubicBezTo>
                <a:cubicBezTo>
                  <a:pt x="1341" y="53"/>
                  <a:pt x="1311" y="46"/>
                  <a:pt x="1276" y="40"/>
                </a:cubicBezTo>
                <a:cubicBezTo>
                  <a:pt x="1241" y="33"/>
                  <a:pt x="1203" y="28"/>
                  <a:pt x="1163" y="23"/>
                </a:cubicBezTo>
                <a:cubicBezTo>
                  <a:pt x="1122" y="18"/>
                  <a:pt x="1079" y="13"/>
                  <a:pt x="1034" y="10"/>
                </a:cubicBezTo>
                <a:cubicBezTo>
                  <a:pt x="988" y="7"/>
                  <a:pt x="942" y="4"/>
                  <a:pt x="893" y="2"/>
                </a:cubicBezTo>
                <a:cubicBezTo>
                  <a:pt x="845" y="0"/>
                  <a:pt x="797" y="0"/>
                  <a:pt x="748" y="0"/>
                </a:cubicBezTo>
                <a:cubicBezTo>
                  <a:pt x="699" y="0"/>
                  <a:pt x="650" y="0"/>
                  <a:pt x="602" y="2"/>
                </a:cubicBezTo>
                <a:cubicBezTo>
                  <a:pt x="554" y="4"/>
                  <a:pt x="506" y="7"/>
                  <a:pt x="461" y="10"/>
                </a:cubicBezTo>
                <a:cubicBezTo>
                  <a:pt x="416" y="13"/>
                  <a:pt x="373" y="18"/>
                  <a:pt x="332" y="23"/>
                </a:cubicBezTo>
                <a:cubicBezTo>
                  <a:pt x="291" y="28"/>
                  <a:pt x="253" y="33"/>
                  <a:pt x="219" y="40"/>
                </a:cubicBezTo>
                <a:cubicBezTo>
                  <a:pt x="184" y="46"/>
                  <a:pt x="153" y="53"/>
                  <a:pt x="126" y="60"/>
                </a:cubicBezTo>
                <a:cubicBezTo>
                  <a:pt x="99" y="68"/>
                  <a:pt x="76" y="76"/>
                  <a:pt x="57" y="84"/>
                </a:cubicBezTo>
                <a:cubicBezTo>
                  <a:pt x="38" y="92"/>
                  <a:pt x="24" y="101"/>
                  <a:pt x="14" y="110"/>
                </a:cubicBezTo>
                <a:cubicBezTo>
                  <a:pt x="5" y="119"/>
                  <a:pt x="0" y="127"/>
                  <a:pt x="0" y="136"/>
                </a:cubicBezTo>
                <a:lnTo>
                  <a:pt x="0" y="911"/>
                </a:lnTo>
                <a:cubicBezTo>
                  <a:pt x="0" y="920"/>
                  <a:pt x="5" y="929"/>
                  <a:pt x="14" y="938"/>
                </a:cubicBezTo>
                <a:cubicBezTo>
                  <a:pt x="24" y="947"/>
                  <a:pt x="38" y="956"/>
                  <a:pt x="57" y="964"/>
                </a:cubicBezTo>
                <a:cubicBezTo>
                  <a:pt x="76" y="972"/>
                  <a:pt x="99" y="980"/>
                  <a:pt x="126" y="987"/>
                </a:cubicBezTo>
                <a:cubicBezTo>
                  <a:pt x="153" y="995"/>
                  <a:pt x="184" y="1002"/>
                  <a:pt x="219" y="1008"/>
                </a:cubicBezTo>
                <a:cubicBezTo>
                  <a:pt x="253" y="1015"/>
                  <a:pt x="291" y="1020"/>
                  <a:pt x="332" y="1025"/>
                </a:cubicBezTo>
                <a:cubicBezTo>
                  <a:pt x="373" y="1030"/>
                  <a:pt x="416" y="1034"/>
                  <a:pt x="461" y="1038"/>
                </a:cubicBezTo>
                <a:cubicBezTo>
                  <a:pt x="506" y="1041"/>
                  <a:pt x="554" y="1044"/>
                  <a:pt x="602" y="1046"/>
                </a:cubicBezTo>
                <a:cubicBezTo>
                  <a:pt x="650" y="1047"/>
                  <a:pt x="699" y="1048"/>
                  <a:pt x="748" y="1048"/>
                </a:cubicBezTo>
                <a:cubicBezTo>
                  <a:pt x="797" y="1048"/>
                  <a:pt x="845" y="1047"/>
                  <a:pt x="893" y="1046"/>
                </a:cubicBezTo>
                <a:cubicBezTo>
                  <a:pt x="942" y="1044"/>
                  <a:pt x="988" y="1041"/>
                  <a:pt x="1034" y="1038"/>
                </a:cubicBezTo>
                <a:cubicBezTo>
                  <a:pt x="1079" y="1034"/>
                  <a:pt x="1122" y="1030"/>
                  <a:pt x="1163" y="1025"/>
                </a:cubicBezTo>
                <a:cubicBezTo>
                  <a:pt x="1203" y="1020"/>
                  <a:pt x="1241" y="1015"/>
                  <a:pt x="1276" y="1008"/>
                </a:cubicBezTo>
                <a:cubicBezTo>
                  <a:pt x="1311" y="1002"/>
                  <a:pt x="1341" y="995"/>
                  <a:pt x="1369" y="987"/>
                </a:cubicBezTo>
                <a:cubicBezTo>
                  <a:pt x="1396" y="980"/>
                  <a:pt x="1419" y="972"/>
                  <a:pt x="1438" y="964"/>
                </a:cubicBezTo>
                <a:cubicBezTo>
                  <a:pt x="1457" y="956"/>
                  <a:pt x="1471" y="947"/>
                  <a:pt x="1480" y="938"/>
                </a:cubicBezTo>
                <a:cubicBezTo>
                  <a:pt x="1490" y="929"/>
                  <a:pt x="1495" y="920"/>
                  <a:pt x="1495" y="911"/>
                </a:cubicBezTo>
                <a:lnTo>
                  <a:pt x="1495" y="13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2904120" y="264348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4397040" y="246888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5618160" y="231336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5"/>
                </a:moveTo>
                <a:cubicBezTo>
                  <a:pt x="0" y="160"/>
                  <a:pt x="2" y="165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0"/>
                </a:cubicBezTo>
                <a:cubicBezTo>
                  <a:pt x="53" y="205"/>
                  <a:pt x="64" y="210"/>
                  <a:pt x="76" y="215"/>
                </a:cubicBezTo>
                <a:cubicBezTo>
                  <a:pt x="89" y="219"/>
                  <a:pt x="103" y="224"/>
                  <a:pt x="119" y="229"/>
                </a:cubicBezTo>
                <a:cubicBezTo>
                  <a:pt x="134" y="233"/>
                  <a:pt x="151" y="237"/>
                  <a:pt x="169" y="242"/>
                </a:cubicBezTo>
                <a:cubicBezTo>
                  <a:pt x="188" y="246"/>
                  <a:pt x="207" y="250"/>
                  <a:pt x="228" y="254"/>
                </a:cubicBezTo>
                <a:cubicBezTo>
                  <a:pt x="249" y="258"/>
                  <a:pt x="271" y="262"/>
                  <a:pt x="295" y="265"/>
                </a:cubicBezTo>
                <a:cubicBezTo>
                  <a:pt x="318" y="269"/>
                  <a:pt x="342" y="272"/>
                  <a:pt x="368" y="275"/>
                </a:cubicBezTo>
                <a:cubicBezTo>
                  <a:pt x="393" y="279"/>
                  <a:pt x="420" y="282"/>
                  <a:pt x="447" y="284"/>
                </a:cubicBezTo>
                <a:cubicBezTo>
                  <a:pt x="474" y="287"/>
                  <a:pt x="503" y="290"/>
                  <a:pt x="532" y="292"/>
                </a:cubicBezTo>
                <a:cubicBezTo>
                  <a:pt x="561" y="295"/>
                  <a:pt x="590" y="297"/>
                  <a:pt x="621" y="299"/>
                </a:cubicBezTo>
                <a:cubicBezTo>
                  <a:pt x="651" y="301"/>
                  <a:pt x="682" y="302"/>
                  <a:pt x="714" y="304"/>
                </a:cubicBezTo>
                <a:cubicBezTo>
                  <a:pt x="745" y="305"/>
                  <a:pt x="777" y="307"/>
                  <a:pt x="810" y="308"/>
                </a:cubicBezTo>
                <a:cubicBezTo>
                  <a:pt x="842" y="309"/>
                  <a:pt x="874" y="309"/>
                  <a:pt x="907" y="310"/>
                </a:cubicBezTo>
                <a:cubicBezTo>
                  <a:pt x="940" y="310"/>
                  <a:pt x="973" y="311"/>
                  <a:pt x="1006" y="311"/>
                </a:cubicBezTo>
                <a:cubicBezTo>
                  <a:pt x="1039" y="311"/>
                  <a:pt x="1072" y="310"/>
                  <a:pt x="1104" y="310"/>
                </a:cubicBezTo>
                <a:cubicBezTo>
                  <a:pt x="1137" y="309"/>
                  <a:pt x="1170" y="309"/>
                  <a:pt x="1202" y="308"/>
                </a:cubicBezTo>
                <a:cubicBezTo>
                  <a:pt x="1234" y="307"/>
                  <a:pt x="1266" y="305"/>
                  <a:pt x="1298" y="304"/>
                </a:cubicBezTo>
                <a:cubicBezTo>
                  <a:pt x="1329" y="302"/>
                  <a:pt x="1360" y="301"/>
                  <a:pt x="1391" y="299"/>
                </a:cubicBezTo>
                <a:cubicBezTo>
                  <a:pt x="1421" y="297"/>
                  <a:pt x="1451" y="295"/>
                  <a:pt x="1480" y="292"/>
                </a:cubicBezTo>
                <a:cubicBezTo>
                  <a:pt x="1510" y="290"/>
                  <a:pt x="1538" y="287"/>
                  <a:pt x="1566" y="284"/>
                </a:cubicBezTo>
                <a:cubicBezTo>
                  <a:pt x="1593" y="282"/>
                  <a:pt x="1620" y="279"/>
                  <a:pt x="1645" y="275"/>
                </a:cubicBezTo>
                <a:cubicBezTo>
                  <a:pt x="1670" y="272"/>
                  <a:pt x="1695" y="269"/>
                  <a:pt x="1718" y="265"/>
                </a:cubicBezTo>
                <a:cubicBezTo>
                  <a:pt x="1741" y="262"/>
                  <a:pt x="1764" y="258"/>
                  <a:pt x="1784" y="254"/>
                </a:cubicBezTo>
                <a:cubicBezTo>
                  <a:pt x="1805" y="250"/>
                  <a:pt x="1825" y="246"/>
                  <a:pt x="1843" y="242"/>
                </a:cubicBezTo>
                <a:cubicBezTo>
                  <a:pt x="1862" y="237"/>
                  <a:pt x="1878" y="233"/>
                  <a:pt x="1894" y="229"/>
                </a:cubicBezTo>
                <a:cubicBezTo>
                  <a:pt x="1910" y="224"/>
                  <a:pt x="1924" y="219"/>
                  <a:pt x="1936" y="215"/>
                </a:cubicBezTo>
                <a:cubicBezTo>
                  <a:pt x="1949" y="210"/>
                  <a:pt x="1960" y="205"/>
                  <a:pt x="1969" y="200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5"/>
                  <a:pt x="2013" y="160"/>
                  <a:pt x="2013" y="155"/>
                </a:cubicBezTo>
                <a:cubicBezTo>
                  <a:pt x="2013" y="150"/>
                  <a:pt x="2011" y="145"/>
                  <a:pt x="2008" y="140"/>
                </a:cubicBezTo>
                <a:cubicBezTo>
                  <a:pt x="2005" y="135"/>
                  <a:pt x="2000" y="130"/>
                  <a:pt x="1993" y="125"/>
                </a:cubicBezTo>
                <a:cubicBezTo>
                  <a:pt x="1987" y="120"/>
                  <a:pt x="1979" y="115"/>
                  <a:pt x="1969" y="110"/>
                </a:cubicBezTo>
                <a:cubicBezTo>
                  <a:pt x="1960" y="105"/>
                  <a:pt x="1949" y="101"/>
                  <a:pt x="1936" y="96"/>
                </a:cubicBezTo>
                <a:cubicBezTo>
                  <a:pt x="1924" y="91"/>
                  <a:pt x="1910" y="87"/>
                  <a:pt x="1894" y="82"/>
                </a:cubicBezTo>
                <a:cubicBezTo>
                  <a:pt x="1878" y="78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6"/>
                </a:cubicBezTo>
                <a:cubicBezTo>
                  <a:pt x="1695" y="42"/>
                  <a:pt x="1670" y="39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9"/>
                  <a:pt x="318" y="42"/>
                  <a:pt x="295" y="46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8"/>
                  <a:pt x="119" y="82"/>
                </a:cubicBezTo>
                <a:cubicBezTo>
                  <a:pt x="103" y="87"/>
                  <a:pt x="89" y="91"/>
                  <a:pt x="76" y="96"/>
                </a:cubicBezTo>
                <a:cubicBezTo>
                  <a:pt x="64" y="101"/>
                  <a:pt x="53" y="105"/>
                  <a:pt x="43" y="110"/>
                </a:cubicBezTo>
                <a:cubicBezTo>
                  <a:pt x="34" y="115"/>
                  <a:pt x="26" y="120"/>
                  <a:pt x="19" y="125"/>
                </a:cubicBezTo>
                <a:cubicBezTo>
                  <a:pt x="13" y="130"/>
                  <a:pt x="8" y="135"/>
                  <a:pt x="5" y="140"/>
                </a:cubicBezTo>
                <a:cubicBezTo>
                  <a:pt x="2" y="145"/>
                  <a:pt x="0" y="150"/>
                  <a:pt x="0" y="155"/>
                </a:cubicBezTo>
                <a:lnTo>
                  <a:pt x="0" y="949"/>
                </a:lnTo>
                <a:cubicBezTo>
                  <a:pt x="0" y="954"/>
                  <a:pt x="2" y="959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4"/>
                </a:cubicBezTo>
                <a:cubicBezTo>
                  <a:pt x="53" y="999"/>
                  <a:pt x="64" y="1003"/>
                  <a:pt x="76" y="1008"/>
                </a:cubicBezTo>
                <a:cubicBezTo>
                  <a:pt x="89" y="1013"/>
                  <a:pt x="103" y="1017"/>
                  <a:pt x="119" y="1022"/>
                </a:cubicBezTo>
                <a:cubicBezTo>
                  <a:pt x="134" y="1026"/>
                  <a:pt x="151" y="1031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9"/>
                </a:cubicBezTo>
                <a:cubicBezTo>
                  <a:pt x="393" y="1072"/>
                  <a:pt x="420" y="1075"/>
                  <a:pt x="447" y="1078"/>
                </a:cubicBezTo>
                <a:cubicBezTo>
                  <a:pt x="474" y="1080"/>
                  <a:pt x="503" y="1083"/>
                  <a:pt x="532" y="1086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6"/>
                  <a:pt x="714" y="1097"/>
                </a:cubicBezTo>
                <a:cubicBezTo>
                  <a:pt x="745" y="1099"/>
                  <a:pt x="777" y="1100"/>
                  <a:pt x="810" y="1101"/>
                </a:cubicBezTo>
                <a:cubicBezTo>
                  <a:pt x="842" y="1102"/>
                  <a:pt x="874" y="1103"/>
                  <a:pt x="907" y="1103"/>
                </a:cubicBezTo>
                <a:cubicBezTo>
                  <a:pt x="940" y="1104"/>
                  <a:pt x="973" y="1104"/>
                  <a:pt x="1006" y="1104"/>
                </a:cubicBezTo>
                <a:cubicBezTo>
                  <a:pt x="1039" y="1104"/>
                  <a:pt x="1072" y="1104"/>
                  <a:pt x="1104" y="1103"/>
                </a:cubicBezTo>
                <a:cubicBezTo>
                  <a:pt x="1137" y="1103"/>
                  <a:pt x="1170" y="1102"/>
                  <a:pt x="1202" y="1101"/>
                </a:cubicBezTo>
                <a:cubicBezTo>
                  <a:pt x="1234" y="1100"/>
                  <a:pt x="1266" y="1099"/>
                  <a:pt x="1298" y="1097"/>
                </a:cubicBezTo>
                <a:cubicBezTo>
                  <a:pt x="1329" y="1096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6"/>
                </a:cubicBezTo>
                <a:cubicBezTo>
                  <a:pt x="1510" y="1083"/>
                  <a:pt x="1538" y="1080"/>
                  <a:pt x="1566" y="1078"/>
                </a:cubicBezTo>
                <a:cubicBezTo>
                  <a:pt x="1593" y="1075"/>
                  <a:pt x="1620" y="1072"/>
                  <a:pt x="1645" y="1069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1"/>
                  <a:pt x="1878" y="1026"/>
                  <a:pt x="1894" y="1022"/>
                </a:cubicBezTo>
                <a:cubicBezTo>
                  <a:pt x="1910" y="1017"/>
                  <a:pt x="1924" y="1013"/>
                  <a:pt x="1936" y="1008"/>
                </a:cubicBezTo>
                <a:cubicBezTo>
                  <a:pt x="1949" y="1003"/>
                  <a:pt x="1960" y="999"/>
                  <a:pt x="1969" y="994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9"/>
                  <a:pt x="2013" y="954"/>
                  <a:pt x="2013" y="949"/>
                </a:cubicBezTo>
                <a:lnTo>
                  <a:pt x="2013" y="155"/>
                </a:lnTo>
                <a:lnTo>
                  <a:pt x="0" y="155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5618160" y="231336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5"/>
                </a:moveTo>
                <a:cubicBezTo>
                  <a:pt x="0" y="160"/>
                  <a:pt x="2" y="165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0"/>
                </a:cubicBezTo>
                <a:cubicBezTo>
                  <a:pt x="53" y="205"/>
                  <a:pt x="64" y="210"/>
                  <a:pt x="76" y="215"/>
                </a:cubicBezTo>
                <a:cubicBezTo>
                  <a:pt x="89" y="219"/>
                  <a:pt x="103" y="224"/>
                  <a:pt x="119" y="229"/>
                </a:cubicBezTo>
                <a:cubicBezTo>
                  <a:pt x="134" y="233"/>
                  <a:pt x="151" y="237"/>
                  <a:pt x="169" y="242"/>
                </a:cubicBezTo>
                <a:cubicBezTo>
                  <a:pt x="188" y="246"/>
                  <a:pt x="207" y="250"/>
                  <a:pt x="228" y="254"/>
                </a:cubicBezTo>
                <a:cubicBezTo>
                  <a:pt x="249" y="258"/>
                  <a:pt x="271" y="262"/>
                  <a:pt x="295" y="265"/>
                </a:cubicBezTo>
                <a:cubicBezTo>
                  <a:pt x="318" y="269"/>
                  <a:pt x="342" y="272"/>
                  <a:pt x="368" y="275"/>
                </a:cubicBezTo>
                <a:cubicBezTo>
                  <a:pt x="393" y="279"/>
                  <a:pt x="420" y="282"/>
                  <a:pt x="447" y="284"/>
                </a:cubicBezTo>
                <a:cubicBezTo>
                  <a:pt x="474" y="287"/>
                  <a:pt x="503" y="290"/>
                  <a:pt x="532" y="292"/>
                </a:cubicBezTo>
                <a:cubicBezTo>
                  <a:pt x="561" y="295"/>
                  <a:pt x="590" y="297"/>
                  <a:pt x="621" y="299"/>
                </a:cubicBezTo>
                <a:cubicBezTo>
                  <a:pt x="651" y="301"/>
                  <a:pt x="682" y="302"/>
                  <a:pt x="714" y="304"/>
                </a:cubicBezTo>
                <a:cubicBezTo>
                  <a:pt x="745" y="305"/>
                  <a:pt x="777" y="307"/>
                  <a:pt x="810" y="308"/>
                </a:cubicBezTo>
                <a:cubicBezTo>
                  <a:pt x="842" y="309"/>
                  <a:pt x="874" y="309"/>
                  <a:pt x="907" y="310"/>
                </a:cubicBezTo>
                <a:cubicBezTo>
                  <a:pt x="940" y="310"/>
                  <a:pt x="973" y="311"/>
                  <a:pt x="1006" y="311"/>
                </a:cubicBezTo>
                <a:cubicBezTo>
                  <a:pt x="1039" y="311"/>
                  <a:pt x="1072" y="310"/>
                  <a:pt x="1104" y="310"/>
                </a:cubicBezTo>
                <a:cubicBezTo>
                  <a:pt x="1137" y="309"/>
                  <a:pt x="1170" y="309"/>
                  <a:pt x="1202" y="308"/>
                </a:cubicBezTo>
                <a:cubicBezTo>
                  <a:pt x="1234" y="307"/>
                  <a:pt x="1266" y="305"/>
                  <a:pt x="1298" y="304"/>
                </a:cubicBezTo>
                <a:cubicBezTo>
                  <a:pt x="1329" y="302"/>
                  <a:pt x="1360" y="301"/>
                  <a:pt x="1391" y="299"/>
                </a:cubicBezTo>
                <a:cubicBezTo>
                  <a:pt x="1421" y="297"/>
                  <a:pt x="1451" y="295"/>
                  <a:pt x="1480" y="292"/>
                </a:cubicBezTo>
                <a:cubicBezTo>
                  <a:pt x="1510" y="290"/>
                  <a:pt x="1538" y="287"/>
                  <a:pt x="1566" y="284"/>
                </a:cubicBezTo>
                <a:cubicBezTo>
                  <a:pt x="1593" y="282"/>
                  <a:pt x="1620" y="279"/>
                  <a:pt x="1645" y="275"/>
                </a:cubicBezTo>
                <a:cubicBezTo>
                  <a:pt x="1670" y="272"/>
                  <a:pt x="1695" y="269"/>
                  <a:pt x="1718" y="265"/>
                </a:cubicBezTo>
                <a:cubicBezTo>
                  <a:pt x="1741" y="262"/>
                  <a:pt x="1764" y="258"/>
                  <a:pt x="1784" y="254"/>
                </a:cubicBezTo>
                <a:cubicBezTo>
                  <a:pt x="1805" y="250"/>
                  <a:pt x="1825" y="246"/>
                  <a:pt x="1843" y="242"/>
                </a:cubicBezTo>
                <a:cubicBezTo>
                  <a:pt x="1862" y="237"/>
                  <a:pt x="1878" y="233"/>
                  <a:pt x="1894" y="229"/>
                </a:cubicBezTo>
                <a:cubicBezTo>
                  <a:pt x="1910" y="224"/>
                  <a:pt x="1924" y="219"/>
                  <a:pt x="1936" y="215"/>
                </a:cubicBezTo>
                <a:cubicBezTo>
                  <a:pt x="1949" y="210"/>
                  <a:pt x="1960" y="205"/>
                  <a:pt x="1969" y="200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5"/>
                  <a:pt x="2013" y="160"/>
                  <a:pt x="2013" y="155"/>
                </a:cubicBezTo>
                <a:cubicBezTo>
                  <a:pt x="2013" y="150"/>
                  <a:pt x="2011" y="145"/>
                  <a:pt x="2008" y="140"/>
                </a:cubicBezTo>
                <a:cubicBezTo>
                  <a:pt x="2005" y="135"/>
                  <a:pt x="2000" y="130"/>
                  <a:pt x="1993" y="125"/>
                </a:cubicBezTo>
                <a:cubicBezTo>
                  <a:pt x="1987" y="120"/>
                  <a:pt x="1979" y="115"/>
                  <a:pt x="1969" y="110"/>
                </a:cubicBezTo>
                <a:cubicBezTo>
                  <a:pt x="1960" y="105"/>
                  <a:pt x="1949" y="101"/>
                  <a:pt x="1936" y="96"/>
                </a:cubicBezTo>
                <a:cubicBezTo>
                  <a:pt x="1924" y="91"/>
                  <a:pt x="1910" y="87"/>
                  <a:pt x="1894" y="82"/>
                </a:cubicBezTo>
                <a:cubicBezTo>
                  <a:pt x="1878" y="78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6"/>
                </a:cubicBezTo>
                <a:cubicBezTo>
                  <a:pt x="1695" y="42"/>
                  <a:pt x="1670" y="39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9"/>
                  <a:pt x="318" y="42"/>
                  <a:pt x="295" y="46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8"/>
                  <a:pt x="119" y="82"/>
                </a:cubicBezTo>
                <a:cubicBezTo>
                  <a:pt x="103" y="87"/>
                  <a:pt x="89" y="91"/>
                  <a:pt x="76" y="96"/>
                </a:cubicBezTo>
                <a:cubicBezTo>
                  <a:pt x="64" y="101"/>
                  <a:pt x="53" y="105"/>
                  <a:pt x="43" y="110"/>
                </a:cubicBezTo>
                <a:cubicBezTo>
                  <a:pt x="34" y="115"/>
                  <a:pt x="26" y="120"/>
                  <a:pt x="19" y="125"/>
                </a:cubicBezTo>
                <a:cubicBezTo>
                  <a:pt x="13" y="130"/>
                  <a:pt x="8" y="135"/>
                  <a:pt x="5" y="140"/>
                </a:cubicBezTo>
                <a:cubicBezTo>
                  <a:pt x="2" y="145"/>
                  <a:pt x="0" y="150"/>
                  <a:pt x="0" y="155"/>
                </a:cubicBezTo>
                <a:lnTo>
                  <a:pt x="0" y="949"/>
                </a:lnTo>
                <a:cubicBezTo>
                  <a:pt x="0" y="954"/>
                  <a:pt x="2" y="959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4"/>
                </a:cubicBezTo>
                <a:cubicBezTo>
                  <a:pt x="53" y="999"/>
                  <a:pt x="64" y="1003"/>
                  <a:pt x="76" y="1008"/>
                </a:cubicBezTo>
                <a:cubicBezTo>
                  <a:pt x="89" y="1013"/>
                  <a:pt x="103" y="1017"/>
                  <a:pt x="119" y="1022"/>
                </a:cubicBezTo>
                <a:cubicBezTo>
                  <a:pt x="134" y="1026"/>
                  <a:pt x="151" y="1031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9"/>
                </a:cubicBezTo>
                <a:cubicBezTo>
                  <a:pt x="393" y="1072"/>
                  <a:pt x="420" y="1075"/>
                  <a:pt x="447" y="1078"/>
                </a:cubicBezTo>
                <a:cubicBezTo>
                  <a:pt x="474" y="1080"/>
                  <a:pt x="503" y="1083"/>
                  <a:pt x="532" y="1086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6"/>
                  <a:pt x="714" y="1097"/>
                </a:cubicBezTo>
                <a:cubicBezTo>
                  <a:pt x="745" y="1099"/>
                  <a:pt x="777" y="1100"/>
                  <a:pt x="810" y="1101"/>
                </a:cubicBezTo>
                <a:cubicBezTo>
                  <a:pt x="842" y="1102"/>
                  <a:pt x="874" y="1103"/>
                  <a:pt x="907" y="1103"/>
                </a:cubicBezTo>
                <a:cubicBezTo>
                  <a:pt x="940" y="1104"/>
                  <a:pt x="973" y="1104"/>
                  <a:pt x="1006" y="1104"/>
                </a:cubicBezTo>
                <a:cubicBezTo>
                  <a:pt x="1039" y="1104"/>
                  <a:pt x="1072" y="1104"/>
                  <a:pt x="1104" y="1103"/>
                </a:cubicBezTo>
                <a:cubicBezTo>
                  <a:pt x="1137" y="1103"/>
                  <a:pt x="1170" y="1102"/>
                  <a:pt x="1202" y="1101"/>
                </a:cubicBezTo>
                <a:cubicBezTo>
                  <a:pt x="1234" y="1100"/>
                  <a:pt x="1266" y="1099"/>
                  <a:pt x="1298" y="1097"/>
                </a:cubicBezTo>
                <a:cubicBezTo>
                  <a:pt x="1329" y="1096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6"/>
                </a:cubicBezTo>
                <a:cubicBezTo>
                  <a:pt x="1510" y="1083"/>
                  <a:pt x="1538" y="1080"/>
                  <a:pt x="1566" y="1078"/>
                </a:cubicBezTo>
                <a:cubicBezTo>
                  <a:pt x="1593" y="1075"/>
                  <a:pt x="1620" y="1072"/>
                  <a:pt x="1645" y="1069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1"/>
                  <a:pt x="1878" y="1026"/>
                  <a:pt x="1894" y="1022"/>
                </a:cubicBezTo>
                <a:cubicBezTo>
                  <a:pt x="1910" y="1017"/>
                  <a:pt x="1924" y="1013"/>
                  <a:pt x="1936" y="1008"/>
                </a:cubicBezTo>
                <a:cubicBezTo>
                  <a:pt x="1949" y="1003"/>
                  <a:pt x="1960" y="999"/>
                  <a:pt x="1969" y="994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9"/>
                  <a:pt x="2013" y="954"/>
                  <a:pt x="2013" y="949"/>
                </a:cubicBezTo>
                <a:lnTo>
                  <a:pt x="2013" y="155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4503600" y="255636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5752080" y="246888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6909480" y="2289960"/>
            <a:ext cx="763200" cy="284040"/>
          </a:xfrm>
          <a:custGeom>
            <a:avLst/>
            <a:gdLst/>
            <a:ahLst/>
            <a:rect l="0" t="0" r="r" b="b"/>
            <a:pathLst>
              <a:path w="2120" h="789">
                <a:moveTo>
                  <a:pt x="0" y="0"/>
                </a:moveTo>
                <a:lnTo>
                  <a:pt x="2120" y="0"/>
                </a:lnTo>
                <a:lnTo>
                  <a:pt x="2120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6909480" y="2289960"/>
            <a:ext cx="763200" cy="284040"/>
          </a:xfrm>
          <a:custGeom>
            <a:avLst/>
            <a:gdLst/>
            <a:ahLst/>
            <a:rect l="0" t="0" r="r" b="b"/>
            <a:pathLst>
              <a:path w="2120" h="789">
                <a:moveTo>
                  <a:pt x="0" y="0"/>
                </a:moveTo>
                <a:lnTo>
                  <a:pt x="2120" y="0"/>
                </a:lnTo>
                <a:lnTo>
                  <a:pt x="2120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5645520" y="255636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7121160" y="235260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8330040" y="2277000"/>
            <a:ext cx="310320" cy="309960"/>
          </a:xfrm>
          <a:custGeom>
            <a:avLst/>
            <a:gdLst/>
            <a:ahLst/>
            <a:rect l="0" t="0" r="r" b="b"/>
            <a:pathLst>
              <a:path w="862" h="861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3"/>
                  <a:pt x="840" y="570"/>
                  <a:pt x="829" y="596"/>
                </a:cubicBezTo>
                <a:cubicBezTo>
                  <a:pt x="819" y="622"/>
                  <a:pt x="805" y="647"/>
                  <a:pt x="790" y="670"/>
                </a:cubicBezTo>
                <a:cubicBezTo>
                  <a:pt x="774" y="694"/>
                  <a:pt x="756" y="715"/>
                  <a:pt x="736" y="735"/>
                </a:cubicBezTo>
                <a:cubicBezTo>
                  <a:pt x="716" y="755"/>
                  <a:pt x="694" y="773"/>
                  <a:pt x="671" y="789"/>
                </a:cubicBezTo>
                <a:cubicBezTo>
                  <a:pt x="647" y="805"/>
                  <a:pt x="623" y="818"/>
                  <a:pt x="597" y="829"/>
                </a:cubicBezTo>
                <a:cubicBezTo>
                  <a:pt x="570" y="839"/>
                  <a:pt x="544" y="848"/>
                  <a:pt x="516" y="853"/>
                </a:cubicBezTo>
                <a:cubicBezTo>
                  <a:pt x="487" y="859"/>
                  <a:pt x="459" y="861"/>
                  <a:pt x="431" y="861"/>
                </a:cubicBezTo>
                <a:cubicBezTo>
                  <a:pt x="403" y="861"/>
                  <a:pt x="375" y="859"/>
                  <a:pt x="347" y="853"/>
                </a:cubicBezTo>
                <a:cubicBezTo>
                  <a:pt x="319" y="848"/>
                  <a:pt x="292" y="839"/>
                  <a:pt x="266" y="829"/>
                </a:cubicBezTo>
                <a:cubicBezTo>
                  <a:pt x="240" y="818"/>
                  <a:pt x="215" y="805"/>
                  <a:pt x="192" y="789"/>
                </a:cubicBezTo>
                <a:cubicBezTo>
                  <a:pt x="168" y="773"/>
                  <a:pt x="146" y="755"/>
                  <a:pt x="126" y="735"/>
                </a:cubicBezTo>
                <a:cubicBezTo>
                  <a:pt x="106" y="715"/>
                  <a:pt x="89" y="694"/>
                  <a:pt x="73" y="670"/>
                </a:cubicBezTo>
                <a:cubicBezTo>
                  <a:pt x="57" y="647"/>
                  <a:pt x="44" y="622"/>
                  <a:pt x="33" y="596"/>
                </a:cubicBezTo>
                <a:cubicBezTo>
                  <a:pt x="22" y="570"/>
                  <a:pt x="14" y="543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3"/>
                  <a:pt x="3" y="375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7"/>
                  <a:pt x="126" y="127"/>
                </a:cubicBezTo>
                <a:cubicBezTo>
                  <a:pt x="146" y="106"/>
                  <a:pt x="168" y="88"/>
                  <a:pt x="192" y="72"/>
                </a:cubicBezTo>
                <a:cubicBezTo>
                  <a:pt x="215" y="56"/>
                  <a:pt x="240" y="43"/>
                  <a:pt x="266" y="32"/>
                </a:cubicBezTo>
                <a:cubicBezTo>
                  <a:pt x="292" y="22"/>
                  <a:pt x="319" y="13"/>
                  <a:pt x="347" y="8"/>
                </a:cubicBezTo>
                <a:cubicBezTo>
                  <a:pt x="375" y="2"/>
                  <a:pt x="403" y="0"/>
                  <a:pt x="431" y="0"/>
                </a:cubicBezTo>
                <a:cubicBezTo>
                  <a:pt x="459" y="0"/>
                  <a:pt x="487" y="2"/>
                  <a:pt x="516" y="8"/>
                </a:cubicBezTo>
                <a:cubicBezTo>
                  <a:pt x="544" y="13"/>
                  <a:pt x="570" y="22"/>
                  <a:pt x="597" y="32"/>
                </a:cubicBezTo>
                <a:cubicBezTo>
                  <a:pt x="623" y="43"/>
                  <a:pt x="647" y="56"/>
                  <a:pt x="671" y="72"/>
                </a:cubicBezTo>
                <a:cubicBezTo>
                  <a:pt x="694" y="88"/>
                  <a:pt x="716" y="106"/>
                  <a:pt x="736" y="127"/>
                </a:cubicBezTo>
                <a:cubicBezTo>
                  <a:pt x="756" y="147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5"/>
                  <a:pt x="862" y="403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8330040" y="2277000"/>
            <a:ext cx="310320" cy="309960"/>
          </a:xfrm>
          <a:custGeom>
            <a:avLst/>
            <a:gdLst/>
            <a:ahLst/>
            <a:rect l="0" t="0" r="r" b="b"/>
            <a:pathLst>
              <a:path w="862" h="861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3"/>
                  <a:pt x="840" y="570"/>
                  <a:pt x="829" y="596"/>
                </a:cubicBezTo>
                <a:cubicBezTo>
                  <a:pt x="819" y="622"/>
                  <a:pt x="805" y="647"/>
                  <a:pt x="790" y="670"/>
                </a:cubicBezTo>
                <a:cubicBezTo>
                  <a:pt x="774" y="694"/>
                  <a:pt x="756" y="715"/>
                  <a:pt x="736" y="735"/>
                </a:cubicBezTo>
                <a:cubicBezTo>
                  <a:pt x="716" y="755"/>
                  <a:pt x="694" y="773"/>
                  <a:pt x="671" y="789"/>
                </a:cubicBezTo>
                <a:cubicBezTo>
                  <a:pt x="647" y="805"/>
                  <a:pt x="623" y="818"/>
                  <a:pt x="597" y="829"/>
                </a:cubicBezTo>
                <a:cubicBezTo>
                  <a:pt x="570" y="839"/>
                  <a:pt x="544" y="848"/>
                  <a:pt x="516" y="853"/>
                </a:cubicBezTo>
                <a:cubicBezTo>
                  <a:pt x="487" y="859"/>
                  <a:pt x="459" y="861"/>
                  <a:pt x="431" y="861"/>
                </a:cubicBezTo>
                <a:cubicBezTo>
                  <a:pt x="403" y="861"/>
                  <a:pt x="375" y="859"/>
                  <a:pt x="347" y="853"/>
                </a:cubicBezTo>
                <a:cubicBezTo>
                  <a:pt x="319" y="848"/>
                  <a:pt x="292" y="839"/>
                  <a:pt x="266" y="829"/>
                </a:cubicBezTo>
                <a:cubicBezTo>
                  <a:pt x="240" y="818"/>
                  <a:pt x="215" y="805"/>
                  <a:pt x="192" y="789"/>
                </a:cubicBezTo>
                <a:cubicBezTo>
                  <a:pt x="168" y="773"/>
                  <a:pt x="146" y="755"/>
                  <a:pt x="126" y="735"/>
                </a:cubicBezTo>
                <a:cubicBezTo>
                  <a:pt x="106" y="715"/>
                  <a:pt x="89" y="694"/>
                  <a:pt x="73" y="670"/>
                </a:cubicBezTo>
                <a:cubicBezTo>
                  <a:pt x="57" y="647"/>
                  <a:pt x="44" y="622"/>
                  <a:pt x="33" y="596"/>
                </a:cubicBezTo>
                <a:cubicBezTo>
                  <a:pt x="22" y="570"/>
                  <a:pt x="14" y="543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3"/>
                  <a:pt x="3" y="375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7"/>
                  <a:pt x="126" y="127"/>
                </a:cubicBezTo>
                <a:cubicBezTo>
                  <a:pt x="146" y="106"/>
                  <a:pt x="168" y="88"/>
                  <a:pt x="192" y="72"/>
                </a:cubicBezTo>
                <a:cubicBezTo>
                  <a:pt x="215" y="56"/>
                  <a:pt x="240" y="43"/>
                  <a:pt x="266" y="32"/>
                </a:cubicBezTo>
                <a:cubicBezTo>
                  <a:pt x="292" y="22"/>
                  <a:pt x="319" y="13"/>
                  <a:pt x="347" y="8"/>
                </a:cubicBezTo>
                <a:cubicBezTo>
                  <a:pt x="375" y="2"/>
                  <a:pt x="403" y="0"/>
                  <a:pt x="431" y="0"/>
                </a:cubicBezTo>
                <a:cubicBezTo>
                  <a:pt x="459" y="0"/>
                  <a:pt x="487" y="2"/>
                  <a:pt x="516" y="8"/>
                </a:cubicBezTo>
                <a:cubicBezTo>
                  <a:pt x="544" y="13"/>
                  <a:pt x="570" y="22"/>
                  <a:pt x="597" y="32"/>
                </a:cubicBezTo>
                <a:cubicBezTo>
                  <a:pt x="623" y="43"/>
                  <a:pt x="647" y="56"/>
                  <a:pt x="671" y="72"/>
                </a:cubicBezTo>
                <a:cubicBezTo>
                  <a:pt x="694" y="88"/>
                  <a:pt x="716" y="106"/>
                  <a:pt x="736" y="127"/>
                </a:cubicBezTo>
                <a:cubicBezTo>
                  <a:pt x="756" y="147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5"/>
                  <a:pt x="862" y="403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7018920" y="243972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6917400" y="283536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8"/>
                  <a:pt x="13" y="183"/>
                  <a:pt x="20" y="188"/>
                </a:cubicBezTo>
                <a:cubicBezTo>
                  <a:pt x="27" y="193"/>
                  <a:pt x="35" y="198"/>
                  <a:pt x="45" y="203"/>
                </a:cubicBezTo>
                <a:cubicBezTo>
                  <a:pt x="55" y="208"/>
                  <a:pt x="66" y="212"/>
                  <a:pt x="79" y="217"/>
                </a:cubicBezTo>
                <a:cubicBezTo>
                  <a:pt x="92" y="222"/>
                  <a:pt x="107" y="227"/>
                  <a:pt x="123" y="231"/>
                </a:cubicBezTo>
                <a:cubicBezTo>
                  <a:pt x="139" y="236"/>
                  <a:pt x="156" y="240"/>
                  <a:pt x="175" y="244"/>
                </a:cubicBezTo>
                <a:cubicBezTo>
                  <a:pt x="194" y="249"/>
                  <a:pt x="214" y="253"/>
                  <a:pt x="236" y="257"/>
                </a:cubicBezTo>
                <a:cubicBezTo>
                  <a:pt x="257" y="261"/>
                  <a:pt x="280" y="265"/>
                  <a:pt x="304" y="268"/>
                </a:cubicBezTo>
                <a:cubicBezTo>
                  <a:pt x="328" y="272"/>
                  <a:pt x="353" y="275"/>
                  <a:pt x="379" y="279"/>
                </a:cubicBezTo>
                <a:cubicBezTo>
                  <a:pt x="406" y="282"/>
                  <a:pt x="433" y="285"/>
                  <a:pt x="461" y="288"/>
                </a:cubicBezTo>
                <a:cubicBezTo>
                  <a:pt x="490" y="291"/>
                  <a:pt x="519" y="293"/>
                  <a:pt x="549" y="296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6"/>
                </a:cubicBezTo>
                <a:cubicBezTo>
                  <a:pt x="1557" y="293"/>
                  <a:pt x="1586" y="291"/>
                  <a:pt x="1615" y="288"/>
                </a:cubicBezTo>
                <a:cubicBezTo>
                  <a:pt x="1643" y="285"/>
                  <a:pt x="1670" y="282"/>
                  <a:pt x="1696" y="279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5"/>
                  <a:pt x="1819" y="261"/>
                  <a:pt x="1840" y="257"/>
                </a:cubicBezTo>
                <a:cubicBezTo>
                  <a:pt x="1862" y="253"/>
                  <a:pt x="1882" y="249"/>
                  <a:pt x="1901" y="244"/>
                </a:cubicBezTo>
                <a:cubicBezTo>
                  <a:pt x="1920" y="240"/>
                  <a:pt x="1937" y="236"/>
                  <a:pt x="1953" y="231"/>
                </a:cubicBezTo>
                <a:cubicBezTo>
                  <a:pt x="1969" y="227"/>
                  <a:pt x="1984" y="222"/>
                  <a:pt x="1997" y="217"/>
                </a:cubicBezTo>
                <a:cubicBezTo>
                  <a:pt x="2010" y="212"/>
                  <a:pt x="2021" y="208"/>
                  <a:pt x="2031" y="203"/>
                </a:cubicBezTo>
                <a:cubicBezTo>
                  <a:pt x="2041" y="198"/>
                  <a:pt x="2049" y="193"/>
                  <a:pt x="2056" y="188"/>
                </a:cubicBezTo>
                <a:cubicBezTo>
                  <a:pt x="2062" y="183"/>
                  <a:pt x="2067" y="178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2"/>
                </a:cubicBezTo>
                <a:cubicBezTo>
                  <a:pt x="2067" y="137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7"/>
                  <a:pt x="2010" y="102"/>
                  <a:pt x="1997" y="97"/>
                </a:cubicBezTo>
                <a:cubicBezTo>
                  <a:pt x="1984" y="92"/>
                  <a:pt x="1969" y="88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6"/>
                  <a:pt x="1862" y="61"/>
                  <a:pt x="1840" y="57"/>
                </a:cubicBezTo>
                <a:cubicBezTo>
                  <a:pt x="1819" y="53"/>
                  <a:pt x="1796" y="50"/>
                  <a:pt x="1772" y="46"/>
                </a:cubicBezTo>
                <a:cubicBezTo>
                  <a:pt x="1748" y="42"/>
                  <a:pt x="1723" y="39"/>
                  <a:pt x="1696" y="36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4"/>
                  <a:pt x="1557" y="21"/>
                  <a:pt x="1527" y="19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1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1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9"/>
                </a:cubicBezTo>
                <a:cubicBezTo>
                  <a:pt x="519" y="21"/>
                  <a:pt x="490" y="24"/>
                  <a:pt x="461" y="26"/>
                </a:cubicBezTo>
                <a:cubicBezTo>
                  <a:pt x="433" y="29"/>
                  <a:pt x="406" y="32"/>
                  <a:pt x="379" y="36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50"/>
                  <a:pt x="257" y="53"/>
                  <a:pt x="236" y="57"/>
                </a:cubicBezTo>
                <a:cubicBezTo>
                  <a:pt x="214" y="61"/>
                  <a:pt x="194" y="66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8"/>
                  <a:pt x="92" y="92"/>
                  <a:pt x="79" y="97"/>
                </a:cubicBezTo>
                <a:cubicBezTo>
                  <a:pt x="66" y="102"/>
                  <a:pt x="55" y="107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7"/>
                  <a:pt x="5" y="142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8"/>
                </a:cubicBezTo>
                <a:cubicBezTo>
                  <a:pt x="8" y="973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3"/>
                  <a:pt x="66" y="1008"/>
                  <a:pt x="79" y="1012"/>
                </a:cubicBezTo>
                <a:cubicBezTo>
                  <a:pt x="92" y="1017"/>
                  <a:pt x="107" y="1022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4"/>
                  <a:pt x="214" y="1048"/>
                  <a:pt x="236" y="1052"/>
                </a:cubicBezTo>
                <a:cubicBezTo>
                  <a:pt x="257" y="1056"/>
                  <a:pt x="280" y="1060"/>
                  <a:pt x="304" y="1063"/>
                </a:cubicBezTo>
                <a:cubicBezTo>
                  <a:pt x="328" y="1067"/>
                  <a:pt x="353" y="1070"/>
                  <a:pt x="379" y="1074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6"/>
                  <a:pt x="519" y="1088"/>
                  <a:pt x="549" y="1091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9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9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1"/>
                </a:cubicBezTo>
                <a:cubicBezTo>
                  <a:pt x="1557" y="1088"/>
                  <a:pt x="1586" y="1086"/>
                  <a:pt x="1615" y="1083"/>
                </a:cubicBezTo>
                <a:cubicBezTo>
                  <a:pt x="1643" y="1080"/>
                  <a:pt x="1670" y="1077"/>
                  <a:pt x="1696" y="1074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60"/>
                  <a:pt x="1819" y="1056"/>
                  <a:pt x="1840" y="1052"/>
                </a:cubicBezTo>
                <a:cubicBezTo>
                  <a:pt x="1862" y="1048"/>
                  <a:pt x="1882" y="1044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2"/>
                  <a:pt x="1984" y="1017"/>
                  <a:pt x="1997" y="1012"/>
                </a:cubicBezTo>
                <a:cubicBezTo>
                  <a:pt x="2010" y="1008"/>
                  <a:pt x="2021" y="1003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3"/>
                  <a:pt x="2071" y="968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6917400" y="283536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8"/>
                  <a:pt x="13" y="183"/>
                  <a:pt x="20" y="188"/>
                </a:cubicBezTo>
                <a:cubicBezTo>
                  <a:pt x="27" y="193"/>
                  <a:pt x="35" y="198"/>
                  <a:pt x="45" y="203"/>
                </a:cubicBezTo>
                <a:cubicBezTo>
                  <a:pt x="55" y="208"/>
                  <a:pt x="66" y="212"/>
                  <a:pt x="79" y="217"/>
                </a:cubicBezTo>
                <a:cubicBezTo>
                  <a:pt x="92" y="222"/>
                  <a:pt x="107" y="227"/>
                  <a:pt x="123" y="231"/>
                </a:cubicBezTo>
                <a:cubicBezTo>
                  <a:pt x="139" y="236"/>
                  <a:pt x="156" y="240"/>
                  <a:pt x="175" y="244"/>
                </a:cubicBezTo>
                <a:cubicBezTo>
                  <a:pt x="194" y="249"/>
                  <a:pt x="214" y="253"/>
                  <a:pt x="236" y="257"/>
                </a:cubicBezTo>
                <a:cubicBezTo>
                  <a:pt x="257" y="261"/>
                  <a:pt x="280" y="265"/>
                  <a:pt x="304" y="268"/>
                </a:cubicBezTo>
                <a:cubicBezTo>
                  <a:pt x="328" y="272"/>
                  <a:pt x="353" y="275"/>
                  <a:pt x="379" y="279"/>
                </a:cubicBezTo>
                <a:cubicBezTo>
                  <a:pt x="406" y="282"/>
                  <a:pt x="433" y="285"/>
                  <a:pt x="461" y="288"/>
                </a:cubicBezTo>
                <a:cubicBezTo>
                  <a:pt x="490" y="291"/>
                  <a:pt x="519" y="293"/>
                  <a:pt x="549" y="296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6"/>
                </a:cubicBezTo>
                <a:cubicBezTo>
                  <a:pt x="1557" y="293"/>
                  <a:pt x="1586" y="291"/>
                  <a:pt x="1615" y="288"/>
                </a:cubicBezTo>
                <a:cubicBezTo>
                  <a:pt x="1643" y="285"/>
                  <a:pt x="1670" y="282"/>
                  <a:pt x="1696" y="279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5"/>
                  <a:pt x="1819" y="261"/>
                  <a:pt x="1840" y="257"/>
                </a:cubicBezTo>
                <a:cubicBezTo>
                  <a:pt x="1862" y="253"/>
                  <a:pt x="1882" y="249"/>
                  <a:pt x="1901" y="244"/>
                </a:cubicBezTo>
                <a:cubicBezTo>
                  <a:pt x="1920" y="240"/>
                  <a:pt x="1937" y="236"/>
                  <a:pt x="1953" y="231"/>
                </a:cubicBezTo>
                <a:cubicBezTo>
                  <a:pt x="1969" y="227"/>
                  <a:pt x="1984" y="222"/>
                  <a:pt x="1997" y="217"/>
                </a:cubicBezTo>
                <a:cubicBezTo>
                  <a:pt x="2010" y="212"/>
                  <a:pt x="2021" y="208"/>
                  <a:pt x="2031" y="203"/>
                </a:cubicBezTo>
                <a:cubicBezTo>
                  <a:pt x="2041" y="198"/>
                  <a:pt x="2049" y="193"/>
                  <a:pt x="2056" y="188"/>
                </a:cubicBezTo>
                <a:cubicBezTo>
                  <a:pt x="2062" y="183"/>
                  <a:pt x="2067" y="178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2"/>
                </a:cubicBezTo>
                <a:cubicBezTo>
                  <a:pt x="2067" y="137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7"/>
                  <a:pt x="2010" y="102"/>
                  <a:pt x="1997" y="97"/>
                </a:cubicBezTo>
                <a:cubicBezTo>
                  <a:pt x="1984" y="92"/>
                  <a:pt x="1969" y="88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6"/>
                  <a:pt x="1862" y="61"/>
                  <a:pt x="1840" y="57"/>
                </a:cubicBezTo>
                <a:cubicBezTo>
                  <a:pt x="1819" y="53"/>
                  <a:pt x="1796" y="50"/>
                  <a:pt x="1772" y="46"/>
                </a:cubicBezTo>
                <a:cubicBezTo>
                  <a:pt x="1748" y="42"/>
                  <a:pt x="1723" y="39"/>
                  <a:pt x="1696" y="36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4"/>
                  <a:pt x="1557" y="21"/>
                  <a:pt x="1527" y="19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1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1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9"/>
                </a:cubicBezTo>
                <a:cubicBezTo>
                  <a:pt x="519" y="21"/>
                  <a:pt x="490" y="24"/>
                  <a:pt x="461" y="26"/>
                </a:cubicBezTo>
                <a:cubicBezTo>
                  <a:pt x="433" y="29"/>
                  <a:pt x="406" y="32"/>
                  <a:pt x="379" y="36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50"/>
                  <a:pt x="257" y="53"/>
                  <a:pt x="236" y="57"/>
                </a:cubicBezTo>
                <a:cubicBezTo>
                  <a:pt x="214" y="61"/>
                  <a:pt x="194" y="66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8"/>
                  <a:pt x="92" y="92"/>
                  <a:pt x="79" y="97"/>
                </a:cubicBezTo>
                <a:cubicBezTo>
                  <a:pt x="66" y="102"/>
                  <a:pt x="55" y="107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7"/>
                  <a:pt x="5" y="142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8"/>
                </a:cubicBezTo>
                <a:cubicBezTo>
                  <a:pt x="8" y="973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3"/>
                  <a:pt x="66" y="1008"/>
                  <a:pt x="79" y="1012"/>
                </a:cubicBezTo>
                <a:cubicBezTo>
                  <a:pt x="92" y="1017"/>
                  <a:pt x="107" y="1022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4"/>
                  <a:pt x="214" y="1048"/>
                  <a:pt x="236" y="1052"/>
                </a:cubicBezTo>
                <a:cubicBezTo>
                  <a:pt x="257" y="1056"/>
                  <a:pt x="280" y="1060"/>
                  <a:pt x="304" y="1063"/>
                </a:cubicBezTo>
                <a:cubicBezTo>
                  <a:pt x="328" y="1067"/>
                  <a:pt x="353" y="1070"/>
                  <a:pt x="379" y="1074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6"/>
                  <a:pt x="519" y="1088"/>
                  <a:pt x="549" y="1091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9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9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1"/>
                </a:cubicBezTo>
                <a:cubicBezTo>
                  <a:pt x="1557" y="1088"/>
                  <a:pt x="1586" y="1086"/>
                  <a:pt x="1615" y="1083"/>
                </a:cubicBezTo>
                <a:cubicBezTo>
                  <a:pt x="1643" y="1080"/>
                  <a:pt x="1670" y="1077"/>
                  <a:pt x="1696" y="1074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60"/>
                  <a:pt x="1819" y="1056"/>
                  <a:pt x="1840" y="1052"/>
                </a:cubicBezTo>
                <a:cubicBezTo>
                  <a:pt x="1862" y="1048"/>
                  <a:pt x="1882" y="1044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2"/>
                  <a:pt x="1984" y="1017"/>
                  <a:pt x="1997" y="1012"/>
                </a:cubicBezTo>
                <a:cubicBezTo>
                  <a:pt x="2010" y="1008"/>
                  <a:pt x="2021" y="1003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3"/>
                  <a:pt x="2071" y="968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8357760" y="239616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7064640" y="299196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8122680" y="305640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8122680" y="305640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6944760" y="307908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8353440" y="311904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5569200" y="297288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5569200" y="297288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8232120" y="320616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5737320" y="303552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5678640" y="312300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7" name=""/>
          <p:cNvSpPr/>
          <p:nvPr/>
        </p:nvSpPr>
        <p:spPr>
          <a:xfrm>
            <a:off x="778320" y="2465640"/>
            <a:ext cx="549720" cy="33480"/>
          </a:xfrm>
          <a:custGeom>
            <a:avLst/>
            <a:gdLst/>
            <a:ahLst/>
            <a:rect l="0" t="0" r="r" b="b"/>
            <a:pathLst>
              <a:path fill="none" w="1527" h="93">
                <a:moveTo>
                  <a:pt x="0" y="93"/>
                </a:moveTo>
                <a:lnTo>
                  <a:pt x="132" y="72"/>
                </a:lnTo>
                <a:cubicBezTo>
                  <a:pt x="262" y="50"/>
                  <a:pt x="523" y="7"/>
                  <a:pt x="778" y="1"/>
                </a:cubicBezTo>
                <a:cubicBezTo>
                  <a:pt x="1032" y="-6"/>
                  <a:pt x="1280" y="26"/>
                  <a:pt x="1404" y="41"/>
                </a:cubicBezTo>
                <a:lnTo>
                  <a:pt x="1527" y="56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1313640" y="247104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9" y="0"/>
                </a:moveTo>
                <a:lnTo>
                  <a:pt x="75" y="44"/>
                </a:lnTo>
                <a:lnTo>
                  <a:pt x="0" y="71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1312200" y="246888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1" y="7"/>
                </a:moveTo>
                <a:lnTo>
                  <a:pt x="27" y="11"/>
                </a:lnTo>
                <a:lnTo>
                  <a:pt x="23" y="16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4"/>
                </a:lnTo>
                <a:lnTo>
                  <a:pt x="29" y="20"/>
                </a:lnTo>
                <a:lnTo>
                  <a:pt x="23" y="16"/>
                </a:lnTo>
                <a:lnTo>
                  <a:pt x="27" y="11"/>
                </a:lnTo>
                <a:moveTo>
                  <a:pt x="33" y="14"/>
                </a:moveTo>
                <a:lnTo>
                  <a:pt x="39" y="18"/>
                </a:lnTo>
                <a:lnTo>
                  <a:pt x="35" y="24"/>
                </a:lnTo>
                <a:lnTo>
                  <a:pt x="29" y="20"/>
                </a:lnTo>
                <a:lnTo>
                  <a:pt x="33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3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3" y="34"/>
                </a:moveTo>
                <a:lnTo>
                  <a:pt x="69" y="38"/>
                </a:lnTo>
                <a:lnTo>
                  <a:pt x="65" y="44"/>
                </a:lnTo>
                <a:lnTo>
                  <a:pt x="59" y="40"/>
                </a:lnTo>
                <a:lnTo>
                  <a:pt x="63" y="34"/>
                </a:lnTo>
                <a:moveTo>
                  <a:pt x="69" y="38"/>
                </a:moveTo>
                <a:lnTo>
                  <a:pt x="74" y="42"/>
                </a:lnTo>
                <a:lnTo>
                  <a:pt x="71" y="48"/>
                </a:lnTo>
                <a:lnTo>
                  <a:pt x="65" y="44"/>
                </a:lnTo>
                <a:lnTo>
                  <a:pt x="69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8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9" y="57"/>
                </a:moveTo>
                <a:lnTo>
                  <a:pt x="62" y="59"/>
                </a:lnTo>
                <a:lnTo>
                  <a:pt x="60" y="53"/>
                </a:lnTo>
                <a:lnTo>
                  <a:pt x="66" y="50"/>
                </a:lnTo>
                <a:lnTo>
                  <a:pt x="69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60" y="53"/>
                </a:lnTo>
                <a:lnTo>
                  <a:pt x="62" y="59"/>
                </a:lnTo>
                <a:moveTo>
                  <a:pt x="55" y="62"/>
                </a:moveTo>
                <a:lnTo>
                  <a:pt x="49" y="64"/>
                </a:lnTo>
                <a:lnTo>
                  <a:pt x="46" y="57"/>
                </a:lnTo>
                <a:lnTo>
                  <a:pt x="53" y="55"/>
                </a:lnTo>
                <a:lnTo>
                  <a:pt x="55" y="62"/>
                </a:lnTo>
                <a:moveTo>
                  <a:pt x="49" y="64"/>
                </a:moveTo>
                <a:lnTo>
                  <a:pt x="42" y="66"/>
                </a:lnTo>
                <a:lnTo>
                  <a:pt x="40" y="60"/>
                </a:lnTo>
                <a:lnTo>
                  <a:pt x="46" y="57"/>
                </a:lnTo>
                <a:lnTo>
                  <a:pt x="49" y="64"/>
                </a:lnTo>
                <a:moveTo>
                  <a:pt x="42" y="66"/>
                </a:moveTo>
                <a:lnTo>
                  <a:pt x="35" y="70"/>
                </a:lnTo>
                <a:lnTo>
                  <a:pt x="33" y="62"/>
                </a:lnTo>
                <a:lnTo>
                  <a:pt x="40" y="60"/>
                </a:lnTo>
                <a:lnTo>
                  <a:pt x="42" y="66"/>
                </a:lnTo>
                <a:moveTo>
                  <a:pt x="35" y="70"/>
                </a:moveTo>
                <a:lnTo>
                  <a:pt x="29" y="72"/>
                </a:lnTo>
                <a:lnTo>
                  <a:pt x="26" y="65"/>
                </a:lnTo>
                <a:lnTo>
                  <a:pt x="33" y="62"/>
                </a:lnTo>
                <a:lnTo>
                  <a:pt x="35" y="70"/>
                </a:lnTo>
                <a:moveTo>
                  <a:pt x="29" y="72"/>
                </a:moveTo>
                <a:lnTo>
                  <a:pt x="22" y="75"/>
                </a:lnTo>
                <a:lnTo>
                  <a:pt x="20" y="67"/>
                </a:lnTo>
                <a:lnTo>
                  <a:pt x="26" y="65"/>
                </a:lnTo>
                <a:lnTo>
                  <a:pt x="29" y="72"/>
                </a:lnTo>
                <a:moveTo>
                  <a:pt x="22" y="75"/>
                </a:moveTo>
                <a:lnTo>
                  <a:pt x="15" y="77"/>
                </a:lnTo>
                <a:lnTo>
                  <a:pt x="13" y="70"/>
                </a:lnTo>
                <a:lnTo>
                  <a:pt x="20" y="67"/>
                </a:lnTo>
                <a:lnTo>
                  <a:pt x="22" y="75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3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3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4"/>
                </a:lnTo>
                <a:lnTo>
                  <a:pt x="9" y="65"/>
                </a:lnTo>
                <a:lnTo>
                  <a:pt x="8" y="73"/>
                </a:lnTo>
                <a:lnTo>
                  <a:pt x="1" y="72"/>
                </a:lnTo>
                <a:moveTo>
                  <a:pt x="2" y="64"/>
                </a:moveTo>
                <a:lnTo>
                  <a:pt x="3" y="57"/>
                </a:lnTo>
                <a:lnTo>
                  <a:pt x="11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4" y="50"/>
                </a:lnTo>
                <a:lnTo>
                  <a:pt x="12" y="51"/>
                </a:lnTo>
                <a:lnTo>
                  <a:pt x="11" y="58"/>
                </a:lnTo>
                <a:lnTo>
                  <a:pt x="3" y="57"/>
                </a:lnTo>
                <a:moveTo>
                  <a:pt x="4" y="50"/>
                </a:moveTo>
                <a:lnTo>
                  <a:pt x="5" y="43"/>
                </a:lnTo>
                <a:lnTo>
                  <a:pt x="13" y="44"/>
                </a:lnTo>
                <a:lnTo>
                  <a:pt x="12" y="51"/>
                </a:lnTo>
                <a:lnTo>
                  <a:pt x="4" y="50"/>
                </a:lnTo>
                <a:moveTo>
                  <a:pt x="5" y="43"/>
                </a:moveTo>
                <a:lnTo>
                  <a:pt x="5" y="36"/>
                </a:lnTo>
                <a:lnTo>
                  <a:pt x="13" y="37"/>
                </a:lnTo>
                <a:lnTo>
                  <a:pt x="13" y="44"/>
                </a:lnTo>
                <a:lnTo>
                  <a:pt x="5" y="43"/>
                </a:lnTo>
                <a:moveTo>
                  <a:pt x="5" y="36"/>
                </a:moveTo>
                <a:lnTo>
                  <a:pt x="6" y="29"/>
                </a:lnTo>
                <a:lnTo>
                  <a:pt x="14" y="30"/>
                </a:lnTo>
                <a:lnTo>
                  <a:pt x="13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5" y="23"/>
                </a:lnTo>
                <a:lnTo>
                  <a:pt x="14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6" y="16"/>
                </a:lnTo>
                <a:lnTo>
                  <a:pt x="15" y="23"/>
                </a:lnTo>
                <a:lnTo>
                  <a:pt x="7" y="22"/>
                </a:lnTo>
                <a:moveTo>
                  <a:pt x="8" y="15"/>
                </a:moveTo>
                <a:lnTo>
                  <a:pt x="9" y="8"/>
                </a:lnTo>
                <a:lnTo>
                  <a:pt x="17" y="9"/>
                </a:lnTo>
                <a:lnTo>
                  <a:pt x="16" y="16"/>
                </a:lnTo>
                <a:lnTo>
                  <a:pt x="8" y="15"/>
                </a:lnTo>
                <a:moveTo>
                  <a:pt x="9" y="8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6"/>
                </a:lnTo>
                <a:lnTo>
                  <a:pt x="17" y="9"/>
                </a:lnTo>
                <a:lnTo>
                  <a:pt x="9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1922760" y="239328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6"/>
                </a:cubicBezTo>
                <a:cubicBezTo>
                  <a:pt x="727" y="-10"/>
                  <a:pt x="899" y="9"/>
                  <a:pt x="986" y="19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294280" y="23896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3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292840" y="23875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2" y="15"/>
                </a:lnTo>
                <a:lnTo>
                  <a:pt x="28" y="20"/>
                </a:lnTo>
                <a:lnTo>
                  <a:pt x="22" y="17"/>
                </a:lnTo>
                <a:lnTo>
                  <a:pt x="26" y="11"/>
                </a:lnTo>
                <a:moveTo>
                  <a:pt x="32" y="15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5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7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5"/>
                </a:lnTo>
                <a:lnTo>
                  <a:pt x="76" y="52"/>
                </a:lnTo>
                <a:lnTo>
                  <a:pt x="70" y="47"/>
                </a:lnTo>
                <a:lnTo>
                  <a:pt x="74" y="42"/>
                </a:lnTo>
                <a:moveTo>
                  <a:pt x="80" y="45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3"/>
                </a:lnTo>
                <a:lnTo>
                  <a:pt x="76" y="52"/>
                </a:lnTo>
                <a:lnTo>
                  <a:pt x="80" y="45"/>
                </a:lnTo>
                <a:moveTo>
                  <a:pt x="75" y="55"/>
                </a:moveTo>
                <a:lnTo>
                  <a:pt x="68" y="58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4"/>
                </a:lnTo>
                <a:lnTo>
                  <a:pt x="66" y="50"/>
                </a:lnTo>
                <a:lnTo>
                  <a:pt x="68" y="58"/>
                </a:lnTo>
                <a:moveTo>
                  <a:pt x="62" y="60"/>
                </a:moveTo>
                <a:lnTo>
                  <a:pt x="55" y="63"/>
                </a:lnTo>
                <a:lnTo>
                  <a:pt x="53" y="56"/>
                </a:lnTo>
                <a:lnTo>
                  <a:pt x="59" y="54"/>
                </a:lnTo>
                <a:lnTo>
                  <a:pt x="62" y="60"/>
                </a:lnTo>
                <a:moveTo>
                  <a:pt x="55" y="63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6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5"/>
                </a:lnTo>
                <a:lnTo>
                  <a:pt x="19" y="68"/>
                </a:lnTo>
                <a:lnTo>
                  <a:pt x="25" y="66"/>
                </a:lnTo>
                <a:lnTo>
                  <a:pt x="28" y="72"/>
                </a:lnTo>
                <a:moveTo>
                  <a:pt x="21" y="75"/>
                </a:moveTo>
                <a:lnTo>
                  <a:pt x="14" y="77"/>
                </a:lnTo>
                <a:lnTo>
                  <a:pt x="12" y="71"/>
                </a:lnTo>
                <a:lnTo>
                  <a:pt x="19" y="68"/>
                </a:lnTo>
                <a:lnTo>
                  <a:pt x="21" y="75"/>
                </a:lnTo>
                <a:moveTo>
                  <a:pt x="14" y="77"/>
                </a:moveTo>
                <a:lnTo>
                  <a:pt x="8" y="80"/>
                </a:lnTo>
                <a:lnTo>
                  <a:pt x="5" y="73"/>
                </a:lnTo>
                <a:lnTo>
                  <a:pt x="12" y="71"/>
                </a:lnTo>
                <a:lnTo>
                  <a:pt x="14" y="77"/>
                </a:lnTo>
                <a:moveTo>
                  <a:pt x="8" y="80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0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0"/>
                </a:moveTo>
                <a:lnTo>
                  <a:pt x="4" y="43"/>
                </a:lnTo>
                <a:lnTo>
                  <a:pt x="11" y="44"/>
                </a:lnTo>
                <a:lnTo>
                  <a:pt x="11" y="52"/>
                </a:lnTo>
                <a:lnTo>
                  <a:pt x="4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980440" y="1969200"/>
            <a:ext cx="880200" cy="321480"/>
          </a:xfrm>
          <a:custGeom>
            <a:avLst/>
            <a:gdLst/>
            <a:ahLst/>
            <a:rect l="0" t="0" r="r" b="b"/>
            <a:pathLst>
              <a:path fill="none" w="2445" h="893">
                <a:moveTo>
                  <a:pt x="0" y="893"/>
                </a:moveTo>
                <a:lnTo>
                  <a:pt x="245" y="731"/>
                </a:lnTo>
                <a:cubicBezTo>
                  <a:pt x="492" y="570"/>
                  <a:pt x="982" y="246"/>
                  <a:pt x="1389" y="104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846240" y="19684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5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3844800" y="196632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0" y="8"/>
                </a:moveTo>
                <a:lnTo>
                  <a:pt x="26" y="12"/>
                </a:lnTo>
                <a:lnTo>
                  <a:pt x="22" y="18"/>
                </a:lnTo>
                <a:lnTo>
                  <a:pt x="16" y="14"/>
                </a:lnTo>
                <a:lnTo>
                  <a:pt x="20" y="8"/>
                </a:lnTo>
                <a:moveTo>
                  <a:pt x="26" y="12"/>
                </a:moveTo>
                <a:lnTo>
                  <a:pt x="33" y="16"/>
                </a:lnTo>
                <a:lnTo>
                  <a:pt x="29" y="22"/>
                </a:lnTo>
                <a:lnTo>
                  <a:pt x="22" y="18"/>
                </a:lnTo>
                <a:lnTo>
                  <a:pt x="26" y="12"/>
                </a:lnTo>
                <a:moveTo>
                  <a:pt x="33" y="16"/>
                </a:moveTo>
                <a:lnTo>
                  <a:pt x="39" y="20"/>
                </a:lnTo>
                <a:lnTo>
                  <a:pt x="35" y="26"/>
                </a:lnTo>
                <a:lnTo>
                  <a:pt x="29" y="22"/>
                </a:lnTo>
                <a:lnTo>
                  <a:pt x="33" y="16"/>
                </a:lnTo>
                <a:moveTo>
                  <a:pt x="39" y="20"/>
                </a:moveTo>
                <a:lnTo>
                  <a:pt x="45" y="24"/>
                </a:lnTo>
                <a:lnTo>
                  <a:pt x="41" y="30"/>
                </a:lnTo>
                <a:lnTo>
                  <a:pt x="35" y="26"/>
                </a:lnTo>
                <a:lnTo>
                  <a:pt x="39" y="20"/>
                </a:lnTo>
                <a:moveTo>
                  <a:pt x="45" y="24"/>
                </a:moveTo>
                <a:lnTo>
                  <a:pt x="51" y="28"/>
                </a:lnTo>
                <a:lnTo>
                  <a:pt x="47" y="33"/>
                </a:lnTo>
                <a:lnTo>
                  <a:pt x="41" y="30"/>
                </a:lnTo>
                <a:lnTo>
                  <a:pt x="45" y="24"/>
                </a:lnTo>
                <a:moveTo>
                  <a:pt x="51" y="28"/>
                </a:moveTo>
                <a:lnTo>
                  <a:pt x="56" y="31"/>
                </a:lnTo>
                <a:lnTo>
                  <a:pt x="53" y="37"/>
                </a:lnTo>
                <a:lnTo>
                  <a:pt x="47" y="33"/>
                </a:lnTo>
                <a:lnTo>
                  <a:pt x="51" y="28"/>
                </a:lnTo>
                <a:moveTo>
                  <a:pt x="56" y="31"/>
                </a:moveTo>
                <a:lnTo>
                  <a:pt x="62" y="35"/>
                </a:lnTo>
                <a:lnTo>
                  <a:pt x="58" y="41"/>
                </a:lnTo>
                <a:lnTo>
                  <a:pt x="53" y="37"/>
                </a:lnTo>
                <a:lnTo>
                  <a:pt x="56" y="31"/>
                </a:lnTo>
                <a:moveTo>
                  <a:pt x="62" y="35"/>
                </a:moveTo>
                <a:lnTo>
                  <a:pt x="68" y="39"/>
                </a:lnTo>
                <a:lnTo>
                  <a:pt x="64" y="45"/>
                </a:lnTo>
                <a:lnTo>
                  <a:pt x="58" y="41"/>
                </a:lnTo>
                <a:lnTo>
                  <a:pt x="62" y="35"/>
                </a:lnTo>
                <a:moveTo>
                  <a:pt x="68" y="39"/>
                </a:moveTo>
                <a:lnTo>
                  <a:pt x="74" y="43"/>
                </a:lnTo>
                <a:lnTo>
                  <a:pt x="70" y="49"/>
                </a:lnTo>
                <a:lnTo>
                  <a:pt x="64" y="45"/>
                </a:lnTo>
                <a:lnTo>
                  <a:pt x="68" y="39"/>
                </a:lnTo>
                <a:moveTo>
                  <a:pt x="74" y="43"/>
                </a:moveTo>
                <a:lnTo>
                  <a:pt x="80" y="47"/>
                </a:lnTo>
                <a:lnTo>
                  <a:pt x="76" y="53"/>
                </a:lnTo>
                <a:lnTo>
                  <a:pt x="70" y="49"/>
                </a:lnTo>
                <a:lnTo>
                  <a:pt x="74" y="43"/>
                </a:lnTo>
                <a:moveTo>
                  <a:pt x="80" y="47"/>
                </a:moveTo>
                <a:lnTo>
                  <a:pt x="87" y="52"/>
                </a:lnTo>
                <a:lnTo>
                  <a:pt x="75" y="56"/>
                </a:lnTo>
                <a:lnTo>
                  <a:pt x="73" y="49"/>
                </a:lnTo>
                <a:lnTo>
                  <a:pt x="78" y="47"/>
                </a:lnTo>
                <a:lnTo>
                  <a:pt x="79" y="51"/>
                </a:lnTo>
                <a:lnTo>
                  <a:pt x="77" y="54"/>
                </a:lnTo>
                <a:lnTo>
                  <a:pt x="76" y="53"/>
                </a:lnTo>
                <a:lnTo>
                  <a:pt x="80" y="47"/>
                </a:lnTo>
                <a:moveTo>
                  <a:pt x="75" y="56"/>
                </a:moveTo>
                <a:lnTo>
                  <a:pt x="68" y="58"/>
                </a:lnTo>
                <a:lnTo>
                  <a:pt x="66" y="52"/>
                </a:lnTo>
                <a:lnTo>
                  <a:pt x="73" y="49"/>
                </a:lnTo>
                <a:lnTo>
                  <a:pt x="75" y="56"/>
                </a:lnTo>
                <a:moveTo>
                  <a:pt x="68" y="58"/>
                </a:moveTo>
                <a:lnTo>
                  <a:pt x="62" y="61"/>
                </a:lnTo>
                <a:lnTo>
                  <a:pt x="59" y="54"/>
                </a:lnTo>
                <a:lnTo>
                  <a:pt x="66" y="52"/>
                </a:lnTo>
                <a:lnTo>
                  <a:pt x="68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59" y="54"/>
                </a:lnTo>
                <a:lnTo>
                  <a:pt x="62" y="61"/>
                </a:lnTo>
                <a:moveTo>
                  <a:pt x="55" y="63"/>
                </a:moveTo>
                <a:lnTo>
                  <a:pt x="48" y="65"/>
                </a:lnTo>
                <a:lnTo>
                  <a:pt x="46" y="59"/>
                </a:lnTo>
                <a:lnTo>
                  <a:pt x="53" y="56"/>
                </a:lnTo>
                <a:lnTo>
                  <a:pt x="55" y="63"/>
                </a:lnTo>
                <a:moveTo>
                  <a:pt x="48" y="65"/>
                </a:moveTo>
                <a:lnTo>
                  <a:pt x="42" y="68"/>
                </a:lnTo>
                <a:lnTo>
                  <a:pt x="39" y="61"/>
                </a:lnTo>
                <a:lnTo>
                  <a:pt x="46" y="59"/>
                </a:lnTo>
                <a:lnTo>
                  <a:pt x="48" y="65"/>
                </a:lnTo>
                <a:moveTo>
                  <a:pt x="42" y="68"/>
                </a:moveTo>
                <a:lnTo>
                  <a:pt x="35" y="70"/>
                </a:lnTo>
                <a:lnTo>
                  <a:pt x="33" y="64"/>
                </a:lnTo>
                <a:lnTo>
                  <a:pt x="39" y="61"/>
                </a:lnTo>
                <a:lnTo>
                  <a:pt x="42" y="68"/>
                </a:lnTo>
                <a:moveTo>
                  <a:pt x="35" y="70"/>
                </a:moveTo>
                <a:lnTo>
                  <a:pt x="28" y="73"/>
                </a:lnTo>
                <a:lnTo>
                  <a:pt x="25" y="66"/>
                </a:lnTo>
                <a:lnTo>
                  <a:pt x="33" y="64"/>
                </a:lnTo>
                <a:lnTo>
                  <a:pt x="35" y="70"/>
                </a:lnTo>
                <a:moveTo>
                  <a:pt x="28" y="73"/>
                </a:moveTo>
                <a:lnTo>
                  <a:pt x="21" y="75"/>
                </a:lnTo>
                <a:lnTo>
                  <a:pt x="18" y="68"/>
                </a:lnTo>
                <a:lnTo>
                  <a:pt x="25" y="66"/>
                </a:lnTo>
                <a:lnTo>
                  <a:pt x="28" y="73"/>
                </a:lnTo>
                <a:moveTo>
                  <a:pt x="21" y="75"/>
                </a:moveTo>
                <a:lnTo>
                  <a:pt x="14" y="78"/>
                </a:lnTo>
                <a:lnTo>
                  <a:pt x="12" y="71"/>
                </a:lnTo>
                <a:lnTo>
                  <a:pt x="18" y="68"/>
                </a:lnTo>
                <a:lnTo>
                  <a:pt x="21" y="75"/>
                </a:lnTo>
                <a:moveTo>
                  <a:pt x="14" y="78"/>
                </a:moveTo>
                <a:lnTo>
                  <a:pt x="8" y="80"/>
                </a:lnTo>
                <a:lnTo>
                  <a:pt x="5" y="73"/>
                </a:lnTo>
                <a:lnTo>
                  <a:pt x="12" y="71"/>
                </a:lnTo>
                <a:lnTo>
                  <a:pt x="14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3"/>
                </a:lnTo>
                <a:lnTo>
                  <a:pt x="7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3"/>
                </a:lnTo>
                <a:lnTo>
                  <a:pt x="1" y="73"/>
                </a:lnTo>
                <a:moveTo>
                  <a:pt x="2" y="66"/>
                </a:moveTo>
                <a:lnTo>
                  <a:pt x="3" y="59"/>
                </a:lnTo>
                <a:lnTo>
                  <a:pt x="10" y="59"/>
                </a:lnTo>
                <a:lnTo>
                  <a:pt x="9" y="66"/>
                </a:lnTo>
                <a:lnTo>
                  <a:pt x="2" y="66"/>
                </a:lnTo>
                <a:moveTo>
                  <a:pt x="3" y="59"/>
                </a:moveTo>
                <a:lnTo>
                  <a:pt x="3" y="52"/>
                </a:lnTo>
                <a:lnTo>
                  <a:pt x="10" y="52"/>
                </a:lnTo>
                <a:lnTo>
                  <a:pt x="10" y="59"/>
                </a:lnTo>
                <a:lnTo>
                  <a:pt x="3" y="59"/>
                </a:lnTo>
                <a:moveTo>
                  <a:pt x="3" y="52"/>
                </a:moveTo>
                <a:lnTo>
                  <a:pt x="4" y="45"/>
                </a:lnTo>
                <a:lnTo>
                  <a:pt x="11" y="45"/>
                </a:lnTo>
                <a:lnTo>
                  <a:pt x="10" y="52"/>
                </a:lnTo>
                <a:lnTo>
                  <a:pt x="3" y="52"/>
                </a:lnTo>
                <a:moveTo>
                  <a:pt x="4" y="45"/>
                </a:moveTo>
                <a:lnTo>
                  <a:pt x="5" y="37"/>
                </a:lnTo>
                <a:lnTo>
                  <a:pt x="12" y="38"/>
                </a:lnTo>
                <a:lnTo>
                  <a:pt x="11" y="45"/>
                </a:lnTo>
                <a:lnTo>
                  <a:pt x="4" y="45"/>
                </a:lnTo>
                <a:moveTo>
                  <a:pt x="5" y="37"/>
                </a:moveTo>
                <a:lnTo>
                  <a:pt x="6" y="30"/>
                </a:lnTo>
                <a:lnTo>
                  <a:pt x="13" y="31"/>
                </a:lnTo>
                <a:lnTo>
                  <a:pt x="12" y="38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4" y="24"/>
                </a:lnTo>
                <a:lnTo>
                  <a:pt x="13" y="31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5" y="17"/>
                </a:lnTo>
                <a:lnTo>
                  <a:pt x="14" y="24"/>
                </a:lnTo>
                <a:lnTo>
                  <a:pt x="7" y="23"/>
                </a:lnTo>
                <a:moveTo>
                  <a:pt x="8" y="16"/>
                </a:moveTo>
                <a:lnTo>
                  <a:pt x="8" y="9"/>
                </a:lnTo>
                <a:lnTo>
                  <a:pt x="15" y="10"/>
                </a:lnTo>
                <a:lnTo>
                  <a:pt x="15" y="17"/>
                </a:lnTo>
                <a:lnTo>
                  <a:pt x="8" y="16"/>
                </a:lnTo>
                <a:moveTo>
                  <a:pt x="8" y="9"/>
                </a:moveTo>
                <a:lnTo>
                  <a:pt x="9" y="0"/>
                </a:lnTo>
                <a:lnTo>
                  <a:pt x="20" y="8"/>
                </a:lnTo>
                <a:lnTo>
                  <a:pt x="16" y="14"/>
                </a:lnTo>
                <a:lnTo>
                  <a:pt x="10" y="10"/>
                </a:lnTo>
                <a:lnTo>
                  <a:pt x="12" y="7"/>
                </a:lnTo>
                <a:lnTo>
                  <a:pt x="16" y="8"/>
                </a:lnTo>
                <a:lnTo>
                  <a:pt x="15" y="10"/>
                </a:lnTo>
                <a:lnTo>
                  <a:pt x="8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084840" y="2039040"/>
            <a:ext cx="788400" cy="246240"/>
          </a:xfrm>
          <a:custGeom>
            <a:avLst/>
            <a:gdLst/>
            <a:ahLst/>
            <a:rect l="0" t="0" r="r" b="b"/>
            <a:pathLst>
              <a:path fill="none" w="2190" h="684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4"/>
                </a:cubicBezTo>
                <a:cubicBezTo>
                  <a:pt x="788" y="307"/>
                  <a:pt x="394" y="495"/>
                  <a:pt x="197" y="590"/>
                </a:cubicBezTo>
                <a:lnTo>
                  <a:pt x="0" y="684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073320" y="2268000"/>
            <a:ext cx="28800" cy="23040"/>
          </a:xfrm>
          <a:custGeom>
            <a:avLst/>
            <a:gdLst/>
            <a:ahLst/>
            <a:rect l="0" t="0" r="r" b="b"/>
            <a:pathLst>
              <a:path w="80" h="64">
                <a:moveTo>
                  <a:pt x="80" y="64"/>
                </a:moveTo>
                <a:lnTo>
                  <a:pt x="0" y="63"/>
                </a:lnTo>
                <a:lnTo>
                  <a:pt x="50" y="0"/>
                </a:lnTo>
                <a:lnTo>
                  <a:pt x="80" y="6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070800" y="226548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5"/>
                </a:moveTo>
                <a:lnTo>
                  <a:pt x="73" y="75"/>
                </a:lnTo>
                <a:lnTo>
                  <a:pt x="73" y="67"/>
                </a:lnTo>
                <a:lnTo>
                  <a:pt x="80" y="68"/>
                </a:lnTo>
                <a:lnTo>
                  <a:pt x="80" y="75"/>
                </a:lnTo>
                <a:moveTo>
                  <a:pt x="73" y="75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5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7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4"/>
                </a:lnTo>
                <a:lnTo>
                  <a:pt x="23" y="67"/>
                </a:lnTo>
                <a:lnTo>
                  <a:pt x="30" y="67"/>
                </a:lnTo>
                <a:lnTo>
                  <a:pt x="30" y="74"/>
                </a:lnTo>
                <a:moveTo>
                  <a:pt x="23" y="74"/>
                </a:moveTo>
                <a:lnTo>
                  <a:pt x="16" y="74"/>
                </a:lnTo>
                <a:lnTo>
                  <a:pt x="16" y="66"/>
                </a:lnTo>
                <a:lnTo>
                  <a:pt x="23" y="67"/>
                </a:lnTo>
                <a:lnTo>
                  <a:pt x="23" y="74"/>
                </a:lnTo>
                <a:moveTo>
                  <a:pt x="16" y="74"/>
                </a:moveTo>
                <a:lnTo>
                  <a:pt x="8" y="73"/>
                </a:lnTo>
                <a:lnTo>
                  <a:pt x="9" y="66"/>
                </a:lnTo>
                <a:lnTo>
                  <a:pt x="16" y="66"/>
                </a:lnTo>
                <a:lnTo>
                  <a:pt x="16" y="74"/>
                </a:lnTo>
                <a:moveTo>
                  <a:pt x="8" y="73"/>
                </a:moveTo>
                <a:lnTo>
                  <a:pt x="0" y="73"/>
                </a:lnTo>
                <a:lnTo>
                  <a:pt x="8" y="63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6"/>
                </a:lnTo>
                <a:lnTo>
                  <a:pt x="9" y="66"/>
                </a:lnTo>
                <a:lnTo>
                  <a:pt x="8" y="73"/>
                </a:lnTo>
                <a:moveTo>
                  <a:pt x="8" y="63"/>
                </a:moveTo>
                <a:lnTo>
                  <a:pt x="12" y="58"/>
                </a:lnTo>
                <a:lnTo>
                  <a:pt x="18" y="62"/>
                </a:lnTo>
                <a:lnTo>
                  <a:pt x="14" y="67"/>
                </a:lnTo>
                <a:lnTo>
                  <a:pt x="8" y="63"/>
                </a:lnTo>
                <a:moveTo>
                  <a:pt x="12" y="58"/>
                </a:moveTo>
                <a:lnTo>
                  <a:pt x="17" y="52"/>
                </a:lnTo>
                <a:lnTo>
                  <a:pt x="22" y="56"/>
                </a:lnTo>
                <a:lnTo>
                  <a:pt x="18" y="62"/>
                </a:lnTo>
                <a:lnTo>
                  <a:pt x="12" y="58"/>
                </a:lnTo>
                <a:moveTo>
                  <a:pt x="17" y="52"/>
                </a:moveTo>
                <a:lnTo>
                  <a:pt x="21" y="46"/>
                </a:lnTo>
                <a:lnTo>
                  <a:pt x="27" y="51"/>
                </a:lnTo>
                <a:lnTo>
                  <a:pt x="22" y="56"/>
                </a:lnTo>
                <a:lnTo>
                  <a:pt x="17" y="52"/>
                </a:lnTo>
                <a:moveTo>
                  <a:pt x="21" y="46"/>
                </a:moveTo>
                <a:lnTo>
                  <a:pt x="25" y="41"/>
                </a:lnTo>
                <a:lnTo>
                  <a:pt x="31" y="45"/>
                </a:lnTo>
                <a:lnTo>
                  <a:pt x="27" y="51"/>
                </a:lnTo>
                <a:lnTo>
                  <a:pt x="21" y="46"/>
                </a:lnTo>
                <a:moveTo>
                  <a:pt x="25" y="41"/>
                </a:moveTo>
                <a:lnTo>
                  <a:pt x="30" y="35"/>
                </a:lnTo>
                <a:lnTo>
                  <a:pt x="35" y="40"/>
                </a:lnTo>
                <a:lnTo>
                  <a:pt x="31" y="45"/>
                </a:lnTo>
                <a:lnTo>
                  <a:pt x="25" y="41"/>
                </a:lnTo>
                <a:moveTo>
                  <a:pt x="30" y="35"/>
                </a:moveTo>
                <a:lnTo>
                  <a:pt x="34" y="29"/>
                </a:lnTo>
                <a:lnTo>
                  <a:pt x="40" y="33"/>
                </a:lnTo>
                <a:lnTo>
                  <a:pt x="35" y="40"/>
                </a:lnTo>
                <a:lnTo>
                  <a:pt x="30" y="35"/>
                </a:lnTo>
                <a:moveTo>
                  <a:pt x="34" y="29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9"/>
                </a:lnTo>
                <a:moveTo>
                  <a:pt x="38" y="23"/>
                </a:moveTo>
                <a:lnTo>
                  <a:pt x="43" y="18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8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8"/>
                </a:lnTo>
                <a:moveTo>
                  <a:pt x="47" y="12"/>
                </a:moveTo>
                <a:lnTo>
                  <a:pt x="51" y="6"/>
                </a:lnTo>
                <a:lnTo>
                  <a:pt x="57" y="11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7"/>
                </a:lnTo>
                <a:lnTo>
                  <a:pt x="59" y="9"/>
                </a:lnTo>
                <a:lnTo>
                  <a:pt x="57" y="11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9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9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6"/>
                </a:lnTo>
                <a:lnTo>
                  <a:pt x="67" y="39"/>
                </a:lnTo>
                <a:lnTo>
                  <a:pt x="64" y="31"/>
                </a:lnTo>
                <a:lnTo>
                  <a:pt x="71" y="28"/>
                </a:lnTo>
                <a:moveTo>
                  <a:pt x="74" y="36"/>
                </a:moveTo>
                <a:lnTo>
                  <a:pt x="77" y="42"/>
                </a:lnTo>
                <a:lnTo>
                  <a:pt x="71" y="45"/>
                </a:lnTo>
                <a:lnTo>
                  <a:pt x="67" y="39"/>
                </a:lnTo>
                <a:lnTo>
                  <a:pt x="74" y="36"/>
                </a:lnTo>
                <a:moveTo>
                  <a:pt x="77" y="42"/>
                </a:moveTo>
                <a:lnTo>
                  <a:pt x="80" y="48"/>
                </a:lnTo>
                <a:lnTo>
                  <a:pt x="74" y="51"/>
                </a:lnTo>
                <a:lnTo>
                  <a:pt x="71" y="45"/>
                </a:lnTo>
                <a:lnTo>
                  <a:pt x="77" y="42"/>
                </a:lnTo>
                <a:moveTo>
                  <a:pt x="80" y="48"/>
                </a:moveTo>
                <a:lnTo>
                  <a:pt x="83" y="55"/>
                </a:lnTo>
                <a:lnTo>
                  <a:pt x="77" y="58"/>
                </a:lnTo>
                <a:lnTo>
                  <a:pt x="74" y="51"/>
                </a:lnTo>
                <a:lnTo>
                  <a:pt x="80" y="48"/>
                </a:lnTo>
                <a:moveTo>
                  <a:pt x="83" y="55"/>
                </a:moveTo>
                <a:lnTo>
                  <a:pt x="86" y="61"/>
                </a:lnTo>
                <a:lnTo>
                  <a:pt x="80" y="64"/>
                </a:lnTo>
                <a:lnTo>
                  <a:pt x="77" y="58"/>
                </a:lnTo>
                <a:lnTo>
                  <a:pt x="83" y="55"/>
                </a:lnTo>
                <a:moveTo>
                  <a:pt x="86" y="61"/>
                </a:moveTo>
                <a:lnTo>
                  <a:pt x="89" y="67"/>
                </a:lnTo>
                <a:lnTo>
                  <a:pt x="83" y="70"/>
                </a:lnTo>
                <a:lnTo>
                  <a:pt x="80" y="64"/>
                </a:lnTo>
                <a:lnTo>
                  <a:pt x="86" y="61"/>
                </a:lnTo>
                <a:moveTo>
                  <a:pt x="89" y="67"/>
                </a:moveTo>
                <a:lnTo>
                  <a:pt x="93" y="75"/>
                </a:lnTo>
                <a:lnTo>
                  <a:pt x="80" y="75"/>
                </a:lnTo>
                <a:lnTo>
                  <a:pt x="80" y="68"/>
                </a:lnTo>
                <a:lnTo>
                  <a:pt x="87" y="68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1876320" y="261432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3"/>
                  <a:pt x="714" y="330"/>
                </a:cubicBezTo>
                <a:cubicBezTo>
                  <a:pt x="456" y="348"/>
                  <a:pt x="228" y="227"/>
                  <a:pt x="114" y="167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1865160" y="264636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6" y="65"/>
                </a:moveTo>
                <a:lnTo>
                  <a:pt x="0" y="0"/>
                </a:lnTo>
                <a:lnTo>
                  <a:pt x="80" y="2"/>
                </a:lnTo>
                <a:lnTo>
                  <a:pt x="46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1862640" y="2644920"/>
            <a:ext cx="33120" cy="27360"/>
          </a:xfrm>
          <a:custGeom>
            <a:avLst/>
            <a:gdLst/>
            <a:ahLst/>
            <a:rect l="0" t="0" r="r" b="b"/>
            <a:pathLst>
              <a:path w="92" h="76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4"/>
                </a:lnTo>
                <a:lnTo>
                  <a:pt x="43" y="50"/>
                </a:lnTo>
                <a:lnTo>
                  <a:pt x="47" y="55"/>
                </a:lnTo>
                <a:lnTo>
                  <a:pt x="41" y="59"/>
                </a:lnTo>
                <a:moveTo>
                  <a:pt x="37" y="54"/>
                </a:moveTo>
                <a:lnTo>
                  <a:pt x="33" y="48"/>
                </a:lnTo>
                <a:lnTo>
                  <a:pt x="39" y="44"/>
                </a:lnTo>
                <a:lnTo>
                  <a:pt x="43" y="50"/>
                </a:lnTo>
                <a:lnTo>
                  <a:pt x="37" y="54"/>
                </a:lnTo>
                <a:moveTo>
                  <a:pt x="33" y="48"/>
                </a:moveTo>
                <a:lnTo>
                  <a:pt x="29" y="42"/>
                </a:lnTo>
                <a:lnTo>
                  <a:pt x="35" y="38"/>
                </a:lnTo>
                <a:lnTo>
                  <a:pt x="39" y="44"/>
                </a:lnTo>
                <a:lnTo>
                  <a:pt x="33" y="48"/>
                </a:lnTo>
                <a:moveTo>
                  <a:pt x="29" y="42"/>
                </a:moveTo>
                <a:lnTo>
                  <a:pt x="25" y="36"/>
                </a:lnTo>
                <a:lnTo>
                  <a:pt x="31" y="32"/>
                </a:lnTo>
                <a:lnTo>
                  <a:pt x="35" y="38"/>
                </a:lnTo>
                <a:lnTo>
                  <a:pt x="29" y="42"/>
                </a:lnTo>
                <a:moveTo>
                  <a:pt x="25" y="36"/>
                </a:moveTo>
                <a:lnTo>
                  <a:pt x="21" y="31"/>
                </a:lnTo>
                <a:lnTo>
                  <a:pt x="27" y="27"/>
                </a:lnTo>
                <a:lnTo>
                  <a:pt x="31" y="32"/>
                </a:lnTo>
                <a:lnTo>
                  <a:pt x="25" y="36"/>
                </a:lnTo>
                <a:moveTo>
                  <a:pt x="21" y="31"/>
                </a:moveTo>
                <a:lnTo>
                  <a:pt x="17" y="25"/>
                </a:lnTo>
                <a:lnTo>
                  <a:pt x="23" y="21"/>
                </a:lnTo>
                <a:lnTo>
                  <a:pt x="27" y="27"/>
                </a:lnTo>
                <a:lnTo>
                  <a:pt x="21" y="31"/>
                </a:lnTo>
                <a:moveTo>
                  <a:pt x="17" y="25"/>
                </a:moveTo>
                <a:lnTo>
                  <a:pt x="13" y="19"/>
                </a:lnTo>
                <a:lnTo>
                  <a:pt x="18" y="14"/>
                </a:lnTo>
                <a:lnTo>
                  <a:pt x="23" y="21"/>
                </a:lnTo>
                <a:lnTo>
                  <a:pt x="17" y="25"/>
                </a:lnTo>
                <a:moveTo>
                  <a:pt x="13" y="19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9"/>
                </a:lnTo>
                <a:moveTo>
                  <a:pt x="9" y="12"/>
                </a:moveTo>
                <a:lnTo>
                  <a:pt x="4" y="7"/>
                </a:lnTo>
                <a:lnTo>
                  <a:pt x="10" y="3"/>
                </a:lnTo>
                <a:lnTo>
                  <a:pt x="14" y="8"/>
                </a:lnTo>
                <a:lnTo>
                  <a:pt x="9" y="12"/>
                </a:lnTo>
                <a:moveTo>
                  <a:pt x="4" y="7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4"/>
                </a:lnTo>
                <a:lnTo>
                  <a:pt x="10" y="2"/>
                </a:lnTo>
                <a:lnTo>
                  <a:pt x="10" y="3"/>
                </a:lnTo>
                <a:lnTo>
                  <a:pt x="4" y="7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1"/>
                </a:lnTo>
                <a:lnTo>
                  <a:pt x="26" y="8"/>
                </a:lnTo>
                <a:lnTo>
                  <a:pt x="19" y="7"/>
                </a:lnTo>
                <a:lnTo>
                  <a:pt x="20" y="0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6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9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2"/>
                </a:lnTo>
                <a:lnTo>
                  <a:pt x="70" y="9"/>
                </a:lnTo>
                <a:lnTo>
                  <a:pt x="63" y="9"/>
                </a:lnTo>
                <a:lnTo>
                  <a:pt x="63" y="1"/>
                </a:lnTo>
                <a:moveTo>
                  <a:pt x="70" y="2"/>
                </a:moveTo>
                <a:lnTo>
                  <a:pt x="77" y="2"/>
                </a:lnTo>
                <a:lnTo>
                  <a:pt x="77" y="9"/>
                </a:lnTo>
                <a:lnTo>
                  <a:pt x="70" y="9"/>
                </a:lnTo>
                <a:lnTo>
                  <a:pt x="70" y="2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6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8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8"/>
                </a:moveTo>
                <a:lnTo>
                  <a:pt x="81" y="25"/>
                </a:lnTo>
                <a:lnTo>
                  <a:pt x="75" y="21"/>
                </a:lnTo>
                <a:lnTo>
                  <a:pt x="78" y="14"/>
                </a:lnTo>
                <a:lnTo>
                  <a:pt x="84" y="18"/>
                </a:lnTo>
                <a:moveTo>
                  <a:pt x="81" y="25"/>
                </a:moveTo>
                <a:lnTo>
                  <a:pt x="78" y="31"/>
                </a:lnTo>
                <a:lnTo>
                  <a:pt x="71" y="28"/>
                </a:lnTo>
                <a:lnTo>
                  <a:pt x="75" y="21"/>
                </a:lnTo>
                <a:lnTo>
                  <a:pt x="81" y="25"/>
                </a:lnTo>
                <a:moveTo>
                  <a:pt x="78" y="31"/>
                </a:moveTo>
                <a:lnTo>
                  <a:pt x="74" y="37"/>
                </a:lnTo>
                <a:lnTo>
                  <a:pt x="68" y="34"/>
                </a:lnTo>
                <a:lnTo>
                  <a:pt x="71" y="28"/>
                </a:lnTo>
                <a:lnTo>
                  <a:pt x="78" y="31"/>
                </a:lnTo>
                <a:moveTo>
                  <a:pt x="74" y="37"/>
                </a:moveTo>
                <a:lnTo>
                  <a:pt x="71" y="43"/>
                </a:lnTo>
                <a:lnTo>
                  <a:pt x="65" y="40"/>
                </a:lnTo>
                <a:lnTo>
                  <a:pt x="68" y="34"/>
                </a:lnTo>
                <a:lnTo>
                  <a:pt x="74" y="37"/>
                </a:lnTo>
                <a:moveTo>
                  <a:pt x="71" y="43"/>
                </a:moveTo>
                <a:lnTo>
                  <a:pt x="68" y="50"/>
                </a:lnTo>
                <a:lnTo>
                  <a:pt x="61" y="46"/>
                </a:lnTo>
                <a:lnTo>
                  <a:pt x="65" y="40"/>
                </a:lnTo>
                <a:lnTo>
                  <a:pt x="71" y="43"/>
                </a:lnTo>
                <a:moveTo>
                  <a:pt x="68" y="50"/>
                </a:moveTo>
                <a:lnTo>
                  <a:pt x="64" y="56"/>
                </a:lnTo>
                <a:lnTo>
                  <a:pt x="57" y="53"/>
                </a:lnTo>
                <a:lnTo>
                  <a:pt x="61" y="46"/>
                </a:lnTo>
                <a:lnTo>
                  <a:pt x="68" y="50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3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6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790920" y="2548440"/>
            <a:ext cx="549720" cy="31320"/>
          </a:xfrm>
          <a:custGeom>
            <a:avLst/>
            <a:gdLst/>
            <a:ahLst/>
            <a:rect l="0" t="0" r="r" b="b"/>
            <a:pathLst>
              <a:path fill="none" w="1527" h="87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1"/>
                  <a:pt x="754" y="86"/>
                </a:cubicBezTo>
                <a:cubicBezTo>
                  <a:pt x="500" y="82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778320" y="253764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775440" y="253584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1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1"/>
                </a:moveTo>
                <a:lnTo>
                  <a:pt x="53" y="67"/>
                </a:lnTo>
                <a:lnTo>
                  <a:pt x="57" y="61"/>
                </a:lnTo>
                <a:lnTo>
                  <a:pt x="63" y="65"/>
                </a:lnTo>
                <a:lnTo>
                  <a:pt x="59" y="71"/>
                </a:lnTo>
                <a:moveTo>
                  <a:pt x="53" y="67"/>
                </a:moveTo>
                <a:lnTo>
                  <a:pt x="47" y="62"/>
                </a:lnTo>
                <a:lnTo>
                  <a:pt x="51" y="57"/>
                </a:lnTo>
                <a:lnTo>
                  <a:pt x="57" y="61"/>
                </a:lnTo>
                <a:lnTo>
                  <a:pt x="53" y="67"/>
                </a:lnTo>
                <a:moveTo>
                  <a:pt x="47" y="62"/>
                </a:moveTo>
                <a:lnTo>
                  <a:pt x="42" y="58"/>
                </a:lnTo>
                <a:lnTo>
                  <a:pt x="46" y="53"/>
                </a:lnTo>
                <a:lnTo>
                  <a:pt x="51" y="57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3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2"/>
                </a:lnTo>
                <a:lnTo>
                  <a:pt x="23" y="35"/>
                </a:lnTo>
                <a:lnTo>
                  <a:pt x="28" y="40"/>
                </a:lnTo>
                <a:lnTo>
                  <a:pt x="24" y="46"/>
                </a:lnTo>
                <a:moveTo>
                  <a:pt x="19" y="42"/>
                </a:moveTo>
                <a:lnTo>
                  <a:pt x="13" y="38"/>
                </a:lnTo>
                <a:lnTo>
                  <a:pt x="17" y="31"/>
                </a:lnTo>
                <a:lnTo>
                  <a:pt x="23" y="35"/>
                </a:lnTo>
                <a:lnTo>
                  <a:pt x="19" y="42"/>
                </a:lnTo>
                <a:moveTo>
                  <a:pt x="13" y="38"/>
                </a:moveTo>
                <a:lnTo>
                  <a:pt x="7" y="32"/>
                </a:lnTo>
                <a:lnTo>
                  <a:pt x="11" y="27"/>
                </a:lnTo>
                <a:lnTo>
                  <a:pt x="17" y="31"/>
                </a:lnTo>
                <a:lnTo>
                  <a:pt x="13" y="38"/>
                </a:lnTo>
                <a:moveTo>
                  <a:pt x="7" y="32"/>
                </a:moveTo>
                <a:lnTo>
                  <a:pt x="0" y="28"/>
                </a:lnTo>
                <a:lnTo>
                  <a:pt x="13" y="24"/>
                </a:lnTo>
                <a:lnTo>
                  <a:pt x="15" y="31"/>
                </a:lnTo>
                <a:lnTo>
                  <a:pt x="9" y="32"/>
                </a:lnTo>
                <a:lnTo>
                  <a:pt x="8" y="29"/>
                </a:lnTo>
                <a:lnTo>
                  <a:pt x="10" y="26"/>
                </a:lnTo>
                <a:lnTo>
                  <a:pt x="11" y="27"/>
                </a:lnTo>
                <a:lnTo>
                  <a:pt x="7" y="32"/>
                </a:lnTo>
                <a:moveTo>
                  <a:pt x="13" y="24"/>
                </a:moveTo>
                <a:lnTo>
                  <a:pt x="19" y="22"/>
                </a:lnTo>
                <a:lnTo>
                  <a:pt x="22" y="28"/>
                </a:lnTo>
                <a:lnTo>
                  <a:pt x="15" y="31"/>
                </a:lnTo>
                <a:lnTo>
                  <a:pt x="13" y="24"/>
                </a:lnTo>
                <a:moveTo>
                  <a:pt x="19" y="22"/>
                </a:moveTo>
                <a:lnTo>
                  <a:pt x="26" y="20"/>
                </a:lnTo>
                <a:lnTo>
                  <a:pt x="28" y="26"/>
                </a:lnTo>
                <a:lnTo>
                  <a:pt x="22" y="28"/>
                </a:lnTo>
                <a:lnTo>
                  <a:pt x="19" y="22"/>
                </a:lnTo>
                <a:moveTo>
                  <a:pt x="26" y="20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20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4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2"/>
                </a:lnTo>
                <a:lnTo>
                  <a:pt x="70" y="14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10"/>
                </a:lnTo>
                <a:lnTo>
                  <a:pt x="76" y="12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9"/>
                </a:lnTo>
                <a:lnTo>
                  <a:pt x="83" y="10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6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4342320" y="201168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4937760" y="1999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0"/>
                </a:moveTo>
                <a:lnTo>
                  <a:pt x="71" y="36"/>
                </a:lnTo>
                <a:lnTo>
                  <a:pt x="0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4936320" y="199692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6"/>
                </a:moveTo>
                <a:lnTo>
                  <a:pt x="18" y="9"/>
                </a:lnTo>
                <a:lnTo>
                  <a:pt x="15" y="15"/>
                </a:lnTo>
                <a:lnTo>
                  <a:pt x="8" y="12"/>
                </a:lnTo>
                <a:lnTo>
                  <a:pt x="11" y="6"/>
                </a:lnTo>
                <a:moveTo>
                  <a:pt x="18" y="9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5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8"/>
                </a:lnTo>
                <a:lnTo>
                  <a:pt x="35" y="25"/>
                </a:lnTo>
                <a:lnTo>
                  <a:pt x="38" y="18"/>
                </a:lnTo>
                <a:moveTo>
                  <a:pt x="44" y="21"/>
                </a:moveTo>
                <a:lnTo>
                  <a:pt x="50" y="25"/>
                </a:lnTo>
                <a:lnTo>
                  <a:pt x="47" y="31"/>
                </a:lnTo>
                <a:lnTo>
                  <a:pt x="41" y="28"/>
                </a:lnTo>
                <a:lnTo>
                  <a:pt x="44" y="21"/>
                </a:lnTo>
                <a:moveTo>
                  <a:pt x="50" y="25"/>
                </a:moveTo>
                <a:lnTo>
                  <a:pt x="57" y="28"/>
                </a:lnTo>
                <a:lnTo>
                  <a:pt x="53" y="34"/>
                </a:lnTo>
                <a:lnTo>
                  <a:pt x="47" y="31"/>
                </a:lnTo>
                <a:lnTo>
                  <a:pt x="50" y="25"/>
                </a:lnTo>
                <a:moveTo>
                  <a:pt x="57" y="28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8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7"/>
                </a:lnTo>
                <a:lnTo>
                  <a:pt x="68" y="40"/>
                </a:lnTo>
                <a:lnTo>
                  <a:pt x="74" y="38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7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7"/>
                </a:lnTo>
                <a:moveTo>
                  <a:pt x="65" y="50"/>
                </a:moveTo>
                <a:lnTo>
                  <a:pt x="59" y="53"/>
                </a:lnTo>
                <a:lnTo>
                  <a:pt x="56" y="47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6"/>
                </a:lnTo>
                <a:lnTo>
                  <a:pt x="49" y="50"/>
                </a:lnTo>
                <a:lnTo>
                  <a:pt x="56" y="47"/>
                </a:lnTo>
                <a:lnTo>
                  <a:pt x="59" y="53"/>
                </a:lnTo>
                <a:moveTo>
                  <a:pt x="53" y="56"/>
                </a:moveTo>
                <a:lnTo>
                  <a:pt x="46" y="59"/>
                </a:lnTo>
                <a:lnTo>
                  <a:pt x="43" y="53"/>
                </a:lnTo>
                <a:lnTo>
                  <a:pt x="49" y="50"/>
                </a:lnTo>
                <a:lnTo>
                  <a:pt x="53" y="56"/>
                </a:lnTo>
                <a:moveTo>
                  <a:pt x="46" y="59"/>
                </a:moveTo>
                <a:lnTo>
                  <a:pt x="40" y="62"/>
                </a:lnTo>
                <a:lnTo>
                  <a:pt x="37" y="56"/>
                </a:lnTo>
                <a:lnTo>
                  <a:pt x="43" y="53"/>
                </a:lnTo>
                <a:lnTo>
                  <a:pt x="46" y="59"/>
                </a:lnTo>
                <a:moveTo>
                  <a:pt x="40" y="62"/>
                </a:moveTo>
                <a:lnTo>
                  <a:pt x="34" y="66"/>
                </a:lnTo>
                <a:lnTo>
                  <a:pt x="31" y="59"/>
                </a:lnTo>
                <a:lnTo>
                  <a:pt x="37" y="56"/>
                </a:lnTo>
                <a:lnTo>
                  <a:pt x="40" y="62"/>
                </a:lnTo>
                <a:moveTo>
                  <a:pt x="34" y="66"/>
                </a:moveTo>
                <a:lnTo>
                  <a:pt x="27" y="69"/>
                </a:lnTo>
                <a:lnTo>
                  <a:pt x="24" y="62"/>
                </a:lnTo>
                <a:lnTo>
                  <a:pt x="31" y="59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2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3"/>
                </a:lnTo>
                <a:lnTo>
                  <a:pt x="7" y="73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3"/>
                </a:moveTo>
                <a:lnTo>
                  <a:pt x="0" y="65"/>
                </a:lnTo>
                <a:lnTo>
                  <a:pt x="7" y="65"/>
                </a:lnTo>
                <a:lnTo>
                  <a:pt x="7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6"/>
                </a:lnTo>
                <a:lnTo>
                  <a:pt x="8" y="12"/>
                </a:lnTo>
                <a:lnTo>
                  <a:pt x="2" y="9"/>
                </a:lnTo>
                <a:lnTo>
                  <a:pt x="4" y="6"/>
                </a:lnTo>
                <a:lnTo>
                  <a:pt x="7" y="6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5595480" y="1941840"/>
            <a:ext cx="482760" cy="32400"/>
          </a:xfrm>
          <a:custGeom>
            <a:avLst/>
            <a:gdLst/>
            <a:ahLst/>
            <a:rect l="0" t="0" r="r" b="b"/>
            <a:pathLst>
              <a:path fill="none" w="1341" h="90">
                <a:moveTo>
                  <a:pt x="0" y="90"/>
                </a:moveTo>
                <a:lnTo>
                  <a:pt x="124" y="74"/>
                </a:lnTo>
                <a:cubicBezTo>
                  <a:pt x="249" y="59"/>
                  <a:pt x="498" y="29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6064920" y="19288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6063840" y="192708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5"/>
                </a:moveTo>
                <a:lnTo>
                  <a:pt x="18" y="9"/>
                </a:lnTo>
                <a:lnTo>
                  <a:pt x="15" y="15"/>
                </a:lnTo>
                <a:lnTo>
                  <a:pt x="9" y="12"/>
                </a:lnTo>
                <a:lnTo>
                  <a:pt x="12" y="5"/>
                </a:lnTo>
                <a:moveTo>
                  <a:pt x="18" y="9"/>
                </a:moveTo>
                <a:lnTo>
                  <a:pt x="25" y="12"/>
                </a:lnTo>
                <a:lnTo>
                  <a:pt x="22" y="19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2"/>
                </a:lnTo>
                <a:lnTo>
                  <a:pt x="22" y="19"/>
                </a:lnTo>
                <a:lnTo>
                  <a:pt x="25" y="12"/>
                </a:lnTo>
                <a:moveTo>
                  <a:pt x="31" y="15"/>
                </a:moveTo>
                <a:lnTo>
                  <a:pt x="37" y="19"/>
                </a:lnTo>
                <a:lnTo>
                  <a:pt x="34" y="25"/>
                </a:lnTo>
                <a:lnTo>
                  <a:pt x="28" y="22"/>
                </a:lnTo>
                <a:lnTo>
                  <a:pt x="31" y="15"/>
                </a:lnTo>
                <a:moveTo>
                  <a:pt x="37" y="19"/>
                </a:moveTo>
                <a:lnTo>
                  <a:pt x="44" y="22"/>
                </a:lnTo>
                <a:lnTo>
                  <a:pt x="41" y="28"/>
                </a:lnTo>
                <a:lnTo>
                  <a:pt x="34" y="25"/>
                </a:lnTo>
                <a:lnTo>
                  <a:pt x="37" y="19"/>
                </a:lnTo>
                <a:moveTo>
                  <a:pt x="44" y="22"/>
                </a:moveTo>
                <a:lnTo>
                  <a:pt x="50" y="25"/>
                </a:lnTo>
                <a:lnTo>
                  <a:pt x="47" y="32"/>
                </a:lnTo>
                <a:lnTo>
                  <a:pt x="41" y="28"/>
                </a:lnTo>
                <a:lnTo>
                  <a:pt x="44" y="22"/>
                </a:lnTo>
                <a:moveTo>
                  <a:pt x="50" y="25"/>
                </a:moveTo>
                <a:lnTo>
                  <a:pt x="56" y="28"/>
                </a:lnTo>
                <a:lnTo>
                  <a:pt x="53" y="35"/>
                </a:lnTo>
                <a:lnTo>
                  <a:pt x="47" y="32"/>
                </a:lnTo>
                <a:lnTo>
                  <a:pt x="50" y="25"/>
                </a:lnTo>
                <a:moveTo>
                  <a:pt x="56" y="28"/>
                </a:moveTo>
                <a:lnTo>
                  <a:pt x="63" y="32"/>
                </a:lnTo>
                <a:lnTo>
                  <a:pt x="59" y="38"/>
                </a:lnTo>
                <a:lnTo>
                  <a:pt x="53" y="35"/>
                </a:lnTo>
                <a:lnTo>
                  <a:pt x="56" y="28"/>
                </a:lnTo>
                <a:moveTo>
                  <a:pt x="63" y="32"/>
                </a:moveTo>
                <a:lnTo>
                  <a:pt x="69" y="35"/>
                </a:lnTo>
                <a:lnTo>
                  <a:pt x="66" y="41"/>
                </a:lnTo>
                <a:lnTo>
                  <a:pt x="59" y="38"/>
                </a:lnTo>
                <a:lnTo>
                  <a:pt x="63" y="32"/>
                </a:lnTo>
                <a:moveTo>
                  <a:pt x="69" y="35"/>
                </a:moveTo>
                <a:lnTo>
                  <a:pt x="75" y="38"/>
                </a:lnTo>
                <a:lnTo>
                  <a:pt x="72" y="44"/>
                </a:lnTo>
                <a:lnTo>
                  <a:pt x="66" y="41"/>
                </a:lnTo>
                <a:lnTo>
                  <a:pt x="69" y="35"/>
                </a:lnTo>
                <a:moveTo>
                  <a:pt x="75" y="38"/>
                </a:moveTo>
                <a:lnTo>
                  <a:pt x="83" y="42"/>
                </a:lnTo>
                <a:lnTo>
                  <a:pt x="71" y="47"/>
                </a:lnTo>
                <a:lnTo>
                  <a:pt x="68" y="41"/>
                </a:lnTo>
                <a:lnTo>
                  <a:pt x="73" y="39"/>
                </a:lnTo>
                <a:lnTo>
                  <a:pt x="75" y="42"/>
                </a:lnTo>
                <a:lnTo>
                  <a:pt x="73" y="45"/>
                </a:lnTo>
                <a:lnTo>
                  <a:pt x="72" y="44"/>
                </a:lnTo>
                <a:lnTo>
                  <a:pt x="75" y="38"/>
                </a:lnTo>
                <a:moveTo>
                  <a:pt x="71" y="47"/>
                </a:moveTo>
                <a:lnTo>
                  <a:pt x="65" y="51"/>
                </a:lnTo>
                <a:lnTo>
                  <a:pt x="62" y="44"/>
                </a:lnTo>
                <a:lnTo>
                  <a:pt x="68" y="41"/>
                </a:lnTo>
                <a:lnTo>
                  <a:pt x="71" y="47"/>
                </a:lnTo>
                <a:moveTo>
                  <a:pt x="65" y="51"/>
                </a:moveTo>
                <a:lnTo>
                  <a:pt x="59" y="54"/>
                </a:lnTo>
                <a:lnTo>
                  <a:pt x="55" y="47"/>
                </a:lnTo>
                <a:lnTo>
                  <a:pt x="62" y="44"/>
                </a:lnTo>
                <a:lnTo>
                  <a:pt x="65" y="51"/>
                </a:lnTo>
                <a:moveTo>
                  <a:pt x="59" y="54"/>
                </a:moveTo>
                <a:lnTo>
                  <a:pt x="52" y="57"/>
                </a:lnTo>
                <a:lnTo>
                  <a:pt x="49" y="51"/>
                </a:lnTo>
                <a:lnTo>
                  <a:pt x="55" y="47"/>
                </a:lnTo>
                <a:lnTo>
                  <a:pt x="59" y="54"/>
                </a:lnTo>
                <a:moveTo>
                  <a:pt x="52" y="57"/>
                </a:moveTo>
                <a:lnTo>
                  <a:pt x="46" y="60"/>
                </a:lnTo>
                <a:lnTo>
                  <a:pt x="43" y="54"/>
                </a:lnTo>
                <a:lnTo>
                  <a:pt x="49" y="51"/>
                </a:lnTo>
                <a:lnTo>
                  <a:pt x="52" y="57"/>
                </a:lnTo>
                <a:moveTo>
                  <a:pt x="46" y="60"/>
                </a:moveTo>
                <a:lnTo>
                  <a:pt x="40" y="63"/>
                </a:lnTo>
                <a:lnTo>
                  <a:pt x="36" y="57"/>
                </a:lnTo>
                <a:lnTo>
                  <a:pt x="43" y="54"/>
                </a:lnTo>
                <a:lnTo>
                  <a:pt x="46" y="60"/>
                </a:lnTo>
                <a:moveTo>
                  <a:pt x="40" y="63"/>
                </a:moveTo>
                <a:lnTo>
                  <a:pt x="33" y="66"/>
                </a:lnTo>
                <a:lnTo>
                  <a:pt x="30" y="60"/>
                </a:lnTo>
                <a:lnTo>
                  <a:pt x="36" y="57"/>
                </a:lnTo>
                <a:lnTo>
                  <a:pt x="40" y="63"/>
                </a:lnTo>
                <a:moveTo>
                  <a:pt x="33" y="66"/>
                </a:moveTo>
                <a:lnTo>
                  <a:pt x="27" y="70"/>
                </a:lnTo>
                <a:lnTo>
                  <a:pt x="24" y="63"/>
                </a:lnTo>
                <a:lnTo>
                  <a:pt x="30" y="60"/>
                </a:lnTo>
                <a:lnTo>
                  <a:pt x="33" y="66"/>
                </a:lnTo>
                <a:moveTo>
                  <a:pt x="27" y="70"/>
                </a:moveTo>
                <a:lnTo>
                  <a:pt x="21" y="73"/>
                </a:lnTo>
                <a:lnTo>
                  <a:pt x="18" y="66"/>
                </a:lnTo>
                <a:lnTo>
                  <a:pt x="24" y="63"/>
                </a:lnTo>
                <a:lnTo>
                  <a:pt x="27" y="70"/>
                </a:lnTo>
                <a:moveTo>
                  <a:pt x="21" y="73"/>
                </a:moveTo>
                <a:lnTo>
                  <a:pt x="14" y="76"/>
                </a:lnTo>
                <a:lnTo>
                  <a:pt x="11" y="70"/>
                </a:lnTo>
                <a:lnTo>
                  <a:pt x="18" y="66"/>
                </a:lnTo>
                <a:lnTo>
                  <a:pt x="21" y="73"/>
                </a:lnTo>
                <a:moveTo>
                  <a:pt x="14" y="76"/>
                </a:moveTo>
                <a:lnTo>
                  <a:pt x="8" y="79"/>
                </a:lnTo>
                <a:lnTo>
                  <a:pt x="4" y="73"/>
                </a:lnTo>
                <a:lnTo>
                  <a:pt x="11" y="70"/>
                </a:lnTo>
                <a:lnTo>
                  <a:pt x="14" y="76"/>
                </a:lnTo>
                <a:moveTo>
                  <a:pt x="8" y="79"/>
                </a:moveTo>
                <a:lnTo>
                  <a:pt x="0" y="83"/>
                </a:lnTo>
                <a:lnTo>
                  <a:pt x="0" y="72"/>
                </a:lnTo>
                <a:lnTo>
                  <a:pt x="8" y="72"/>
                </a:lnTo>
                <a:lnTo>
                  <a:pt x="8" y="77"/>
                </a:lnTo>
                <a:lnTo>
                  <a:pt x="3" y="77"/>
                </a:lnTo>
                <a:lnTo>
                  <a:pt x="2" y="74"/>
                </a:lnTo>
                <a:lnTo>
                  <a:pt x="4" y="73"/>
                </a:lnTo>
                <a:lnTo>
                  <a:pt x="8" y="79"/>
                </a:lnTo>
                <a:moveTo>
                  <a:pt x="0" y="72"/>
                </a:moveTo>
                <a:lnTo>
                  <a:pt x="0" y="65"/>
                </a:lnTo>
                <a:lnTo>
                  <a:pt x="8" y="65"/>
                </a:lnTo>
                <a:lnTo>
                  <a:pt x="8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8" y="58"/>
                </a:lnTo>
                <a:lnTo>
                  <a:pt x="8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1"/>
                </a:lnTo>
                <a:lnTo>
                  <a:pt x="8" y="51"/>
                </a:lnTo>
                <a:lnTo>
                  <a:pt x="8" y="58"/>
                </a:lnTo>
                <a:lnTo>
                  <a:pt x="0" y="58"/>
                </a:lnTo>
                <a:moveTo>
                  <a:pt x="0" y="51"/>
                </a:moveTo>
                <a:lnTo>
                  <a:pt x="0" y="44"/>
                </a:lnTo>
                <a:lnTo>
                  <a:pt x="8" y="44"/>
                </a:lnTo>
                <a:lnTo>
                  <a:pt x="8" y="51"/>
                </a:lnTo>
                <a:lnTo>
                  <a:pt x="0" y="51"/>
                </a:lnTo>
                <a:moveTo>
                  <a:pt x="0" y="44"/>
                </a:moveTo>
                <a:lnTo>
                  <a:pt x="0" y="37"/>
                </a:lnTo>
                <a:lnTo>
                  <a:pt x="8" y="37"/>
                </a:lnTo>
                <a:lnTo>
                  <a:pt x="8" y="44"/>
                </a:lnTo>
                <a:lnTo>
                  <a:pt x="0" y="44"/>
                </a:lnTo>
                <a:moveTo>
                  <a:pt x="0" y="37"/>
                </a:moveTo>
                <a:lnTo>
                  <a:pt x="0" y="30"/>
                </a:lnTo>
                <a:lnTo>
                  <a:pt x="8" y="30"/>
                </a:lnTo>
                <a:lnTo>
                  <a:pt x="8" y="37"/>
                </a:lnTo>
                <a:lnTo>
                  <a:pt x="0" y="37"/>
                </a:lnTo>
                <a:moveTo>
                  <a:pt x="0" y="30"/>
                </a:moveTo>
                <a:lnTo>
                  <a:pt x="0" y="23"/>
                </a:lnTo>
                <a:lnTo>
                  <a:pt x="8" y="23"/>
                </a:lnTo>
                <a:lnTo>
                  <a:pt x="8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5"/>
                </a:lnTo>
                <a:lnTo>
                  <a:pt x="8" y="15"/>
                </a:lnTo>
                <a:lnTo>
                  <a:pt x="8" y="23"/>
                </a:lnTo>
                <a:lnTo>
                  <a:pt x="0" y="23"/>
                </a:lnTo>
                <a:moveTo>
                  <a:pt x="0" y="15"/>
                </a:moveTo>
                <a:lnTo>
                  <a:pt x="0" y="8"/>
                </a:lnTo>
                <a:lnTo>
                  <a:pt x="8" y="8"/>
                </a:lnTo>
                <a:lnTo>
                  <a:pt x="8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2" y="5"/>
                </a:lnTo>
                <a:lnTo>
                  <a:pt x="9" y="12"/>
                </a:lnTo>
                <a:lnTo>
                  <a:pt x="2" y="9"/>
                </a:lnTo>
                <a:lnTo>
                  <a:pt x="3" y="5"/>
                </a:lnTo>
                <a:lnTo>
                  <a:pt x="8" y="5"/>
                </a:lnTo>
                <a:lnTo>
                  <a:pt x="8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6756480" y="194184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7305480" y="19288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7304400" y="192708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5"/>
                </a:moveTo>
                <a:lnTo>
                  <a:pt x="18" y="9"/>
                </a:lnTo>
                <a:lnTo>
                  <a:pt x="15" y="15"/>
                </a:lnTo>
                <a:lnTo>
                  <a:pt x="9" y="12"/>
                </a:lnTo>
                <a:lnTo>
                  <a:pt x="12" y="5"/>
                </a:lnTo>
                <a:moveTo>
                  <a:pt x="18" y="9"/>
                </a:moveTo>
                <a:lnTo>
                  <a:pt x="25" y="12"/>
                </a:lnTo>
                <a:lnTo>
                  <a:pt x="22" y="19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2"/>
                </a:lnTo>
                <a:lnTo>
                  <a:pt x="22" y="19"/>
                </a:lnTo>
                <a:lnTo>
                  <a:pt x="25" y="12"/>
                </a:lnTo>
                <a:moveTo>
                  <a:pt x="31" y="15"/>
                </a:moveTo>
                <a:lnTo>
                  <a:pt x="37" y="19"/>
                </a:lnTo>
                <a:lnTo>
                  <a:pt x="34" y="25"/>
                </a:lnTo>
                <a:lnTo>
                  <a:pt x="28" y="22"/>
                </a:lnTo>
                <a:lnTo>
                  <a:pt x="31" y="15"/>
                </a:lnTo>
                <a:moveTo>
                  <a:pt x="37" y="19"/>
                </a:moveTo>
                <a:lnTo>
                  <a:pt x="44" y="22"/>
                </a:lnTo>
                <a:lnTo>
                  <a:pt x="40" y="28"/>
                </a:lnTo>
                <a:lnTo>
                  <a:pt x="34" y="25"/>
                </a:lnTo>
                <a:lnTo>
                  <a:pt x="37" y="19"/>
                </a:lnTo>
                <a:moveTo>
                  <a:pt x="44" y="22"/>
                </a:moveTo>
                <a:lnTo>
                  <a:pt x="50" y="25"/>
                </a:lnTo>
                <a:lnTo>
                  <a:pt x="47" y="32"/>
                </a:lnTo>
                <a:lnTo>
                  <a:pt x="40" y="28"/>
                </a:lnTo>
                <a:lnTo>
                  <a:pt x="44" y="22"/>
                </a:lnTo>
                <a:moveTo>
                  <a:pt x="50" y="25"/>
                </a:moveTo>
                <a:lnTo>
                  <a:pt x="56" y="28"/>
                </a:lnTo>
                <a:lnTo>
                  <a:pt x="53" y="35"/>
                </a:lnTo>
                <a:lnTo>
                  <a:pt x="47" y="32"/>
                </a:lnTo>
                <a:lnTo>
                  <a:pt x="50" y="25"/>
                </a:lnTo>
                <a:moveTo>
                  <a:pt x="56" y="28"/>
                </a:moveTo>
                <a:lnTo>
                  <a:pt x="63" y="32"/>
                </a:lnTo>
                <a:lnTo>
                  <a:pt x="59" y="38"/>
                </a:lnTo>
                <a:lnTo>
                  <a:pt x="53" y="35"/>
                </a:lnTo>
                <a:lnTo>
                  <a:pt x="56" y="28"/>
                </a:lnTo>
                <a:moveTo>
                  <a:pt x="63" y="32"/>
                </a:moveTo>
                <a:lnTo>
                  <a:pt x="69" y="35"/>
                </a:lnTo>
                <a:lnTo>
                  <a:pt x="66" y="41"/>
                </a:lnTo>
                <a:lnTo>
                  <a:pt x="59" y="38"/>
                </a:lnTo>
                <a:lnTo>
                  <a:pt x="63" y="32"/>
                </a:lnTo>
                <a:moveTo>
                  <a:pt x="69" y="35"/>
                </a:moveTo>
                <a:lnTo>
                  <a:pt x="75" y="38"/>
                </a:lnTo>
                <a:lnTo>
                  <a:pt x="72" y="44"/>
                </a:lnTo>
                <a:lnTo>
                  <a:pt x="66" y="41"/>
                </a:lnTo>
                <a:lnTo>
                  <a:pt x="69" y="35"/>
                </a:lnTo>
                <a:moveTo>
                  <a:pt x="75" y="38"/>
                </a:moveTo>
                <a:lnTo>
                  <a:pt x="83" y="42"/>
                </a:lnTo>
                <a:lnTo>
                  <a:pt x="71" y="47"/>
                </a:lnTo>
                <a:lnTo>
                  <a:pt x="68" y="41"/>
                </a:lnTo>
                <a:lnTo>
                  <a:pt x="73" y="39"/>
                </a:lnTo>
                <a:lnTo>
                  <a:pt x="75" y="42"/>
                </a:lnTo>
                <a:lnTo>
                  <a:pt x="73" y="45"/>
                </a:lnTo>
                <a:lnTo>
                  <a:pt x="72" y="44"/>
                </a:lnTo>
                <a:lnTo>
                  <a:pt x="75" y="38"/>
                </a:lnTo>
                <a:moveTo>
                  <a:pt x="71" y="47"/>
                </a:moveTo>
                <a:lnTo>
                  <a:pt x="65" y="51"/>
                </a:lnTo>
                <a:lnTo>
                  <a:pt x="62" y="44"/>
                </a:lnTo>
                <a:lnTo>
                  <a:pt x="68" y="41"/>
                </a:lnTo>
                <a:lnTo>
                  <a:pt x="71" y="47"/>
                </a:lnTo>
                <a:moveTo>
                  <a:pt x="65" y="51"/>
                </a:moveTo>
                <a:lnTo>
                  <a:pt x="59" y="54"/>
                </a:lnTo>
                <a:lnTo>
                  <a:pt x="55" y="47"/>
                </a:lnTo>
                <a:lnTo>
                  <a:pt x="62" y="44"/>
                </a:lnTo>
                <a:lnTo>
                  <a:pt x="65" y="51"/>
                </a:lnTo>
                <a:moveTo>
                  <a:pt x="59" y="54"/>
                </a:moveTo>
                <a:lnTo>
                  <a:pt x="52" y="57"/>
                </a:lnTo>
                <a:lnTo>
                  <a:pt x="49" y="51"/>
                </a:lnTo>
                <a:lnTo>
                  <a:pt x="55" y="47"/>
                </a:lnTo>
                <a:lnTo>
                  <a:pt x="59" y="54"/>
                </a:lnTo>
                <a:moveTo>
                  <a:pt x="52" y="57"/>
                </a:moveTo>
                <a:lnTo>
                  <a:pt x="46" y="60"/>
                </a:lnTo>
                <a:lnTo>
                  <a:pt x="43" y="54"/>
                </a:lnTo>
                <a:lnTo>
                  <a:pt x="49" y="51"/>
                </a:lnTo>
                <a:lnTo>
                  <a:pt x="52" y="57"/>
                </a:lnTo>
                <a:moveTo>
                  <a:pt x="46" y="60"/>
                </a:moveTo>
                <a:lnTo>
                  <a:pt x="40" y="63"/>
                </a:lnTo>
                <a:lnTo>
                  <a:pt x="36" y="57"/>
                </a:lnTo>
                <a:lnTo>
                  <a:pt x="43" y="54"/>
                </a:lnTo>
                <a:lnTo>
                  <a:pt x="46" y="60"/>
                </a:lnTo>
                <a:moveTo>
                  <a:pt x="40" y="63"/>
                </a:moveTo>
                <a:lnTo>
                  <a:pt x="33" y="66"/>
                </a:lnTo>
                <a:lnTo>
                  <a:pt x="30" y="60"/>
                </a:lnTo>
                <a:lnTo>
                  <a:pt x="36" y="57"/>
                </a:lnTo>
                <a:lnTo>
                  <a:pt x="40" y="63"/>
                </a:lnTo>
                <a:moveTo>
                  <a:pt x="33" y="66"/>
                </a:moveTo>
                <a:lnTo>
                  <a:pt x="27" y="70"/>
                </a:lnTo>
                <a:lnTo>
                  <a:pt x="24" y="63"/>
                </a:lnTo>
                <a:lnTo>
                  <a:pt x="30" y="60"/>
                </a:lnTo>
                <a:lnTo>
                  <a:pt x="33" y="66"/>
                </a:lnTo>
                <a:moveTo>
                  <a:pt x="27" y="70"/>
                </a:moveTo>
                <a:lnTo>
                  <a:pt x="21" y="73"/>
                </a:lnTo>
                <a:lnTo>
                  <a:pt x="17" y="66"/>
                </a:lnTo>
                <a:lnTo>
                  <a:pt x="24" y="63"/>
                </a:lnTo>
                <a:lnTo>
                  <a:pt x="27" y="70"/>
                </a:lnTo>
                <a:moveTo>
                  <a:pt x="21" y="73"/>
                </a:moveTo>
                <a:lnTo>
                  <a:pt x="14" y="76"/>
                </a:lnTo>
                <a:lnTo>
                  <a:pt x="11" y="70"/>
                </a:lnTo>
                <a:lnTo>
                  <a:pt x="17" y="66"/>
                </a:lnTo>
                <a:lnTo>
                  <a:pt x="21" y="73"/>
                </a:lnTo>
                <a:moveTo>
                  <a:pt x="14" y="76"/>
                </a:moveTo>
                <a:lnTo>
                  <a:pt x="8" y="79"/>
                </a:lnTo>
                <a:lnTo>
                  <a:pt x="4" y="73"/>
                </a:lnTo>
                <a:lnTo>
                  <a:pt x="11" y="70"/>
                </a:lnTo>
                <a:lnTo>
                  <a:pt x="14" y="76"/>
                </a:lnTo>
                <a:moveTo>
                  <a:pt x="8" y="79"/>
                </a:moveTo>
                <a:lnTo>
                  <a:pt x="0" y="83"/>
                </a:lnTo>
                <a:lnTo>
                  <a:pt x="0" y="72"/>
                </a:lnTo>
                <a:lnTo>
                  <a:pt x="8" y="72"/>
                </a:lnTo>
                <a:lnTo>
                  <a:pt x="8" y="77"/>
                </a:lnTo>
                <a:lnTo>
                  <a:pt x="3" y="77"/>
                </a:lnTo>
                <a:lnTo>
                  <a:pt x="2" y="74"/>
                </a:lnTo>
                <a:lnTo>
                  <a:pt x="4" y="73"/>
                </a:lnTo>
                <a:lnTo>
                  <a:pt x="8" y="79"/>
                </a:lnTo>
                <a:moveTo>
                  <a:pt x="0" y="72"/>
                </a:moveTo>
                <a:lnTo>
                  <a:pt x="0" y="65"/>
                </a:lnTo>
                <a:lnTo>
                  <a:pt x="8" y="65"/>
                </a:lnTo>
                <a:lnTo>
                  <a:pt x="8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8" y="58"/>
                </a:lnTo>
                <a:lnTo>
                  <a:pt x="8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1"/>
                </a:lnTo>
                <a:lnTo>
                  <a:pt x="8" y="51"/>
                </a:lnTo>
                <a:lnTo>
                  <a:pt x="8" y="58"/>
                </a:lnTo>
                <a:lnTo>
                  <a:pt x="0" y="58"/>
                </a:lnTo>
                <a:moveTo>
                  <a:pt x="0" y="51"/>
                </a:moveTo>
                <a:lnTo>
                  <a:pt x="0" y="44"/>
                </a:lnTo>
                <a:lnTo>
                  <a:pt x="8" y="44"/>
                </a:lnTo>
                <a:lnTo>
                  <a:pt x="8" y="51"/>
                </a:lnTo>
                <a:lnTo>
                  <a:pt x="0" y="51"/>
                </a:lnTo>
                <a:moveTo>
                  <a:pt x="0" y="44"/>
                </a:moveTo>
                <a:lnTo>
                  <a:pt x="0" y="37"/>
                </a:lnTo>
                <a:lnTo>
                  <a:pt x="8" y="37"/>
                </a:lnTo>
                <a:lnTo>
                  <a:pt x="8" y="44"/>
                </a:lnTo>
                <a:lnTo>
                  <a:pt x="0" y="44"/>
                </a:lnTo>
                <a:moveTo>
                  <a:pt x="0" y="37"/>
                </a:moveTo>
                <a:lnTo>
                  <a:pt x="0" y="30"/>
                </a:lnTo>
                <a:lnTo>
                  <a:pt x="8" y="30"/>
                </a:lnTo>
                <a:lnTo>
                  <a:pt x="8" y="37"/>
                </a:lnTo>
                <a:lnTo>
                  <a:pt x="0" y="37"/>
                </a:lnTo>
                <a:moveTo>
                  <a:pt x="0" y="30"/>
                </a:moveTo>
                <a:lnTo>
                  <a:pt x="0" y="23"/>
                </a:lnTo>
                <a:lnTo>
                  <a:pt x="8" y="23"/>
                </a:lnTo>
                <a:lnTo>
                  <a:pt x="8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5"/>
                </a:lnTo>
                <a:lnTo>
                  <a:pt x="8" y="15"/>
                </a:lnTo>
                <a:lnTo>
                  <a:pt x="8" y="23"/>
                </a:lnTo>
                <a:lnTo>
                  <a:pt x="0" y="23"/>
                </a:lnTo>
                <a:moveTo>
                  <a:pt x="0" y="15"/>
                </a:moveTo>
                <a:lnTo>
                  <a:pt x="0" y="8"/>
                </a:lnTo>
                <a:lnTo>
                  <a:pt x="8" y="8"/>
                </a:lnTo>
                <a:lnTo>
                  <a:pt x="8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2" y="5"/>
                </a:lnTo>
                <a:lnTo>
                  <a:pt x="9" y="12"/>
                </a:lnTo>
                <a:lnTo>
                  <a:pt x="2" y="9"/>
                </a:lnTo>
                <a:lnTo>
                  <a:pt x="3" y="5"/>
                </a:lnTo>
                <a:lnTo>
                  <a:pt x="8" y="5"/>
                </a:lnTo>
                <a:lnTo>
                  <a:pt x="8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5595480" y="213516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9"/>
                </a:lnTo>
                <a:cubicBezTo>
                  <a:pt x="250" y="97"/>
                  <a:pt x="499" y="194"/>
                  <a:pt x="726" y="307"/>
                </a:cubicBezTo>
                <a:cubicBezTo>
                  <a:pt x="954" y="419"/>
                  <a:pt x="1159" y="548"/>
                  <a:pt x="1262" y="612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6069240" y="236052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6067080" y="235800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1"/>
                </a:lnTo>
                <a:lnTo>
                  <a:pt x="45" y="15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7"/>
                </a:lnTo>
                <a:lnTo>
                  <a:pt x="48" y="21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3"/>
                </a:lnTo>
                <a:lnTo>
                  <a:pt x="52" y="27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9"/>
                </a:lnTo>
                <a:lnTo>
                  <a:pt x="56" y="33"/>
                </a:lnTo>
                <a:lnTo>
                  <a:pt x="62" y="29"/>
                </a:lnTo>
                <a:moveTo>
                  <a:pt x="65" y="35"/>
                </a:moveTo>
                <a:lnTo>
                  <a:pt x="69" y="42"/>
                </a:lnTo>
                <a:lnTo>
                  <a:pt x="63" y="46"/>
                </a:lnTo>
                <a:lnTo>
                  <a:pt x="59" y="39"/>
                </a:lnTo>
                <a:lnTo>
                  <a:pt x="65" y="35"/>
                </a:lnTo>
                <a:moveTo>
                  <a:pt x="69" y="42"/>
                </a:moveTo>
                <a:lnTo>
                  <a:pt x="73" y="48"/>
                </a:lnTo>
                <a:lnTo>
                  <a:pt x="67" y="52"/>
                </a:lnTo>
                <a:lnTo>
                  <a:pt x="63" y="46"/>
                </a:lnTo>
                <a:lnTo>
                  <a:pt x="69" y="42"/>
                </a:lnTo>
                <a:moveTo>
                  <a:pt x="73" y="48"/>
                </a:moveTo>
                <a:lnTo>
                  <a:pt x="77" y="54"/>
                </a:lnTo>
                <a:lnTo>
                  <a:pt x="71" y="58"/>
                </a:lnTo>
                <a:lnTo>
                  <a:pt x="67" y="52"/>
                </a:lnTo>
                <a:lnTo>
                  <a:pt x="73" y="48"/>
                </a:lnTo>
                <a:moveTo>
                  <a:pt x="77" y="54"/>
                </a:moveTo>
                <a:lnTo>
                  <a:pt x="80" y="60"/>
                </a:lnTo>
                <a:lnTo>
                  <a:pt x="74" y="64"/>
                </a:lnTo>
                <a:lnTo>
                  <a:pt x="71" y="58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4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7"/>
                </a:lnTo>
                <a:lnTo>
                  <a:pt x="66" y="70"/>
                </a:lnTo>
                <a:lnTo>
                  <a:pt x="73" y="70"/>
                </a:lnTo>
                <a:lnTo>
                  <a:pt x="72" y="77"/>
                </a:lnTo>
                <a:moveTo>
                  <a:pt x="65" y="77"/>
                </a:moveTo>
                <a:lnTo>
                  <a:pt x="58" y="76"/>
                </a:lnTo>
                <a:lnTo>
                  <a:pt x="59" y="69"/>
                </a:lnTo>
                <a:lnTo>
                  <a:pt x="66" y="70"/>
                </a:lnTo>
                <a:lnTo>
                  <a:pt x="65" y="77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8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8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2"/>
                </a:lnTo>
                <a:lnTo>
                  <a:pt x="9" y="65"/>
                </a:lnTo>
                <a:lnTo>
                  <a:pt x="16" y="65"/>
                </a:lnTo>
                <a:lnTo>
                  <a:pt x="15" y="72"/>
                </a:lnTo>
                <a:moveTo>
                  <a:pt x="8" y="72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70"/>
                </a:lnTo>
                <a:lnTo>
                  <a:pt x="6" y="68"/>
                </a:lnTo>
                <a:lnTo>
                  <a:pt x="6" y="64"/>
                </a:lnTo>
                <a:lnTo>
                  <a:pt x="9" y="65"/>
                </a:lnTo>
                <a:lnTo>
                  <a:pt x="8" y="72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4"/>
                </a:lnTo>
                <a:lnTo>
                  <a:pt x="22" y="48"/>
                </a:lnTo>
                <a:lnTo>
                  <a:pt x="19" y="54"/>
                </a:lnTo>
                <a:lnTo>
                  <a:pt x="13" y="50"/>
                </a:lnTo>
                <a:moveTo>
                  <a:pt x="16" y="44"/>
                </a:moveTo>
                <a:lnTo>
                  <a:pt x="20" y="37"/>
                </a:lnTo>
                <a:lnTo>
                  <a:pt x="26" y="42"/>
                </a:lnTo>
                <a:lnTo>
                  <a:pt x="22" y="48"/>
                </a:lnTo>
                <a:lnTo>
                  <a:pt x="16" y="44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2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5"/>
                </a:lnTo>
                <a:lnTo>
                  <a:pt x="41" y="9"/>
                </a:lnTo>
                <a:lnTo>
                  <a:pt x="44" y="7"/>
                </a:lnTo>
                <a:lnTo>
                  <a:pt x="47" y="9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5637960" y="251064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7"/>
                  <a:pt x="626" y="65"/>
                </a:cubicBezTo>
                <a:cubicBezTo>
                  <a:pt x="833" y="51"/>
                  <a:pt x="1037" y="25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6070680" y="24994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6069240" y="249768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7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7"/>
                </a:moveTo>
                <a:lnTo>
                  <a:pt x="25" y="9"/>
                </a:lnTo>
                <a:lnTo>
                  <a:pt x="23" y="16"/>
                </a:lnTo>
                <a:lnTo>
                  <a:pt x="16" y="13"/>
                </a:lnTo>
                <a:lnTo>
                  <a:pt x="18" y="7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6"/>
                </a:lnTo>
                <a:lnTo>
                  <a:pt x="25" y="9"/>
                </a:lnTo>
                <a:moveTo>
                  <a:pt x="32" y="11"/>
                </a:moveTo>
                <a:lnTo>
                  <a:pt x="38" y="14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4"/>
                </a:moveTo>
                <a:lnTo>
                  <a:pt x="46" y="16"/>
                </a:lnTo>
                <a:lnTo>
                  <a:pt x="44" y="23"/>
                </a:lnTo>
                <a:lnTo>
                  <a:pt x="36" y="20"/>
                </a:lnTo>
                <a:lnTo>
                  <a:pt x="38" y="14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3"/>
                </a:lnTo>
                <a:lnTo>
                  <a:pt x="46" y="16"/>
                </a:lnTo>
                <a:moveTo>
                  <a:pt x="53" y="18"/>
                </a:moveTo>
                <a:lnTo>
                  <a:pt x="59" y="21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1"/>
                </a:moveTo>
                <a:lnTo>
                  <a:pt x="66" y="23"/>
                </a:lnTo>
                <a:lnTo>
                  <a:pt x="64" y="30"/>
                </a:lnTo>
                <a:lnTo>
                  <a:pt x="57" y="27"/>
                </a:lnTo>
                <a:lnTo>
                  <a:pt x="59" y="21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30"/>
                </a:lnTo>
                <a:lnTo>
                  <a:pt x="66" y="23"/>
                </a:lnTo>
                <a:moveTo>
                  <a:pt x="73" y="25"/>
                </a:moveTo>
                <a:lnTo>
                  <a:pt x="79" y="28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8"/>
                </a:moveTo>
                <a:lnTo>
                  <a:pt x="87" y="31"/>
                </a:lnTo>
                <a:lnTo>
                  <a:pt x="77" y="38"/>
                </a:lnTo>
                <a:lnTo>
                  <a:pt x="73" y="32"/>
                </a:lnTo>
                <a:lnTo>
                  <a:pt x="77" y="29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8"/>
                </a:lnTo>
                <a:moveTo>
                  <a:pt x="77" y="38"/>
                </a:moveTo>
                <a:lnTo>
                  <a:pt x="71" y="42"/>
                </a:lnTo>
                <a:lnTo>
                  <a:pt x="67" y="36"/>
                </a:lnTo>
                <a:lnTo>
                  <a:pt x="73" y="32"/>
                </a:lnTo>
                <a:lnTo>
                  <a:pt x="77" y="38"/>
                </a:lnTo>
                <a:moveTo>
                  <a:pt x="71" y="42"/>
                </a:moveTo>
                <a:lnTo>
                  <a:pt x="65" y="45"/>
                </a:lnTo>
                <a:lnTo>
                  <a:pt x="61" y="40"/>
                </a:lnTo>
                <a:lnTo>
                  <a:pt x="67" y="36"/>
                </a:lnTo>
                <a:lnTo>
                  <a:pt x="71" y="42"/>
                </a:lnTo>
                <a:moveTo>
                  <a:pt x="65" y="45"/>
                </a:moveTo>
                <a:lnTo>
                  <a:pt x="59" y="49"/>
                </a:lnTo>
                <a:lnTo>
                  <a:pt x="55" y="44"/>
                </a:lnTo>
                <a:lnTo>
                  <a:pt x="61" y="40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4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1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1"/>
                </a:moveTo>
                <a:lnTo>
                  <a:pt x="34" y="65"/>
                </a:lnTo>
                <a:lnTo>
                  <a:pt x="30" y="59"/>
                </a:lnTo>
                <a:lnTo>
                  <a:pt x="36" y="55"/>
                </a:lnTo>
                <a:lnTo>
                  <a:pt x="41" y="61"/>
                </a:lnTo>
                <a:moveTo>
                  <a:pt x="34" y="65"/>
                </a:moveTo>
                <a:lnTo>
                  <a:pt x="28" y="70"/>
                </a:lnTo>
                <a:lnTo>
                  <a:pt x="25" y="63"/>
                </a:lnTo>
                <a:lnTo>
                  <a:pt x="30" y="59"/>
                </a:lnTo>
                <a:lnTo>
                  <a:pt x="34" y="65"/>
                </a:lnTo>
                <a:moveTo>
                  <a:pt x="28" y="70"/>
                </a:moveTo>
                <a:lnTo>
                  <a:pt x="23" y="74"/>
                </a:lnTo>
                <a:lnTo>
                  <a:pt x="19" y="67"/>
                </a:lnTo>
                <a:lnTo>
                  <a:pt x="25" y="63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7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4"/>
                </a:lnTo>
                <a:lnTo>
                  <a:pt x="15" y="63"/>
                </a:lnTo>
                <a:lnTo>
                  <a:pt x="16" y="71"/>
                </a:lnTo>
                <a:lnTo>
                  <a:pt x="9" y="72"/>
                </a:lnTo>
                <a:moveTo>
                  <a:pt x="8" y="64"/>
                </a:moveTo>
                <a:lnTo>
                  <a:pt x="7" y="57"/>
                </a:lnTo>
                <a:lnTo>
                  <a:pt x="14" y="56"/>
                </a:lnTo>
                <a:lnTo>
                  <a:pt x="15" y="63"/>
                </a:lnTo>
                <a:lnTo>
                  <a:pt x="8" y="64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9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6749640" y="255420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1"/>
                  <a:pt x="378" y="101"/>
                  <a:pt x="557" y="150"/>
                </a:cubicBezTo>
                <a:cubicBezTo>
                  <a:pt x="737" y="198"/>
                  <a:pt x="908" y="246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7121880" y="264384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7120080" y="264132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4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4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4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8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8"/>
                </a:moveTo>
                <a:lnTo>
                  <a:pt x="58" y="32"/>
                </a:lnTo>
                <a:lnTo>
                  <a:pt x="53" y="38"/>
                </a:lnTo>
                <a:lnTo>
                  <a:pt x="48" y="33"/>
                </a:lnTo>
                <a:lnTo>
                  <a:pt x="53" y="28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8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7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7"/>
                </a:moveTo>
                <a:lnTo>
                  <a:pt x="80" y="52"/>
                </a:lnTo>
                <a:lnTo>
                  <a:pt x="75" y="58"/>
                </a:lnTo>
                <a:lnTo>
                  <a:pt x="70" y="53"/>
                </a:lnTo>
                <a:lnTo>
                  <a:pt x="75" y="47"/>
                </a:lnTo>
                <a:moveTo>
                  <a:pt x="80" y="52"/>
                </a:moveTo>
                <a:lnTo>
                  <a:pt x="85" y="57"/>
                </a:lnTo>
                <a:lnTo>
                  <a:pt x="80" y="62"/>
                </a:lnTo>
                <a:lnTo>
                  <a:pt x="75" y="58"/>
                </a:lnTo>
                <a:lnTo>
                  <a:pt x="80" y="52"/>
                </a:lnTo>
                <a:moveTo>
                  <a:pt x="85" y="57"/>
                </a:moveTo>
                <a:lnTo>
                  <a:pt x="91" y="63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1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7"/>
                </a:lnTo>
                <a:lnTo>
                  <a:pt x="70" y="60"/>
                </a:lnTo>
                <a:lnTo>
                  <a:pt x="77" y="58"/>
                </a:lnTo>
                <a:lnTo>
                  <a:pt x="79" y="65"/>
                </a:lnTo>
                <a:moveTo>
                  <a:pt x="72" y="67"/>
                </a:moveTo>
                <a:lnTo>
                  <a:pt x="64" y="68"/>
                </a:lnTo>
                <a:lnTo>
                  <a:pt x="62" y="61"/>
                </a:lnTo>
                <a:lnTo>
                  <a:pt x="70" y="60"/>
                </a:lnTo>
                <a:lnTo>
                  <a:pt x="72" y="67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1"/>
                </a:lnTo>
                <a:lnTo>
                  <a:pt x="49" y="64"/>
                </a:lnTo>
                <a:lnTo>
                  <a:pt x="55" y="62"/>
                </a:lnTo>
                <a:lnTo>
                  <a:pt x="57" y="69"/>
                </a:lnTo>
                <a:moveTo>
                  <a:pt x="50" y="71"/>
                </a:moveTo>
                <a:lnTo>
                  <a:pt x="43" y="72"/>
                </a:lnTo>
                <a:lnTo>
                  <a:pt x="42" y="65"/>
                </a:lnTo>
                <a:lnTo>
                  <a:pt x="49" y="64"/>
                </a:lnTo>
                <a:lnTo>
                  <a:pt x="50" y="71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5"/>
                </a:lnTo>
                <a:lnTo>
                  <a:pt x="28" y="68"/>
                </a:lnTo>
                <a:lnTo>
                  <a:pt x="35" y="66"/>
                </a:lnTo>
                <a:lnTo>
                  <a:pt x="36" y="73"/>
                </a:lnTo>
                <a:moveTo>
                  <a:pt x="29" y="75"/>
                </a:moveTo>
                <a:lnTo>
                  <a:pt x="22" y="76"/>
                </a:lnTo>
                <a:lnTo>
                  <a:pt x="21" y="69"/>
                </a:lnTo>
                <a:lnTo>
                  <a:pt x="28" y="68"/>
                </a:lnTo>
                <a:lnTo>
                  <a:pt x="29" y="75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9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7"/>
                </a:lnTo>
                <a:lnTo>
                  <a:pt x="5" y="76"/>
                </a:lnTo>
                <a:lnTo>
                  <a:pt x="4" y="72"/>
                </a:lnTo>
                <a:lnTo>
                  <a:pt x="7" y="72"/>
                </a:lnTo>
                <a:lnTo>
                  <a:pt x="8" y="79"/>
                </a:lnTo>
                <a:moveTo>
                  <a:pt x="3" y="70"/>
                </a:moveTo>
                <a:lnTo>
                  <a:pt x="5" y="64"/>
                </a:lnTo>
                <a:lnTo>
                  <a:pt x="12" y="66"/>
                </a:lnTo>
                <a:lnTo>
                  <a:pt x="10" y="72"/>
                </a:lnTo>
                <a:lnTo>
                  <a:pt x="3" y="70"/>
                </a:lnTo>
                <a:moveTo>
                  <a:pt x="5" y="64"/>
                </a:moveTo>
                <a:lnTo>
                  <a:pt x="7" y="57"/>
                </a:lnTo>
                <a:lnTo>
                  <a:pt x="13" y="59"/>
                </a:lnTo>
                <a:lnTo>
                  <a:pt x="12" y="66"/>
                </a:lnTo>
                <a:lnTo>
                  <a:pt x="5" y="64"/>
                </a:lnTo>
                <a:moveTo>
                  <a:pt x="7" y="57"/>
                </a:moveTo>
                <a:lnTo>
                  <a:pt x="9" y="49"/>
                </a:lnTo>
                <a:lnTo>
                  <a:pt x="15" y="52"/>
                </a:lnTo>
                <a:lnTo>
                  <a:pt x="13" y="59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2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9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9"/>
                </a:moveTo>
                <a:lnTo>
                  <a:pt x="16" y="22"/>
                </a:lnTo>
                <a:lnTo>
                  <a:pt x="23" y="24"/>
                </a:lnTo>
                <a:lnTo>
                  <a:pt x="21" y="30"/>
                </a:lnTo>
                <a:lnTo>
                  <a:pt x="14" y="29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4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7"/>
                </a:lnTo>
                <a:lnTo>
                  <a:pt x="27" y="8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090240" y="2619720"/>
            <a:ext cx="4060080" cy="198360"/>
          </a:xfrm>
          <a:custGeom>
            <a:avLst/>
            <a:gdLst/>
            <a:ahLst/>
            <a:rect l="0" t="0" r="r" b="b"/>
            <a:pathLst>
              <a:path fill="none" w="11278" h="551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9"/>
                </a:cubicBezTo>
                <a:cubicBezTo>
                  <a:pt x="10241" y="551"/>
                  <a:pt x="9750" y="551"/>
                  <a:pt x="9246" y="551"/>
                </a:cubicBezTo>
                <a:cubicBezTo>
                  <a:pt x="8742" y="551"/>
                  <a:pt x="8223" y="551"/>
                  <a:pt x="7694" y="551"/>
                </a:cubicBezTo>
                <a:cubicBezTo>
                  <a:pt x="7164" y="551"/>
                  <a:pt x="6622" y="551"/>
                  <a:pt x="6051" y="551"/>
                </a:cubicBezTo>
                <a:cubicBezTo>
                  <a:pt x="5481" y="551"/>
                  <a:pt x="4881" y="551"/>
                  <a:pt x="4338" y="551"/>
                </a:cubicBezTo>
                <a:cubicBezTo>
                  <a:pt x="3796" y="551"/>
                  <a:pt x="3311" y="551"/>
                  <a:pt x="2792" y="551"/>
                </a:cubicBezTo>
                <a:cubicBezTo>
                  <a:pt x="2273" y="551"/>
                  <a:pt x="1720" y="551"/>
                  <a:pt x="1249" y="459"/>
                </a:cubicBezTo>
                <a:cubicBezTo>
                  <a:pt x="778" y="367"/>
                  <a:pt x="389" y="184"/>
                  <a:pt x="194" y="92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078720" y="261360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076200" y="261252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9"/>
                </a:lnTo>
                <a:lnTo>
                  <a:pt x="50" y="55"/>
                </a:lnTo>
                <a:lnTo>
                  <a:pt x="54" y="61"/>
                </a:lnTo>
                <a:lnTo>
                  <a:pt x="48" y="65"/>
                </a:lnTo>
                <a:moveTo>
                  <a:pt x="44" y="59"/>
                </a:moveTo>
                <a:lnTo>
                  <a:pt x="40" y="54"/>
                </a:lnTo>
                <a:lnTo>
                  <a:pt x="45" y="50"/>
                </a:lnTo>
                <a:lnTo>
                  <a:pt x="50" y="55"/>
                </a:lnTo>
                <a:lnTo>
                  <a:pt x="44" y="59"/>
                </a:lnTo>
                <a:moveTo>
                  <a:pt x="40" y="54"/>
                </a:moveTo>
                <a:lnTo>
                  <a:pt x="35" y="48"/>
                </a:lnTo>
                <a:lnTo>
                  <a:pt x="41" y="44"/>
                </a:lnTo>
                <a:lnTo>
                  <a:pt x="45" y="50"/>
                </a:lnTo>
                <a:lnTo>
                  <a:pt x="40" y="54"/>
                </a:lnTo>
                <a:moveTo>
                  <a:pt x="35" y="48"/>
                </a:moveTo>
                <a:lnTo>
                  <a:pt x="31" y="43"/>
                </a:lnTo>
                <a:lnTo>
                  <a:pt x="37" y="38"/>
                </a:lnTo>
                <a:lnTo>
                  <a:pt x="41" y="44"/>
                </a:lnTo>
                <a:lnTo>
                  <a:pt x="35" y="48"/>
                </a:lnTo>
                <a:moveTo>
                  <a:pt x="31" y="43"/>
                </a:moveTo>
                <a:lnTo>
                  <a:pt x="27" y="37"/>
                </a:lnTo>
                <a:lnTo>
                  <a:pt x="32" y="33"/>
                </a:lnTo>
                <a:lnTo>
                  <a:pt x="37" y="38"/>
                </a:lnTo>
                <a:lnTo>
                  <a:pt x="31" y="43"/>
                </a:lnTo>
                <a:moveTo>
                  <a:pt x="27" y="37"/>
                </a:moveTo>
                <a:lnTo>
                  <a:pt x="22" y="31"/>
                </a:lnTo>
                <a:lnTo>
                  <a:pt x="28" y="26"/>
                </a:lnTo>
                <a:lnTo>
                  <a:pt x="32" y="33"/>
                </a:lnTo>
                <a:lnTo>
                  <a:pt x="27" y="37"/>
                </a:lnTo>
                <a:moveTo>
                  <a:pt x="22" y="31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1"/>
                </a:lnTo>
                <a:moveTo>
                  <a:pt x="18" y="25"/>
                </a:moveTo>
                <a:lnTo>
                  <a:pt x="13" y="20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20"/>
                </a:moveTo>
                <a:lnTo>
                  <a:pt x="9" y="14"/>
                </a:lnTo>
                <a:lnTo>
                  <a:pt x="15" y="10"/>
                </a:lnTo>
                <a:lnTo>
                  <a:pt x="19" y="15"/>
                </a:lnTo>
                <a:lnTo>
                  <a:pt x="13" y="20"/>
                </a:lnTo>
                <a:moveTo>
                  <a:pt x="9" y="14"/>
                </a:moveTo>
                <a:lnTo>
                  <a:pt x="5" y="9"/>
                </a:lnTo>
                <a:lnTo>
                  <a:pt x="10" y="4"/>
                </a:lnTo>
                <a:lnTo>
                  <a:pt x="15" y="10"/>
                </a:lnTo>
                <a:lnTo>
                  <a:pt x="9" y="14"/>
                </a:lnTo>
                <a:moveTo>
                  <a:pt x="5" y="9"/>
                </a:moveTo>
                <a:lnTo>
                  <a:pt x="0" y="2"/>
                </a:lnTo>
                <a:lnTo>
                  <a:pt x="12" y="2"/>
                </a:lnTo>
                <a:lnTo>
                  <a:pt x="13" y="9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9"/>
                </a:lnTo>
                <a:moveTo>
                  <a:pt x="12" y="2"/>
                </a:moveTo>
                <a:lnTo>
                  <a:pt x="19" y="2"/>
                </a:lnTo>
                <a:lnTo>
                  <a:pt x="20" y="9"/>
                </a:lnTo>
                <a:lnTo>
                  <a:pt x="13" y="9"/>
                </a:lnTo>
                <a:lnTo>
                  <a:pt x="12" y="2"/>
                </a:lnTo>
                <a:moveTo>
                  <a:pt x="19" y="2"/>
                </a:moveTo>
                <a:lnTo>
                  <a:pt x="27" y="1"/>
                </a:lnTo>
                <a:lnTo>
                  <a:pt x="27" y="8"/>
                </a:lnTo>
                <a:lnTo>
                  <a:pt x="20" y="9"/>
                </a:lnTo>
                <a:lnTo>
                  <a:pt x="19" y="2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1"/>
                </a:lnTo>
                <a:lnTo>
                  <a:pt x="56" y="8"/>
                </a:lnTo>
                <a:lnTo>
                  <a:pt x="48" y="8"/>
                </a:lnTo>
                <a:lnTo>
                  <a:pt x="48" y="1"/>
                </a:lnTo>
                <a:moveTo>
                  <a:pt x="56" y="1"/>
                </a:moveTo>
                <a:lnTo>
                  <a:pt x="63" y="1"/>
                </a:lnTo>
                <a:lnTo>
                  <a:pt x="63" y="8"/>
                </a:lnTo>
                <a:lnTo>
                  <a:pt x="56" y="8"/>
                </a:lnTo>
                <a:lnTo>
                  <a:pt x="56" y="1"/>
                </a:lnTo>
                <a:moveTo>
                  <a:pt x="63" y="1"/>
                </a:moveTo>
                <a:lnTo>
                  <a:pt x="70" y="0"/>
                </a:lnTo>
                <a:lnTo>
                  <a:pt x="70" y="7"/>
                </a:lnTo>
                <a:lnTo>
                  <a:pt x="63" y="8"/>
                </a:lnTo>
                <a:lnTo>
                  <a:pt x="63" y="1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6"/>
                </a:lnTo>
                <a:lnTo>
                  <a:pt x="70" y="33"/>
                </a:lnTo>
                <a:lnTo>
                  <a:pt x="73" y="25"/>
                </a:lnTo>
                <a:lnTo>
                  <a:pt x="79" y="28"/>
                </a:lnTo>
                <a:moveTo>
                  <a:pt x="76" y="36"/>
                </a:moveTo>
                <a:lnTo>
                  <a:pt x="73" y="42"/>
                </a:lnTo>
                <a:lnTo>
                  <a:pt x="67" y="39"/>
                </a:lnTo>
                <a:lnTo>
                  <a:pt x="70" y="33"/>
                </a:lnTo>
                <a:lnTo>
                  <a:pt x="76" y="36"/>
                </a:lnTo>
                <a:moveTo>
                  <a:pt x="73" y="42"/>
                </a:moveTo>
                <a:lnTo>
                  <a:pt x="70" y="48"/>
                </a:lnTo>
                <a:lnTo>
                  <a:pt x="64" y="45"/>
                </a:lnTo>
                <a:lnTo>
                  <a:pt x="67" y="39"/>
                </a:lnTo>
                <a:lnTo>
                  <a:pt x="73" y="42"/>
                </a:lnTo>
                <a:moveTo>
                  <a:pt x="70" y="48"/>
                </a:moveTo>
                <a:lnTo>
                  <a:pt x="67" y="55"/>
                </a:lnTo>
                <a:lnTo>
                  <a:pt x="61" y="52"/>
                </a:lnTo>
                <a:lnTo>
                  <a:pt x="64" y="45"/>
                </a:lnTo>
                <a:lnTo>
                  <a:pt x="70" y="48"/>
                </a:lnTo>
                <a:moveTo>
                  <a:pt x="67" y="55"/>
                </a:moveTo>
                <a:lnTo>
                  <a:pt x="64" y="61"/>
                </a:lnTo>
                <a:lnTo>
                  <a:pt x="57" y="58"/>
                </a:lnTo>
                <a:lnTo>
                  <a:pt x="61" y="52"/>
                </a:lnTo>
                <a:lnTo>
                  <a:pt x="67" y="55"/>
                </a:lnTo>
                <a:moveTo>
                  <a:pt x="64" y="61"/>
                </a:moveTo>
                <a:lnTo>
                  <a:pt x="61" y="68"/>
                </a:lnTo>
                <a:lnTo>
                  <a:pt x="53" y="65"/>
                </a:lnTo>
                <a:lnTo>
                  <a:pt x="57" y="58"/>
                </a:lnTo>
                <a:lnTo>
                  <a:pt x="64" y="61"/>
                </a:lnTo>
                <a:moveTo>
                  <a:pt x="61" y="68"/>
                </a:moveTo>
                <a:lnTo>
                  <a:pt x="57" y="75"/>
                </a:lnTo>
                <a:lnTo>
                  <a:pt x="48" y="65"/>
                </a:lnTo>
                <a:lnTo>
                  <a:pt x="54" y="61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5"/>
                </a:lnTo>
                <a:lnTo>
                  <a:pt x="61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6749640" y="231264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6"/>
                </a:moveTo>
                <a:lnTo>
                  <a:pt x="94" y="138"/>
                </a:lnTo>
                <a:cubicBezTo>
                  <a:pt x="188" y="111"/>
                  <a:pt x="377" y="55"/>
                  <a:pt x="709" y="28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6"/>
                </a:cubicBezTo>
                <a:cubicBezTo>
                  <a:pt x="3667" y="312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8307360" y="263232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4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8304840" y="262980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1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5"/>
                </a:lnTo>
                <a:lnTo>
                  <a:pt x="59" y="28"/>
                </a:lnTo>
                <a:lnTo>
                  <a:pt x="57" y="21"/>
                </a:lnTo>
                <a:lnTo>
                  <a:pt x="63" y="19"/>
                </a:lnTo>
                <a:moveTo>
                  <a:pt x="66" y="25"/>
                </a:moveTo>
                <a:lnTo>
                  <a:pt x="68" y="32"/>
                </a:lnTo>
                <a:lnTo>
                  <a:pt x="62" y="34"/>
                </a:lnTo>
                <a:lnTo>
                  <a:pt x="59" y="28"/>
                </a:lnTo>
                <a:lnTo>
                  <a:pt x="66" y="25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4"/>
                </a:lnTo>
                <a:lnTo>
                  <a:pt x="68" y="32"/>
                </a:lnTo>
                <a:moveTo>
                  <a:pt x="71" y="38"/>
                </a:moveTo>
                <a:lnTo>
                  <a:pt x="74" y="46"/>
                </a:lnTo>
                <a:lnTo>
                  <a:pt x="67" y="49"/>
                </a:lnTo>
                <a:lnTo>
                  <a:pt x="65" y="41"/>
                </a:lnTo>
                <a:lnTo>
                  <a:pt x="71" y="38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9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2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2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5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9"/>
                </a:lnTo>
                <a:lnTo>
                  <a:pt x="81" y="81"/>
                </a:lnTo>
                <a:lnTo>
                  <a:pt x="78" y="75"/>
                </a:lnTo>
                <a:lnTo>
                  <a:pt x="84" y="72"/>
                </a:lnTo>
                <a:moveTo>
                  <a:pt x="87" y="79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8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9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3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8"/>
                </a:lnTo>
                <a:lnTo>
                  <a:pt x="59" y="71"/>
                </a:lnTo>
                <a:lnTo>
                  <a:pt x="66" y="73"/>
                </a:lnTo>
                <a:lnTo>
                  <a:pt x="64" y="79"/>
                </a:lnTo>
                <a:moveTo>
                  <a:pt x="57" y="78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8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4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9"/>
                </a:lnTo>
                <a:lnTo>
                  <a:pt x="24" y="62"/>
                </a:lnTo>
                <a:lnTo>
                  <a:pt x="32" y="64"/>
                </a:lnTo>
                <a:lnTo>
                  <a:pt x="29" y="70"/>
                </a:lnTo>
                <a:moveTo>
                  <a:pt x="22" y="69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9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8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5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5"/>
                </a:lnTo>
                <a:lnTo>
                  <a:pt x="12" y="50"/>
                </a:lnTo>
                <a:moveTo>
                  <a:pt x="17" y="44"/>
                </a:moveTo>
                <a:lnTo>
                  <a:pt x="21" y="38"/>
                </a:lnTo>
                <a:lnTo>
                  <a:pt x="27" y="43"/>
                </a:lnTo>
                <a:lnTo>
                  <a:pt x="22" y="49"/>
                </a:lnTo>
                <a:lnTo>
                  <a:pt x="17" y="44"/>
                </a:lnTo>
                <a:moveTo>
                  <a:pt x="21" y="38"/>
                </a:moveTo>
                <a:lnTo>
                  <a:pt x="26" y="33"/>
                </a:lnTo>
                <a:lnTo>
                  <a:pt x="32" y="38"/>
                </a:lnTo>
                <a:lnTo>
                  <a:pt x="27" y="43"/>
                </a:lnTo>
                <a:lnTo>
                  <a:pt x="21" y="38"/>
                </a:lnTo>
                <a:moveTo>
                  <a:pt x="26" y="33"/>
                </a:moveTo>
                <a:lnTo>
                  <a:pt x="32" y="28"/>
                </a:lnTo>
                <a:lnTo>
                  <a:pt x="37" y="32"/>
                </a:lnTo>
                <a:lnTo>
                  <a:pt x="32" y="38"/>
                </a:lnTo>
                <a:lnTo>
                  <a:pt x="26" y="33"/>
                </a:lnTo>
                <a:moveTo>
                  <a:pt x="32" y="28"/>
                </a:moveTo>
                <a:lnTo>
                  <a:pt x="36" y="22"/>
                </a:lnTo>
                <a:lnTo>
                  <a:pt x="42" y="27"/>
                </a:lnTo>
                <a:lnTo>
                  <a:pt x="37" y="32"/>
                </a:lnTo>
                <a:lnTo>
                  <a:pt x="32" y="28"/>
                </a:lnTo>
                <a:moveTo>
                  <a:pt x="36" y="22"/>
                </a:moveTo>
                <a:lnTo>
                  <a:pt x="41" y="17"/>
                </a:lnTo>
                <a:lnTo>
                  <a:pt x="46" y="22"/>
                </a:lnTo>
                <a:lnTo>
                  <a:pt x="42" y="27"/>
                </a:lnTo>
                <a:lnTo>
                  <a:pt x="36" y="22"/>
                </a:lnTo>
                <a:moveTo>
                  <a:pt x="41" y="17"/>
                </a:moveTo>
                <a:lnTo>
                  <a:pt x="46" y="12"/>
                </a:lnTo>
                <a:lnTo>
                  <a:pt x="51" y="16"/>
                </a:lnTo>
                <a:lnTo>
                  <a:pt x="46" y="22"/>
                </a:lnTo>
                <a:lnTo>
                  <a:pt x="41" y="17"/>
                </a:lnTo>
                <a:moveTo>
                  <a:pt x="46" y="12"/>
                </a:moveTo>
                <a:lnTo>
                  <a:pt x="50" y="7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7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7782840" y="275076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5"/>
                </a:cubicBezTo>
                <a:cubicBezTo>
                  <a:pt x="575" y="9"/>
                  <a:pt x="711" y="17"/>
                  <a:pt x="778" y="21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8073720" y="27460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8072280" y="274392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20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3"/>
                </a:lnTo>
                <a:lnTo>
                  <a:pt x="25" y="20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3"/>
                </a:lnTo>
                <a:lnTo>
                  <a:pt x="35" y="17"/>
                </a:lnTo>
                <a:moveTo>
                  <a:pt x="41" y="20"/>
                </a:moveTo>
                <a:lnTo>
                  <a:pt x="48" y="24"/>
                </a:lnTo>
                <a:lnTo>
                  <a:pt x="43" y="30"/>
                </a:lnTo>
                <a:lnTo>
                  <a:pt x="37" y="27"/>
                </a:lnTo>
                <a:lnTo>
                  <a:pt x="41" y="20"/>
                </a:lnTo>
                <a:moveTo>
                  <a:pt x="48" y="24"/>
                </a:moveTo>
                <a:lnTo>
                  <a:pt x="54" y="28"/>
                </a:lnTo>
                <a:lnTo>
                  <a:pt x="51" y="35"/>
                </a:lnTo>
                <a:lnTo>
                  <a:pt x="43" y="30"/>
                </a:lnTo>
                <a:lnTo>
                  <a:pt x="48" y="24"/>
                </a:lnTo>
                <a:moveTo>
                  <a:pt x="54" y="28"/>
                </a:moveTo>
                <a:lnTo>
                  <a:pt x="60" y="31"/>
                </a:lnTo>
                <a:lnTo>
                  <a:pt x="57" y="38"/>
                </a:lnTo>
                <a:lnTo>
                  <a:pt x="51" y="35"/>
                </a:lnTo>
                <a:lnTo>
                  <a:pt x="54" y="28"/>
                </a:lnTo>
                <a:moveTo>
                  <a:pt x="60" y="31"/>
                </a:moveTo>
                <a:lnTo>
                  <a:pt x="66" y="36"/>
                </a:lnTo>
                <a:lnTo>
                  <a:pt x="63" y="42"/>
                </a:lnTo>
                <a:lnTo>
                  <a:pt x="57" y="38"/>
                </a:lnTo>
                <a:lnTo>
                  <a:pt x="60" y="31"/>
                </a:lnTo>
                <a:moveTo>
                  <a:pt x="66" y="36"/>
                </a:moveTo>
                <a:lnTo>
                  <a:pt x="72" y="39"/>
                </a:lnTo>
                <a:lnTo>
                  <a:pt x="69" y="45"/>
                </a:lnTo>
                <a:lnTo>
                  <a:pt x="63" y="42"/>
                </a:lnTo>
                <a:lnTo>
                  <a:pt x="66" y="36"/>
                </a:lnTo>
                <a:moveTo>
                  <a:pt x="72" y="39"/>
                </a:moveTo>
                <a:lnTo>
                  <a:pt x="79" y="43"/>
                </a:lnTo>
                <a:lnTo>
                  <a:pt x="75" y="49"/>
                </a:lnTo>
                <a:lnTo>
                  <a:pt x="69" y="45"/>
                </a:lnTo>
                <a:lnTo>
                  <a:pt x="72" y="39"/>
                </a:lnTo>
                <a:moveTo>
                  <a:pt x="79" y="43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9"/>
                </a:lnTo>
                <a:lnTo>
                  <a:pt x="79" y="43"/>
                </a:lnTo>
                <a:moveTo>
                  <a:pt x="74" y="52"/>
                </a:moveTo>
                <a:lnTo>
                  <a:pt x="67" y="55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5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5"/>
                </a:lnTo>
                <a:moveTo>
                  <a:pt x="61" y="57"/>
                </a:moveTo>
                <a:lnTo>
                  <a:pt x="54" y="60"/>
                </a:lnTo>
                <a:lnTo>
                  <a:pt x="52" y="54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4"/>
                </a:lnTo>
                <a:lnTo>
                  <a:pt x="54" y="60"/>
                </a:lnTo>
                <a:moveTo>
                  <a:pt x="48" y="63"/>
                </a:moveTo>
                <a:lnTo>
                  <a:pt x="40" y="66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6"/>
                </a:moveTo>
                <a:lnTo>
                  <a:pt x="34" y="69"/>
                </a:lnTo>
                <a:lnTo>
                  <a:pt x="31" y="62"/>
                </a:lnTo>
                <a:lnTo>
                  <a:pt x="38" y="59"/>
                </a:lnTo>
                <a:lnTo>
                  <a:pt x="40" y="66"/>
                </a:lnTo>
                <a:moveTo>
                  <a:pt x="34" y="69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9"/>
                </a:lnTo>
                <a:moveTo>
                  <a:pt x="27" y="71"/>
                </a:moveTo>
                <a:lnTo>
                  <a:pt x="21" y="74"/>
                </a:lnTo>
                <a:lnTo>
                  <a:pt x="18" y="68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8"/>
                </a:lnTo>
                <a:lnTo>
                  <a:pt x="21" y="74"/>
                </a:lnTo>
                <a:moveTo>
                  <a:pt x="15" y="77"/>
                </a:moveTo>
                <a:lnTo>
                  <a:pt x="8" y="80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3"/>
                </a:lnTo>
                <a:lnTo>
                  <a:pt x="8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1" y="66"/>
                </a:lnTo>
                <a:lnTo>
                  <a:pt x="9" y="66"/>
                </a:lnTo>
                <a:lnTo>
                  <a:pt x="8" y="73"/>
                </a:lnTo>
                <a:lnTo>
                  <a:pt x="1" y="73"/>
                </a:lnTo>
                <a:moveTo>
                  <a:pt x="1" y="66"/>
                </a:moveTo>
                <a:lnTo>
                  <a:pt x="2" y="59"/>
                </a:lnTo>
                <a:lnTo>
                  <a:pt x="9" y="59"/>
                </a:lnTo>
                <a:lnTo>
                  <a:pt x="9" y="66"/>
                </a:lnTo>
                <a:lnTo>
                  <a:pt x="1" y="66"/>
                </a:lnTo>
                <a:moveTo>
                  <a:pt x="2" y="59"/>
                </a:moveTo>
                <a:lnTo>
                  <a:pt x="2" y="52"/>
                </a:lnTo>
                <a:lnTo>
                  <a:pt x="9" y="52"/>
                </a:lnTo>
                <a:lnTo>
                  <a:pt x="9" y="59"/>
                </a:lnTo>
                <a:lnTo>
                  <a:pt x="2" y="59"/>
                </a:lnTo>
                <a:moveTo>
                  <a:pt x="2" y="52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2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29"/>
                </a:lnTo>
                <a:lnTo>
                  <a:pt x="11" y="30"/>
                </a:lnTo>
                <a:lnTo>
                  <a:pt x="10" y="38"/>
                </a:lnTo>
                <a:lnTo>
                  <a:pt x="3" y="37"/>
                </a:lnTo>
                <a:moveTo>
                  <a:pt x="4" y="29"/>
                </a:moveTo>
                <a:lnTo>
                  <a:pt x="4" y="22"/>
                </a:lnTo>
                <a:lnTo>
                  <a:pt x="11" y="23"/>
                </a:lnTo>
                <a:lnTo>
                  <a:pt x="11" y="30"/>
                </a:lnTo>
                <a:lnTo>
                  <a:pt x="4" y="29"/>
                </a:lnTo>
                <a:moveTo>
                  <a:pt x="4" y="22"/>
                </a:moveTo>
                <a:lnTo>
                  <a:pt x="4" y="15"/>
                </a:lnTo>
                <a:lnTo>
                  <a:pt x="11" y="16"/>
                </a:lnTo>
                <a:lnTo>
                  <a:pt x="11" y="23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9"/>
                </a:lnTo>
                <a:lnTo>
                  <a:pt x="11" y="16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9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980440" y="262152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3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7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5"/>
                </a:cubicBezTo>
                <a:cubicBezTo>
                  <a:pt x="981" y="676"/>
                  <a:pt x="490" y="339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970000" y="261432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1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967480" y="261288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59"/>
                </a:lnTo>
                <a:lnTo>
                  <a:pt x="45" y="67"/>
                </a:lnTo>
                <a:lnTo>
                  <a:pt x="38" y="70"/>
                </a:lnTo>
                <a:moveTo>
                  <a:pt x="35" y="64"/>
                </a:moveTo>
                <a:lnTo>
                  <a:pt x="32" y="57"/>
                </a:lnTo>
                <a:lnTo>
                  <a:pt x="38" y="53"/>
                </a:lnTo>
                <a:lnTo>
                  <a:pt x="41" y="59"/>
                </a:lnTo>
                <a:lnTo>
                  <a:pt x="35" y="64"/>
                </a:lnTo>
                <a:moveTo>
                  <a:pt x="32" y="57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7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5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5"/>
                </a:lnTo>
                <a:lnTo>
                  <a:pt x="21" y="38"/>
                </a:lnTo>
                <a:moveTo>
                  <a:pt x="18" y="32"/>
                </a:moveTo>
                <a:lnTo>
                  <a:pt x="15" y="26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6"/>
                </a:moveTo>
                <a:lnTo>
                  <a:pt x="11" y="20"/>
                </a:lnTo>
                <a:lnTo>
                  <a:pt x="17" y="16"/>
                </a:lnTo>
                <a:lnTo>
                  <a:pt x="21" y="22"/>
                </a:lnTo>
                <a:lnTo>
                  <a:pt x="15" y="26"/>
                </a:lnTo>
                <a:moveTo>
                  <a:pt x="11" y="20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20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2"/>
                </a:lnTo>
                <a:lnTo>
                  <a:pt x="12" y="9"/>
                </a:lnTo>
                <a:lnTo>
                  <a:pt x="6" y="8"/>
                </a:lnTo>
                <a:lnTo>
                  <a:pt x="7" y="4"/>
                </a:lnTo>
                <a:lnTo>
                  <a:pt x="10" y="3"/>
                </a:lnTo>
                <a:lnTo>
                  <a:pt x="10" y="4"/>
                </a:lnTo>
                <a:lnTo>
                  <a:pt x="4" y="7"/>
                </a:lnTo>
                <a:moveTo>
                  <a:pt x="13" y="2"/>
                </a:moveTo>
                <a:lnTo>
                  <a:pt x="20" y="3"/>
                </a:lnTo>
                <a:lnTo>
                  <a:pt x="19" y="10"/>
                </a:lnTo>
                <a:lnTo>
                  <a:pt x="12" y="9"/>
                </a:lnTo>
                <a:lnTo>
                  <a:pt x="13" y="2"/>
                </a:lnTo>
                <a:moveTo>
                  <a:pt x="20" y="3"/>
                </a:moveTo>
                <a:lnTo>
                  <a:pt x="27" y="4"/>
                </a:lnTo>
                <a:lnTo>
                  <a:pt x="26" y="11"/>
                </a:lnTo>
                <a:lnTo>
                  <a:pt x="19" y="10"/>
                </a:lnTo>
                <a:lnTo>
                  <a:pt x="20" y="3"/>
                </a:lnTo>
                <a:moveTo>
                  <a:pt x="27" y="4"/>
                </a:moveTo>
                <a:lnTo>
                  <a:pt x="34" y="5"/>
                </a:lnTo>
                <a:lnTo>
                  <a:pt x="33" y="12"/>
                </a:lnTo>
                <a:lnTo>
                  <a:pt x="26" y="11"/>
                </a:lnTo>
                <a:lnTo>
                  <a:pt x="27" y="4"/>
                </a:lnTo>
                <a:moveTo>
                  <a:pt x="34" y="5"/>
                </a:moveTo>
                <a:lnTo>
                  <a:pt x="41" y="6"/>
                </a:lnTo>
                <a:lnTo>
                  <a:pt x="40" y="13"/>
                </a:lnTo>
                <a:lnTo>
                  <a:pt x="33" y="12"/>
                </a:lnTo>
                <a:lnTo>
                  <a:pt x="34" y="5"/>
                </a:lnTo>
                <a:moveTo>
                  <a:pt x="41" y="6"/>
                </a:moveTo>
                <a:lnTo>
                  <a:pt x="48" y="7"/>
                </a:lnTo>
                <a:lnTo>
                  <a:pt x="47" y="14"/>
                </a:lnTo>
                <a:lnTo>
                  <a:pt x="40" y="13"/>
                </a:lnTo>
                <a:lnTo>
                  <a:pt x="41" y="6"/>
                </a:lnTo>
                <a:moveTo>
                  <a:pt x="48" y="7"/>
                </a:moveTo>
                <a:lnTo>
                  <a:pt x="55" y="8"/>
                </a:lnTo>
                <a:lnTo>
                  <a:pt x="54" y="15"/>
                </a:lnTo>
                <a:lnTo>
                  <a:pt x="47" y="14"/>
                </a:lnTo>
                <a:lnTo>
                  <a:pt x="48" y="7"/>
                </a:lnTo>
                <a:moveTo>
                  <a:pt x="55" y="8"/>
                </a:moveTo>
                <a:lnTo>
                  <a:pt x="62" y="8"/>
                </a:lnTo>
                <a:lnTo>
                  <a:pt x="61" y="15"/>
                </a:lnTo>
                <a:lnTo>
                  <a:pt x="54" y="15"/>
                </a:lnTo>
                <a:lnTo>
                  <a:pt x="55" y="8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3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3"/>
                </a:lnTo>
                <a:lnTo>
                  <a:pt x="71" y="29"/>
                </a:lnTo>
                <a:lnTo>
                  <a:pt x="75" y="23"/>
                </a:lnTo>
                <a:lnTo>
                  <a:pt x="81" y="27"/>
                </a:lnTo>
                <a:moveTo>
                  <a:pt x="77" y="33"/>
                </a:moveTo>
                <a:lnTo>
                  <a:pt x="73" y="38"/>
                </a:lnTo>
                <a:lnTo>
                  <a:pt x="67" y="34"/>
                </a:lnTo>
                <a:lnTo>
                  <a:pt x="71" y="29"/>
                </a:lnTo>
                <a:lnTo>
                  <a:pt x="77" y="33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3"/>
                </a:lnTo>
                <a:lnTo>
                  <a:pt x="51" y="58"/>
                </a:lnTo>
                <a:lnTo>
                  <a:pt x="55" y="52"/>
                </a:lnTo>
                <a:lnTo>
                  <a:pt x="61" y="56"/>
                </a:lnTo>
                <a:moveTo>
                  <a:pt x="57" y="63"/>
                </a:moveTo>
                <a:lnTo>
                  <a:pt x="53" y="69"/>
                </a:lnTo>
                <a:lnTo>
                  <a:pt x="47" y="65"/>
                </a:lnTo>
                <a:lnTo>
                  <a:pt x="51" y="58"/>
                </a:lnTo>
                <a:lnTo>
                  <a:pt x="57" y="63"/>
                </a:lnTo>
                <a:moveTo>
                  <a:pt x="53" y="69"/>
                </a:moveTo>
                <a:lnTo>
                  <a:pt x="49" y="74"/>
                </a:lnTo>
                <a:lnTo>
                  <a:pt x="43" y="70"/>
                </a:lnTo>
                <a:lnTo>
                  <a:pt x="47" y="65"/>
                </a:lnTo>
                <a:lnTo>
                  <a:pt x="53" y="69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7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1747440" y="265572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8"/>
                </a:moveTo>
                <a:lnTo>
                  <a:pt x="17941" y="782"/>
                </a:lnTo>
                <a:cubicBezTo>
                  <a:pt x="17794" y="865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1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1739160" y="2646360"/>
            <a:ext cx="26640" cy="27720"/>
          </a:xfrm>
          <a:custGeom>
            <a:avLst/>
            <a:gdLst/>
            <a:ahLst/>
            <a:rect l="0" t="0" r="r" b="b"/>
            <a:pathLst>
              <a:path w="74" h="77">
                <a:moveTo>
                  <a:pt x="19" y="77"/>
                </a:moveTo>
                <a:lnTo>
                  <a:pt x="0" y="0"/>
                </a:lnTo>
                <a:lnTo>
                  <a:pt x="74" y="30"/>
                </a:lnTo>
                <a:lnTo>
                  <a:pt x="19" y="7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1737000" y="264420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7"/>
                </a:moveTo>
                <a:lnTo>
                  <a:pt x="19" y="70"/>
                </a:lnTo>
                <a:lnTo>
                  <a:pt x="26" y="69"/>
                </a:lnTo>
                <a:lnTo>
                  <a:pt x="28" y="75"/>
                </a:lnTo>
                <a:lnTo>
                  <a:pt x="21" y="77"/>
                </a:lnTo>
                <a:moveTo>
                  <a:pt x="19" y="70"/>
                </a:moveTo>
                <a:lnTo>
                  <a:pt x="18" y="63"/>
                </a:lnTo>
                <a:lnTo>
                  <a:pt x="24" y="62"/>
                </a:lnTo>
                <a:lnTo>
                  <a:pt x="26" y="69"/>
                </a:lnTo>
                <a:lnTo>
                  <a:pt x="19" y="70"/>
                </a:lnTo>
                <a:moveTo>
                  <a:pt x="18" y="63"/>
                </a:moveTo>
                <a:lnTo>
                  <a:pt x="16" y="57"/>
                </a:lnTo>
                <a:lnTo>
                  <a:pt x="23" y="55"/>
                </a:lnTo>
                <a:lnTo>
                  <a:pt x="24" y="62"/>
                </a:lnTo>
                <a:lnTo>
                  <a:pt x="18" y="63"/>
                </a:lnTo>
                <a:moveTo>
                  <a:pt x="16" y="57"/>
                </a:moveTo>
                <a:lnTo>
                  <a:pt x="14" y="50"/>
                </a:lnTo>
                <a:lnTo>
                  <a:pt x="21" y="48"/>
                </a:lnTo>
                <a:lnTo>
                  <a:pt x="23" y="55"/>
                </a:lnTo>
                <a:lnTo>
                  <a:pt x="16" y="57"/>
                </a:lnTo>
                <a:moveTo>
                  <a:pt x="14" y="50"/>
                </a:moveTo>
                <a:lnTo>
                  <a:pt x="12" y="43"/>
                </a:lnTo>
                <a:lnTo>
                  <a:pt x="19" y="41"/>
                </a:lnTo>
                <a:lnTo>
                  <a:pt x="21" y="48"/>
                </a:lnTo>
                <a:lnTo>
                  <a:pt x="14" y="50"/>
                </a:lnTo>
                <a:moveTo>
                  <a:pt x="12" y="43"/>
                </a:moveTo>
                <a:lnTo>
                  <a:pt x="11" y="36"/>
                </a:lnTo>
                <a:lnTo>
                  <a:pt x="17" y="34"/>
                </a:lnTo>
                <a:lnTo>
                  <a:pt x="19" y="41"/>
                </a:lnTo>
                <a:lnTo>
                  <a:pt x="12" y="43"/>
                </a:lnTo>
                <a:moveTo>
                  <a:pt x="11" y="36"/>
                </a:moveTo>
                <a:lnTo>
                  <a:pt x="9" y="29"/>
                </a:lnTo>
                <a:lnTo>
                  <a:pt x="16" y="28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1"/>
                </a:lnTo>
                <a:lnTo>
                  <a:pt x="16" y="28"/>
                </a:lnTo>
                <a:lnTo>
                  <a:pt x="9" y="29"/>
                </a:lnTo>
                <a:moveTo>
                  <a:pt x="7" y="22"/>
                </a:moveTo>
                <a:lnTo>
                  <a:pt x="4" y="16"/>
                </a:lnTo>
                <a:lnTo>
                  <a:pt x="12" y="14"/>
                </a:lnTo>
                <a:lnTo>
                  <a:pt x="14" y="21"/>
                </a:lnTo>
                <a:lnTo>
                  <a:pt x="7" y="22"/>
                </a:lnTo>
                <a:moveTo>
                  <a:pt x="4" y="16"/>
                </a:moveTo>
                <a:lnTo>
                  <a:pt x="3" y="9"/>
                </a:lnTo>
                <a:lnTo>
                  <a:pt x="10" y="7"/>
                </a:lnTo>
                <a:lnTo>
                  <a:pt x="12" y="14"/>
                </a:lnTo>
                <a:lnTo>
                  <a:pt x="4" y="16"/>
                </a:lnTo>
                <a:moveTo>
                  <a:pt x="3" y="9"/>
                </a:moveTo>
                <a:lnTo>
                  <a:pt x="0" y="0"/>
                </a:lnTo>
                <a:lnTo>
                  <a:pt x="13" y="6"/>
                </a:lnTo>
                <a:lnTo>
                  <a:pt x="11" y="12"/>
                </a:lnTo>
                <a:lnTo>
                  <a:pt x="4" y="10"/>
                </a:lnTo>
                <a:lnTo>
                  <a:pt x="7" y="7"/>
                </a:lnTo>
                <a:lnTo>
                  <a:pt x="10" y="6"/>
                </a:lnTo>
                <a:lnTo>
                  <a:pt x="10" y="7"/>
                </a:lnTo>
                <a:lnTo>
                  <a:pt x="3" y="9"/>
                </a:lnTo>
                <a:moveTo>
                  <a:pt x="13" y="6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6"/>
                </a:lnTo>
                <a:moveTo>
                  <a:pt x="20" y="8"/>
                </a:moveTo>
                <a:lnTo>
                  <a:pt x="26" y="11"/>
                </a:lnTo>
                <a:lnTo>
                  <a:pt x="24" y="18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4"/>
                </a:lnTo>
                <a:lnTo>
                  <a:pt x="30" y="20"/>
                </a:lnTo>
                <a:lnTo>
                  <a:pt x="24" y="18"/>
                </a:lnTo>
                <a:lnTo>
                  <a:pt x="26" y="11"/>
                </a:lnTo>
                <a:moveTo>
                  <a:pt x="33" y="14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4"/>
                </a:lnTo>
                <a:moveTo>
                  <a:pt x="39" y="16"/>
                </a:moveTo>
                <a:lnTo>
                  <a:pt x="46" y="19"/>
                </a:lnTo>
                <a:lnTo>
                  <a:pt x="43" y="26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6"/>
                </a:lnTo>
                <a:lnTo>
                  <a:pt x="46" y="19"/>
                </a:lnTo>
                <a:moveTo>
                  <a:pt x="53" y="22"/>
                </a:moveTo>
                <a:lnTo>
                  <a:pt x="59" y="25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5"/>
                </a:moveTo>
                <a:lnTo>
                  <a:pt x="66" y="27"/>
                </a:lnTo>
                <a:lnTo>
                  <a:pt x="63" y="34"/>
                </a:lnTo>
                <a:lnTo>
                  <a:pt x="56" y="31"/>
                </a:lnTo>
                <a:lnTo>
                  <a:pt x="59" y="25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4"/>
                </a:lnTo>
                <a:lnTo>
                  <a:pt x="66" y="27"/>
                </a:lnTo>
                <a:moveTo>
                  <a:pt x="72" y="30"/>
                </a:moveTo>
                <a:lnTo>
                  <a:pt x="79" y="33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3"/>
                </a:moveTo>
                <a:lnTo>
                  <a:pt x="86" y="36"/>
                </a:lnTo>
                <a:lnTo>
                  <a:pt x="79" y="42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0"/>
                </a:lnTo>
                <a:lnTo>
                  <a:pt x="76" y="39"/>
                </a:lnTo>
                <a:lnTo>
                  <a:pt x="79" y="33"/>
                </a:lnTo>
                <a:moveTo>
                  <a:pt x="79" y="42"/>
                </a:moveTo>
                <a:lnTo>
                  <a:pt x="73" y="47"/>
                </a:lnTo>
                <a:lnTo>
                  <a:pt x="69" y="42"/>
                </a:lnTo>
                <a:lnTo>
                  <a:pt x="74" y="37"/>
                </a:lnTo>
                <a:lnTo>
                  <a:pt x="79" y="42"/>
                </a:lnTo>
                <a:moveTo>
                  <a:pt x="73" y="47"/>
                </a:moveTo>
                <a:lnTo>
                  <a:pt x="68" y="52"/>
                </a:lnTo>
                <a:lnTo>
                  <a:pt x="63" y="46"/>
                </a:lnTo>
                <a:lnTo>
                  <a:pt x="69" y="42"/>
                </a:lnTo>
                <a:lnTo>
                  <a:pt x="73" y="47"/>
                </a:lnTo>
                <a:moveTo>
                  <a:pt x="68" y="52"/>
                </a:moveTo>
                <a:lnTo>
                  <a:pt x="63" y="56"/>
                </a:lnTo>
                <a:lnTo>
                  <a:pt x="58" y="51"/>
                </a:lnTo>
                <a:lnTo>
                  <a:pt x="63" y="46"/>
                </a:lnTo>
                <a:lnTo>
                  <a:pt x="68" y="52"/>
                </a:lnTo>
                <a:moveTo>
                  <a:pt x="63" y="56"/>
                </a:moveTo>
                <a:lnTo>
                  <a:pt x="57" y="61"/>
                </a:lnTo>
                <a:lnTo>
                  <a:pt x="53" y="56"/>
                </a:lnTo>
                <a:lnTo>
                  <a:pt x="58" y="51"/>
                </a:lnTo>
                <a:lnTo>
                  <a:pt x="63" y="56"/>
                </a:lnTo>
                <a:moveTo>
                  <a:pt x="57" y="61"/>
                </a:moveTo>
                <a:lnTo>
                  <a:pt x="52" y="66"/>
                </a:lnTo>
                <a:lnTo>
                  <a:pt x="47" y="60"/>
                </a:lnTo>
                <a:lnTo>
                  <a:pt x="53" y="56"/>
                </a:lnTo>
                <a:lnTo>
                  <a:pt x="57" y="61"/>
                </a:lnTo>
                <a:moveTo>
                  <a:pt x="52" y="66"/>
                </a:moveTo>
                <a:lnTo>
                  <a:pt x="47" y="70"/>
                </a:lnTo>
                <a:lnTo>
                  <a:pt x="42" y="65"/>
                </a:lnTo>
                <a:lnTo>
                  <a:pt x="47" y="60"/>
                </a:lnTo>
                <a:lnTo>
                  <a:pt x="52" y="66"/>
                </a:lnTo>
                <a:moveTo>
                  <a:pt x="47" y="70"/>
                </a:moveTo>
                <a:lnTo>
                  <a:pt x="41" y="75"/>
                </a:lnTo>
                <a:lnTo>
                  <a:pt x="37" y="70"/>
                </a:lnTo>
                <a:lnTo>
                  <a:pt x="42" y="65"/>
                </a:lnTo>
                <a:lnTo>
                  <a:pt x="47" y="70"/>
                </a:lnTo>
                <a:moveTo>
                  <a:pt x="41" y="75"/>
                </a:moveTo>
                <a:lnTo>
                  <a:pt x="36" y="80"/>
                </a:lnTo>
                <a:lnTo>
                  <a:pt x="31" y="74"/>
                </a:lnTo>
                <a:lnTo>
                  <a:pt x="37" y="70"/>
                </a:lnTo>
                <a:lnTo>
                  <a:pt x="41" y="75"/>
                </a:lnTo>
                <a:moveTo>
                  <a:pt x="36" y="80"/>
                </a:moveTo>
                <a:lnTo>
                  <a:pt x="30" y="84"/>
                </a:lnTo>
                <a:lnTo>
                  <a:pt x="26" y="79"/>
                </a:lnTo>
                <a:lnTo>
                  <a:pt x="31" y="74"/>
                </a:lnTo>
                <a:lnTo>
                  <a:pt x="36" y="80"/>
                </a:lnTo>
                <a:moveTo>
                  <a:pt x="30" y="84"/>
                </a:moveTo>
                <a:lnTo>
                  <a:pt x="24" y="90"/>
                </a:lnTo>
                <a:lnTo>
                  <a:pt x="21" y="77"/>
                </a:lnTo>
                <a:lnTo>
                  <a:pt x="28" y="75"/>
                </a:lnTo>
                <a:lnTo>
                  <a:pt x="30" y="82"/>
                </a:lnTo>
                <a:lnTo>
                  <a:pt x="26" y="83"/>
                </a:lnTo>
                <a:lnTo>
                  <a:pt x="24" y="80"/>
                </a:lnTo>
                <a:lnTo>
                  <a:pt x="26" y="79"/>
                </a:lnTo>
                <a:lnTo>
                  <a:pt x="30" y="8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857880" y="241452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857880" y="241452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439920" y="124380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018160" y="234504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018160" y="234504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858240" y="242136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226680" y="190368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226680" y="190368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2018520" y="235224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386520" y="204336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386520" y="204336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3227040" y="191052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030040" y="272952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030040" y="272952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3386880" y="205056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989640" y="2554200"/>
            <a:ext cx="140400" cy="76320"/>
          </a:xfrm>
          <a:custGeom>
            <a:avLst/>
            <a:gdLst/>
            <a:ahLst/>
            <a:rect l="0" t="0" r="r" b="b"/>
            <a:pathLst>
              <a:path w="390" h="212">
                <a:moveTo>
                  <a:pt x="0" y="0"/>
                </a:moveTo>
                <a:lnTo>
                  <a:pt x="390" y="0"/>
                </a:lnTo>
                <a:lnTo>
                  <a:pt x="3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989640" y="2554200"/>
            <a:ext cx="140400" cy="76320"/>
          </a:xfrm>
          <a:custGeom>
            <a:avLst/>
            <a:gdLst/>
            <a:ahLst/>
            <a:rect l="0" t="0" r="r" b="b"/>
            <a:pathLst>
              <a:path w="390" h="212">
                <a:moveTo>
                  <a:pt x="0" y="0"/>
                </a:moveTo>
                <a:lnTo>
                  <a:pt x="390" y="0"/>
                </a:lnTo>
                <a:lnTo>
                  <a:pt x="3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2030400" y="273636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4421880" y="197352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4421880" y="197352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990000" y="256104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5787720" y="190368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5787720" y="190368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4422240" y="198036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6836040" y="190368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6836040" y="190368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5788080" y="191052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5711040" y="219924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711040" y="219924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6836040" y="191052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5740560" y="2500200"/>
            <a:ext cx="248400" cy="76320"/>
          </a:xfrm>
          <a:custGeom>
            <a:avLst/>
            <a:gdLst/>
            <a:ahLst/>
            <a:rect l="0" t="0" r="r" b="b"/>
            <a:pathLst>
              <a:path w="690" h="212">
                <a:moveTo>
                  <a:pt x="0" y="0"/>
                </a:moveTo>
                <a:lnTo>
                  <a:pt x="690" y="0"/>
                </a:lnTo>
                <a:lnTo>
                  <a:pt x="6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5740560" y="2500200"/>
            <a:ext cx="248400" cy="76320"/>
          </a:xfrm>
          <a:custGeom>
            <a:avLst/>
            <a:gdLst/>
            <a:ahLst/>
            <a:rect l="0" t="0" r="r" b="b"/>
            <a:pathLst>
              <a:path w="690" h="212">
                <a:moveTo>
                  <a:pt x="0" y="0"/>
                </a:moveTo>
                <a:lnTo>
                  <a:pt x="690" y="0"/>
                </a:lnTo>
                <a:lnTo>
                  <a:pt x="6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5711040" y="220644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6862320" y="2570040"/>
            <a:ext cx="181440" cy="76680"/>
          </a:xfrm>
          <a:custGeom>
            <a:avLst/>
            <a:gdLst/>
            <a:ahLst/>
            <a:rect l="0" t="0" r="r" b="b"/>
            <a:pathLst>
              <a:path w="504" h="213">
                <a:moveTo>
                  <a:pt x="0" y="0"/>
                </a:moveTo>
                <a:lnTo>
                  <a:pt x="504" y="0"/>
                </a:lnTo>
                <a:lnTo>
                  <a:pt x="50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6862320" y="2570040"/>
            <a:ext cx="181440" cy="76680"/>
          </a:xfrm>
          <a:custGeom>
            <a:avLst/>
            <a:gdLst/>
            <a:ahLst/>
            <a:rect l="0" t="0" r="r" b="b"/>
            <a:pathLst>
              <a:path w="504" h="213">
                <a:moveTo>
                  <a:pt x="0" y="0"/>
                </a:moveTo>
                <a:lnTo>
                  <a:pt x="504" y="0"/>
                </a:lnTo>
                <a:lnTo>
                  <a:pt x="50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5740920" y="250704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5124240" y="2779560"/>
            <a:ext cx="311760" cy="76320"/>
          </a:xfrm>
          <a:custGeom>
            <a:avLst/>
            <a:gdLst/>
            <a:ahLst/>
            <a:rect l="0" t="0" r="r" b="b"/>
            <a:pathLst>
              <a:path w="866" h="212">
                <a:moveTo>
                  <a:pt x="0" y="0"/>
                </a:moveTo>
                <a:lnTo>
                  <a:pt x="866" y="0"/>
                </a:lnTo>
                <a:lnTo>
                  <a:pt x="866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5124240" y="2779560"/>
            <a:ext cx="311760" cy="76320"/>
          </a:xfrm>
          <a:custGeom>
            <a:avLst/>
            <a:gdLst/>
            <a:ahLst/>
            <a:rect l="0" t="0" r="r" b="b"/>
            <a:pathLst>
              <a:path w="866" h="212">
                <a:moveTo>
                  <a:pt x="0" y="0"/>
                </a:moveTo>
                <a:lnTo>
                  <a:pt x="866" y="0"/>
                </a:lnTo>
                <a:lnTo>
                  <a:pt x="866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6862320" y="257688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7370280" y="227448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7370280" y="227448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5124240" y="278640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7862040" y="271260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7862040" y="271260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7370640" y="228132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5749560" y="294768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5749560" y="294768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7862400" y="271980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5049360" y="304956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5049360" y="304956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5749920" y="295488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82400" y="23734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3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2"/>
                  <a:pt x="808" y="548"/>
                  <a:pt x="797" y="573"/>
                </a:cubicBezTo>
                <a:cubicBezTo>
                  <a:pt x="787" y="598"/>
                  <a:pt x="774" y="622"/>
                  <a:pt x="759" y="644"/>
                </a:cubicBezTo>
                <a:cubicBezTo>
                  <a:pt x="744" y="667"/>
                  <a:pt x="726" y="688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5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5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8"/>
                  <a:pt x="85" y="667"/>
                  <a:pt x="70" y="644"/>
                </a:cubicBezTo>
                <a:cubicBezTo>
                  <a:pt x="55" y="622"/>
                  <a:pt x="42" y="598"/>
                  <a:pt x="32" y="573"/>
                </a:cubicBezTo>
                <a:cubicBezTo>
                  <a:pt x="22" y="548"/>
                  <a:pt x="14" y="522"/>
                  <a:pt x="8" y="495"/>
                </a:cubicBezTo>
                <a:cubicBezTo>
                  <a:pt x="3" y="468"/>
                  <a:pt x="0" y="441"/>
                  <a:pt x="0" y="413"/>
                </a:cubicBezTo>
                <a:cubicBezTo>
                  <a:pt x="0" y="386"/>
                  <a:pt x="3" y="359"/>
                  <a:pt x="8" y="333"/>
                </a:cubicBezTo>
                <a:cubicBezTo>
                  <a:pt x="14" y="306"/>
                  <a:pt x="22" y="280"/>
                  <a:pt x="32" y="255"/>
                </a:cubicBezTo>
                <a:cubicBezTo>
                  <a:pt x="42" y="230"/>
                  <a:pt x="55" y="206"/>
                  <a:pt x="70" y="184"/>
                </a:cubicBezTo>
                <a:cubicBezTo>
                  <a:pt x="85" y="161"/>
                  <a:pt x="102" y="140"/>
                  <a:pt x="122" y="121"/>
                </a:cubicBezTo>
                <a:cubicBezTo>
                  <a:pt x="141" y="102"/>
                  <a:pt x="162" y="85"/>
                  <a:pt x="184" y="69"/>
                </a:cubicBezTo>
                <a:cubicBezTo>
                  <a:pt x="207" y="54"/>
                  <a:pt x="231" y="42"/>
                  <a:pt x="256" y="31"/>
                </a:cubicBezTo>
                <a:cubicBezTo>
                  <a:pt x="281" y="21"/>
                  <a:pt x="307" y="13"/>
                  <a:pt x="333" y="8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8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2"/>
                  <a:pt x="621" y="54"/>
                  <a:pt x="644" y="69"/>
                </a:cubicBezTo>
                <a:cubicBezTo>
                  <a:pt x="666" y="85"/>
                  <a:pt x="687" y="102"/>
                  <a:pt x="706" y="121"/>
                </a:cubicBezTo>
                <a:cubicBezTo>
                  <a:pt x="726" y="140"/>
                  <a:pt x="744" y="161"/>
                  <a:pt x="759" y="184"/>
                </a:cubicBezTo>
                <a:cubicBezTo>
                  <a:pt x="774" y="206"/>
                  <a:pt x="787" y="230"/>
                  <a:pt x="797" y="255"/>
                </a:cubicBezTo>
                <a:cubicBezTo>
                  <a:pt x="808" y="280"/>
                  <a:pt x="815" y="306"/>
                  <a:pt x="821" y="333"/>
                </a:cubicBezTo>
                <a:cubicBezTo>
                  <a:pt x="826" y="359"/>
                  <a:pt x="829" y="386"/>
                  <a:pt x="829" y="413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82400" y="23734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3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2"/>
                  <a:pt x="808" y="548"/>
                  <a:pt x="797" y="573"/>
                </a:cubicBezTo>
                <a:cubicBezTo>
                  <a:pt x="787" y="598"/>
                  <a:pt x="774" y="622"/>
                  <a:pt x="759" y="644"/>
                </a:cubicBezTo>
                <a:cubicBezTo>
                  <a:pt x="744" y="667"/>
                  <a:pt x="726" y="688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5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5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8"/>
                  <a:pt x="85" y="667"/>
                  <a:pt x="70" y="644"/>
                </a:cubicBezTo>
                <a:cubicBezTo>
                  <a:pt x="55" y="622"/>
                  <a:pt x="42" y="598"/>
                  <a:pt x="32" y="573"/>
                </a:cubicBezTo>
                <a:cubicBezTo>
                  <a:pt x="22" y="548"/>
                  <a:pt x="14" y="522"/>
                  <a:pt x="8" y="495"/>
                </a:cubicBezTo>
                <a:cubicBezTo>
                  <a:pt x="3" y="468"/>
                  <a:pt x="0" y="441"/>
                  <a:pt x="0" y="413"/>
                </a:cubicBezTo>
                <a:cubicBezTo>
                  <a:pt x="0" y="386"/>
                  <a:pt x="3" y="359"/>
                  <a:pt x="8" y="333"/>
                </a:cubicBezTo>
                <a:cubicBezTo>
                  <a:pt x="14" y="306"/>
                  <a:pt x="22" y="280"/>
                  <a:pt x="32" y="255"/>
                </a:cubicBezTo>
                <a:cubicBezTo>
                  <a:pt x="42" y="230"/>
                  <a:pt x="55" y="206"/>
                  <a:pt x="70" y="184"/>
                </a:cubicBezTo>
                <a:cubicBezTo>
                  <a:pt x="85" y="161"/>
                  <a:pt x="102" y="140"/>
                  <a:pt x="122" y="121"/>
                </a:cubicBezTo>
                <a:cubicBezTo>
                  <a:pt x="141" y="102"/>
                  <a:pt x="162" y="85"/>
                  <a:pt x="184" y="69"/>
                </a:cubicBezTo>
                <a:cubicBezTo>
                  <a:pt x="207" y="54"/>
                  <a:pt x="231" y="42"/>
                  <a:pt x="256" y="31"/>
                </a:cubicBezTo>
                <a:cubicBezTo>
                  <a:pt x="281" y="21"/>
                  <a:pt x="307" y="13"/>
                  <a:pt x="333" y="8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8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2"/>
                  <a:pt x="621" y="54"/>
                  <a:pt x="644" y="69"/>
                </a:cubicBezTo>
                <a:cubicBezTo>
                  <a:pt x="666" y="85"/>
                  <a:pt x="687" y="102"/>
                  <a:pt x="706" y="121"/>
                </a:cubicBezTo>
                <a:cubicBezTo>
                  <a:pt x="726" y="140"/>
                  <a:pt x="744" y="161"/>
                  <a:pt x="759" y="184"/>
                </a:cubicBezTo>
                <a:cubicBezTo>
                  <a:pt x="774" y="206"/>
                  <a:pt x="787" y="230"/>
                  <a:pt x="797" y="255"/>
                </a:cubicBezTo>
                <a:cubicBezTo>
                  <a:pt x="808" y="280"/>
                  <a:pt x="815" y="306"/>
                  <a:pt x="821" y="333"/>
                </a:cubicBezTo>
                <a:cubicBezTo>
                  <a:pt x="826" y="359"/>
                  <a:pt x="829" y="386"/>
                  <a:pt x="829" y="413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5049360" y="305640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1340280" y="2398320"/>
            <a:ext cx="582840" cy="248400"/>
          </a:xfrm>
          <a:custGeom>
            <a:avLst/>
            <a:gdLst/>
            <a:ahLst/>
            <a:rect l="0" t="0" r="r" b="b"/>
            <a:pathLst>
              <a:path w="1619" h="690">
                <a:moveTo>
                  <a:pt x="0" y="0"/>
                </a:moveTo>
                <a:lnTo>
                  <a:pt x="1619" y="0"/>
                </a:lnTo>
                <a:lnTo>
                  <a:pt x="161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1340280" y="2398320"/>
            <a:ext cx="582840" cy="248400"/>
          </a:xfrm>
          <a:custGeom>
            <a:avLst/>
            <a:gdLst/>
            <a:ahLst/>
            <a:rect l="0" t="0" r="r" b="b"/>
            <a:pathLst>
              <a:path w="1619" h="690">
                <a:moveTo>
                  <a:pt x="0" y="0"/>
                </a:moveTo>
                <a:lnTo>
                  <a:pt x="1619" y="0"/>
                </a:lnTo>
                <a:lnTo>
                  <a:pt x="161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506520" y="249120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1436040" y="245304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320920" y="229032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320920" y="229032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1461240" y="252936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2592000" y="234504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2487600" y="242136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3872880" y="184680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6"/>
                  <a:pt x="13" y="143"/>
                </a:cubicBezTo>
                <a:cubicBezTo>
                  <a:pt x="21" y="151"/>
                  <a:pt x="33" y="159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5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6"/>
                  <a:pt x="526" y="237"/>
                </a:cubicBezTo>
                <a:cubicBezTo>
                  <a:pt x="568" y="239"/>
                  <a:pt x="610" y="240"/>
                  <a:pt x="653" y="240"/>
                </a:cubicBezTo>
                <a:cubicBezTo>
                  <a:pt x="696" y="240"/>
                  <a:pt x="738" y="239"/>
                  <a:pt x="780" y="237"/>
                </a:cubicBezTo>
                <a:cubicBezTo>
                  <a:pt x="822" y="236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5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9"/>
                  <a:pt x="1284" y="151"/>
                  <a:pt x="1293" y="143"/>
                </a:cubicBezTo>
                <a:cubicBezTo>
                  <a:pt x="1301" y="136"/>
                  <a:pt x="1305" y="128"/>
                  <a:pt x="1305" y="120"/>
                </a:cubicBezTo>
                <a:cubicBezTo>
                  <a:pt x="1305" y="112"/>
                  <a:pt x="1301" y="104"/>
                  <a:pt x="1293" y="97"/>
                </a:cubicBezTo>
                <a:cubicBezTo>
                  <a:pt x="1284" y="89"/>
                  <a:pt x="1272" y="82"/>
                  <a:pt x="1256" y="74"/>
                </a:cubicBezTo>
                <a:cubicBezTo>
                  <a:pt x="1239" y="67"/>
                  <a:pt x="1219" y="60"/>
                  <a:pt x="1195" y="54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1"/>
                </a:cubicBezTo>
                <a:cubicBezTo>
                  <a:pt x="980" y="16"/>
                  <a:pt x="942" y="13"/>
                  <a:pt x="903" y="10"/>
                </a:cubicBezTo>
                <a:cubicBezTo>
                  <a:pt x="863" y="7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7"/>
                  <a:pt x="404" y="10"/>
                </a:cubicBezTo>
                <a:cubicBezTo>
                  <a:pt x="364" y="13"/>
                  <a:pt x="326" y="16"/>
                  <a:pt x="290" y="21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4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2"/>
                  <a:pt x="21" y="89"/>
                  <a:pt x="13" y="97"/>
                </a:cubicBezTo>
                <a:cubicBezTo>
                  <a:pt x="4" y="104"/>
                  <a:pt x="0" y="112"/>
                  <a:pt x="0" y="120"/>
                </a:cubicBezTo>
                <a:lnTo>
                  <a:pt x="0" y="796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3"/>
                </a:cubicBezTo>
                <a:cubicBezTo>
                  <a:pt x="66" y="850"/>
                  <a:pt x="86" y="857"/>
                  <a:pt x="110" y="863"/>
                </a:cubicBezTo>
                <a:cubicBezTo>
                  <a:pt x="134" y="870"/>
                  <a:pt x="161" y="876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1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6"/>
                  <a:pt x="610" y="916"/>
                  <a:pt x="653" y="916"/>
                </a:cubicBezTo>
                <a:cubicBezTo>
                  <a:pt x="696" y="916"/>
                  <a:pt x="738" y="916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1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6"/>
                  <a:pt x="1172" y="870"/>
                  <a:pt x="1195" y="863"/>
                </a:cubicBezTo>
                <a:cubicBezTo>
                  <a:pt x="1219" y="857"/>
                  <a:pt x="1239" y="850"/>
                  <a:pt x="1256" y="843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6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3872880" y="184680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6"/>
                  <a:pt x="13" y="143"/>
                </a:cubicBezTo>
                <a:cubicBezTo>
                  <a:pt x="21" y="151"/>
                  <a:pt x="33" y="159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5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6"/>
                  <a:pt x="526" y="237"/>
                </a:cubicBezTo>
                <a:cubicBezTo>
                  <a:pt x="568" y="239"/>
                  <a:pt x="610" y="240"/>
                  <a:pt x="653" y="240"/>
                </a:cubicBezTo>
                <a:cubicBezTo>
                  <a:pt x="696" y="240"/>
                  <a:pt x="738" y="239"/>
                  <a:pt x="780" y="237"/>
                </a:cubicBezTo>
                <a:cubicBezTo>
                  <a:pt x="822" y="236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5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9"/>
                  <a:pt x="1284" y="151"/>
                  <a:pt x="1293" y="143"/>
                </a:cubicBezTo>
                <a:cubicBezTo>
                  <a:pt x="1301" y="136"/>
                  <a:pt x="1305" y="128"/>
                  <a:pt x="1305" y="120"/>
                </a:cubicBezTo>
                <a:cubicBezTo>
                  <a:pt x="1305" y="112"/>
                  <a:pt x="1301" y="104"/>
                  <a:pt x="1293" y="97"/>
                </a:cubicBezTo>
                <a:cubicBezTo>
                  <a:pt x="1284" y="89"/>
                  <a:pt x="1272" y="82"/>
                  <a:pt x="1256" y="74"/>
                </a:cubicBezTo>
                <a:cubicBezTo>
                  <a:pt x="1239" y="67"/>
                  <a:pt x="1219" y="60"/>
                  <a:pt x="1195" y="54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1"/>
                </a:cubicBezTo>
                <a:cubicBezTo>
                  <a:pt x="980" y="16"/>
                  <a:pt x="942" y="13"/>
                  <a:pt x="903" y="10"/>
                </a:cubicBezTo>
                <a:cubicBezTo>
                  <a:pt x="863" y="7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7"/>
                  <a:pt x="404" y="10"/>
                </a:cubicBezTo>
                <a:cubicBezTo>
                  <a:pt x="364" y="13"/>
                  <a:pt x="326" y="16"/>
                  <a:pt x="290" y="21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4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2"/>
                  <a:pt x="21" y="89"/>
                  <a:pt x="13" y="97"/>
                </a:cubicBezTo>
                <a:cubicBezTo>
                  <a:pt x="4" y="104"/>
                  <a:pt x="0" y="112"/>
                  <a:pt x="0" y="120"/>
                </a:cubicBezTo>
                <a:lnTo>
                  <a:pt x="0" y="796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3"/>
                </a:cubicBezTo>
                <a:cubicBezTo>
                  <a:pt x="66" y="850"/>
                  <a:pt x="86" y="857"/>
                  <a:pt x="110" y="863"/>
                </a:cubicBezTo>
                <a:cubicBezTo>
                  <a:pt x="134" y="870"/>
                  <a:pt x="161" y="876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1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6"/>
                  <a:pt x="610" y="916"/>
                  <a:pt x="653" y="916"/>
                </a:cubicBezTo>
                <a:cubicBezTo>
                  <a:pt x="696" y="916"/>
                  <a:pt x="738" y="916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1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6"/>
                  <a:pt x="1172" y="870"/>
                  <a:pt x="1195" y="863"/>
                </a:cubicBezTo>
                <a:cubicBezTo>
                  <a:pt x="1219" y="857"/>
                  <a:pt x="1239" y="850"/>
                  <a:pt x="1256" y="843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6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2593440" y="249768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3897000" y="197424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4962960" y="183816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4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80"/>
                  <a:pt x="56" y="184"/>
                  <a:pt x="67" y="189"/>
                </a:cubicBezTo>
                <a:cubicBezTo>
                  <a:pt x="78" y="193"/>
                  <a:pt x="90" y="197"/>
                  <a:pt x="104" y="201"/>
                </a:cubicBezTo>
                <a:cubicBezTo>
                  <a:pt x="117" y="205"/>
                  <a:pt x="132" y="209"/>
                  <a:pt x="148" y="212"/>
                </a:cubicBezTo>
                <a:cubicBezTo>
                  <a:pt x="164" y="216"/>
                  <a:pt x="181" y="220"/>
                  <a:pt x="200" y="223"/>
                </a:cubicBezTo>
                <a:cubicBezTo>
                  <a:pt x="218" y="226"/>
                  <a:pt x="237" y="230"/>
                  <a:pt x="257" y="233"/>
                </a:cubicBezTo>
                <a:cubicBezTo>
                  <a:pt x="278" y="236"/>
                  <a:pt x="299" y="239"/>
                  <a:pt x="321" y="242"/>
                </a:cubicBezTo>
                <a:cubicBezTo>
                  <a:pt x="344" y="245"/>
                  <a:pt x="367" y="247"/>
                  <a:pt x="391" y="250"/>
                </a:cubicBezTo>
                <a:cubicBezTo>
                  <a:pt x="414" y="252"/>
                  <a:pt x="439" y="254"/>
                  <a:pt x="464" y="257"/>
                </a:cubicBezTo>
                <a:cubicBezTo>
                  <a:pt x="490" y="259"/>
                  <a:pt x="516" y="261"/>
                  <a:pt x="542" y="262"/>
                </a:cubicBezTo>
                <a:cubicBezTo>
                  <a:pt x="569" y="264"/>
                  <a:pt x="596" y="265"/>
                  <a:pt x="623" y="267"/>
                </a:cubicBezTo>
                <a:cubicBezTo>
                  <a:pt x="651" y="268"/>
                  <a:pt x="679" y="269"/>
                  <a:pt x="707" y="270"/>
                </a:cubicBezTo>
                <a:cubicBezTo>
                  <a:pt x="735" y="271"/>
                  <a:pt x="764" y="271"/>
                  <a:pt x="792" y="272"/>
                </a:cubicBezTo>
                <a:cubicBezTo>
                  <a:pt x="821" y="272"/>
                  <a:pt x="850" y="273"/>
                  <a:pt x="878" y="273"/>
                </a:cubicBezTo>
                <a:cubicBezTo>
                  <a:pt x="907" y="273"/>
                  <a:pt x="936" y="272"/>
                  <a:pt x="965" y="272"/>
                </a:cubicBezTo>
                <a:cubicBezTo>
                  <a:pt x="993" y="271"/>
                  <a:pt x="1022" y="271"/>
                  <a:pt x="1050" y="270"/>
                </a:cubicBezTo>
                <a:cubicBezTo>
                  <a:pt x="1078" y="269"/>
                  <a:pt x="1106" y="268"/>
                  <a:pt x="1133" y="267"/>
                </a:cubicBezTo>
                <a:cubicBezTo>
                  <a:pt x="1162" y="265"/>
                  <a:pt x="1189" y="264"/>
                  <a:pt x="1216" y="262"/>
                </a:cubicBezTo>
                <a:cubicBezTo>
                  <a:pt x="1242" y="261"/>
                  <a:pt x="1268" y="259"/>
                  <a:pt x="1293" y="257"/>
                </a:cubicBezTo>
                <a:cubicBezTo>
                  <a:pt x="1319" y="254"/>
                  <a:pt x="1343" y="252"/>
                  <a:pt x="1367" y="250"/>
                </a:cubicBezTo>
                <a:cubicBezTo>
                  <a:pt x="1391" y="247"/>
                  <a:pt x="1414" y="245"/>
                  <a:pt x="1437" y="242"/>
                </a:cubicBezTo>
                <a:cubicBezTo>
                  <a:pt x="1459" y="239"/>
                  <a:pt x="1480" y="236"/>
                  <a:pt x="1500" y="233"/>
                </a:cubicBezTo>
                <a:cubicBezTo>
                  <a:pt x="1521" y="230"/>
                  <a:pt x="1540" y="226"/>
                  <a:pt x="1558" y="223"/>
                </a:cubicBezTo>
                <a:cubicBezTo>
                  <a:pt x="1577" y="220"/>
                  <a:pt x="1594" y="216"/>
                  <a:pt x="1610" y="212"/>
                </a:cubicBezTo>
                <a:cubicBezTo>
                  <a:pt x="1626" y="209"/>
                  <a:pt x="1640" y="205"/>
                  <a:pt x="1654" y="201"/>
                </a:cubicBezTo>
                <a:cubicBezTo>
                  <a:pt x="1668" y="197"/>
                  <a:pt x="1680" y="193"/>
                  <a:pt x="1691" y="189"/>
                </a:cubicBezTo>
                <a:cubicBezTo>
                  <a:pt x="1702" y="184"/>
                  <a:pt x="1712" y="180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4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2"/>
                  <a:pt x="1756" y="127"/>
                  <a:pt x="1754" y="123"/>
                </a:cubicBezTo>
                <a:cubicBezTo>
                  <a:pt x="1751" y="118"/>
                  <a:pt x="1746" y="114"/>
                  <a:pt x="1741" y="110"/>
                </a:cubicBezTo>
                <a:cubicBezTo>
                  <a:pt x="1735" y="105"/>
                  <a:pt x="1728" y="101"/>
                  <a:pt x="1720" y="97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1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7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9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8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2"/>
                  <a:pt x="965" y="1"/>
                </a:cubicBezTo>
                <a:cubicBezTo>
                  <a:pt x="936" y="1"/>
                  <a:pt x="907" y="0"/>
                  <a:pt x="878" y="0"/>
                </a:cubicBezTo>
                <a:cubicBezTo>
                  <a:pt x="850" y="0"/>
                  <a:pt x="821" y="1"/>
                  <a:pt x="792" y="1"/>
                </a:cubicBezTo>
                <a:cubicBezTo>
                  <a:pt x="764" y="2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8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9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7"/>
                  <a:pt x="200" y="50"/>
                </a:cubicBezTo>
                <a:cubicBezTo>
                  <a:pt x="181" y="53"/>
                  <a:pt x="164" y="57"/>
                  <a:pt x="148" y="61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7"/>
                </a:cubicBezTo>
                <a:cubicBezTo>
                  <a:pt x="30" y="101"/>
                  <a:pt x="23" y="105"/>
                  <a:pt x="17" y="110"/>
                </a:cubicBezTo>
                <a:cubicBezTo>
                  <a:pt x="11" y="114"/>
                  <a:pt x="7" y="118"/>
                  <a:pt x="4" y="123"/>
                </a:cubicBezTo>
                <a:cubicBezTo>
                  <a:pt x="2" y="127"/>
                  <a:pt x="0" y="132"/>
                  <a:pt x="0" y="136"/>
                </a:cubicBezTo>
                <a:lnTo>
                  <a:pt x="0" y="829"/>
                </a:lnTo>
                <a:cubicBezTo>
                  <a:pt x="0" y="833"/>
                  <a:pt x="2" y="838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60"/>
                  <a:pt x="30" y="864"/>
                  <a:pt x="38" y="868"/>
                </a:cubicBezTo>
                <a:cubicBezTo>
                  <a:pt x="46" y="872"/>
                  <a:pt x="56" y="877"/>
                  <a:pt x="67" y="881"/>
                </a:cubicBezTo>
                <a:cubicBezTo>
                  <a:pt x="78" y="885"/>
                  <a:pt x="90" y="889"/>
                  <a:pt x="104" y="893"/>
                </a:cubicBezTo>
                <a:cubicBezTo>
                  <a:pt x="117" y="897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5"/>
                </a:cubicBezTo>
                <a:cubicBezTo>
                  <a:pt x="278" y="928"/>
                  <a:pt x="299" y="931"/>
                  <a:pt x="321" y="934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6"/>
                  <a:pt x="596" y="957"/>
                  <a:pt x="623" y="958"/>
                </a:cubicBezTo>
                <a:cubicBezTo>
                  <a:pt x="651" y="960"/>
                  <a:pt x="679" y="961"/>
                  <a:pt x="707" y="962"/>
                </a:cubicBezTo>
                <a:cubicBezTo>
                  <a:pt x="735" y="963"/>
                  <a:pt x="764" y="963"/>
                  <a:pt x="792" y="964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4"/>
                </a:cubicBezTo>
                <a:cubicBezTo>
                  <a:pt x="993" y="963"/>
                  <a:pt x="1022" y="963"/>
                  <a:pt x="1050" y="962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6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4"/>
                </a:cubicBezTo>
                <a:cubicBezTo>
                  <a:pt x="1459" y="931"/>
                  <a:pt x="1480" y="928"/>
                  <a:pt x="1500" y="925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7"/>
                  <a:pt x="1654" y="893"/>
                </a:cubicBezTo>
                <a:cubicBezTo>
                  <a:pt x="1668" y="889"/>
                  <a:pt x="1680" y="885"/>
                  <a:pt x="1691" y="881"/>
                </a:cubicBezTo>
                <a:cubicBezTo>
                  <a:pt x="1702" y="877"/>
                  <a:pt x="1712" y="872"/>
                  <a:pt x="1720" y="868"/>
                </a:cubicBezTo>
                <a:cubicBezTo>
                  <a:pt x="1728" y="864"/>
                  <a:pt x="1735" y="860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8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962960" y="183816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4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80"/>
                  <a:pt x="56" y="184"/>
                  <a:pt x="67" y="189"/>
                </a:cubicBezTo>
                <a:cubicBezTo>
                  <a:pt x="78" y="193"/>
                  <a:pt x="90" y="197"/>
                  <a:pt x="104" y="201"/>
                </a:cubicBezTo>
                <a:cubicBezTo>
                  <a:pt x="117" y="205"/>
                  <a:pt x="132" y="209"/>
                  <a:pt x="148" y="212"/>
                </a:cubicBezTo>
                <a:cubicBezTo>
                  <a:pt x="164" y="216"/>
                  <a:pt x="181" y="220"/>
                  <a:pt x="200" y="223"/>
                </a:cubicBezTo>
                <a:cubicBezTo>
                  <a:pt x="218" y="226"/>
                  <a:pt x="237" y="230"/>
                  <a:pt x="257" y="233"/>
                </a:cubicBezTo>
                <a:cubicBezTo>
                  <a:pt x="278" y="236"/>
                  <a:pt x="299" y="239"/>
                  <a:pt x="321" y="242"/>
                </a:cubicBezTo>
                <a:cubicBezTo>
                  <a:pt x="344" y="245"/>
                  <a:pt x="367" y="247"/>
                  <a:pt x="391" y="250"/>
                </a:cubicBezTo>
                <a:cubicBezTo>
                  <a:pt x="414" y="252"/>
                  <a:pt x="439" y="254"/>
                  <a:pt x="464" y="257"/>
                </a:cubicBezTo>
                <a:cubicBezTo>
                  <a:pt x="490" y="259"/>
                  <a:pt x="516" y="261"/>
                  <a:pt x="542" y="262"/>
                </a:cubicBezTo>
                <a:cubicBezTo>
                  <a:pt x="569" y="264"/>
                  <a:pt x="596" y="265"/>
                  <a:pt x="623" y="267"/>
                </a:cubicBezTo>
                <a:cubicBezTo>
                  <a:pt x="651" y="268"/>
                  <a:pt x="679" y="269"/>
                  <a:pt x="707" y="270"/>
                </a:cubicBezTo>
                <a:cubicBezTo>
                  <a:pt x="735" y="271"/>
                  <a:pt x="764" y="271"/>
                  <a:pt x="792" y="272"/>
                </a:cubicBezTo>
                <a:cubicBezTo>
                  <a:pt x="821" y="272"/>
                  <a:pt x="850" y="273"/>
                  <a:pt x="878" y="273"/>
                </a:cubicBezTo>
                <a:cubicBezTo>
                  <a:pt x="907" y="273"/>
                  <a:pt x="936" y="272"/>
                  <a:pt x="965" y="272"/>
                </a:cubicBezTo>
                <a:cubicBezTo>
                  <a:pt x="993" y="271"/>
                  <a:pt x="1022" y="271"/>
                  <a:pt x="1050" y="270"/>
                </a:cubicBezTo>
                <a:cubicBezTo>
                  <a:pt x="1078" y="269"/>
                  <a:pt x="1106" y="268"/>
                  <a:pt x="1133" y="267"/>
                </a:cubicBezTo>
                <a:cubicBezTo>
                  <a:pt x="1162" y="265"/>
                  <a:pt x="1189" y="264"/>
                  <a:pt x="1216" y="262"/>
                </a:cubicBezTo>
                <a:cubicBezTo>
                  <a:pt x="1242" y="261"/>
                  <a:pt x="1268" y="259"/>
                  <a:pt x="1293" y="257"/>
                </a:cubicBezTo>
                <a:cubicBezTo>
                  <a:pt x="1319" y="254"/>
                  <a:pt x="1343" y="252"/>
                  <a:pt x="1367" y="250"/>
                </a:cubicBezTo>
                <a:cubicBezTo>
                  <a:pt x="1391" y="247"/>
                  <a:pt x="1414" y="245"/>
                  <a:pt x="1437" y="242"/>
                </a:cubicBezTo>
                <a:cubicBezTo>
                  <a:pt x="1459" y="239"/>
                  <a:pt x="1480" y="236"/>
                  <a:pt x="1500" y="233"/>
                </a:cubicBezTo>
                <a:cubicBezTo>
                  <a:pt x="1521" y="230"/>
                  <a:pt x="1540" y="226"/>
                  <a:pt x="1558" y="223"/>
                </a:cubicBezTo>
                <a:cubicBezTo>
                  <a:pt x="1577" y="220"/>
                  <a:pt x="1594" y="216"/>
                  <a:pt x="1610" y="212"/>
                </a:cubicBezTo>
                <a:cubicBezTo>
                  <a:pt x="1626" y="209"/>
                  <a:pt x="1640" y="205"/>
                  <a:pt x="1654" y="201"/>
                </a:cubicBezTo>
                <a:cubicBezTo>
                  <a:pt x="1668" y="197"/>
                  <a:pt x="1680" y="193"/>
                  <a:pt x="1691" y="189"/>
                </a:cubicBezTo>
                <a:cubicBezTo>
                  <a:pt x="1702" y="184"/>
                  <a:pt x="1712" y="180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4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2"/>
                  <a:pt x="1756" y="127"/>
                  <a:pt x="1754" y="123"/>
                </a:cubicBezTo>
                <a:cubicBezTo>
                  <a:pt x="1751" y="118"/>
                  <a:pt x="1746" y="114"/>
                  <a:pt x="1741" y="110"/>
                </a:cubicBezTo>
                <a:cubicBezTo>
                  <a:pt x="1735" y="105"/>
                  <a:pt x="1728" y="101"/>
                  <a:pt x="1720" y="97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1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7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9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8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2"/>
                  <a:pt x="965" y="1"/>
                </a:cubicBezTo>
                <a:cubicBezTo>
                  <a:pt x="936" y="1"/>
                  <a:pt x="907" y="0"/>
                  <a:pt x="878" y="0"/>
                </a:cubicBezTo>
                <a:cubicBezTo>
                  <a:pt x="850" y="0"/>
                  <a:pt x="821" y="1"/>
                  <a:pt x="792" y="1"/>
                </a:cubicBezTo>
                <a:cubicBezTo>
                  <a:pt x="764" y="2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8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9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7"/>
                  <a:pt x="200" y="50"/>
                </a:cubicBezTo>
                <a:cubicBezTo>
                  <a:pt x="181" y="53"/>
                  <a:pt x="164" y="57"/>
                  <a:pt x="148" y="61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7"/>
                </a:cubicBezTo>
                <a:cubicBezTo>
                  <a:pt x="30" y="101"/>
                  <a:pt x="23" y="105"/>
                  <a:pt x="17" y="110"/>
                </a:cubicBezTo>
                <a:cubicBezTo>
                  <a:pt x="11" y="114"/>
                  <a:pt x="7" y="118"/>
                  <a:pt x="4" y="123"/>
                </a:cubicBezTo>
                <a:cubicBezTo>
                  <a:pt x="2" y="127"/>
                  <a:pt x="0" y="132"/>
                  <a:pt x="0" y="136"/>
                </a:cubicBezTo>
                <a:lnTo>
                  <a:pt x="0" y="829"/>
                </a:lnTo>
                <a:cubicBezTo>
                  <a:pt x="0" y="833"/>
                  <a:pt x="2" y="838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60"/>
                  <a:pt x="30" y="864"/>
                  <a:pt x="38" y="868"/>
                </a:cubicBezTo>
                <a:cubicBezTo>
                  <a:pt x="46" y="872"/>
                  <a:pt x="56" y="877"/>
                  <a:pt x="67" y="881"/>
                </a:cubicBezTo>
                <a:cubicBezTo>
                  <a:pt x="78" y="885"/>
                  <a:pt x="90" y="889"/>
                  <a:pt x="104" y="893"/>
                </a:cubicBezTo>
                <a:cubicBezTo>
                  <a:pt x="117" y="897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5"/>
                </a:cubicBezTo>
                <a:cubicBezTo>
                  <a:pt x="278" y="928"/>
                  <a:pt x="299" y="931"/>
                  <a:pt x="321" y="934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6"/>
                  <a:pt x="596" y="957"/>
                  <a:pt x="623" y="958"/>
                </a:cubicBezTo>
                <a:cubicBezTo>
                  <a:pt x="651" y="960"/>
                  <a:pt x="679" y="961"/>
                  <a:pt x="707" y="962"/>
                </a:cubicBezTo>
                <a:cubicBezTo>
                  <a:pt x="735" y="963"/>
                  <a:pt x="764" y="963"/>
                  <a:pt x="792" y="964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4"/>
                </a:cubicBezTo>
                <a:cubicBezTo>
                  <a:pt x="993" y="963"/>
                  <a:pt x="1022" y="963"/>
                  <a:pt x="1050" y="962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6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4"/>
                </a:cubicBezTo>
                <a:cubicBezTo>
                  <a:pt x="1459" y="931"/>
                  <a:pt x="1480" y="928"/>
                  <a:pt x="1500" y="925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7"/>
                  <a:pt x="1654" y="893"/>
                </a:cubicBezTo>
                <a:cubicBezTo>
                  <a:pt x="1668" y="889"/>
                  <a:pt x="1680" y="885"/>
                  <a:pt x="1691" y="881"/>
                </a:cubicBezTo>
                <a:cubicBezTo>
                  <a:pt x="1702" y="877"/>
                  <a:pt x="1712" y="872"/>
                  <a:pt x="1720" y="868"/>
                </a:cubicBezTo>
                <a:cubicBezTo>
                  <a:pt x="1728" y="864"/>
                  <a:pt x="1735" y="860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8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3989880" y="20505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5079960" y="197424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6090480" y="181764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6090480" y="181764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4987080" y="205056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6275160" y="187236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331040" y="180648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0"/>
                  <a:pt x="750" y="425"/>
                  <a:pt x="745" y="449"/>
                </a:cubicBezTo>
                <a:cubicBezTo>
                  <a:pt x="740" y="473"/>
                  <a:pt x="733" y="497"/>
                  <a:pt x="724" y="519"/>
                </a:cubicBezTo>
                <a:cubicBezTo>
                  <a:pt x="714" y="542"/>
                  <a:pt x="703" y="564"/>
                  <a:pt x="689" y="584"/>
                </a:cubicBezTo>
                <a:cubicBezTo>
                  <a:pt x="675" y="605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5"/>
                  <a:pt x="63" y="584"/>
                </a:cubicBezTo>
                <a:cubicBezTo>
                  <a:pt x="49" y="564"/>
                  <a:pt x="38" y="542"/>
                  <a:pt x="28" y="519"/>
                </a:cubicBezTo>
                <a:cubicBezTo>
                  <a:pt x="19" y="497"/>
                  <a:pt x="12" y="473"/>
                  <a:pt x="7" y="449"/>
                </a:cubicBezTo>
                <a:cubicBezTo>
                  <a:pt x="2" y="425"/>
                  <a:pt x="0" y="400"/>
                  <a:pt x="0" y="376"/>
                </a:cubicBezTo>
                <a:cubicBezTo>
                  <a:pt x="0" y="351"/>
                  <a:pt x="2" y="327"/>
                  <a:pt x="7" y="302"/>
                </a:cubicBezTo>
                <a:cubicBezTo>
                  <a:pt x="12" y="278"/>
                  <a:pt x="19" y="255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5"/>
                  <a:pt x="740" y="278"/>
                  <a:pt x="745" y="302"/>
                </a:cubicBezTo>
                <a:cubicBezTo>
                  <a:pt x="750" y="327"/>
                  <a:pt x="752" y="351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331040" y="180648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0"/>
                  <a:pt x="750" y="425"/>
                  <a:pt x="745" y="449"/>
                </a:cubicBezTo>
                <a:cubicBezTo>
                  <a:pt x="740" y="473"/>
                  <a:pt x="733" y="497"/>
                  <a:pt x="724" y="519"/>
                </a:cubicBezTo>
                <a:cubicBezTo>
                  <a:pt x="714" y="542"/>
                  <a:pt x="703" y="564"/>
                  <a:pt x="689" y="584"/>
                </a:cubicBezTo>
                <a:cubicBezTo>
                  <a:pt x="675" y="605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5"/>
                  <a:pt x="63" y="584"/>
                </a:cubicBezTo>
                <a:cubicBezTo>
                  <a:pt x="49" y="564"/>
                  <a:pt x="38" y="542"/>
                  <a:pt x="28" y="519"/>
                </a:cubicBezTo>
                <a:cubicBezTo>
                  <a:pt x="19" y="497"/>
                  <a:pt x="12" y="473"/>
                  <a:pt x="7" y="449"/>
                </a:cubicBezTo>
                <a:cubicBezTo>
                  <a:pt x="2" y="425"/>
                  <a:pt x="0" y="400"/>
                  <a:pt x="0" y="376"/>
                </a:cubicBezTo>
                <a:cubicBezTo>
                  <a:pt x="0" y="351"/>
                  <a:pt x="2" y="327"/>
                  <a:pt x="7" y="302"/>
                </a:cubicBezTo>
                <a:cubicBezTo>
                  <a:pt x="12" y="278"/>
                  <a:pt x="19" y="255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5"/>
                  <a:pt x="740" y="278"/>
                  <a:pt x="745" y="302"/>
                </a:cubicBezTo>
                <a:cubicBezTo>
                  <a:pt x="750" y="327"/>
                  <a:pt x="752" y="351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6185880" y="194868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6097320" y="229392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8"/>
                </a:moveTo>
                <a:cubicBezTo>
                  <a:pt x="0" y="142"/>
                  <a:pt x="2" y="147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9"/>
                  <a:pt x="31" y="173"/>
                  <a:pt x="39" y="177"/>
                </a:cubicBezTo>
                <a:cubicBezTo>
                  <a:pt x="48" y="182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8"/>
                  <a:pt x="187" y="221"/>
                  <a:pt x="206" y="225"/>
                </a:cubicBezTo>
                <a:cubicBezTo>
                  <a:pt x="225" y="228"/>
                  <a:pt x="245" y="231"/>
                  <a:pt x="266" y="235"/>
                </a:cubicBezTo>
                <a:cubicBezTo>
                  <a:pt x="288" y="238"/>
                  <a:pt x="310" y="241"/>
                  <a:pt x="332" y="244"/>
                </a:cubicBezTo>
                <a:cubicBezTo>
                  <a:pt x="355" y="246"/>
                  <a:pt x="379" y="249"/>
                  <a:pt x="404" y="252"/>
                </a:cubicBezTo>
                <a:cubicBezTo>
                  <a:pt x="429" y="254"/>
                  <a:pt x="454" y="256"/>
                  <a:pt x="480" y="259"/>
                </a:cubicBezTo>
                <a:cubicBezTo>
                  <a:pt x="506" y="261"/>
                  <a:pt x="533" y="263"/>
                  <a:pt x="560" y="264"/>
                </a:cubicBezTo>
                <a:cubicBezTo>
                  <a:pt x="588" y="266"/>
                  <a:pt x="616" y="268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4"/>
                  <a:pt x="818" y="274"/>
                </a:cubicBezTo>
                <a:cubicBezTo>
                  <a:pt x="848" y="275"/>
                  <a:pt x="877" y="275"/>
                  <a:pt x="907" y="275"/>
                </a:cubicBezTo>
                <a:cubicBezTo>
                  <a:pt x="937" y="275"/>
                  <a:pt x="966" y="275"/>
                  <a:pt x="996" y="274"/>
                </a:cubicBezTo>
                <a:cubicBezTo>
                  <a:pt x="1025" y="274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8"/>
                  <a:pt x="1226" y="266"/>
                  <a:pt x="1254" y="264"/>
                </a:cubicBezTo>
                <a:cubicBezTo>
                  <a:pt x="1281" y="263"/>
                  <a:pt x="1308" y="261"/>
                  <a:pt x="1334" y="259"/>
                </a:cubicBezTo>
                <a:cubicBezTo>
                  <a:pt x="1360" y="256"/>
                  <a:pt x="1386" y="254"/>
                  <a:pt x="1410" y="252"/>
                </a:cubicBezTo>
                <a:cubicBezTo>
                  <a:pt x="1435" y="249"/>
                  <a:pt x="1459" y="246"/>
                  <a:pt x="1482" y="244"/>
                </a:cubicBezTo>
                <a:cubicBezTo>
                  <a:pt x="1505" y="241"/>
                  <a:pt x="1526" y="238"/>
                  <a:pt x="1547" y="235"/>
                </a:cubicBezTo>
                <a:cubicBezTo>
                  <a:pt x="1568" y="231"/>
                  <a:pt x="1588" y="228"/>
                  <a:pt x="1607" y="225"/>
                </a:cubicBezTo>
                <a:cubicBezTo>
                  <a:pt x="1626" y="221"/>
                  <a:pt x="1644" y="218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2"/>
                  <a:pt x="1774" y="177"/>
                </a:cubicBezTo>
                <a:cubicBezTo>
                  <a:pt x="1782" y="173"/>
                  <a:pt x="1790" y="169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7"/>
                  <a:pt x="1813" y="142"/>
                  <a:pt x="1813" y="138"/>
                </a:cubicBezTo>
                <a:cubicBezTo>
                  <a:pt x="1813" y="133"/>
                  <a:pt x="1811" y="129"/>
                  <a:pt x="1808" y="124"/>
                </a:cubicBezTo>
                <a:cubicBezTo>
                  <a:pt x="1805" y="120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8"/>
                  <a:pt x="1626" y="54"/>
                  <a:pt x="1607" y="51"/>
                </a:cubicBezTo>
                <a:cubicBezTo>
                  <a:pt x="1588" y="47"/>
                  <a:pt x="1568" y="44"/>
                  <a:pt x="1547" y="41"/>
                </a:cubicBezTo>
                <a:cubicBezTo>
                  <a:pt x="1526" y="37"/>
                  <a:pt x="1505" y="34"/>
                  <a:pt x="1482" y="32"/>
                </a:cubicBezTo>
                <a:cubicBezTo>
                  <a:pt x="1459" y="29"/>
                  <a:pt x="1435" y="26"/>
                  <a:pt x="1410" y="24"/>
                </a:cubicBezTo>
                <a:cubicBezTo>
                  <a:pt x="1386" y="21"/>
                  <a:pt x="1360" y="19"/>
                  <a:pt x="1334" y="17"/>
                </a:cubicBezTo>
                <a:cubicBezTo>
                  <a:pt x="1308" y="14"/>
                  <a:pt x="1281" y="13"/>
                  <a:pt x="1254" y="11"/>
                </a:cubicBezTo>
                <a:cubicBezTo>
                  <a:pt x="1226" y="9"/>
                  <a:pt x="1198" y="8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2"/>
                  <a:pt x="996" y="1"/>
                </a:cubicBezTo>
                <a:cubicBezTo>
                  <a:pt x="966" y="1"/>
                  <a:pt x="937" y="0"/>
                  <a:pt x="907" y="0"/>
                </a:cubicBezTo>
                <a:cubicBezTo>
                  <a:pt x="877" y="0"/>
                  <a:pt x="848" y="1"/>
                  <a:pt x="818" y="1"/>
                </a:cubicBezTo>
                <a:cubicBezTo>
                  <a:pt x="789" y="2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8"/>
                  <a:pt x="588" y="9"/>
                  <a:pt x="560" y="11"/>
                </a:cubicBezTo>
                <a:cubicBezTo>
                  <a:pt x="533" y="13"/>
                  <a:pt x="506" y="14"/>
                  <a:pt x="480" y="17"/>
                </a:cubicBezTo>
                <a:cubicBezTo>
                  <a:pt x="454" y="19"/>
                  <a:pt x="429" y="21"/>
                  <a:pt x="404" y="24"/>
                </a:cubicBezTo>
                <a:cubicBezTo>
                  <a:pt x="379" y="26"/>
                  <a:pt x="355" y="29"/>
                  <a:pt x="332" y="32"/>
                </a:cubicBezTo>
                <a:cubicBezTo>
                  <a:pt x="310" y="34"/>
                  <a:pt x="288" y="37"/>
                  <a:pt x="266" y="41"/>
                </a:cubicBezTo>
                <a:cubicBezTo>
                  <a:pt x="245" y="44"/>
                  <a:pt x="225" y="47"/>
                  <a:pt x="206" y="51"/>
                </a:cubicBezTo>
                <a:cubicBezTo>
                  <a:pt x="187" y="54"/>
                  <a:pt x="169" y="58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20"/>
                  <a:pt x="5" y="124"/>
                </a:cubicBezTo>
                <a:cubicBezTo>
                  <a:pt x="2" y="129"/>
                  <a:pt x="0" y="133"/>
                  <a:pt x="0" y="138"/>
                </a:cubicBezTo>
                <a:lnTo>
                  <a:pt x="0" y="831"/>
                </a:lnTo>
                <a:cubicBezTo>
                  <a:pt x="0" y="835"/>
                  <a:pt x="2" y="840"/>
                  <a:pt x="5" y="844"/>
                </a:cubicBezTo>
                <a:cubicBezTo>
                  <a:pt x="8" y="849"/>
                  <a:pt x="12" y="853"/>
                  <a:pt x="18" y="858"/>
                </a:cubicBezTo>
                <a:cubicBezTo>
                  <a:pt x="24" y="862"/>
                  <a:pt x="31" y="866"/>
                  <a:pt x="39" y="871"/>
                </a:cubicBezTo>
                <a:cubicBezTo>
                  <a:pt x="48" y="875"/>
                  <a:pt x="58" y="879"/>
                  <a:pt x="69" y="884"/>
                </a:cubicBezTo>
                <a:cubicBezTo>
                  <a:pt x="81" y="889"/>
                  <a:pt x="93" y="893"/>
                  <a:pt x="107" y="897"/>
                </a:cubicBezTo>
                <a:cubicBezTo>
                  <a:pt x="121" y="901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6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9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6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6"/>
                  <a:pt x="1142" y="964"/>
                  <a:pt x="1170" y="963"/>
                </a:cubicBezTo>
                <a:cubicBezTo>
                  <a:pt x="1198" y="962"/>
                  <a:pt x="1226" y="960"/>
                  <a:pt x="1254" y="959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6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1"/>
                  <a:pt x="1706" y="897"/>
                </a:cubicBezTo>
                <a:cubicBezTo>
                  <a:pt x="1720" y="893"/>
                  <a:pt x="1732" y="889"/>
                  <a:pt x="1744" y="884"/>
                </a:cubicBezTo>
                <a:cubicBezTo>
                  <a:pt x="1755" y="879"/>
                  <a:pt x="1765" y="875"/>
                  <a:pt x="1774" y="871"/>
                </a:cubicBezTo>
                <a:cubicBezTo>
                  <a:pt x="1782" y="866"/>
                  <a:pt x="1790" y="862"/>
                  <a:pt x="1795" y="858"/>
                </a:cubicBezTo>
                <a:cubicBezTo>
                  <a:pt x="1801" y="853"/>
                  <a:pt x="1805" y="849"/>
                  <a:pt x="1808" y="844"/>
                </a:cubicBezTo>
                <a:cubicBezTo>
                  <a:pt x="1811" y="840"/>
                  <a:pt x="1813" y="835"/>
                  <a:pt x="1813" y="831"/>
                </a:cubicBezTo>
                <a:lnTo>
                  <a:pt x="1813" y="138"/>
                </a:lnTo>
                <a:lnTo>
                  <a:pt x="0" y="13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6097320" y="229392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8"/>
                </a:moveTo>
                <a:cubicBezTo>
                  <a:pt x="0" y="142"/>
                  <a:pt x="2" y="147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9"/>
                  <a:pt x="31" y="173"/>
                  <a:pt x="39" y="177"/>
                </a:cubicBezTo>
                <a:cubicBezTo>
                  <a:pt x="48" y="182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8"/>
                  <a:pt x="187" y="221"/>
                  <a:pt x="206" y="225"/>
                </a:cubicBezTo>
                <a:cubicBezTo>
                  <a:pt x="225" y="228"/>
                  <a:pt x="245" y="231"/>
                  <a:pt x="266" y="235"/>
                </a:cubicBezTo>
                <a:cubicBezTo>
                  <a:pt x="288" y="238"/>
                  <a:pt x="310" y="241"/>
                  <a:pt x="332" y="244"/>
                </a:cubicBezTo>
                <a:cubicBezTo>
                  <a:pt x="355" y="246"/>
                  <a:pt x="379" y="249"/>
                  <a:pt x="404" y="252"/>
                </a:cubicBezTo>
                <a:cubicBezTo>
                  <a:pt x="429" y="254"/>
                  <a:pt x="454" y="256"/>
                  <a:pt x="480" y="259"/>
                </a:cubicBezTo>
                <a:cubicBezTo>
                  <a:pt x="506" y="261"/>
                  <a:pt x="533" y="263"/>
                  <a:pt x="560" y="264"/>
                </a:cubicBezTo>
                <a:cubicBezTo>
                  <a:pt x="588" y="266"/>
                  <a:pt x="616" y="268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4"/>
                  <a:pt x="818" y="274"/>
                </a:cubicBezTo>
                <a:cubicBezTo>
                  <a:pt x="848" y="275"/>
                  <a:pt x="877" y="275"/>
                  <a:pt x="907" y="275"/>
                </a:cubicBezTo>
                <a:cubicBezTo>
                  <a:pt x="937" y="275"/>
                  <a:pt x="966" y="275"/>
                  <a:pt x="996" y="274"/>
                </a:cubicBezTo>
                <a:cubicBezTo>
                  <a:pt x="1025" y="274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8"/>
                  <a:pt x="1226" y="266"/>
                  <a:pt x="1254" y="264"/>
                </a:cubicBezTo>
                <a:cubicBezTo>
                  <a:pt x="1281" y="263"/>
                  <a:pt x="1308" y="261"/>
                  <a:pt x="1334" y="259"/>
                </a:cubicBezTo>
                <a:cubicBezTo>
                  <a:pt x="1360" y="256"/>
                  <a:pt x="1386" y="254"/>
                  <a:pt x="1410" y="252"/>
                </a:cubicBezTo>
                <a:cubicBezTo>
                  <a:pt x="1435" y="249"/>
                  <a:pt x="1459" y="246"/>
                  <a:pt x="1482" y="244"/>
                </a:cubicBezTo>
                <a:cubicBezTo>
                  <a:pt x="1505" y="241"/>
                  <a:pt x="1526" y="238"/>
                  <a:pt x="1547" y="235"/>
                </a:cubicBezTo>
                <a:cubicBezTo>
                  <a:pt x="1568" y="231"/>
                  <a:pt x="1588" y="228"/>
                  <a:pt x="1607" y="225"/>
                </a:cubicBezTo>
                <a:cubicBezTo>
                  <a:pt x="1626" y="221"/>
                  <a:pt x="1644" y="218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2"/>
                  <a:pt x="1774" y="177"/>
                </a:cubicBezTo>
                <a:cubicBezTo>
                  <a:pt x="1782" y="173"/>
                  <a:pt x="1790" y="169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7"/>
                  <a:pt x="1813" y="142"/>
                  <a:pt x="1813" y="138"/>
                </a:cubicBezTo>
                <a:cubicBezTo>
                  <a:pt x="1813" y="133"/>
                  <a:pt x="1811" y="129"/>
                  <a:pt x="1808" y="124"/>
                </a:cubicBezTo>
                <a:cubicBezTo>
                  <a:pt x="1805" y="120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8"/>
                  <a:pt x="1626" y="54"/>
                  <a:pt x="1607" y="51"/>
                </a:cubicBezTo>
                <a:cubicBezTo>
                  <a:pt x="1588" y="47"/>
                  <a:pt x="1568" y="44"/>
                  <a:pt x="1547" y="41"/>
                </a:cubicBezTo>
                <a:cubicBezTo>
                  <a:pt x="1526" y="37"/>
                  <a:pt x="1505" y="34"/>
                  <a:pt x="1482" y="32"/>
                </a:cubicBezTo>
                <a:cubicBezTo>
                  <a:pt x="1459" y="29"/>
                  <a:pt x="1435" y="26"/>
                  <a:pt x="1410" y="24"/>
                </a:cubicBezTo>
                <a:cubicBezTo>
                  <a:pt x="1386" y="21"/>
                  <a:pt x="1360" y="19"/>
                  <a:pt x="1334" y="17"/>
                </a:cubicBezTo>
                <a:cubicBezTo>
                  <a:pt x="1308" y="14"/>
                  <a:pt x="1281" y="13"/>
                  <a:pt x="1254" y="11"/>
                </a:cubicBezTo>
                <a:cubicBezTo>
                  <a:pt x="1226" y="9"/>
                  <a:pt x="1198" y="8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2"/>
                  <a:pt x="996" y="1"/>
                </a:cubicBezTo>
                <a:cubicBezTo>
                  <a:pt x="966" y="1"/>
                  <a:pt x="937" y="0"/>
                  <a:pt x="907" y="0"/>
                </a:cubicBezTo>
                <a:cubicBezTo>
                  <a:pt x="877" y="0"/>
                  <a:pt x="848" y="1"/>
                  <a:pt x="818" y="1"/>
                </a:cubicBezTo>
                <a:cubicBezTo>
                  <a:pt x="789" y="2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8"/>
                  <a:pt x="588" y="9"/>
                  <a:pt x="560" y="11"/>
                </a:cubicBezTo>
                <a:cubicBezTo>
                  <a:pt x="533" y="13"/>
                  <a:pt x="506" y="14"/>
                  <a:pt x="480" y="17"/>
                </a:cubicBezTo>
                <a:cubicBezTo>
                  <a:pt x="454" y="19"/>
                  <a:pt x="429" y="21"/>
                  <a:pt x="404" y="24"/>
                </a:cubicBezTo>
                <a:cubicBezTo>
                  <a:pt x="379" y="26"/>
                  <a:pt x="355" y="29"/>
                  <a:pt x="332" y="32"/>
                </a:cubicBezTo>
                <a:cubicBezTo>
                  <a:pt x="310" y="34"/>
                  <a:pt x="288" y="37"/>
                  <a:pt x="266" y="41"/>
                </a:cubicBezTo>
                <a:cubicBezTo>
                  <a:pt x="245" y="44"/>
                  <a:pt x="225" y="47"/>
                  <a:pt x="206" y="51"/>
                </a:cubicBezTo>
                <a:cubicBezTo>
                  <a:pt x="187" y="54"/>
                  <a:pt x="169" y="58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20"/>
                  <a:pt x="5" y="124"/>
                </a:cubicBezTo>
                <a:cubicBezTo>
                  <a:pt x="2" y="129"/>
                  <a:pt x="0" y="133"/>
                  <a:pt x="0" y="138"/>
                </a:cubicBezTo>
                <a:lnTo>
                  <a:pt x="0" y="831"/>
                </a:lnTo>
                <a:cubicBezTo>
                  <a:pt x="0" y="835"/>
                  <a:pt x="2" y="840"/>
                  <a:pt x="5" y="844"/>
                </a:cubicBezTo>
                <a:cubicBezTo>
                  <a:pt x="8" y="849"/>
                  <a:pt x="12" y="853"/>
                  <a:pt x="18" y="858"/>
                </a:cubicBezTo>
                <a:cubicBezTo>
                  <a:pt x="24" y="862"/>
                  <a:pt x="31" y="866"/>
                  <a:pt x="39" y="871"/>
                </a:cubicBezTo>
                <a:cubicBezTo>
                  <a:pt x="48" y="875"/>
                  <a:pt x="58" y="879"/>
                  <a:pt x="69" y="884"/>
                </a:cubicBezTo>
                <a:cubicBezTo>
                  <a:pt x="81" y="889"/>
                  <a:pt x="93" y="893"/>
                  <a:pt x="107" y="897"/>
                </a:cubicBezTo>
                <a:cubicBezTo>
                  <a:pt x="121" y="901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6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9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6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6"/>
                  <a:pt x="1142" y="964"/>
                  <a:pt x="1170" y="963"/>
                </a:cubicBezTo>
                <a:cubicBezTo>
                  <a:pt x="1198" y="962"/>
                  <a:pt x="1226" y="960"/>
                  <a:pt x="1254" y="959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6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1"/>
                  <a:pt x="1706" y="897"/>
                </a:cubicBezTo>
                <a:cubicBezTo>
                  <a:pt x="1720" y="893"/>
                  <a:pt x="1732" y="889"/>
                  <a:pt x="1744" y="884"/>
                </a:cubicBezTo>
                <a:cubicBezTo>
                  <a:pt x="1755" y="879"/>
                  <a:pt x="1765" y="875"/>
                  <a:pt x="1774" y="871"/>
                </a:cubicBezTo>
                <a:cubicBezTo>
                  <a:pt x="1782" y="866"/>
                  <a:pt x="1790" y="862"/>
                  <a:pt x="1795" y="858"/>
                </a:cubicBezTo>
                <a:cubicBezTo>
                  <a:pt x="1801" y="853"/>
                  <a:pt x="1805" y="849"/>
                  <a:pt x="1808" y="844"/>
                </a:cubicBezTo>
                <a:cubicBezTo>
                  <a:pt x="1811" y="840"/>
                  <a:pt x="1813" y="835"/>
                  <a:pt x="1813" y="831"/>
                </a:cubicBezTo>
                <a:lnTo>
                  <a:pt x="1813" y="138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7354800" y="191052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6226200" y="243072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149960" y="262692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149960" y="262692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121440" y="250704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7351200" y="268164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4920120" y="241416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4920120" y="241416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7245360" y="275796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067360" y="246888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8100000" y="2658600"/>
            <a:ext cx="752040" cy="248400"/>
          </a:xfrm>
          <a:custGeom>
            <a:avLst/>
            <a:gdLst/>
            <a:ahLst/>
            <a:rect l="0" t="0" r="r" b="b"/>
            <a:pathLst>
              <a:path w="2089" h="690">
                <a:moveTo>
                  <a:pt x="0" y="0"/>
                </a:moveTo>
                <a:lnTo>
                  <a:pt x="2089" y="0"/>
                </a:lnTo>
                <a:lnTo>
                  <a:pt x="208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8100000" y="2658600"/>
            <a:ext cx="752040" cy="248400"/>
          </a:xfrm>
          <a:custGeom>
            <a:avLst/>
            <a:gdLst/>
            <a:ahLst/>
            <a:rect l="0" t="0" r="r" b="b"/>
            <a:pathLst>
              <a:path w="2089" h="690">
                <a:moveTo>
                  <a:pt x="0" y="0"/>
                </a:moveTo>
                <a:lnTo>
                  <a:pt x="2089" y="0"/>
                </a:lnTo>
                <a:lnTo>
                  <a:pt x="208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5015880" y="254520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8387640" y="271332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456840" y="3257280"/>
            <a:ext cx="7915680" cy="752760"/>
          </a:xfrm>
          <a:custGeom>
            <a:avLst/>
            <a:gdLst/>
            <a:ahLst/>
            <a:rect l="0" t="0" r="r" b="b"/>
            <a:pathLst>
              <a:path w="21988" h="2091">
                <a:moveTo>
                  <a:pt x="0" y="0"/>
                </a:moveTo>
                <a:lnTo>
                  <a:pt x="21988" y="0"/>
                </a:lnTo>
                <a:lnTo>
                  <a:pt x="2198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456840" y="32572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456840" y="40003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8362800" y="325728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456840" y="325728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8195400" y="278964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34320" y="347328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634320" y="367308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18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50" name=""/>
          <p:cNvSpPr/>
          <p:nvPr/>
        </p:nvSpPr>
        <p:spPr>
          <a:xfrm>
            <a:off x="2168640" y="91404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1"/>
                  <a:pt x="2927" y="666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137320" y="1580040"/>
            <a:ext cx="85680" cy="69480"/>
          </a:xfrm>
          <a:custGeom>
            <a:avLst/>
            <a:gdLst/>
            <a:ahLst/>
            <a:rect l="0" t="0" r="r" b="b"/>
            <a:pathLst>
              <a:path w="238" h="193">
                <a:moveTo>
                  <a:pt x="0" y="184"/>
                </a:moveTo>
                <a:lnTo>
                  <a:pt x="238" y="193"/>
                </a:lnTo>
                <a:lnTo>
                  <a:pt x="150" y="0"/>
                </a:lnTo>
                <a:lnTo>
                  <a:pt x="0" y="18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129760" y="157284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3" y="194"/>
                </a:moveTo>
                <a:lnTo>
                  <a:pt x="64" y="194"/>
                </a:lnTo>
                <a:lnTo>
                  <a:pt x="63" y="217"/>
                </a:lnTo>
                <a:lnTo>
                  <a:pt x="42" y="216"/>
                </a:lnTo>
                <a:lnTo>
                  <a:pt x="43" y="194"/>
                </a:lnTo>
                <a:moveTo>
                  <a:pt x="64" y="194"/>
                </a:moveTo>
                <a:lnTo>
                  <a:pt x="85" y="195"/>
                </a:lnTo>
                <a:lnTo>
                  <a:pt x="84" y="217"/>
                </a:lnTo>
                <a:lnTo>
                  <a:pt x="63" y="217"/>
                </a:lnTo>
                <a:lnTo>
                  <a:pt x="64" y="194"/>
                </a:lnTo>
                <a:moveTo>
                  <a:pt x="85" y="195"/>
                </a:moveTo>
                <a:lnTo>
                  <a:pt x="106" y="196"/>
                </a:lnTo>
                <a:lnTo>
                  <a:pt x="106" y="218"/>
                </a:lnTo>
                <a:lnTo>
                  <a:pt x="84" y="217"/>
                </a:lnTo>
                <a:lnTo>
                  <a:pt x="85" y="195"/>
                </a:lnTo>
                <a:moveTo>
                  <a:pt x="106" y="196"/>
                </a:moveTo>
                <a:lnTo>
                  <a:pt x="127" y="197"/>
                </a:lnTo>
                <a:lnTo>
                  <a:pt x="127" y="219"/>
                </a:lnTo>
                <a:lnTo>
                  <a:pt x="106" y="218"/>
                </a:lnTo>
                <a:lnTo>
                  <a:pt x="106" y="196"/>
                </a:lnTo>
                <a:moveTo>
                  <a:pt x="127" y="197"/>
                </a:moveTo>
                <a:lnTo>
                  <a:pt x="149" y="198"/>
                </a:lnTo>
                <a:lnTo>
                  <a:pt x="148" y="220"/>
                </a:lnTo>
                <a:lnTo>
                  <a:pt x="127" y="219"/>
                </a:lnTo>
                <a:lnTo>
                  <a:pt x="127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69" y="221"/>
                </a:lnTo>
                <a:lnTo>
                  <a:pt x="148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1" y="199"/>
                </a:lnTo>
                <a:lnTo>
                  <a:pt x="190" y="221"/>
                </a:lnTo>
                <a:lnTo>
                  <a:pt x="169" y="221"/>
                </a:lnTo>
                <a:lnTo>
                  <a:pt x="170" y="198"/>
                </a:lnTo>
                <a:moveTo>
                  <a:pt x="191" y="199"/>
                </a:moveTo>
                <a:lnTo>
                  <a:pt x="212" y="200"/>
                </a:lnTo>
                <a:lnTo>
                  <a:pt x="211" y="222"/>
                </a:lnTo>
                <a:lnTo>
                  <a:pt x="190" y="221"/>
                </a:lnTo>
                <a:lnTo>
                  <a:pt x="191" y="199"/>
                </a:lnTo>
                <a:moveTo>
                  <a:pt x="212" y="200"/>
                </a:moveTo>
                <a:lnTo>
                  <a:pt x="233" y="201"/>
                </a:lnTo>
                <a:lnTo>
                  <a:pt x="232" y="223"/>
                </a:lnTo>
                <a:lnTo>
                  <a:pt x="211" y="222"/>
                </a:lnTo>
                <a:lnTo>
                  <a:pt x="212" y="200"/>
                </a:lnTo>
                <a:moveTo>
                  <a:pt x="233" y="201"/>
                </a:moveTo>
                <a:lnTo>
                  <a:pt x="255" y="202"/>
                </a:lnTo>
                <a:lnTo>
                  <a:pt x="255" y="224"/>
                </a:lnTo>
                <a:lnTo>
                  <a:pt x="232" y="223"/>
                </a:lnTo>
                <a:lnTo>
                  <a:pt x="233" y="201"/>
                </a:lnTo>
                <a:moveTo>
                  <a:pt x="255" y="202"/>
                </a:moveTo>
                <a:lnTo>
                  <a:pt x="259" y="202"/>
                </a:lnTo>
                <a:lnTo>
                  <a:pt x="259" y="213"/>
                </a:lnTo>
                <a:lnTo>
                  <a:pt x="248" y="218"/>
                </a:lnTo>
                <a:lnTo>
                  <a:pt x="241" y="201"/>
                </a:lnTo>
                <a:lnTo>
                  <a:pt x="261" y="192"/>
                </a:lnTo>
                <a:lnTo>
                  <a:pt x="276" y="224"/>
                </a:lnTo>
                <a:lnTo>
                  <a:pt x="255" y="224"/>
                </a:lnTo>
                <a:lnTo>
                  <a:pt x="255" y="202"/>
                </a:lnTo>
                <a:moveTo>
                  <a:pt x="241" y="201"/>
                </a:moveTo>
                <a:lnTo>
                  <a:pt x="232" y="182"/>
                </a:lnTo>
                <a:lnTo>
                  <a:pt x="253" y="173"/>
                </a:lnTo>
                <a:lnTo>
                  <a:pt x="261" y="192"/>
                </a:lnTo>
                <a:lnTo>
                  <a:pt x="241" y="201"/>
                </a:lnTo>
                <a:moveTo>
                  <a:pt x="232" y="182"/>
                </a:moveTo>
                <a:lnTo>
                  <a:pt x="224" y="162"/>
                </a:lnTo>
                <a:lnTo>
                  <a:pt x="243" y="154"/>
                </a:lnTo>
                <a:lnTo>
                  <a:pt x="253" y="173"/>
                </a:lnTo>
                <a:lnTo>
                  <a:pt x="232" y="182"/>
                </a:lnTo>
                <a:moveTo>
                  <a:pt x="224" y="162"/>
                </a:moveTo>
                <a:lnTo>
                  <a:pt x="215" y="143"/>
                </a:lnTo>
                <a:lnTo>
                  <a:pt x="234" y="134"/>
                </a:lnTo>
                <a:lnTo>
                  <a:pt x="243" y="154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5" y="115"/>
                </a:lnTo>
                <a:lnTo>
                  <a:pt x="234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7" y="104"/>
                </a:lnTo>
                <a:lnTo>
                  <a:pt x="217" y="96"/>
                </a:lnTo>
                <a:lnTo>
                  <a:pt x="225" y="115"/>
                </a:lnTo>
                <a:lnTo>
                  <a:pt x="206" y="124"/>
                </a:lnTo>
                <a:moveTo>
                  <a:pt x="197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7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0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0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0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4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4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4" y="56"/>
                </a:lnTo>
                <a:moveTo>
                  <a:pt x="141" y="73"/>
                </a:moveTo>
                <a:lnTo>
                  <a:pt x="128" y="89"/>
                </a:lnTo>
                <a:lnTo>
                  <a:pt x="111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4" y="105"/>
                </a:lnTo>
                <a:lnTo>
                  <a:pt x="98" y="92"/>
                </a:lnTo>
                <a:lnTo>
                  <a:pt x="111" y="76"/>
                </a:lnTo>
                <a:lnTo>
                  <a:pt x="128" y="89"/>
                </a:lnTo>
                <a:moveTo>
                  <a:pt x="114" y="105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4" y="105"/>
                </a:lnTo>
                <a:moveTo>
                  <a:pt x="101" y="122"/>
                </a:moveTo>
                <a:lnTo>
                  <a:pt x="88" y="138"/>
                </a:lnTo>
                <a:lnTo>
                  <a:pt x="71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8"/>
                </a:moveTo>
                <a:lnTo>
                  <a:pt x="74" y="155"/>
                </a:lnTo>
                <a:lnTo>
                  <a:pt x="58" y="141"/>
                </a:lnTo>
                <a:lnTo>
                  <a:pt x="71" y="125"/>
                </a:lnTo>
                <a:lnTo>
                  <a:pt x="88" y="138"/>
                </a:lnTo>
                <a:moveTo>
                  <a:pt x="74" y="155"/>
                </a:moveTo>
                <a:lnTo>
                  <a:pt x="61" y="171"/>
                </a:lnTo>
                <a:lnTo>
                  <a:pt x="45" y="158"/>
                </a:lnTo>
                <a:lnTo>
                  <a:pt x="58" y="141"/>
                </a:lnTo>
                <a:lnTo>
                  <a:pt x="74" y="155"/>
                </a:lnTo>
                <a:moveTo>
                  <a:pt x="61" y="171"/>
                </a:moveTo>
                <a:lnTo>
                  <a:pt x="48" y="188"/>
                </a:lnTo>
                <a:lnTo>
                  <a:pt x="31" y="174"/>
                </a:lnTo>
                <a:lnTo>
                  <a:pt x="45" y="158"/>
                </a:lnTo>
                <a:lnTo>
                  <a:pt x="61" y="171"/>
                </a:lnTo>
                <a:moveTo>
                  <a:pt x="48" y="188"/>
                </a:moveTo>
                <a:lnTo>
                  <a:pt x="34" y="205"/>
                </a:lnTo>
                <a:lnTo>
                  <a:pt x="18" y="191"/>
                </a:lnTo>
                <a:lnTo>
                  <a:pt x="31" y="174"/>
                </a:lnTo>
                <a:lnTo>
                  <a:pt x="48" y="188"/>
                </a:lnTo>
                <a:moveTo>
                  <a:pt x="34" y="205"/>
                </a:moveTo>
                <a:lnTo>
                  <a:pt x="30" y="211"/>
                </a:lnTo>
                <a:lnTo>
                  <a:pt x="21" y="204"/>
                </a:lnTo>
                <a:lnTo>
                  <a:pt x="22" y="193"/>
                </a:lnTo>
                <a:lnTo>
                  <a:pt x="43" y="194"/>
                </a:lnTo>
                <a:lnTo>
                  <a:pt x="42" y="216"/>
                </a:lnTo>
                <a:lnTo>
                  <a:pt x="0" y="214"/>
                </a:lnTo>
                <a:lnTo>
                  <a:pt x="18" y="191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974840" y="87624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5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4970880" y="870120"/>
            <a:ext cx="88920" cy="88560"/>
          </a:xfrm>
          <a:custGeom>
            <a:avLst/>
            <a:gdLst/>
            <a:ahLst/>
            <a:rect l="0" t="0" r="r" b="b"/>
            <a:pathLst>
              <a:path w="247" h="246">
                <a:moveTo>
                  <a:pt x="34" y="17"/>
                </a:moveTo>
                <a:lnTo>
                  <a:pt x="54" y="26"/>
                </a:lnTo>
                <a:lnTo>
                  <a:pt x="45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5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3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0" y="83"/>
                </a:lnTo>
                <a:lnTo>
                  <a:pt x="102" y="73"/>
                </a:lnTo>
                <a:lnTo>
                  <a:pt x="111" y="55"/>
                </a:lnTo>
                <a:moveTo>
                  <a:pt x="130" y="64"/>
                </a:moveTo>
                <a:lnTo>
                  <a:pt x="149" y="73"/>
                </a:lnTo>
                <a:lnTo>
                  <a:pt x="139" y="92"/>
                </a:lnTo>
                <a:lnTo>
                  <a:pt x="120" y="83"/>
                </a:lnTo>
                <a:lnTo>
                  <a:pt x="130" y="64"/>
                </a:lnTo>
                <a:moveTo>
                  <a:pt x="149" y="73"/>
                </a:moveTo>
                <a:lnTo>
                  <a:pt x="168" y="83"/>
                </a:lnTo>
                <a:lnTo>
                  <a:pt x="158" y="102"/>
                </a:lnTo>
                <a:lnTo>
                  <a:pt x="139" y="92"/>
                </a:lnTo>
                <a:lnTo>
                  <a:pt x="149" y="73"/>
                </a:lnTo>
                <a:moveTo>
                  <a:pt x="168" y="83"/>
                </a:moveTo>
                <a:lnTo>
                  <a:pt x="187" y="92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2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2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2"/>
                </a:lnTo>
                <a:lnTo>
                  <a:pt x="212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2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2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2" y="140"/>
                </a:lnTo>
                <a:moveTo>
                  <a:pt x="194" y="149"/>
                </a:moveTo>
                <a:lnTo>
                  <a:pt x="175" y="160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49"/>
                </a:lnTo>
                <a:lnTo>
                  <a:pt x="165" y="140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7" y="160"/>
                </a:lnTo>
                <a:lnTo>
                  <a:pt x="146" y="149"/>
                </a:lnTo>
                <a:lnTo>
                  <a:pt x="156" y="169"/>
                </a:lnTo>
                <a:moveTo>
                  <a:pt x="137" y="179"/>
                </a:moveTo>
                <a:lnTo>
                  <a:pt x="118" y="188"/>
                </a:lnTo>
                <a:lnTo>
                  <a:pt x="108" y="169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89" y="179"/>
                </a:lnTo>
                <a:lnTo>
                  <a:pt x="108" y="169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0" y="188"/>
                </a:lnTo>
                <a:lnTo>
                  <a:pt x="89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6"/>
                </a:lnTo>
                <a:lnTo>
                  <a:pt x="52" y="198"/>
                </a:lnTo>
                <a:lnTo>
                  <a:pt x="70" y="188"/>
                </a:lnTo>
                <a:lnTo>
                  <a:pt x="80" y="207"/>
                </a:lnTo>
                <a:moveTo>
                  <a:pt x="61" y="216"/>
                </a:moveTo>
                <a:lnTo>
                  <a:pt x="42" y="226"/>
                </a:lnTo>
                <a:lnTo>
                  <a:pt x="32" y="207"/>
                </a:lnTo>
                <a:lnTo>
                  <a:pt x="52" y="198"/>
                </a:lnTo>
                <a:lnTo>
                  <a:pt x="61" y="216"/>
                </a:lnTo>
                <a:moveTo>
                  <a:pt x="42" y="226"/>
                </a:moveTo>
                <a:lnTo>
                  <a:pt x="22" y="235"/>
                </a:lnTo>
                <a:lnTo>
                  <a:pt x="13" y="216"/>
                </a:lnTo>
                <a:lnTo>
                  <a:pt x="32" y="207"/>
                </a:lnTo>
                <a:lnTo>
                  <a:pt x="42" y="226"/>
                </a:lnTo>
                <a:moveTo>
                  <a:pt x="22" y="235"/>
                </a:moveTo>
                <a:lnTo>
                  <a:pt x="0" y="246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6"/>
                </a:lnTo>
                <a:lnTo>
                  <a:pt x="22" y="235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3"/>
                </a:lnTo>
                <a:lnTo>
                  <a:pt x="21" y="173"/>
                </a:lnTo>
                <a:lnTo>
                  <a:pt x="21" y="195"/>
                </a:lnTo>
                <a:lnTo>
                  <a:pt x="0" y="195"/>
                </a:lnTo>
                <a:moveTo>
                  <a:pt x="0" y="173"/>
                </a:moveTo>
                <a:lnTo>
                  <a:pt x="0" y="151"/>
                </a:lnTo>
                <a:lnTo>
                  <a:pt x="21" y="151"/>
                </a:lnTo>
                <a:lnTo>
                  <a:pt x="21" y="173"/>
                </a:lnTo>
                <a:lnTo>
                  <a:pt x="0" y="173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5"/>
                </a:lnTo>
                <a:lnTo>
                  <a:pt x="21" y="45"/>
                </a:lnTo>
                <a:lnTo>
                  <a:pt x="21" y="67"/>
                </a:lnTo>
                <a:lnTo>
                  <a:pt x="0" y="67"/>
                </a:lnTo>
                <a:moveTo>
                  <a:pt x="0" y="45"/>
                </a:moveTo>
                <a:lnTo>
                  <a:pt x="0" y="24"/>
                </a:lnTo>
                <a:lnTo>
                  <a:pt x="21" y="24"/>
                </a:lnTo>
                <a:lnTo>
                  <a:pt x="21" y="45"/>
                </a:lnTo>
                <a:lnTo>
                  <a:pt x="0" y="45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639880" y="190476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605680" y="1866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6"/>
                </a:moveTo>
                <a:lnTo>
                  <a:pt x="212" y="213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597040" y="1860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4"/>
                </a:moveTo>
                <a:lnTo>
                  <a:pt x="67" y="134"/>
                </a:lnTo>
                <a:lnTo>
                  <a:pt x="58" y="153"/>
                </a:lnTo>
                <a:lnTo>
                  <a:pt x="39" y="143"/>
                </a:lnTo>
                <a:lnTo>
                  <a:pt x="48" y="124"/>
                </a:lnTo>
                <a:moveTo>
                  <a:pt x="67" y="134"/>
                </a:moveTo>
                <a:lnTo>
                  <a:pt x="86" y="143"/>
                </a:lnTo>
                <a:lnTo>
                  <a:pt x="77" y="162"/>
                </a:lnTo>
                <a:lnTo>
                  <a:pt x="58" y="153"/>
                </a:lnTo>
                <a:lnTo>
                  <a:pt x="67" y="134"/>
                </a:lnTo>
                <a:moveTo>
                  <a:pt x="86" y="143"/>
                </a:moveTo>
                <a:lnTo>
                  <a:pt x="105" y="153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3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3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1"/>
                </a:lnTo>
                <a:lnTo>
                  <a:pt x="236" y="230"/>
                </a:lnTo>
                <a:lnTo>
                  <a:pt x="226" y="230"/>
                </a:lnTo>
                <a:lnTo>
                  <a:pt x="226" y="213"/>
                </a:lnTo>
                <a:lnTo>
                  <a:pt x="247" y="213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3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3"/>
                </a:lnTo>
                <a:lnTo>
                  <a:pt x="226" y="213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8"/>
                </a:lnTo>
                <a:lnTo>
                  <a:pt x="247" y="128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8"/>
                </a:moveTo>
                <a:lnTo>
                  <a:pt x="226" y="107"/>
                </a:lnTo>
                <a:lnTo>
                  <a:pt x="247" y="107"/>
                </a:lnTo>
                <a:lnTo>
                  <a:pt x="247" y="128"/>
                </a:lnTo>
                <a:lnTo>
                  <a:pt x="226" y="128"/>
                </a:lnTo>
                <a:moveTo>
                  <a:pt x="226" y="107"/>
                </a:moveTo>
                <a:lnTo>
                  <a:pt x="226" y="85"/>
                </a:lnTo>
                <a:lnTo>
                  <a:pt x="247" y="85"/>
                </a:lnTo>
                <a:lnTo>
                  <a:pt x="247" y="107"/>
                </a:lnTo>
                <a:lnTo>
                  <a:pt x="226" y="107"/>
                </a:lnTo>
                <a:moveTo>
                  <a:pt x="226" y="85"/>
                </a:moveTo>
                <a:lnTo>
                  <a:pt x="226" y="63"/>
                </a:lnTo>
                <a:lnTo>
                  <a:pt x="247" y="63"/>
                </a:lnTo>
                <a:lnTo>
                  <a:pt x="247" y="85"/>
                </a:lnTo>
                <a:lnTo>
                  <a:pt x="226" y="85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7"/>
                </a:lnTo>
                <a:lnTo>
                  <a:pt x="226" y="35"/>
                </a:lnTo>
                <a:lnTo>
                  <a:pt x="216" y="16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5"/>
                </a:moveTo>
                <a:lnTo>
                  <a:pt x="207" y="44"/>
                </a:lnTo>
                <a:lnTo>
                  <a:pt x="197" y="25"/>
                </a:lnTo>
                <a:lnTo>
                  <a:pt x="216" y="16"/>
                </a:lnTo>
                <a:lnTo>
                  <a:pt x="226" y="35"/>
                </a:lnTo>
                <a:moveTo>
                  <a:pt x="207" y="44"/>
                </a:moveTo>
                <a:lnTo>
                  <a:pt x="188" y="53"/>
                </a:lnTo>
                <a:lnTo>
                  <a:pt x="178" y="35"/>
                </a:lnTo>
                <a:lnTo>
                  <a:pt x="197" y="25"/>
                </a:lnTo>
                <a:lnTo>
                  <a:pt x="207" y="44"/>
                </a:lnTo>
                <a:moveTo>
                  <a:pt x="188" y="53"/>
                </a:moveTo>
                <a:lnTo>
                  <a:pt x="169" y="63"/>
                </a:lnTo>
                <a:lnTo>
                  <a:pt x="159" y="44"/>
                </a:lnTo>
                <a:lnTo>
                  <a:pt x="178" y="35"/>
                </a:lnTo>
                <a:lnTo>
                  <a:pt x="188" y="53"/>
                </a:lnTo>
                <a:moveTo>
                  <a:pt x="169" y="63"/>
                </a:moveTo>
                <a:lnTo>
                  <a:pt x="150" y="72"/>
                </a:lnTo>
                <a:lnTo>
                  <a:pt x="140" y="53"/>
                </a:lnTo>
                <a:lnTo>
                  <a:pt x="159" y="44"/>
                </a:lnTo>
                <a:lnTo>
                  <a:pt x="169" y="63"/>
                </a:lnTo>
                <a:moveTo>
                  <a:pt x="150" y="72"/>
                </a:moveTo>
                <a:lnTo>
                  <a:pt x="131" y="82"/>
                </a:lnTo>
                <a:lnTo>
                  <a:pt x="122" y="63"/>
                </a:lnTo>
                <a:lnTo>
                  <a:pt x="140" y="53"/>
                </a:lnTo>
                <a:lnTo>
                  <a:pt x="150" y="72"/>
                </a:lnTo>
                <a:moveTo>
                  <a:pt x="131" y="82"/>
                </a:moveTo>
                <a:lnTo>
                  <a:pt x="112" y="91"/>
                </a:lnTo>
                <a:lnTo>
                  <a:pt x="103" y="72"/>
                </a:lnTo>
                <a:lnTo>
                  <a:pt x="122" y="63"/>
                </a:lnTo>
                <a:lnTo>
                  <a:pt x="131" y="82"/>
                </a:lnTo>
                <a:moveTo>
                  <a:pt x="112" y="91"/>
                </a:moveTo>
                <a:lnTo>
                  <a:pt x="93" y="102"/>
                </a:lnTo>
                <a:lnTo>
                  <a:pt x="84" y="82"/>
                </a:lnTo>
                <a:lnTo>
                  <a:pt x="103" y="72"/>
                </a:lnTo>
                <a:lnTo>
                  <a:pt x="112" y="91"/>
                </a:lnTo>
                <a:moveTo>
                  <a:pt x="93" y="102"/>
                </a:moveTo>
                <a:lnTo>
                  <a:pt x="74" y="111"/>
                </a:lnTo>
                <a:lnTo>
                  <a:pt x="65" y="91"/>
                </a:lnTo>
                <a:lnTo>
                  <a:pt x="84" y="82"/>
                </a:lnTo>
                <a:lnTo>
                  <a:pt x="93" y="102"/>
                </a:lnTo>
                <a:moveTo>
                  <a:pt x="74" y="111"/>
                </a:moveTo>
                <a:lnTo>
                  <a:pt x="55" y="121"/>
                </a:lnTo>
                <a:lnTo>
                  <a:pt x="46" y="102"/>
                </a:lnTo>
                <a:lnTo>
                  <a:pt x="65" y="91"/>
                </a:lnTo>
                <a:lnTo>
                  <a:pt x="74" y="111"/>
                </a:lnTo>
                <a:moveTo>
                  <a:pt x="55" y="121"/>
                </a:moveTo>
                <a:lnTo>
                  <a:pt x="36" y="130"/>
                </a:lnTo>
                <a:lnTo>
                  <a:pt x="27" y="111"/>
                </a:lnTo>
                <a:lnTo>
                  <a:pt x="46" y="102"/>
                </a:lnTo>
                <a:lnTo>
                  <a:pt x="55" y="121"/>
                </a:lnTo>
                <a:moveTo>
                  <a:pt x="36" y="130"/>
                </a:moveTo>
                <a:lnTo>
                  <a:pt x="29" y="134"/>
                </a:lnTo>
                <a:lnTo>
                  <a:pt x="25" y="124"/>
                </a:lnTo>
                <a:lnTo>
                  <a:pt x="29" y="115"/>
                </a:lnTo>
                <a:lnTo>
                  <a:pt x="48" y="124"/>
                </a:lnTo>
                <a:lnTo>
                  <a:pt x="39" y="143"/>
                </a:lnTo>
                <a:lnTo>
                  <a:pt x="0" y="124"/>
                </a:lnTo>
                <a:lnTo>
                  <a:pt x="27" y="111"/>
                </a:lnTo>
                <a:lnTo>
                  <a:pt x="36" y="1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4821120" y="1866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4817160" y="1860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5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0" y="74"/>
                </a:lnTo>
                <a:lnTo>
                  <a:pt x="82" y="65"/>
                </a:lnTo>
                <a:lnTo>
                  <a:pt x="91" y="46"/>
                </a:lnTo>
                <a:moveTo>
                  <a:pt x="110" y="55"/>
                </a:moveTo>
                <a:lnTo>
                  <a:pt x="129" y="65"/>
                </a:lnTo>
                <a:lnTo>
                  <a:pt x="119" y="84"/>
                </a:lnTo>
                <a:lnTo>
                  <a:pt x="100" y="74"/>
                </a:lnTo>
                <a:lnTo>
                  <a:pt x="110" y="55"/>
                </a:lnTo>
                <a:moveTo>
                  <a:pt x="129" y="65"/>
                </a:moveTo>
                <a:lnTo>
                  <a:pt x="148" y="74"/>
                </a:lnTo>
                <a:lnTo>
                  <a:pt x="138" y="93"/>
                </a:lnTo>
                <a:lnTo>
                  <a:pt x="119" y="84"/>
                </a:lnTo>
                <a:lnTo>
                  <a:pt x="129" y="65"/>
                </a:lnTo>
                <a:moveTo>
                  <a:pt x="148" y="74"/>
                </a:moveTo>
                <a:lnTo>
                  <a:pt x="167" y="84"/>
                </a:lnTo>
                <a:lnTo>
                  <a:pt x="157" y="104"/>
                </a:lnTo>
                <a:lnTo>
                  <a:pt x="138" y="93"/>
                </a:lnTo>
                <a:lnTo>
                  <a:pt x="148" y="74"/>
                </a:lnTo>
                <a:moveTo>
                  <a:pt x="167" y="84"/>
                </a:moveTo>
                <a:lnTo>
                  <a:pt x="186" y="93"/>
                </a:lnTo>
                <a:lnTo>
                  <a:pt x="176" y="113"/>
                </a:lnTo>
                <a:lnTo>
                  <a:pt x="157" y="104"/>
                </a:lnTo>
                <a:lnTo>
                  <a:pt x="167" y="84"/>
                </a:lnTo>
                <a:moveTo>
                  <a:pt x="186" y="93"/>
                </a:moveTo>
                <a:lnTo>
                  <a:pt x="205" y="104"/>
                </a:lnTo>
                <a:lnTo>
                  <a:pt x="195" y="122"/>
                </a:lnTo>
                <a:lnTo>
                  <a:pt x="176" y="113"/>
                </a:lnTo>
                <a:lnTo>
                  <a:pt x="186" y="93"/>
                </a:lnTo>
                <a:moveTo>
                  <a:pt x="205" y="104"/>
                </a:moveTo>
                <a:lnTo>
                  <a:pt x="225" y="113"/>
                </a:lnTo>
                <a:lnTo>
                  <a:pt x="214" y="132"/>
                </a:lnTo>
                <a:lnTo>
                  <a:pt x="195" y="122"/>
                </a:lnTo>
                <a:lnTo>
                  <a:pt x="205" y="104"/>
                </a:lnTo>
                <a:moveTo>
                  <a:pt x="225" y="113"/>
                </a:moveTo>
                <a:lnTo>
                  <a:pt x="247" y="124"/>
                </a:lnTo>
                <a:lnTo>
                  <a:pt x="211" y="141"/>
                </a:lnTo>
                <a:lnTo>
                  <a:pt x="202" y="122"/>
                </a:lnTo>
                <a:lnTo>
                  <a:pt x="218" y="115"/>
                </a:lnTo>
                <a:lnTo>
                  <a:pt x="223" y="124"/>
                </a:lnTo>
                <a:lnTo>
                  <a:pt x="218" y="134"/>
                </a:lnTo>
                <a:lnTo>
                  <a:pt x="214" y="132"/>
                </a:lnTo>
                <a:lnTo>
                  <a:pt x="225" y="113"/>
                </a:lnTo>
                <a:moveTo>
                  <a:pt x="211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2" y="122"/>
                </a:lnTo>
                <a:lnTo>
                  <a:pt x="211" y="141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88"/>
                </a:lnTo>
                <a:lnTo>
                  <a:pt x="21" y="88"/>
                </a:lnTo>
                <a:lnTo>
                  <a:pt x="21" y="111"/>
                </a:lnTo>
                <a:lnTo>
                  <a:pt x="0" y="111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68640" y="2177640"/>
            <a:ext cx="2707200" cy="718200"/>
          </a:xfrm>
          <a:custGeom>
            <a:avLst/>
            <a:gdLst/>
            <a:ahLst/>
            <a:rect l="0" t="0" r="r" b="b"/>
            <a:pathLst>
              <a:path fill="none" w="7520" h="1995">
                <a:moveTo>
                  <a:pt x="0" y="0"/>
                </a:moveTo>
                <a:lnTo>
                  <a:pt x="732" y="333"/>
                </a:lnTo>
                <a:cubicBezTo>
                  <a:pt x="1464" y="665"/>
                  <a:pt x="2927" y="1330"/>
                  <a:pt x="4181" y="1663"/>
                </a:cubicBezTo>
                <a:cubicBezTo>
                  <a:pt x="5435" y="1995"/>
                  <a:pt x="6477" y="1995"/>
                  <a:pt x="6999" y="1995"/>
                </a:cubicBezTo>
                <a:lnTo>
                  <a:pt x="7520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37320" y="216036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29760" y="215640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6"/>
                </a:lnTo>
                <a:lnTo>
                  <a:pt x="40" y="59"/>
                </a:lnTo>
                <a:lnTo>
                  <a:pt x="26" y="43"/>
                </a:lnTo>
                <a:lnTo>
                  <a:pt x="43" y="30"/>
                </a:lnTo>
                <a:moveTo>
                  <a:pt x="56" y="46"/>
                </a:moveTo>
                <a:lnTo>
                  <a:pt x="70" y="63"/>
                </a:lnTo>
                <a:lnTo>
                  <a:pt x="53" y="76"/>
                </a:lnTo>
                <a:lnTo>
                  <a:pt x="40" y="59"/>
                </a:lnTo>
                <a:lnTo>
                  <a:pt x="56" y="46"/>
                </a:lnTo>
                <a:moveTo>
                  <a:pt x="70" y="63"/>
                </a:moveTo>
                <a:lnTo>
                  <a:pt x="83" y="79"/>
                </a:lnTo>
                <a:lnTo>
                  <a:pt x="66" y="92"/>
                </a:lnTo>
                <a:lnTo>
                  <a:pt x="53" y="76"/>
                </a:lnTo>
                <a:lnTo>
                  <a:pt x="70" y="63"/>
                </a:lnTo>
                <a:moveTo>
                  <a:pt x="83" y="79"/>
                </a:moveTo>
                <a:lnTo>
                  <a:pt x="96" y="95"/>
                </a:lnTo>
                <a:lnTo>
                  <a:pt x="80" y="109"/>
                </a:lnTo>
                <a:lnTo>
                  <a:pt x="66" y="92"/>
                </a:lnTo>
                <a:lnTo>
                  <a:pt x="83" y="79"/>
                </a:lnTo>
                <a:moveTo>
                  <a:pt x="96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9"/>
                </a:lnTo>
                <a:lnTo>
                  <a:pt x="96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6" y="142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6"/>
                </a:lnTo>
                <a:lnTo>
                  <a:pt x="120" y="159"/>
                </a:lnTo>
                <a:lnTo>
                  <a:pt x="106" y="142"/>
                </a:lnTo>
                <a:lnTo>
                  <a:pt x="123" y="128"/>
                </a:lnTo>
                <a:moveTo>
                  <a:pt x="136" y="146"/>
                </a:moveTo>
                <a:lnTo>
                  <a:pt x="149" y="162"/>
                </a:lnTo>
                <a:lnTo>
                  <a:pt x="133" y="176"/>
                </a:lnTo>
                <a:lnTo>
                  <a:pt x="120" y="159"/>
                </a:lnTo>
                <a:lnTo>
                  <a:pt x="136" y="146"/>
                </a:lnTo>
                <a:moveTo>
                  <a:pt x="149" y="162"/>
                </a:moveTo>
                <a:lnTo>
                  <a:pt x="163" y="179"/>
                </a:lnTo>
                <a:lnTo>
                  <a:pt x="146" y="192"/>
                </a:lnTo>
                <a:lnTo>
                  <a:pt x="133" y="176"/>
                </a:lnTo>
                <a:lnTo>
                  <a:pt x="149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5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5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5"/>
                </a:lnTo>
                <a:moveTo>
                  <a:pt x="177" y="165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6"/>
                </a:moveTo>
                <a:lnTo>
                  <a:pt x="194" y="126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6"/>
                </a:moveTo>
                <a:lnTo>
                  <a:pt x="203" y="107"/>
                </a:lnTo>
                <a:lnTo>
                  <a:pt x="222" y="115"/>
                </a:lnTo>
                <a:lnTo>
                  <a:pt x="213" y="135"/>
                </a:lnTo>
                <a:lnTo>
                  <a:pt x="194" y="126"/>
                </a:lnTo>
                <a:moveTo>
                  <a:pt x="203" y="107"/>
                </a:moveTo>
                <a:lnTo>
                  <a:pt x="212" y="87"/>
                </a:lnTo>
                <a:lnTo>
                  <a:pt x="231" y="96"/>
                </a:lnTo>
                <a:lnTo>
                  <a:pt x="222" y="115"/>
                </a:lnTo>
                <a:lnTo>
                  <a:pt x="203" y="107"/>
                </a:lnTo>
                <a:moveTo>
                  <a:pt x="212" y="87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0" y="68"/>
                </a:moveTo>
                <a:lnTo>
                  <a:pt x="229" y="49"/>
                </a:lnTo>
                <a:lnTo>
                  <a:pt x="248" y="57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29"/>
                </a:lnTo>
                <a:lnTo>
                  <a:pt x="258" y="38"/>
                </a:lnTo>
                <a:lnTo>
                  <a:pt x="248" y="57"/>
                </a:lnTo>
                <a:lnTo>
                  <a:pt x="229" y="49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7"/>
                </a:lnTo>
                <a:lnTo>
                  <a:pt x="259" y="11"/>
                </a:lnTo>
                <a:lnTo>
                  <a:pt x="259" y="22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5"/>
                </a:lnTo>
                <a:lnTo>
                  <a:pt x="177" y="4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5"/>
                </a:lnTo>
                <a:lnTo>
                  <a:pt x="155" y="4"/>
                </a:lnTo>
                <a:lnTo>
                  <a:pt x="177" y="4"/>
                </a:lnTo>
                <a:lnTo>
                  <a:pt x="177" y="25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9"/>
                </a:lnTo>
                <a:lnTo>
                  <a:pt x="71" y="7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9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1"/>
                </a:lnTo>
                <a:lnTo>
                  <a:pt x="21" y="20"/>
                </a:lnTo>
                <a:lnTo>
                  <a:pt x="30" y="13"/>
                </a:lnTo>
                <a:lnTo>
                  <a:pt x="43" y="30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4837320" y="28573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4833720" y="28512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3" y="46"/>
                </a:lnTo>
                <a:lnTo>
                  <a:pt x="24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2" y="56"/>
                </a:lnTo>
                <a:lnTo>
                  <a:pt x="43" y="46"/>
                </a:lnTo>
                <a:lnTo>
                  <a:pt x="53" y="26"/>
                </a:lnTo>
                <a:moveTo>
                  <a:pt x="72" y="36"/>
                </a:moveTo>
                <a:lnTo>
                  <a:pt x="91" y="46"/>
                </a:lnTo>
                <a:lnTo>
                  <a:pt x="81" y="65"/>
                </a:lnTo>
                <a:lnTo>
                  <a:pt x="62" y="56"/>
                </a:lnTo>
                <a:lnTo>
                  <a:pt x="72" y="36"/>
                </a:lnTo>
                <a:moveTo>
                  <a:pt x="91" y="46"/>
                </a:moveTo>
                <a:lnTo>
                  <a:pt x="110" y="56"/>
                </a:lnTo>
                <a:lnTo>
                  <a:pt x="100" y="75"/>
                </a:lnTo>
                <a:lnTo>
                  <a:pt x="81" y="65"/>
                </a:lnTo>
                <a:lnTo>
                  <a:pt x="91" y="46"/>
                </a:lnTo>
                <a:moveTo>
                  <a:pt x="110" y="56"/>
                </a:moveTo>
                <a:lnTo>
                  <a:pt x="129" y="65"/>
                </a:lnTo>
                <a:lnTo>
                  <a:pt x="119" y="84"/>
                </a:lnTo>
                <a:lnTo>
                  <a:pt x="100" y="75"/>
                </a:lnTo>
                <a:lnTo>
                  <a:pt x="110" y="56"/>
                </a:lnTo>
                <a:moveTo>
                  <a:pt x="129" y="65"/>
                </a:moveTo>
                <a:lnTo>
                  <a:pt x="147" y="75"/>
                </a:lnTo>
                <a:lnTo>
                  <a:pt x="138" y="94"/>
                </a:lnTo>
                <a:lnTo>
                  <a:pt x="119" y="84"/>
                </a:lnTo>
                <a:lnTo>
                  <a:pt x="129" y="65"/>
                </a:lnTo>
                <a:moveTo>
                  <a:pt x="147" y="75"/>
                </a:moveTo>
                <a:lnTo>
                  <a:pt x="166" y="84"/>
                </a:lnTo>
                <a:lnTo>
                  <a:pt x="157" y="103"/>
                </a:lnTo>
                <a:lnTo>
                  <a:pt x="138" y="94"/>
                </a:lnTo>
                <a:lnTo>
                  <a:pt x="147" y="75"/>
                </a:lnTo>
                <a:moveTo>
                  <a:pt x="166" y="84"/>
                </a:moveTo>
                <a:lnTo>
                  <a:pt x="186" y="94"/>
                </a:lnTo>
                <a:lnTo>
                  <a:pt x="177" y="113"/>
                </a:lnTo>
                <a:lnTo>
                  <a:pt x="157" y="103"/>
                </a:lnTo>
                <a:lnTo>
                  <a:pt x="166" y="84"/>
                </a:lnTo>
                <a:moveTo>
                  <a:pt x="186" y="94"/>
                </a:moveTo>
                <a:lnTo>
                  <a:pt x="205" y="103"/>
                </a:lnTo>
                <a:lnTo>
                  <a:pt x="196" y="122"/>
                </a:lnTo>
                <a:lnTo>
                  <a:pt x="177" y="113"/>
                </a:lnTo>
                <a:lnTo>
                  <a:pt x="186" y="94"/>
                </a:lnTo>
                <a:moveTo>
                  <a:pt x="205" y="103"/>
                </a:moveTo>
                <a:lnTo>
                  <a:pt x="224" y="113"/>
                </a:lnTo>
                <a:lnTo>
                  <a:pt x="215" y="132"/>
                </a:lnTo>
                <a:lnTo>
                  <a:pt x="196" y="122"/>
                </a:lnTo>
                <a:lnTo>
                  <a:pt x="205" y="103"/>
                </a:lnTo>
                <a:moveTo>
                  <a:pt x="224" y="113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2"/>
                </a:lnTo>
                <a:lnTo>
                  <a:pt x="224" y="113"/>
                </a:lnTo>
                <a:moveTo>
                  <a:pt x="212" y="141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2"/>
                </a:lnTo>
                <a:lnTo>
                  <a:pt x="212" y="141"/>
                </a:lnTo>
                <a:moveTo>
                  <a:pt x="193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4" y="169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4" y="169"/>
                </a:moveTo>
                <a:lnTo>
                  <a:pt x="135" y="179"/>
                </a:lnTo>
                <a:lnTo>
                  <a:pt x="126" y="160"/>
                </a:lnTo>
                <a:lnTo>
                  <a:pt x="145" y="151"/>
                </a:lnTo>
                <a:lnTo>
                  <a:pt x="154" y="169"/>
                </a:lnTo>
                <a:moveTo>
                  <a:pt x="135" y="179"/>
                </a:moveTo>
                <a:lnTo>
                  <a:pt x="116" y="188"/>
                </a:lnTo>
                <a:lnTo>
                  <a:pt x="107" y="169"/>
                </a:lnTo>
                <a:lnTo>
                  <a:pt x="126" y="160"/>
                </a:lnTo>
                <a:lnTo>
                  <a:pt x="135" y="179"/>
                </a:lnTo>
                <a:moveTo>
                  <a:pt x="116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9"/>
                </a:lnTo>
                <a:lnTo>
                  <a:pt x="116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0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1" y="207"/>
                </a:lnTo>
                <a:lnTo>
                  <a:pt x="50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2" y="217"/>
                </a:lnTo>
                <a:lnTo>
                  <a:pt x="31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0" y="230"/>
                </a:lnTo>
                <a:lnTo>
                  <a:pt x="6" y="220"/>
                </a:lnTo>
                <a:lnTo>
                  <a:pt x="12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8"/>
                </a:lnTo>
                <a:lnTo>
                  <a:pt x="21" y="68"/>
                </a:lnTo>
                <a:lnTo>
                  <a:pt x="21" y="89"/>
                </a:lnTo>
                <a:lnTo>
                  <a:pt x="0" y="89"/>
                </a:lnTo>
                <a:moveTo>
                  <a:pt x="0" y="68"/>
                </a:moveTo>
                <a:lnTo>
                  <a:pt x="0" y="47"/>
                </a:lnTo>
                <a:lnTo>
                  <a:pt x="21" y="47"/>
                </a:lnTo>
                <a:lnTo>
                  <a:pt x="21" y="68"/>
                </a:lnTo>
                <a:lnTo>
                  <a:pt x="0" y="68"/>
                </a:lnTo>
                <a:moveTo>
                  <a:pt x="0" y="47"/>
                </a:moveTo>
                <a:lnTo>
                  <a:pt x="0" y="25"/>
                </a:lnTo>
                <a:lnTo>
                  <a:pt x="21" y="25"/>
                </a:lnTo>
                <a:lnTo>
                  <a:pt x="21" y="47"/>
                </a:lnTo>
                <a:lnTo>
                  <a:pt x="0" y="47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4" y="36"/>
                </a:lnTo>
                <a:lnTo>
                  <a:pt x="6" y="26"/>
                </a:lnTo>
                <a:lnTo>
                  <a:pt x="10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950920" y="799920"/>
            <a:ext cx="1600560" cy="228960"/>
          </a:xfrm>
          <a:custGeom>
            <a:avLst/>
            <a:gdLst/>
            <a:ahLst/>
            <a:rect l="0" t="0" r="r" b="b"/>
            <a:pathLst>
              <a:path w="4446" h="636">
                <a:moveTo>
                  <a:pt x="0" y="0"/>
                </a:moveTo>
                <a:lnTo>
                  <a:pt x="4446" y="0"/>
                </a:lnTo>
                <a:lnTo>
                  <a:pt x="4446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950920" y="799920"/>
            <a:ext cx="1600560" cy="228960"/>
          </a:xfrm>
          <a:custGeom>
            <a:avLst/>
            <a:gdLst/>
            <a:ahLst/>
            <a:rect l="0" t="0" r="r" b="b"/>
            <a:pathLst>
              <a:path w="4446" h="636">
                <a:moveTo>
                  <a:pt x="0" y="0"/>
                </a:moveTo>
                <a:lnTo>
                  <a:pt x="4446" y="0"/>
                </a:lnTo>
                <a:lnTo>
                  <a:pt x="4446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439920" y="43560"/>
            <a:ext cx="4536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Precies daar werkt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840040" y="1790640"/>
            <a:ext cx="1819440" cy="228960"/>
          </a:xfrm>
          <a:custGeom>
            <a:avLst/>
            <a:gdLst/>
            <a:ahLst/>
            <a:rect l="0" t="0" r="r" b="b"/>
            <a:pathLst>
              <a:path w="5054" h="636">
                <a:moveTo>
                  <a:pt x="0" y="0"/>
                </a:moveTo>
                <a:lnTo>
                  <a:pt x="5054" y="0"/>
                </a:lnTo>
                <a:lnTo>
                  <a:pt x="5054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840040" y="1790640"/>
            <a:ext cx="1819440" cy="228960"/>
          </a:xfrm>
          <a:custGeom>
            <a:avLst/>
            <a:gdLst/>
            <a:ahLst/>
            <a:rect l="0" t="0" r="r" b="b"/>
            <a:pathLst>
              <a:path w="5054" h="636">
                <a:moveTo>
                  <a:pt x="0" y="0"/>
                </a:moveTo>
                <a:lnTo>
                  <a:pt x="5054" y="0"/>
                </a:lnTo>
                <a:lnTo>
                  <a:pt x="5054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2951280" y="820440"/>
            <a:ext cx="1598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3344400" y="2781000"/>
            <a:ext cx="810000" cy="228960"/>
          </a:xfrm>
          <a:custGeom>
            <a:avLst/>
            <a:gdLst/>
            <a:ahLst/>
            <a:rect l="0" t="0" r="r" b="b"/>
            <a:pathLst>
              <a:path w="2250" h="636">
                <a:moveTo>
                  <a:pt x="0" y="0"/>
                </a:moveTo>
                <a:lnTo>
                  <a:pt x="2250" y="0"/>
                </a:lnTo>
                <a:lnTo>
                  <a:pt x="2250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3344400" y="2781000"/>
            <a:ext cx="810000" cy="228960"/>
          </a:xfrm>
          <a:custGeom>
            <a:avLst/>
            <a:gdLst/>
            <a:ahLst/>
            <a:rect l="0" t="0" r="r" b="b"/>
            <a:pathLst>
              <a:path w="2250" h="636">
                <a:moveTo>
                  <a:pt x="0" y="0"/>
                </a:moveTo>
                <a:lnTo>
                  <a:pt x="2250" y="0"/>
                </a:lnTo>
                <a:lnTo>
                  <a:pt x="2250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2840040" y="181116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533160" y="164772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533160" y="164772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3344400" y="2801880"/>
            <a:ext cx="8146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5050800" y="65700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5050800" y="65700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819000" y="181116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4897080" y="164772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4897080" y="164772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5337000" y="82044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4913640" y="263808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4913640" y="263808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182920" y="181116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456840" y="3352680"/>
            <a:ext cx="3848760" cy="1857600"/>
          </a:xfrm>
          <a:custGeom>
            <a:avLst/>
            <a:gdLst/>
            <a:ahLst/>
            <a:rect l="0" t="0" r="r" b="b"/>
            <a:pathLst>
              <a:path w="10691" h="5160">
                <a:moveTo>
                  <a:pt x="0" y="4949"/>
                </a:moveTo>
                <a:lnTo>
                  <a:pt x="0" y="211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10479" y="0"/>
                </a:lnTo>
                <a:cubicBezTo>
                  <a:pt x="10493" y="0"/>
                  <a:pt x="10507" y="1"/>
                  <a:pt x="10520" y="4"/>
                </a:cubicBezTo>
                <a:cubicBezTo>
                  <a:pt x="10534" y="7"/>
                  <a:pt x="10547" y="11"/>
                  <a:pt x="10560" y="16"/>
                </a:cubicBezTo>
                <a:cubicBezTo>
                  <a:pt x="10573" y="21"/>
                  <a:pt x="10585" y="28"/>
                  <a:pt x="10597" y="36"/>
                </a:cubicBezTo>
                <a:cubicBezTo>
                  <a:pt x="10608" y="43"/>
                  <a:pt x="10619" y="52"/>
                  <a:pt x="10629" y="62"/>
                </a:cubicBezTo>
                <a:cubicBezTo>
                  <a:pt x="10638" y="72"/>
                  <a:pt x="10647" y="82"/>
                  <a:pt x="10655" y="94"/>
                </a:cubicBezTo>
                <a:cubicBezTo>
                  <a:pt x="10663" y="105"/>
                  <a:pt x="10669" y="118"/>
                  <a:pt x="10675" y="130"/>
                </a:cubicBezTo>
                <a:cubicBezTo>
                  <a:pt x="10680" y="143"/>
                  <a:pt x="10684" y="157"/>
                  <a:pt x="10687" y="170"/>
                </a:cubicBezTo>
                <a:cubicBezTo>
                  <a:pt x="10689" y="184"/>
                  <a:pt x="10691" y="198"/>
                  <a:pt x="10691" y="211"/>
                </a:cubicBezTo>
                <a:lnTo>
                  <a:pt x="10691" y="4949"/>
                </a:lnTo>
                <a:cubicBezTo>
                  <a:pt x="10691" y="4962"/>
                  <a:pt x="10689" y="4976"/>
                  <a:pt x="10687" y="4990"/>
                </a:cubicBezTo>
                <a:cubicBezTo>
                  <a:pt x="10684" y="5003"/>
                  <a:pt x="10680" y="5017"/>
                  <a:pt x="10675" y="5030"/>
                </a:cubicBezTo>
                <a:cubicBezTo>
                  <a:pt x="10669" y="5042"/>
                  <a:pt x="10663" y="5055"/>
                  <a:pt x="10655" y="5066"/>
                </a:cubicBezTo>
                <a:cubicBezTo>
                  <a:pt x="10647" y="5078"/>
                  <a:pt x="10638" y="5088"/>
                  <a:pt x="10629" y="5098"/>
                </a:cubicBezTo>
                <a:cubicBezTo>
                  <a:pt x="10619" y="5108"/>
                  <a:pt x="10608" y="5117"/>
                  <a:pt x="10597" y="5125"/>
                </a:cubicBezTo>
                <a:cubicBezTo>
                  <a:pt x="10585" y="5132"/>
                  <a:pt x="10573" y="5139"/>
                  <a:pt x="10560" y="5144"/>
                </a:cubicBezTo>
                <a:cubicBezTo>
                  <a:pt x="10547" y="5149"/>
                  <a:pt x="10534" y="5153"/>
                  <a:pt x="10520" y="5156"/>
                </a:cubicBezTo>
                <a:cubicBezTo>
                  <a:pt x="10507" y="5159"/>
                  <a:pt x="10493" y="5160"/>
                  <a:pt x="10479" y="5160"/>
                </a:cubicBezTo>
                <a:lnTo>
                  <a:pt x="212" y="5160"/>
                </a:lnTo>
                <a:cubicBezTo>
                  <a:pt x="198" y="5160"/>
                  <a:pt x="185" y="5159"/>
                  <a:pt x="171" y="5156"/>
                </a:cubicBezTo>
                <a:cubicBezTo>
                  <a:pt x="157" y="5153"/>
                  <a:pt x="144" y="5149"/>
                  <a:pt x="131" y="5144"/>
                </a:cubicBezTo>
                <a:cubicBezTo>
                  <a:pt x="118" y="5139"/>
                  <a:pt x="106" y="5132"/>
                  <a:pt x="95" y="5125"/>
                </a:cubicBezTo>
                <a:cubicBezTo>
                  <a:pt x="83" y="5117"/>
                  <a:pt x="72" y="5108"/>
                  <a:pt x="62" y="5098"/>
                </a:cubicBezTo>
                <a:cubicBezTo>
                  <a:pt x="53" y="5088"/>
                  <a:pt x="44" y="5078"/>
                  <a:pt x="36" y="5066"/>
                </a:cubicBezTo>
                <a:cubicBezTo>
                  <a:pt x="28" y="5055"/>
                  <a:pt x="22" y="5042"/>
                  <a:pt x="17" y="5030"/>
                </a:cubicBezTo>
                <a:cubicBezTo>
                  <a:pt x="11" y="5017"/>
                  <a:pt x="7" y="5003"/>
                  <a:pt x="5" y="4990"/>
                </a:cubicBezTo>
                <a:cubicBezTo>
                  <a:pt x="2" y="4976"/>
                  <a:pt x="0" y="4962"/>
                  <a:pt x="0" y="4949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5199480" y="280188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4960" y="3675960"/>
            <a:ext cx="1270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Waar AI bij helpt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4960" y="4056840"/>
            <a:ext cx="3885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Koppelen wordt goedkoper. Een model leest een schema,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624960" y="4285440"/>
            <a:ext cx="3611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schrijft een adapter, en vertaalt tussen formaten. Het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4524120" y="3352680"/>
            <a:ext cx="3848400" cy="1857600"/>
          </a:xfrm>
          <a:custGeom>
            <a:avLst/>
            <a:gdLst/>
            <a:ahLst/>
            <a:rect l="0" t="0" r="r" b="b"/>
            <a:pathLst>
              <a:path w="10690" h="5160">
                <a:moveTo>
                  <a:pt x="0" y="4949"/>
                </a:moveTo>
                <a:lnTo>
                  <a:pt x="0" y="211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3"/>
                  <a:pt x="16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10479" y="0"/>
                </a:lnTo>
                <a:cubicBezTo>
                  <a:pt x="10493" y="0"/>
                  <a:pt x="10506" y="1"/>
                  <a:pt x="10520" y="4"/>
                </a:cubicBezTo>
                <a:cubicBezTo>
                  <a:pt x="10534" y="7"/>
                  <a:pt x="10547" y="11"/>
                  <a:pt x="10560" y="16"/>
                </a:cubicBezTo>
                <a:cubicBezTo>
                  <a:pt x="10573" y="21"/>
                  <a:pt x="10585" y="28"/>
                  <a:pt x="10596" y="36"/>
                </a:cubicBezTo>
                <a:cubicBezTo>
                  <a:pt x="10608" y="43"/>
                  <a:pt x="10619" y="52"/>
                  <a:pt x="10628" y="62"/>
                </a:cubicBezTo>
                <a:cubicBezTo>
                  <a:pt x="10638" y="72"/>
                  <a:pt x="10647" y="82"/>
                  <a:pt x="10655" y="94"/>
                </a:cubicBezTo>
                <a:cubicBezTo>
                  <a:pt x="10662" y="105"/>
                  <a:pt x="10669" y="118"/>
                  <a:pt x="10674" y="130"/>
                </a:cubicBezTo>
                <a:cubicBezTo>
                  <a:pt x="10680" y="143"/>
                  <a:pt x="10684" y="157"/>
                  <a:pt x="10686" y="170"/>
                </a:cubicBezTo>
                <a:cubicBezTo>
                  <a:pt x="10689" y="184"/>
                  <a:pt x="10690" y="198"/>
                  <a:pt x="10690" y="211"/>
                </a:cubicBezTo>
                <a:lnTo>
                  <a:pt x="10690" y="4949"/>
                </a:lnTo>
                <a:cubicBezTo>
                  <a:pt x="10690" y="4962"/>
                  <a:pt x="10689" y="4976"/>
                  <a:pt x="10686" y="4990"/>
                </a:cubicBezTo>
                <a:cubicBezTo>
                  <a:pt x="10684" y="5003"/>
                  <a:pt x="10680" y="5017"/>
                  <a:pt x="10674" y="5030"/>
                </a:cubicBezTo>
                <a:cubicBezTo>
                  <a:pt x="10669" y="5042"/>
                  <a:pt x="10662" y="5055"/>
                  <a:pt x="10655" y="5066"/>
                </a:cubicBezTo>
                <a:cubicBezTo>
                  <a:pt x="10647" y="5078"/>
                  <a:pt x="10638" y="5088"/>
                  <a:pt x="10628" y="5098"/>
                </a:cubicBezTo>
                <a:cubicBezTo>
                  <a:pt x="10619" y="5108"/>
                  <a:pt x="10608" y="5117"/>
                  <a:pt x="10596" y="5125"/>
                </a:cubicBezTo>
                <a:cubicBezTo>
                  <a:pt x="10585" y="5132"/>
                  <a:pt x="10573" y="5139"/>
                  <a:pt x="10560" y="5144"/>
                </a:cubicBezTo>
                <a:cubicBezTo>
                  <a:pt x="10547" y="5149"/>
                  <a:pt x="10534" y="5153"/>
                  <a:pt x="10520" y="5156"/>
                </a:cubicBezTo>
                <a:cubicBezTo>
                  <a:pt x="10506" y="5159"/>
                  <a:pt x="10493" y="5160"/>
                  <a:pt x="10479" y="5160"/>
                </a:cubicBezTo>
                <a:lnTo>
                  <a:pt x="212" y="5160"/>
                </a:lnTo>
                <a:cubicBezTo>
                  <a:pt x="198" y="5160"/>
                  <a:pt x="184" y="5159"/>
                  <a:pt x="171" y="5156"/>
                </a:cubicBezTo>
                <a:cubicBezTo>
                  <a:pt x="157" y="5153"/>
                  <a:pt x="144" y="5149"/>
                  <a:pt x="131" y="5144"/>
                </a:cubicBezTo>
                <a:cubicBezTo>
                  <a:pt x="118" y="5139"/>
                  <a:pt x="106" y="5132"/>
                  <a:pt x="94" y="5125"/>
                </a:cubicBezTo>
                <a:cubicBezTo>
                  <a:pt x="83" y="5117"/>
                  <a:pt x="72" y="5108"/>
                  <a:pt x="62" y="5098"/>
                </a:cubicBezTo>
                <a:cubicBezTo>
                  <a:pt x="52" y="5088"/>
                  <a:pt x="44" y="5078"/>
                  <a:pt x="36" y="5066"/>
                </a:cubicBezTo>
                <a:cubicBezTo>
                  <a:pt x="28" y="5055"/>
                  <a:pt x="22" y="5042"/>
                  <a:pt x="16" y="5030"/>
                </a:cubicBezTo>
                <a:cubicBezTo>
                  <a:pt x="11" y="5017"/>
                  <a:pt x="7" y="5003"/>
                  <a:pt x="4" y="4990"/>
                </a:cubicBezTo>
                <a:cubicBezTo>
                  <a:pt x="2" y="4976"/>
                  <a:pt x="0" y="4962"/>
                  <a:pt x="0" y="494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624960" y="4514040"/>
            <a:ext cx="3607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bouwwerk eromheen wordt sneller gemaakt dan ooit.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4689000" y="3675960"/>
            <a:ext cx="1614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e8912b"/>
                </a:solidFill>
                <a:latin typeface="Arial"/>
                <a:ea typeface="Arial"/>
              </a:rPr>
              <a:t>Waar AI niet bij helpt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4689000" y="4056840"/>
            <a:ext cx="3964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Beleid, afspraken, semantiek en duiding. Wat een systeem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4689000" y="4285440"/>
            <a:ext cx="3667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 twee verschillende werelden bedoelt met hetzelfde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4689000" y="4514040"/>
            <a:ext cx="3927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woord, is geen taalvraag maar een bestuurlijke. Wat er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4689000" y="4742640"/>
            <a:ext cx="2611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is, zijn slimme taalmodellen, geen AGI.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05" name=""/>
          <p:cNvSpPr/>
          <p:nvPr/>
        </p:nvSpPr>
        <p:spPr>
          <a:xfrm>
            <a:off x="456840" y="1562040"/>
            <a:ext cx="2753280" cy="304920"/>
          </a:xfrm>
          <a:custGeom>
            <a:avLst/>
            <a:gdLst/>
            <a:ahLst/>
            <a:rect l="0" t="0" r="r" b="b"/>
            <a:pathLst>
              <a:path w="7648" h="847">
                <a:moveTo>
                  <a:pt x="0" y="0"/>
                </a:moveTo>
                <a:lnTo>
                  <a:pt x="7648" y="0"/>
                </a:lnTo>
                <a:lnTo>
                  <a:pt x="764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3209760" y="1562040"/>
            <a:ext cx="5334480" cy="304920"/>
          </a:xfrm>
          <a:custGeom>
            <a:avLst/>
            <a:gdLst/>
            <a:ahLst/>
            <a:rect l="0" t="0" r="r" b="b"/>
            <a:pathLst>
              <a:path w="14818" h="847">
                <a:moveTo>
                  <a:pt x="0" y="0"/>
                </a:moveTo>
                <a:lnTo>
                  <a:pt x="14818" y="0"/>
                </a:lnTo>
                <a:lnTo>
                  <a:pt x="1481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456840" y="1857240"/>
            <a:ext cx="2753280" cy="19440"/>
          </a:xfrm>
          <a:custGeom>
            <a:avLst/>
            <a:gdLst/>
            <a:ahLst/>
            <a:rect l="0" t="0" r="r" b="b"/>
            <a:pathLst>
              <a:path w="7648" h="54">
                <a:moveTo>
                  <a:pt x="0" y="0"/>
                </a:moveTo>
                <a:lnTo>
                  <a:pt x="7648" y="0"/>
                </a:lnTo>
                <a:lnTo>
                  <a:pt x="764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3209760" y="1857240"/>
            <a:ext cx="5334480" cy="19440"/>
          </a:xfrm>
          <a:custGeom>
            <a:avLst/>
            <a:gdLst/>
            <a:ahLst/>
            <a:rect l="0" t="0" r="r" b="b"/>
            <a:pathLst>
              <a:path w="14818" h="54">
                <a:moveTo>
                  <a:pt x="0" y="0"/>
                </a:moveTo>
                <a:lnTo>
                  <a:pt x="14818" y="0"/>
                </a:lnTo>
                <a:lnTo>
                  <a:pt x="1481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456840" y="23907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3209760" y="23907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456840" y="29145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3209760" y="29145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456840" y="344772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3209760" y="3447720"/>
            <a:ext cx="5334480" cy="10080"/>
          </a:xfrm>
          <a:custGeom>
            <a:avLst/>
            <a:gdLst/>
            <a:ahLst/>
            <a:rect l="0" t="0" r="r" b="b"/>
            <a:pathLst>
              <a:path w="14818" h="28">
                <a:moveTo>
                  <a:pt x="0" y="0"/>
                </a:moveTo>
                <a:lnTo>
                  <a:pt x="14818" y="0"/>
                </a:lnTo>
                <a:lnTo>
                  <a:pt x="148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456840" y="397188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3209760" y="397188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439920" y="948600"/>
            <a:ext cx="228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563760" y="164124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3318120" y="164124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563760" y="1961640"/>
            <a:ext cx="274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sector als eerste met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563760" y="2152080"/>
            <a:ext cx="1934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die een agent kan gebruiken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3318120" y="1961640"/>
            <a:ext cx="5761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machineleesbaar. Wie ook de interactie zo uitgeeft, levert iets dat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3318120" y="2152080"/>
            <a:ext cx="1559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elders nog niet bestaat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563760" y="2485440"/>
            <a:ext cx="2097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Ons eigen tempo als voorbeeld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3318120" y="2485440"/>
            <a:ext cx="5688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9 dagen per issue, met AI in de keten. Dat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3318120" y="2675880"/>
            <a:ext cx="3921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werkwijze die andere standaardisatietrajecten missen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563760" y="3009240"/>
            <a:ext cx="2576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verschuiving werkt in ons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3318120" y="3009240"/>
            <a:ext cx="5703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Bouwen wordt goedkoop, het eens worden over betekenis niet. Precies dat laatste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3318120" y="3199680"/>
            <a:ext cx="1031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OKx maakt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563760" y="3533040"/>
            <a:ext cx="187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Laat zijn heeft een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3318120" y="3533040"/>
            <a:ext cx="547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ons voor. Hun keuzes zijn over te nemen in plaats van uit te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3318120" y="3733200"/>
            <a:ext cx="455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vinden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457200" y="4130280"/>
            <a:ext cx="715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eerste twee zijn een positie die we kunnen innemen. De laatste twee zijn meewind die er sowieso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2" name=""/>
          <p:cNvSpPr/>
          <p:nvPr/>
        </p:nvSpPr>
        <p:spPr>
          <a:xfrm>
            <a:off x="456840" y="1390320"/>
            <a:ext cx="1705680" cy="305280"/>
          </a:xfrm>
          <a:custGeom>
            <a:avLst/>
            <a:gdLst/>
            <a:ahLst/>
            <a:rect l="0" t="0" r="r" b="b"/>
            <a:pathLst>
              <a:path w="4738" h="848">
                <a:moveTo>
                  <a:pt x="0" y="0"/>
                </a:moveTo>
                <a:lnTo>
                  <a:pt x="4738" y="0"/>
                </a:lnTo>
                <a:lnTo>
                  <a:pt x="473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2162160" y="1390320"/>
            <a:ext cx="3972240" cy="305280"/>
          </a:xfrm>
          <a:custGeom>
            <a:avLst/>
            <a:gdLst/>
            <a:ahLst/>
            <a:rect l="0" t="0" r="r" b="b"/>
            <a:pathLst>
              <a:path w="11034" h="848">
                <a:moveTo>
                  <a:pt x="0" y="0"/>
                </a:moveTo>
                <a:lnTo>
                  <a:pt x="11034" y="0"/>
                </a:lnTo>
                <a:lnTo>
                  <a:pt x="110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6134040" y="13903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1685880"/>
            <a:ext cx="1705680" cy="19440"/>
          </a:xfrm>
          <a:custGeom>
            <a:avLst/>
            <a:gdLst/>
            <a:ahLst/>
            <a:rect l="0" t="0" r="r" b="b"/>
            <a:pathLst>
              <a:path w="4738" h="54">
                <a:moveTo>
                  <a:pt x="0" y="0"/>
                </a:moveTo>
                <a:lnTo>
                  <a:pt x="4738" y="0"/>
                </a:lnTo>
                <a:lnTo>
                  <a:pt x="47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162160" y="1685880"/>
            <a:ext cx="3972240" cy="19440"/>
          </a:xfrm>
          <a:custGeom>
            <a:avLst/>
            <a:gdLst/>
            <a:ahLst/>
            <a:rect l="0" t="0" r="r" b="b"/>
            <a:pathLst>
              <a:path w="11034" h="54">
                <a:moveTo>
                  <a:pt x="0" y="0"/>
                </a:moveTo>
                <a:lnTo>
                  <a:pt x="11034" y="0"/>
                </a:lnTo>
                <a:lnTo>
                  <a:pt x="110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6134040" y="168588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456840" y="240012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62160" y="2400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6134040" y="24001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456840" y="291456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162160" y="291456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6134040" y="291456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456840" y="3628800"/>
            <a:ext cx="1705680" cy="10080"/>
          </a:xfrm>
          <a:custGeom>
            <a:avLst/>
            <a:gdLst/>
            <a:ahLst/>
            <a:rect l="0" t="0" r="r" b="b"/>
            <a:pathLst>
              <a:path w="4738" h="28">
                <a:moveTo>
                  <a:pt x="0" y="0"/>
                </a:moveTo>
                <a:lnTo>
                  <a:pt x="4738" y="0"/>
                </a:lnTo>
                <a:lnTo>
                  <a:pt x="47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2162160" y="362880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6134040" y="36288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56840" y="414324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2162160" y="4143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613404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439920" y="777240"/>
            <a:ext cx="2285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563760" y="1469880"/>
            <a:ext cx="4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RISICO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2266920" y="1469880"/>
            <a:ext cx="1177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VAN ZAKEN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6242760" y="1469880"/>
            <a:ext cx="2061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 GEBEURT ALS HET BLIJFT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563760" y="1783440"/>
            <a:ext cx="131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tot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63760" y="197388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gedragen afspraak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2266920" y="1783440"/>
            <a:ext cx="420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Binnen het project gaat het snel. De tijd tot een afspraak die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2266920" y="1973880"/>
            <a:ext cx="414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sector draagt is niet gemeten; de eerste toets is de review van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2266920" y="2164320"/>
            <a:ext cx="412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v0.1.0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242760" y="1783440"/>
            <a:ext cx="2384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uitkomst van die review overvalt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6242760" y="1973880"/>
            <a:ext cx="234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563760" y="2497680"/>
            <a:ext cx="924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Interactie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563760" y="2688120"/>
            <a:ext cx="113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266920" y="2497680"/>
            <a:ext cx="374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24 datamodelschema’s wel, de interactiepatronen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2266920" y="2688120"/>
            <a:ext cx="948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endpoints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6242760" y="249768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gaat naar een andere sector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563760" y="3012120"/>
            <a:ext cx="1643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open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2266920" y="3012120"/>
            <a:ext cx="358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Payloads zijn Nederlandstalig en wijken bewust af;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2266920" y="3202560"/>
            <a:ext cx="2503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aﬂeveringsmechanisme is niet belegd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242760" y="3012120"/>
            <a:ext cx="203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Twee partijen die beide aan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6242760" y="320256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speciﬁcatie voldoen, kunnen alsnog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6242760" y="339300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 koppelen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563760" y="3717000"/>
            <a:ext cx="143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Beheerpartij na Npuls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2266920" y="3717000"/>
            <a:ext cx="4016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route ligt vast via AMIGO richting Edustandaard. De partij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2266920" y="3907440"/>
            <a:ext cx="253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6242760" y="3717000"/>
            <a:ext cx="232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in dit deck verloopt op de dag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6242760" y="3907440"/>
            <a:ext cx="166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dat het programma stopt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457200" y="4302000"/>
            <a:ext cx="7751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Drie van de vier staan los van AI en waren al bekend. Alleen het tweede wordt door de AI-ontwikkeling urgenter.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6" name=""/>
          <p:cNvSpPr/>
          <p:nvPr/>
        </p:nvSpPr>
        <p:spPr>
          <a:xfrm>
            <a:off x="45684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39920" y="834480"/>
            <a:ext cx="9434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instellingen en leveranciers hiervan merken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632520" y="1653840"/>
            <a:ext cx="916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b4f6c"/>
                </a:solidFill>
                <a:latin typeface="Arial"/>
                <a:ea typeface="Arial"/>
              </a:rPr>
              <a:t>Instellingen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632520" y="2034720"/>
            <a:ext cx="400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student kan alleen over systemen heen kiezen als die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632520" y="2263320"/>
            <a:ext cx="4071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het eens zijn over wat een leeruitkomst is. Dat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632520" y="2491920"/>
            <a:ext cx="3850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OKx vastlegt. Wordt de interactie machineleesbaar,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632520" y="2720520"/>
            <a:ext cx="334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dan kan een instelling straks controleren of haar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632520" y="2949120"/>
            <a:ext cx="414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leveranciers zich eraan houden, in plaats van het te moeten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2412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632520" y="3177720"/>
            <a:ext cx="588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geloven.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704120" y="1653840"/>
            <a:ext cx="99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Leveranciers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704120" y="2034720"/>
            <a:ext cx="2759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Zij bouwen tegen het koppelvlak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4704120" y="2263320"/>
            <a:ext cx="413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 met drie koppelingen: naar planning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4704120" y="2491920"/>
            <a:ext cx="406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roostering, naar het studentinformatiesysteem en naar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4704120" y="2720520"/>
            <a:ext cx="386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leermanagementsysteem. Zolang de interactie alleen in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456840" y="3657240"/>
            <a:ext cx="7915680" cy="762480"/>
          </a:xfrm>
          <a:custGeom>
            <a:avLst/>
            <a:gdLst/>
            <a:ahLst/>
            <a:rect l="0" t="0" r="r" b="b"/>
            <a:pathLst>
              <a:path w="21988" h="2118">
                <a:moveTo>
                  <a:pt x="0" y="0"/>
                </a:moveTo>
                <a:lnTo>
                  <a:pt x="21988" y="0"/>
                </a:lnTo>
                <a:lnTo>
                  <a:pt x="21988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456840" y="365724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456840" y="441000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8362800" y="36572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106"/>
                </a:moveTo>
                <a:lnTo>
                  <a:pt x="0" y="2118"/>
                </a:lnTo>
                <a:lnTo>
                  <a:pt x="27" y="21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56840" y="36572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0"/>
                </a:moveTo>
                <a:lnTo>
                  <a:pt x="0" y="2118"/>
                </a:lnTo>
                <a:lnTo>
                  <a:pt x="28" y="21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4704120" y="2949120"/>
            <a:ext cx="345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tekst staat, kunnen zij niet automatisch valideren.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634320" y="3873240"/>
            <a:ext cx="8186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4a017"/>
                </a:solidFill>
                <a:latin typeface="Arial"/>
                <a:ea typeface="Arial"/>
              </a:rPr>
              <a:t>Wat hier niet ter discussie staat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: het detailniveau dat leveranciers toegezegd hebben gekregen voor v0.1.0. Wordt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634320" y="4073400"/>
            <a:ext cx="6916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daaraan getornd, dan is dat een apart gesprek met elke leverancier, gevoerd door de projectleiding.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27" name=""/>
          <p:cNvSpPr txBox="1"/>
          <p:nvPr/>
        </p:nvSpPr>
        <p:spPr>
          <a:xfrm>
            <a:off x="439920" y="61524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1866600"/>
            <a:ext cx="1315080" cy="305280"/>
          </a:xfrm>
          <a:custGeom>
            <a:avLst/>
            <a:gdLst/>
            <a:ahLst/>
            <a:rect l="0" t="0" r="r" b="b"/>
            <a:pathLst>
              <a:path w="3653" h="848">
                <a:moveTo>
                  <a:pt x="0" y="0"/>
                </a:moveTo>
                <a:lnTo>
                  <a:pt x="3653" y="0"/>
                </a:lnTo>
                <a:lnTo>
                  <a:pt x="365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1771560" y="1866600"/>
            <a:ext cx="3029040" cy="305280"/>
          </a:xfrm>
          <a:custGeom>
            <a:avLst/>
            <a:gdLst/>
            <a:ahLst/>
            <a:rect l="0" t="0" r="r" b="b"/>
            <a:pathLst>
              <a:path w="8414" h="848">
                <a:moveTo>
                  <a:pt x="0" y="0"/>
                </a:moveTo>
                <a:lnTo>
                  <a:pt x="8414" y="0"/>
                </a:lnTo>
                <a:lnTo>
                  <a:pt x="841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4800240" y="1866600"/>
            <a:ext cx="3744000" cy="305280"/>
          </a:xfrm>
          <a:custGeom>
            <a:avLst/>
            <a:gdLst/>
            <a:ahLst/>
            <a:rect l="0" t="0" r="r" b="b"/>
            <a:pathLst>
              <a:path w="10400" h="848">
                <a:moveTo>
                  <a:pt x="0" y="0"/>
                </a:moveTo>
                <a:lnTo>
                  <a:pt x="10400" y="0"/>
                </a:lnTo>
                <a:lnTo>
                  <a:pt x="1040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456840" y="2162160"/>
            <a:ext cx="1315080" cy="19080"/>
          </a:xfrm>
          <a:custGeom>
            <a:avLst/>
            <a:gdLst/>
            <a:ahLst/>
            <a:rect l="0" t="0" r="r" b="b"/>
            <a:pathLst>
              <a:path w="3653" h="53">
                <a:moveTo>
                  <a:pt x="0" y="0"/>
                </a:moveTo>
                <a:lnTo>
                  <a:pt x="3653" y="0"/>
                </a:lnTo>
                <a:lnTo>
                  <a:pt x="3653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1771560" y="2162160"/>
            <a:ext cx="3029040" cy="19080"/>
          </a:xfrm>
          <a:custGeom>
            <a:avLst/>
            <a:gdLst/>
            <a:ahLst/>
            <a:rect l="0" t="0" r="r" b="b"/>
            <a:pathLst>
              <a:path w="8414" h="53">
                <a:moveTo>
                  <a:pt x="0" y="0"/>
                </a:moveTo>
                <a:lnTo>
                  <a:pt x="8414" y="0"/>
                </a:lnTo>
                <a:lnTo>
                  <a:pt x="8414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4800240" y="2162160"/>
            <a:ext cx="3744000" cy="19080"/>
          </a:xfrm>
          <a:custGeom>
            <a:avLst/>
            <a:gdLst/>
            <a:ahLst/>
            <a:rect l="0" t="0" r="r" b="b"/>
            <a:pathLst>
              <a:path w="10400" h="53">
                <a:moveTo>
                  <a:pt x="0" y="0"/>
                </a:moveTo>
                <a:lnTo>
                  <a:pt x="10400" y="0"/>
                </a:lnTo>
                <a:lnTo>
                  <a:pt x="10400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456840" y="26859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1771560" y="26859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800240" y="26859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456840" y="32097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1771560" y="32097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4800240" y="32097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372420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1771560" y="372420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800240" y="372420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40868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563760" y="194616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1881720" y="194616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4907520" y="194616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2269080"/>
            <a:ext cx="500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1881720" y="2269080"/>
            <a:ext cx="2823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gedragen afspraak voordat de praktijk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1881720" y="2459520"/>
            <a:ext cx="1482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verder is. Dekt risico 1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4907520" y="2269080"/>
            <a:ext cx="3164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 bij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4907520" y="245952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projectleiding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563760" y="2783520"/>
            <a:ext cx="125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1881720" y="2783520"/>
            <a:ext cx="2704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verzilveren en risico 2 wegnemen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4907520" y="2783520"/>
            <a:ext cx="319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3 tot 4 weken werk, plus onderhoud per release.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4907520" y="2973960"/>
            <a:ext cx="735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Inschatting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563760" y="3297960"/>
            <a:ext cx="581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Borging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1881720" y="3297960"/>
            <a:ext cx="3066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behouden na aﬂoop van het programma.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1881720" y="3488400"/>
            <a:ext cx="823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Dekt risico 4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4907520" y="3297960"/>
            <a:ext cx="376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gesprek met Edustandaard en Npuls, met de langste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857400"/>
            <a:ext cx="7915680" cy="781560"/>
          </a:xfrm>
          <a:custGeom>
            <a:avLst/>
            <a:gdLst/>
            <a:ahLst/>
            <a:rect l="0" t="0" r="r" b="b"/>
            <a:pathLst>
              <a:path w="21988" h="2171">
                <a:moveTo>
                  <a:pt x="0" y="0"/>
                </a:moveTo>
                <a:lnTo>
                  <a:pt x="21988" y="0"/>
                </a:lnTo>
                <a:lnTo>
                  <a:pt x="21988" y="2171"/>
                </a:lnTo>
                <a:lnTo>
                  <a:pt x="0" y="21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38574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456840" y="462888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8362800" y="3857400"/>
            <a:ext cx="9720" cy="781560"/>
          </a:xfrm>
          <a:custGeom>
            <a:avLst/>
            <a:gdLst/>
            <a:ahLst/>
            <a:rect l="0" t="0" r="r" b="b"/>
            <a:pathLst>
              <a:path w="27" h="2171">
                <a:moveTo>
                  <a:pt x="0" y="106"/>
                </a:moveTo>
                <a:lnTo>
                  <a:pt x="0" y="2171"/>
                </a:lnTo>
                <a:lnTo>
                  <a:pt x="27" y="217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456840" y="3857400"/>
            <a:ext cx="10080" cy="781560"/>
          </a:xfrm>
          <a:custGeom>
            <a:avLst/>
            <a:gdLst/>
            <a:ahLst/>
            <a:rect l="0" t="0" r="r" b="b"/>
            <a:pathLst>
              <a:path w="28" h="2171">
                <a:moveTo>
                  <a:pt x="0" y="0"/>
                </a:moveTo>
                <a:lnTo>
                  <a:pt x="0" y="2171"/>
                </a:lnTo>
                <a:lnTo>
                  <a:pt x="28" y="217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4907520" y="3488400"/>
            <a:ext cx="1575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van de drie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34320" y="4070520"/>
            <a:ext cx="852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v0.1.0, en of borging daar los van alvast in gang gezet wordt.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634320" y="4289400"/>
            <a:ext cx="6369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hoort bij de technische werkgroep en staat hier daarom niet als keuze.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