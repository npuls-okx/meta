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60956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5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3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165"/>
                </a:lnTo>
                <a:cubicBezTo>
                  <a:pt x="20506" y="1179"/>
                  <a:pt x="20505" y="1193"/>
                  <a:pt x="20502" y="1206"/>
                </a:cubicBezTo>
                <a:cubicBezTo>
                  <a:pt x="20499" y="1220"/>
                  <a:pt x="20495" y="1233"/>
                  <a:pt x="20490" y="1246"/>
                </a:cubicBezTo>
                <a:cubicBezTo>
                  <a:pt x="20485" y="1259"/>
                  <a:pt x="20478" y="1271"/>
                  <a:pt x="20470" y="1283"/>
                </a:cubicBezTo>
                <a:cubicBezTo>
                  <a:pt x="20463" y="1294"/>
                  <a:pt x="20454" y="1305"/>
                  <a:pt x="20444" y="1315"/>
                </a:cubicBezTo>
                <a:cubicBezTo>
                  <a:pt x="20434" y="1325"/>
                  <a:pt x="20424" y="1333"/>
                  <a:pt x="20412" y="1341"/>
                </a:cubicBezTo>
                <a:cubicBezTo>
                  <a:pt x="20400" y="1349"/>
                  <a:pt x="20388" y="1355"/>
                  <a:pt x="20375" y="1361"/>
                </a:cubicBezTo>
                <a:cubicBezTo>
                  <a:pt x="20363" y="1366"/>
                  <a:pt x="20349" y="1370"/>
                  <a:pt x="20336" y="1373"/>
                </a:cubicBezTo>
                <a:cubicBezTo>
                  <a:pt x="20322" y="1375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5"/>
                  <a:pt x="106" y="1373"/>
                </a:cubicBezTo>
                <a:cubicBezTo>
                  <a:pt x="98" y="1370"/>
                  <a:pt x="90" y="1366"/>
                  <a:pt x="82" y="1361"/>
                </a:cubicBezTo>
                <a:cubicBezTo>
                  <a:pt x="74" y="1355"/>
                  <a:pt x="66" y="1349"/>
                  <a:pt x="59" y="1341"/>
                </a:cubicBezTo>
                <a:cubicBezTo>
                  <a:pt x="51" y="1333"/>
                  <a:pt x="45" y="1325"/>
                  <a:pt x="39" y="1315"/>
                </a:cubicBezTo>
                <a:cubicBezTo>
                  <a:pt x="32" y="1305"/>
                  <a:pt x="27" y="1294"/>
                  <a:pt x="22" y="1283"/>
                </a:cubicBezTo>
                <a:cubicBezTo>
                  <a:pt x="17" y="1271"/>
                  <a:pt x="13" y="1259"/>
                  <a:pt x="10" y="1246"/>
                </a:cubicBezTo>
                <a:cubicBezTo>
                  <a:pt x="7" y="1233"/>
                  <a:pt x="4" y="1220"/>
                  <a:pt x="2" y="1206"/>
                </a:cubicBezTo>
                <a:cubicBezTo>
                  <a:pt x="1" y="1193"/>
                  <a:pt x="0" y="1179"/>
                  <a:pt x="0" y="1165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60956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9295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485640" y="218088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6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2"/>
                  <a:pt x="20336" y="5"/>
                </a:cubicBezTo>
                <a:cubicBezTo>
                  <a:pt x="20349" y="7"/>
                  <a:pt x="20363" y="11"/>
                  <a:pt x="20375" y="17"/>
                </a:cubicBezTo>
                <a:cubicBezTo>
                  <a:pt x="20388" y="22"/>
                  <a:pt x="20400" y="28"/>
                  <a:pt x="20412" y="36"/>
                </a:cubicBezTo>
                <a:cubicBezTo>
                  <a:pt x="20424" y="44"/>
                  <a:pt x="20434" y="53"/>
                  <a:pt x="20444" y="62"/>
                </a:cubicBezTo>
                <a:cubicBezTo>
                  <a:pt x="20454" y="72"/>
                  <a:pt x="20463" y="83"/>
                  <a:pt x="20470" y="95"/>
                </a:cubicBezTo>
                <a:cubicBezTo>
                  <a:pt x="20478" y="106"/>
                  <a:pt x="20485" y="118"/>
                  <a:pt x="20490" y="132"/>
                </a:cubicBezTo>
                <a:cubicBezTo>
                  <a:pt x="20495" y="145"/>
                  <a:pt x="20499" y="158"/>
                  <a:pt x="20502" y="172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66"/>
                </a:lnTo>
                <a:cubicBezTo>
                  <a:pt x="20506" y="1180"/>
                  <a:pt x="20505" y="1193"/>
                  <a:pt x="20502" y="1207"/>
                </a:cubicBezTo>
                <a:cubicBezTo>
                  <a:pt x="20499" y="1221"/>
                  <a:pt x="20495" y="1234"/>
                  <a:pt x="20490" y="1247"/>
                </a:cubicBezTo>
                <a:cubicBezTo>
                  <a:pt x="20485" y="1259"/>
                  <a:pt x="20478" y="1272"/>
                  <a:pt x="20470" y="1283"/>
                </a:cubicBezTo>
                <a:cubicBezTo>
                  <a:pt x="20463" y="1295"/>
                  <a:pt x="20454" y="1305"/>
                  <a:pt x="20444" y="1315"/>
                </a:cubicBezTo>
                <a:cubicBezTo>
                  <a:pt x="20434" y="1325"/>
                  <a:pt x="20424" y="1334"/>
                  <a:pt x="20412" y="1342"/>
                </a:cubicBezTo>
                <a:cubicBezTo>
                  <a:pt x="20400" y="1349"/>
                  <a:pt x="20388" y="1356"/>
                  <a:pt x="20375" y="1361"/>
                </a:cubicBezTo>
                <a:cubicBezTo>
                  <a:pt x="20363" y="1366"/>
                  <a:pt x="20349" y="1371"/>
                  <a:pt x="20336" y="1373"/>
                </a:cubicBezTo>
                <a:cubicBezTo>
                  <a:pt x="20322" y="1376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6"/>
                  <a:pt x="106" y="1373"/>
                </a:cubicBezTo>
                <a:cubicBezTo>
                  <a:pt x="98" y="1371"/>
                  <a:pt x="90" y="1366"/>
                  <a:pt x="82" y="1361"/>
                </a:cubicBezTo>
                <a:cubicBezTo>
                  <a:pt x="74" y="1356"/>
                  <a:pt x="66" y="1349"/>
                  <a:pt x="59" y="1342"/>
                </a:cubicBezTo>
                <a:cubicBezTo>
                  <a:pt x="51" y="1334"/>
                  <a:pt x="45" y="1325"/>
                  <a:pt x="39" y="1315"/>
                </a:cubicBezTo>
                <a:cubicBezTo>
                  <a:pt x="32" y="1305"/>
                  <a:pt x="27" y="1295"/>
                  <a:pt x="22" y="1283"/>
                </a:cubicBezTo>
                <a:cubicBezTo>
                  <a:pt x="17" y="1272"/>
                  <a:pt x="13" y="1259"/>
                  <a:pt x="10" y="1247"/>
                </a:cubicBezTo>
                <a:cubicBezTo>
                  <a:pt x="7" y="1234"/>
                  <a:pt x="4" y="1221"/>
                  <a:pt x="2" y="1207"/>
                </a:cubicBezTo>
                <a:cubicBezTo>
                  <a:pt x="1" y="1193"/>
                  <a:pt x="0" y="1180"/>
                  <a:pt x="0" y="1166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56840" y="218088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96960" y="1766160"/>
            <a:ext cx="53575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Ja, wij leggen spoor, terwijl de markt aan zelfrijdende auto's werkt.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85640" y="2752560"/>
            <a:ext cx="7382160" cy="505080"/>
          </a:xfrm>
          <a:custGeom>
            <a:avLst/>
            <a:gdLst/>
            <a:ahLst/>
            <a:rect l="0" t="0" r="r" b="b"/>
            <a:pathLst>
              <a:path w="20506" h="1403">
                <a:moveTo>
                  <a:pt x="0" y="1192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3"/>
                  <a:pt x="32" y="73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3"/>
                  <a:pt x="20463" y="83"/>
                  <a:pt x="20470" y="95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4"/>
                  <a:pt x="20499" y="158"/>
                  <a:pt x="20502" y="171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92"/>
                </a:lnTo>
                <a:cubicBezTo>
                  <a:pt x="20506" y="1205"/>
                  <a:pt x="20505" y="1219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5"/>
                  <a:pt x="20478" y="1298"/>
                  <a:pt x="20470" y="1309"/>
                </a:cubicBezTo>
                <a:cubicBezTo>
                  <a:pt x="20463" y="1321"/>
                  <a:pt x="20454" y="1331"/>
                  <a:pt x="20444" y="1341"/>
                </a:cubicBezTo>
                <a:cubicBezTo>
                  <a:pt x="20434" y="1351"/>
                  <a:pt x="20424" y="1360"/>
                  <a:pt x="20412" y="1368"/>
                </a:cubicBezTo>
                <a:cubicBezTo>
                  <a:pt x="20400" y="1375"/>
                  <a:pt x="20388" y="1382"/>
                  <a:pt x="20375" y="1387"/>
                </a:cubicBezTo>
                <a:cubicBezTo>
                  <a:pt x="20363" y="1392"/>
                  <a:pt x="20349" y="1396"/>
                  <a:pt x="20336" y="1399"/>
                </a:cubicBezTo>
                <a:cubicBezTo>
                  <a:pt x="20322" y="1402"/>
                  <a:pt x="20308" y="1403"/>
                  <a:pt x="20294" y="1403"/>
                </a:cubicBezTo>
                <a:lnTo>
                  <a:pt x="132" y="1403"/>
                </a:lnTo>
                <a:cubicBezTo>
                  <a:pt x="123" y="1403"/>
                  <a:pt x="115" y="1402"/>
                  <a:pt x="106" y="1399"/>
                </a:cubicBezTo>
                <a:cubicBezTo>
                  <a:pt x="98" y="1396"/>
                  <a:pt x="90" y="1392"/>
                  <a:pt x="82" y="1387"/>
                </a:cubicBezTo>
                <a:cubicBezTo>
                  <a:pt x="74" y="1382"/>
                  <a:pt x="66" y="1375"/>
                  <a:pt x="59" y="1368"/>
                </a:cubicBezTo>
                <a:cubicBezTo>
                  <a:pt x="51" y="1360"/>
                  <a:pt x="45" y="1351"/>
                  <a:pt x="39" y="1341"/>
                </a:cubicBezTo>
                <a:cubicBezTo>
                  <a:pt x="32" y="1331"/>
                  <a:pt x="27" y="1321"/>
                  <a:pt x="22" y="1309"/>
                </a:cubicBezTo>
                <a:cubicBezTo>
                  <a:pt x="17" y="1298"/>
                  <a:pt x="13" y="1285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19"/>
                  <a:pt x="0" y="1205"/>
                  <a:pt x="0" y="119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6840" y="2752560"/>
            <a:ext cx="7410960" cy="505080"/>
          </a:xfrm>
          <a:custGeom>
            <a:avLst/>
            <a:gdLst/>
            <a:ahLst/>
            <a:rect l="0" t="0" r="r" b="b"/>
            <a:pathLst>
              <a:path w="20586" h="1403">
                <a:moveTo>
                  <a:pt x="0" y="0"/>
                </a:moveTo>
                <a:lnTo>
                  <a:pt x="20586" y="0"/>
                </a:lnTo>
                <a:lnTo>
                  <a:pt x="20586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96960" y="2347200"/>
            <a:ext cx="5968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Maar spoor is geen stoomtrein. Het is wat elke volgende trein nodig heeft.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96960" y="2918520"/>
            <a:ext cx="45727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En zodra het spoor er ligt, versnelt alles wat erover gaat.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13440" y="3508920"/>
            <a:ext cx="80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6543360" y="341928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0"/>
                </a:moveTo>
                <a:lnTo>
                  <a:pt x="3679" y="0"/>
                </a:lnTo>
                <a:lnTo>
                  <a:pt x="367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409560" y="3508920"/>
            <a:ext cx="1415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701040" y="3508920"/>
            <a:ext cx="12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456840" y="3838320"/>
            <a:ext cx="7410960" cy="38520"/>
          </a:xfrm>
          <a:custGeom>
            <a:avLst/>
            <a:gdLst/>
            <a:ahLst/>
            <a:rect l="0" t="0" r="r" b="b"/>
            <a:pathLst>
              <a:path w="20586" h="107">
                <a:moveTo>
                  <a:pt x="0" y="53"/>
                </a:move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2"/>
                  <a:pt x="20553" y="4"/>
                </a:cubicBezTo>
                <a:cubicBezTo>
                  <a:pt x="20560" y="7"/>
                  <a:pt x="20566" y="11"/>
                  <a:pt x="20571" y="16"/>
                </a:cubicBezTo>
                <a:cubicBezTo>
                  <a:pt x="20576" y="21"/>
                  <a:pt x="20579" y="26"/>
                  <a:pt x="20582" y="33"/>
                </a:cubicBezTo>
                <a:cubicBezTo>
                  <a:pt x="20585" y="39"/>
                  <a:pt x="20586" y="46"/>
                  <a:pt x="20586" y="53"/>
                </a:cubicBezTo>
                <a:cubicBezTo>
                  <a:pt x="20586" y="60"/>
                  <a:pt x="20585" y="67"/>
                  <a:pt x="20582" y="73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99"/>
                  <a:pt x="20553" y="103"/>
                </a:cubicBezTo>
                <a:cubicBezTo>
                  <a:pt x="20547" y="106"/>
                  <a:pt x="20540" y="107"/>
                  <a:pt x="20533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99"/>
                  <a:pt x="21" y="96"/>
                  <a:pt x="16" y="91"/>
                </a:cubicBezTo>
                <a:cubicBezTo>
                  <a:pt x="11" y="86"/>
                  <a:pt x="7" y="80"/>
                  <a:pt x="5" y="73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456840" y="3971880"/>
            <a:ext cx="7410960" cy="38160"/>
          </a:xfrm>
          <a:custGeom>
            <a:avLst/>
            <a:gdLst/>
            <a:ahLst/>
            <a:rect l="0" t="0" r="r" b="b"/>
            <a:pathLst>
              <a:path w="20586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6"/>
                  <a:pt x="20582" y="32"/>
                </a:cubicBezTo>
                <a:cubicBezTo>
                  <a:pt x="20585" y="39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2"/>
                </a:cubicBezTo>
                <a:cubicBezTo>
                  <a:pt x="20547" y="105"/>
                  <a:pt x="20540" y="106"/>
                  <a:pt x="20533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471320" y="414684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5" name=""/>
          <p:cNvSpPr/>
          <p:nvPr/>
        </p:nvSpPr>
        <p:spPr>
          <a:xfrm>
            <a:off x="485640" y="21049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2"/>
                  <a:pt x="19986" y="82"/>
                  <a:pt x="19994" y="94"/>
                </a:cubicBezTo>
                <a:cubicBezTo>
                  <a:pt x="20002" y="105"/>
                  <a:pt x="20008" y="118"/>
                  <a:pt x="20014" y="130"/>
                </a:cubicBezTo>
                <a:cubicBezTo>
                  <a:pt x="20019" y="143"/>
                  <a:pt x="20023" y="157"/>
                  <a:pt x="20026" y="170"/>
                </a:cubicBezTo>
                <a:cubicBezTo>
                  <a:pt x="20028" y="184"/>
                  <a:pt x="20030" y="198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9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6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456840" y="21049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439920" y="1367640"/>
            <a:ext cx="2832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Onderbouwing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85640" y="27241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6"/>
                  <a:pt x="19886" y="10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1"/>
                  <a:pt x="19986" y="82"/>
                  <a:pt x="19994" y="94"/>
                </a:cubicBezTo>
                <a:cubicBezTo>
                  <a:pt x="20002" y="105"/>
                  <a:pt x="20008" y="117"/>
                  <a:pt x="20014" y="130"/>
                </a:cubicBezTo>
                <a:cubicBezTo>
                  <a:pt x="20019" y="143"/>
                  <a:pt x="20023" y="156"/>
                  <a:pt x="20026" y="170"/>
                </a:cubicBezTo>
                <a:cubicBezTo>
                  <a:pt x="20028" y="184"/>
                  <a:pt x="20030" y="197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8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5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7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7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5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8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456840" y="27241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712440" y="2289960"/>
            <a:ext cx="4821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Historie volgen.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485640" y="334296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2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2"/>
                  <a:pt x="19924" y="28"/>
                  <a:pt x="19936" y="36"/>
                </a:cubicBezTo>
                <a:cubicBezTo>
                  <a:pt x="19947" y="44"/>
                  <a:pt x="19958" y="53"/>
                  <a:pt x="19968" y="62"/>
                </a:cubicBezTo>
                <a:cubicBezTo>
                  <a:pt x="19978" y="72"/>
                  <a:pt x="19986" y="83"/>
                  <a:pt x="19994" y="94"/>
                </a:cubicBezTo>
                <a:cubicBezTo>
                  <a:pt x="20002" y="106"/>
                  <a:pt x="20008" y="118"/>
                  <a:pt x="20014" y="131"/>
                </a:cubicBezTo>
                <a:cubicBezTo>
                  <a:pt x="20019" y="144"/>
                  <a:pt x="20023" y="157"/>
                  <a:pt x="20026" y="171"/>
                </a:cubicBezTo>
                <a:cubicBezTo>
                  <a:pt x="20028" y="184"/>
                  <a:pt x="20030" y="198"/>
                  <a:pt x="20030" y="212"/>
                </a:cubicBezTo>
                <a:lnTo>
                  <a:pt x="20030" y="1298"/>
                </a:lnTo>
                <a:cubicBezTo>
                  <a:pt x="20030" y="1312"/>
                  <a:pt x="20028" y="1325"/>
                  <a:pt x="20026" y="1339"/>
                </a:cubicBezTo>
                <a:cubicBezTo>
                  <a:pt x="20023" y="1353"/>
                  <a:pt x="20019" y="1366"/>
                  <a:pt x="20014" y="1379"/>
                </a:cubicBezTo>
                <a:cubicBezTo>
                  <a:pt x="20008" y="1392"/>
                  <a:pt x="20002" y="1404"/>
                  <a:pt x="19994" y="1415"/>
                </a:cubicBezTo>
                <a:cubicBezTo>
                  <a:pt x="19986" y="1427"/>
                  <a:pt x="19978" y="1438"/>
                  <a:pt x="19968" y="1448"/>
                </a:cubicBezTo>
                <a:cubicBezTo>
                  <a:pt x="19958" y="1457"/>
                  <a:pt x="19947" y="1466"/>
                  <a:pt x="19936" y="1474"/>
                </a:cubicBezTo>
                <a:cubicBezTo>
                  <a:pt x="19924" y="1482"/>
                  <a:pt x="19912" y="1488"/>
                  <a:pt x="19899" y="1493"/>
                </a:cubicBezTo>
                <a:cubicBezTo>
                  <a:pt x="19886" y="1499"/>
                  <a:pt x="19873" y="1503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3"/>
                  <a:pt x="90" y="1499"/>
                  <a:pt x="82" y="1493"/>
                </a:cubicBezTo>
                <a:cubicBezTo>
                  <a:pt x="74" y="1488"/>
                  <a:pt x="66" y="1482"/>
                  <a:pt x="59" y="1474"/>
                </a:cubicBezTo>
                <a:cubicBezTo>
                  <a:pt x="51" y="1466"/>
                  <a:pt x="45" y="1457"/>
                  <a:pt x="39" y="1448"/>
                </a:cubicBezTo>
                <a:cubicBezTo>
                  <a:pt x="32" y="1438"/>
                  <a:pt x="27" y="1427"/>
                  <a:pt x="22" y="1415"/>
                </a:cubicBezTo>
                <a:cubicBezTo>
                  <a:pt x="17" y="1404"/>
                  <a:pt x="13" y="1392"/>
                  <a:pt x="10" y="1379"/>
                </a:cubicBezTo>
                <a:cubicBezTo>
                  <a:pt x="7" y="1366"/>
                  <a:pt x="4" y="1353"/>
                  <a:pt x="2" y="1339"/>
                </a:cubicBezTo>
                <a:cubicBezTo>
                  <a:pt x="1" y="1325"/>
                  <a:pt x="0" y="1312"/>
                  <a:pt x="0" y="129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56840" y="334296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712440" y="2909160"/>
            <a:ext cx="33321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Trend eruit halen.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Wat vroeg elke golf?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712440" y="3528360"/>
            <a:ext cx="5663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Ons traject ernaast leggen.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kansen en risico's levert dat op?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72" name=""/>
          <p:cNvSpPr/>
          <p:nvPr/>
        </p:nvSpPr>
        <p:spPr>
          <a:xfrm>
            <a:off x="1148760" y="2144160"/>
            <a:ext cx="1183320" cy="71640"/>
          </a:xfrm>
          <a:custGeom>
            <a:avLst/>
            <a:gdLst/>
            <a:ahLst/>
            <a:rect l="0" t="0" r="r" b="b"/>
            <a:pathLst>
              <a:path fill="none" w="3287" h="199">
                <a:moveTo>
                  <a:pt x="0" y="199"/>
                </a:moveTo>
                <a:lnTo>
                  <a:pt x="281" y="154"/>
                </a:lnTo>
                <a:cubicBezTo>
                  <a:pt x="562" y="108"/>
                  <a:pt x="1125" y="15"/>
                  <a:pt x="1672" y="2"/>
                </a:cubicBezTo>
                <a:cubicBezTo>
                  <a:pt x="2221" y="-11"/>
                  <a:pt x="2754" y="55"/>
                  <a:pt x="3021" y="88"/>
                </a:cubicBezTo>
                <a:lnTo>
                  <a:pt x="3287" y="12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301120" y="215604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9" y="0"/>
                </a:moveTo>
                <a:lnTo>
                  <a:pt x="162" y="95"/>
                </a:lnTo>
                <a:lnTo>
                  <a:pt x="0" y="152"/>
                </a:lnTo>
                <a:lnTo>
                  <a:pt x="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297880" y="215136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6" y="15"/>
                </a:moveTo>
                <a:lnTo>
                  <a:pt x="58" y="23"/>
                </a:lnTo>
                <a:lnTo>
                  <a:pt x="50" y="36"/>
                </a:lnTo>
                <a:lnTo>
                  <a:pt x="37" y="27"/>
                </a:lnTo>
                <a:lnTo>
                  <a:pt x="46" y="15"/>
                </a:lnTo>
                <a:moveTo>
                  <a:pt x="58" y="23"/>
                </a:moveTo>
                <a:lnTo>
                  <a:pt x="71" y="32"/>
                </a:lnTo>
                <a:lnTo>
                  <a:pt x="63" y="44"/>
                </a:lnTo>
                <a:lnTo>
                  <a:pt x="50" y="36"/>
                </a:lnTo>
                <a:lnTo>
                  <a:pt x="58" y="23"/>
                </a:lnTo>
                <a:moveTo>
                  <a:pt x="71" y="32"/>
                </a:moveTo>
                <a:lnTo>
                  <a:pt x="84" y="40"/>
                </a:lnTo>
                <a:lnTo>
                  <a:pt x="75" y="53"/>
                </a:lnTo>
                <a:lnTo>
                  <a:pt x="63" y="44"/>
                </a:lnTo>
                <a:lnTo>
                  <a:pt x="71" y="32"/>
                </a:lnTo>
                <a:moveTo>
                  <a:pt x="84" y="40"/>
                </a:moveTo>
                <a:lnTo>
                  <a:pt x="96" y="48"/>
                </a:lnTo>
                <a:lnTo>
                  <a:pt x="88" y="61"/>
                </a:lnTo>
                <a:lnTo>
                  <a:pt x="75" y="53"/>
                </a:lnTo>
                <a:lnTo>
                  <a:pt x="84" y="40"/>
                </a:lnTo>
                <a:moveTo>
                  <a:pt x="96" y="48"/>
                </a:moveTo>
                <a:lnTo>
                  <a:pt x="109" y="57"/>
                </a:lnTo>
                <a:lnTo>
                  <a:pt x="101" y="70"/>
                </a:lnTo>
                <a:lnTo>
                  <a:pt x="88" y="61"/>
                </a:lnTo>
                <a:lnTo>
                  <a:pt x="96" y="48"/>
                </a:lnTo>
                <a:moveTo>
                  <a:pt x="109" y="57"/>
                </a:moveTo>
                <a:lnTo>
                  <a:pt x="122" y="66"/>
                </a:lnTo>
                <a:lnTo>
                  <a:pt x="113" y="79"/>
                </a:lnTo>
                <a:lnTo>
                  <a:pt x="101" y="70"/>
                </a:lnTo>
                <a:lnTo>
                  <a:pt x="109" y="57"/>
                </a:lnTo>
                <a:moveTo>
                  <a:pt x="122" y="66"/>
                </a:moveTo>
                <a:lnTo>
                  <a:pt x="134" y="75"/>
                </a:lnTo>
                <a:lnTo>
                  <a:pt x="126" y="87"/>
                </a:lnTo>
                <a:lnTo>
                  <a:pt x="113" y="79"/>
                </a:lnTo>
                <a:lnTo>
                  <a:pt x="122" y="66"/>
                </a:lnTo>
                <a:moveTo>
                  <a:pt x="134" y="75"/>
                </a:moveTo>
                <a:lnTo>
                  <a:pt x="147" y="83"/>
                </a:lnTo>
                <a:lnTo>
                  <a:pt x="139" y="96"/>
                </a:lnTo>
                <a:lnTo>
                  <a:pt x="126" y="87"/>
                </a:lnTo>
                <a:lnTo>
                  <a:pt x="134" y="75"/>
                </a:lnTo>
                <a:moveTo>
                  <a:pt x="147" y="83"/>
                </a:moveTo>
                <a:lnTo>
                  <a:pt x="160" y="91"/>
                </a:lnTo>
                <a:lnTo>
                  <a:pt x="151" y="104"/>
                </a:lnTo>
                <a:lnTo>
                  <a:pt x="139" y="96"/>
                </a:lnTo>
                <a:lnTo>
                  <a:pt x="147" y="83"/>
                </a:lnTo>
                <a:moveTo>
                  <a:pt x="160" y="91"/>
                </a:moveTo>
                <a:lnTo>
                  <a:pt x="173" y="100"/>
                </a:lnTo>
                <a:lnTo>
                  <a:pt x="164" y="112"/>
                </a:lnTo>
                <a:lnTo>
                  <a:pt x="151" y="104"/>
                </a:lnTo>
                <a:lnTo>
                  <a:pt x="160" y="91"/>
                </a:lnTo>
                <a:moveTo>
                  <a:pt x="173" y="100"/>
                </a:moveTo>
                <a:lnTo>
                  <a:pt x="187" y="110"/>
                </a:lnTo>
                <a:lnTo>
                  <a:pt x="161" y="119"/>
                </a:lnTo>
                <a:lnTo>
                  <a:pt x="156" y="105"/>
                </a:lnTo>
                <a:lnTo>
                  <a:pt x="168" y="100"/>
                </a:lnTo>
                <a:lnTo>
                  <a:pt x="171" y="108"/>
                </a:lnTo>
                <a:lnTo>
                  <a:pt x="166" y="114"/>
                </a:lnTo>
                <a:lnTo>
                  <a:pt x="164" y="112"/>
                </a:lnTo>
                <a:lnTo>
                  <a:pt x="173" y="100"/>
                </a:lnTo>
                <a:moveTo>
                  <a:pt x="161" y="119"/>
                </a:moveTo>
                <a:lnTo>
                  <a:pt x="147" y="124"/>
                </a:lnTo>
                <a:lnTo>
                  <a:pt x="142" y="110"/>
                </a:lnTo>
                <a:lnTo>
                  <a:pt x="156" y="105"/>
                </a:lnTo>
                <a:lnTo>
                  <a:pt x="161" y="119"/>
                </a:lnTo>
                <a:moveTo>
                  <a:pt x="147" y="124"/>
                </a:moveTo>
                <a:lnTo>
                  <a:pt x="133" y="129"/>
                </a:lnTo>
                <a:lnTo>
                  <a:pt x="128" y="115"/>
                </a:lnTo>
                <a:lnTo>
                  <a:pt x="142" y="110"/>
                </a:lnTo>
                <a:lnTo>
                  <a:pt x="147" y="124"/>
                </a:lnTo>
                <a:moveTo>
                  <a:pt x="133" y="129"/>
                </a:moveTo>
                <a:lnTo>
                  <a:pt x="118" y="134"/>
                </a:lnTo>
                <a:lnTo>
                  <a:pt x="113" y="120"/>
                </a:lnTo>
                <a:lnTo>
                  <a:pt x="128" y="115"/>
                </a:lnTo>
                <a:lnTo>
                  <a:pt x="133" y="129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5"/>
                </a:lnTo>
                <a:lnTo>
                  <a:pt x="113" y="120"/>
                </a:lnTo>
                <a:lnTo>
                  <a:pt x="118" y="134"/>
                </a:lnTo>
                <a:moveTo>
                  <a:pt x="104" y="139"/>
                </a:moveTo>
                <a:lnTo>
                  <a:pt x="90" y="144"/>
                </a:lnTo>
                <a:lnTo>
                  <a:pt x="85" y="130"/>
                </a:lnTo>
                <a:lnTo>
                  <a:pt x="99" y="125"/>
                </a:lnTo>
                <a:lnTo>
                  <a:pt x="104" y="139"/>
                </a:lnTo>
                <a:moveTo>
                  <a:pt x="90" y="144"/>
                </a:moveTo>
                <a:lnTo>
                  <a:pt x="75" y="150"/>
                </a:lnTo>
                <a:lnTo>
                  <a:pt x="70" y="135"/>
                </a:lnTo>
                <a:lnTo>
                  <a:pt x="85" y="130"/>
                </a:lnTo>
                <a:lnTo>
                  <a:pt x="90" y="144"/>
                </a:lnTo>
                <a:moveTo>
                  <a:pt x="75" y="150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50"/>
                </a:lnTo>
                <a:moveTo>
                  <a:pt x="61" y="155"/>
                </a:moveTo>
                <a:lnTo>
                  <a:pt x="47" y="160"/>
                </a:lnTo>
                <a:lnTo>
                  <a:pt x="42" y="145"/>
                </a:lnTo>
                <a:lnTo>
                  <a:pt x="56" y="140"/>
                </a:lnTo>
                <a:lnTo>
                  <a:pt x="61" y="155"/>
                </a:lnTo>
                <a:moveTo>
                  <a:pt x="47" y="160"/>
                </a:moveTo>
                <a:lnTo>
                  <a:pt x="31" y="165"/>
                </a:lnTo>
                <a:lnTo>
                  <a:pt x="26" y="151"/>
                </a:lnTo>
                <a:lnTo>
                  <a:pt x="42" y="145"/>
                </a:lnTo>
                <a:lnTo>
                  <a:pt x="47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7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7" y="124"/>
                </a:lnTo>
                <a:lnTo>
                  <a:pt x="22" y="126"/>
                </a:lnTo>
                <a:lnTo>
                  <a:pt x="20" y="141"/>
                </a:lnTo>
                <a:lnTo>
                  <a:pt x="5" y="139"/>
                </a:lnTo>
                <a:moveTo>
                  <a:pt x="7" y="124"/>
                </a:moveTo>
                <a:lnTo>
                  <a:pt x="9" y="109"/>
                </a:lnTo>
                <a:lnTo>
                  <a:pt x="24" y="111"/>
                </a:lnTo>
                <a:lnTo>
                  <a:pt x="22" y="126"/>
                </a:lnTo>
                <a:lnTo>
                  <a:pt x="7" y="124"/>
                </a:lnTo>
                <a:moveTo>
                  <a:pt x="9" y="109"/>
                </a:moveTo>
                <a:lnTo>
                  <a:pt x="10" y="94"/>
                </a:lnTo>
                <a:lnTo>
                  <a:pt x="26" y="96"/>
                </a:lnTo>
                <a:lnTo>
                  <a:pt x="24" y="111"/>
                </a:lnTo>
                <a:lnTo>
                  <a:pt x="9" y="109"/>
                </a:lnTo>
                <a:moveTo>
                  <a:pt x="10" y="94"/>
                </a:moveTo>
                <a:lnTo>
                  <a:pt x="12" y="79"/>
                </a:lnTo>
                <a:lnTo>
                  <a:pt x="27" y="80"/>
                </a:lnTo>
                <a:lnTo>
                  <a:pt x="26" y="96"/>
                </a:lnTo>
                <a:lnTo>
                  <a:pt x="10" y="94"/>
                </a:lnTo>
                <a:moveTo>
                  <a:pt x="12" y="79"/>
                </a:moveTo>
                <a:lnTo>
                  <a:pt x="14" y="63"/>
                </a:lnTo>
                <a:lnTo>
                  <a:pt x="29" y="65"/>
                </a:lnTo>
                <a:lnTo>
                  <a:pt x="27" y="80"/>
                </a:lnTo>
                <a:lnTo>
                  <a:pt x="12" y="79"/>
                </a:lnTo>
                <a:moveTo>
                  <a:pt x="14" y="63"/>
                </a:moveTo>
                <a:lnTo>
                  <a:pt x="16" y="47"/>
                </a:lnTo>
                <a:lnTo>
                  <a:pt x="31" y="49"/>
                </a:lnTo>
                <a:lnTo>
                  <a:pt x="29" y="65"/>
                </a:lnTo>
                <a:lnTo>
                  <a:pt x="14" y="63"/>
                </a:lnTo>
                <a:moveTo>
                  <a:pt x="16" y="47"/>
                </a:moveTo>
                <a:lnTo>
                  <a:pt x="18" y="32"/>
                </a:lnTo>
                <a:lnTo>
                  <a:pt x="33" y="34"/>
                </a:lnTo>
                <a:lnTo>
                  <a:pt x="31" y="49"/>
                </a:lnTo>
                <a:lnTo>
                  <a:pt x="16" y="47"/>
                </a:lnTo>
                <a:moveTo>
                  <a:pt x="18" y="32"/>
                </a:moveTo>
                <a:lnTo>
                  <a:pt x="20" y="17"/>
                </a:lnTo>
                <a:lnTo>
                  <a:pt x="36" y="19"/>
                </a:lnTo>
                <a:lnTo>
                  <a:pt x="33" y="34"/>
                </a:lnTo>
                <a:lnTo>
                  <a:pt x="18" y="32"/>
                </a:lnTo>
                <a:moveTo>
                  <a:pt x="20" y="17"/>
                </a:moveTo>
                <a:lnTo>
                  <a:pt x="22" y="0"/>
                </a:lnTo>
                <a:lnTo>
                  <a:pt x="46" y="15"/>
                </a:lnTo>
                <a:lnTo>
                  <a:pt x="37" y="27"/>
                </a:lnTo>
                <a:lnTo>
                  <a:pt x="24" y="19"/>
                </a:lnTo>
                <a:lnTo>
                  <a:pt x="28" y="13"/>
                </a:lnTo>
                <a:lnTo>
                  <a:pt x="36" y="14"/>
                </a:lnTo>
                <a:lnTo>
                  <a:pt x="36" y="19"/>
                </a:lnTo>
                <a:lnTo>
                  <a:pt x="2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3612600" y="2133720"/>
            <a:ext cx="830520" cy="43920"/>
          </a:xfrm>
          <a:custGeom>
            <a:avLst/>
            <a:gdLst/>
            <a:ahLst/>
            <a:rect l="0" t="0" r="r" b="b"/>
            <a:pathLst>
              <a:path fill="none" w="2307" h="122">
                <a:moveTo>
                  <a:pt x="0" y="122"/>
                </a:moveTo>
                <a:lnTo>
                  <a:pt x="198" y="94"/>
                </a:lnTo>
                <a:cubicBezTo>
                  <a:pt x="398" y="66"/>
                  <a:pt x="795" y="8"/>
                  <a:pt x="1179" y="1"/>
                </a:cubicBezTo>
                <a:cubicBezTo>
                  <a:pt x="1564" y="-6"/>
                  <a:pt x="1936" y="38"/>
                  <a:pt x="2122" y="59"/>
                </a:cubicBezTo>
                <a:lnTo>
                  <a:pt x="2307" y="8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4412520" y="2131560"/>
            <a:ext cx="57960" cy="54720"/>
          </a:xfrm>
          <a:custGeom>
            <a:avLst/>
            <a:gdLst/>
            <a:ahLst/>
            <a:rect l="0" t="0" r="r" b="b"/>
            <a:pathLst>
              <a:path w="161" h="152">
                <a:moveTo>
                  <a:pt x="18" y="0"/>
                </a:moveTo>
                <a:lnTo>
                  <a:pt x="161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4409280" y="212688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3" y="15"/>
                </a:moveTo>
                <a:lnTo>
                  <a:pt x="57" y="23"/>
                </a:lnTo>
                <a:lnTo>
                  <a:pt x="48" y="36"/>
                </a:lnTo>
                <a:lnTo>
                  <a:pt x="35" y="27"/>
                </a:lnTo>
                <a:lnTo>
                  <a:pt x="43" y="15"/>
                </a:lnTo>
                <a:moveTo>
                  <a:pt x="57" y="23"/>
                </a:moveTo>
                <a:lnTo>
                  <a:pt x="70" y="31"/>
                </a:lnTo>
                <a:lnTo>
                  <a:pt x="62" y="44"/>
                </a:lnTo>
                <a:lnTo>
                  <a:pt x="48" y="36"/>
                </a:lnTo>
                <a:lnTo>
                  <a:pt x="57" y="23"/>
                </a:lnTo>
                <a:moveTo>
                  <a:pt x="70" y="31"/>
                </a:moveTo>
                <a:lnTo>
                  <a:pt x="83" y="40"/>
                </a:lnTo>
                <a:lnTo>
                  <a:pt x="74" y="52"/>
                </a:lnTo>
                <a:lnTo>
                  <a:pt x="62" y="44"/>
                </a:lnTo>
                <a:lnTo>
                  <a:pt x="70" y="31"/>
                </a:lnTo>
                <a:moveTo>
                  <a:pt x="83" y="40"/>
                </a:moveTo>
                <a:lnTo>
                  <a:pt x="95" y="48"/>
                </a:lnTo>
                <a:lnTo>
                  <a:pt x="87" y="61"/>
                </a:lnTo>
                <a:lnTo>
                  <a:pt x="74" y="52"/>
                </a:lnTo>
                <a:lnTo>
                  <a:pt x="83" y="40"/>
                </a:lnTo>
                <a:moveTo>
                  <a:pt x="95" y="48"/>
                </a:moveTo>
                <a:lnTo>
                  <a:pt x="108" y="56"/>
                </a:lnTo>
                <a:lnTo>
                  <a:pt x="100" y="69"/>
                </a:lnTo>
                <a:lnTo>
                  <a:pt x="87" y="61"/>
                </a:lnTo>
                <a:lnTo>
                  <a:pt x="95" y="48"/>
                </a:lnTo>
                <a:moveTo>
                  <a:pt x="108" y="56"/>
                </a:moveTo>
                <a:lnTo>
                  <a:pt x="121" y="65"/>
                </a:lnTo>
                <a:lnTo>
                  <a:pt x="113" y="77"/>
                </a:lnTo>
                <a:lnTo>
                  <a:pt x="100" y="69"/>
                </a:lnTo>
                <a:lnTo>
                  <a:pt x="108" y="56"/>
                </a:lnTo>
                <a:moveTo>
                  <a:pt x="121" y="65"/>
                </a:moveTo>
                <a:lnTo>
                  <a:pt x="134" y="73"/>
                </a:lnTo>
                <a:lnTo>
                  <a:pt x="125" y="86"/>
                </a:lnTo>
                <a:lnTo>
                  <a:pt x="113" y="77"/>
                </a:lnTo>
                <a:lnTo>
                  <a:pt x="121" y="65"/>
                </a:lnTo>
                <a:moveTo>
                  <a:pt x="134" y="73"/>
                </a:moveTo>
                <a:lnTo>
                  <a:pt x="146" y="81"/>
                </a:lnTo>
                <a:lnTo>
                  <a:pt x="138" y="94"/>
                </a:lnTo>
                <a:lnTo>
                  <a:pt x="125" y="86"/>
                </a:lnTo>
                <a:lnTo>
                  <a:pt x="134" y="73"/>
                </a:lnTo>
                <a:moveTo>
                  <a:pt x="146" y="81"/>
                </a:moveTo>
                <a:lnTo>
                  <a:pt x="159" y="89"/>
                </a:lnTo>
                <a:lnTo>
                  <a:pt x="151" y="102"/>
                </a:lnTo>
                <a:lnTo>
                  <a:pt x="138" y="94"/>
                </a:lnTo>
                <a:lnTo>
                  <a:pt x="146" y="81"/>
                </a:lnTo>
                <a:moveTo>
                  <a:pt x="159" y="89"/>
                </a:moveTo>
                <a:lnTo>
                  <a:pt x="172" y="98"/>
                </a:lnTo>
                <a:lnTo>
                  <a:pt x="164" y="110"/>
                </a:lnTo>
                <a:lnTo>
                  <a:pt x="151" y="102"/>
                </a:lnTo>
                <a:lnTo>
                  <a:pt x="159" y="89"/>
                </a:lnTo>
                <a:moveTo>
                  <a:pt x="172" y="98"/>
                </a:moveTo>
                <a:lnTo>
                  <a:pt x="187" y="108"/>
                </a:lnTo>
                <a:lnTo>
                  <a:pt x="161" y="117"/>
                </a:lnTo>
                <a:lnTo>
                  <a:pt x="156" y="103"/>
                </a:lnTo>
                <a:lnTo>
                  <a:pt x="167" y="98"/>
                </a:lnTo>
                <a:lnTo>
                  <a:pt x="170" y="106"/>
                </a:lnTo>
                <a:lnTo>
                  <a:pt x="166" y="112"/>
                </a:lnTo>
                <a:lnTo>
                  <a:pt x="164" y="110"/>
                </a:lnTo>
                <a:lnTo>
                  <a:pt x="172" y="98"/>
                </a:lnTo>
                <a:moveTo>
                  <a:pt x="161" y="117"/>
                </a:moveTo>
                <a:lnTo>
                  <a:pt x="147" y="122"/>
                </a:lnTo>
                <a:lnTo>
                  <a:pt x="141" y="108"/>
                </a:lnTo>
                <a:lnTo>
                  <a:pt x="156" y="103"/>
                </a:lnTo>
                <a:lnTo>
                  <a:pt x="161" y="117"/>
                </a:lnTo>
                <a:moveTo>
                  <a:pt x="147" y="122"/>
                </a:moveTo>
                <a:lnTo>
                  <a:pt x="132" y="127"/>
                </a:lnTo>
                <a:lnTo>
                  <a:pt x="127" y="113"/>
                </a:lnTo>
                <a:lnTo>
                  <a:pt x="141" y="108"/>
                </a:lnTo>
                <a:lnTo>
                  <a:pt x="147" y="122"/>
                </a:lnTo>
                <a:moveTo>
                  <a:pt x="132" y="127"/>
                </a:moveTo>
                <a:lnTo>
                  <a:pt x="118" y="134"/>
                </a:lnTo>
                <a:lnTo>
                  <a:pt x="113" y="118"/>
                </a:lnTo>
                <a:lnTo>
                  <a:pt x="127" y="113"/>
                </a:lnTo>
                <a:lnTo>
                  <a:pt x="132" y="127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4"/>
                </a:lnTo>
                <a:lnTo>
                  <a:pt x="113" y="118"/>
                </a:lnTo>
                <a:lnTo>
                  <a:pt x="118" y="134"/>
                </a:lnTo>
                <a:moveTo>
                  <a:pt x="104" y="139"/>
                </a:moveTo>
                <a:lnTo>
                  <a:pt x="89" y="144"/>
                </a:lnTo>
                <a:lnTo>
                  <a:pt x="84" y="129"/>
                </a:lnTo>
                <a:lnTo>
                  <a:pt x="99" y="124"/>
                </a:lnTo>
                <a:lnTo>
                  <a:pt x="104" y="139"/>
                </a:lnTo>
                <a:moveTo>
                  <a:pt x="89" y="144"/>
                </a:moveTo>
                <a:lnTo>
                  <a:pt x="75" y="149"/>
                </a:lnTo>
                <a:lnTo>
                  <a:pt x="70" y="135"/>
                </a:lnTo>
                <a:lnTo>
                  <a:pt x="84" y="129"/>
                </a:lnTo>
                <a:lnTo>
                  <a:pt x="89" y="144"/>
                </a:lnTo>
                <a:moveTo>
                  <a:pt x="75" y="149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49"/>
                </a:lnTo>
                <a:moveTo>
                  <a:pt x="61" y="155"/>
                </a:moveTo>
                <a:lnTo>
                  <a:pt x="46" y="160"/>
                </a:lnTo>
                <a:lnTo>
                  <a:pt x="40" y="145"/>
                </a:lnTo>
                <a:lnTo>
                  <a:pt x="56" y="140"/>
                </a:lnTo>
                <a:lnTo>
                  <a:pt x="61" y="155"/>
                </a:lnTo>
                <a:moveTo>
                  <a:pt x="46" y="160"/>
                </a:moveTo>
                <a:lnTo>
                  <a:pt x="31" y="165"/>
                </a:lnTo>
                <a:lnTo>
                  <a:pt x="26" y="151"/>
                </a:lnTo>
                <a:lnTo>
                  <a:pt x="40" y="145"/>
                </a:lnTo>
                <a:lnTo>
                  <a:pt x="46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8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6" y="123"/>
                </a:lnTo>
                <a:lnTo>
                  <a:pt x="21" y="125"/>
                </a:lnTo>
                <a:lnTo>
                  <a:pt x="20" y="141"/>
                </a:lnTo>
                <a:lnTo>
                  <a:pt x="5" y="139"/>
                </a:lnTo>
                <a:moveTo>
                  <a:pt x="6" y="123"/>
                </a:moveTo>
                <a:lnTo>
                  <a:pt x="8" y="108"/>
                </a:lnTo>
                <a:lnTo>
                  <a:pt x="23" y="110"/>
                </a:lnTo>
                <a:lnTo>
                  <a:pt x="21" y="125"/>
                </a:lnTo>
                <a:lnTo>
                  <a:pt x="6" y="123"/>
                </a:lnTo>
                <a:moveTo>
                  <a:pt x="8" y="108"/>
                </a:moveTo>
                <a:lnTo>
                  <a:pt x="10" y="93"/>
                </a:lnTo>
                <a:lnTo>
                  <a:pt x="25" y="95"/>
                </a:lnTo>
                <a:lnTo>
                  <a:pt x="23" y="110"/>
                </a:lnTo>
                <a:lnTo>
                  <a:pt x="8" y="108"/>
                </a:lnTo>
                <a:moveTo>
                  <a:pt x="10" y="93"/>
                </a:moveTo>
                <a:lnTo>
                  <a:pt x="11" y="78"/>
                </a:lnTo>
                <a:lnTo>
                  <a:pt x="27" y="80"/>
                </a:lnTo>
                <a:lnTo>
                  <a:pt x="25" y="95"/>
                </a:lnTo>
                <a:lnTo>
                  <a:pt x="10" y="93"/>
                </a:lnTo>
                <a:moveTo>
                  <a:pt x="11" y="78"/>
                </a:moveTo>
                <a:lnTo>
                  <a:pt x="13" y="63"/>
                </a:lnTo>
                <a:lnTo>
                  <a:pt x="28" y="64"/>
                </a:lnTo>
                <a:lnTo>
                  <a:pt x="27" y="80"/>
                </a:lnTo>
                <a:lnTo>
                  <a:pt x="11" y="78"/>
                </a:lnTo>
                <a:moveTo>
                  <a:pt x="13" y="63"/>
                </a:moveTo>
                <a:lnTo>
                  <a:pt x="15" y="48"/>
                </a:lnTo>
                <a:lnTo>
                  <a:pt x="30" y="49"/>
                </a:lnTo>
                <a:lnTo>
                  <a:pt x="28" y="64"/>
                </a:lnTo>
                <a:lnTo>
                  <a:pt x="13" y="63"/>
                </a:lnTo>
                <a:moveTo>
                  <a:pt x="15" y="48"/>
                </a:moveTo>
                <a:lnTo>
                  <a:pt x="17" y="33"/>
                </a:lnTo>
                <a:lnTo>
                  <a:pt x="32" y="34"/>
                </a:lnTo>
                <a:lnTo>
                  <a:pt x="30" y="49"/>
                </a:lnTo>
                <a:lnTo>
                  <a:pt x="15" y="48"/>
                </a:lnTo>
                <a:moveTo>
                  <a:pt x="17" y="33"/>
                </a:moveTo>
                <a:lnTo>
                  <a:pt x="18" y="17"/>
                </a:lnTo>
                <a:lnTo>
                  <a:pt x="33" y="19"/>
                </a:lnTo>
                <a:lnTo>
                  <a:pt x="32" y="34"/>
                </a:lnTo>
                <a:lnTo>
                  <a:pt x="17" y="33"/>
                </a:lnTo>
                <a:moveTo>
                  <a:pt x="18" y="17"/>
                </a:moveTo>
                <a:lnTo>
                  <a:pt x="20" y="0"/>
                </a:lnTo>
                <a:lnTo>
                  <a:pt x="43" y="15"/>
                </a:lnTo>
                <a:lnTo>
                  <a:pt x="35" y="27"/>
                </a:lnTo>
                <a:lnTo>
                  <a:pt x="22" y="19"/>
                </a:lnTo>
                <a:lnTo>
                  <a:pt x="27" y="13"/>
                </a:lnTo>
                <a:lnTo>
                  <a:pt x="34" y="14"/>
                </a:lnTo>
                <a:lnTo>
                  <a:pt x="33" y="19"/>
                </a:lnTo>
                <a:lnTo>
                  <a:pt x="18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6249240" y="2142360"/>
            <a:ext cx="1535400" cy="62640"/>
          </a:xfrm>
          <a:custGeom>
            <a:avLst/>
            <a:gdLst/>
            <a:ahLst/>
            <a:rect l="0" t="0" r="r" b="b"/>
            <a:pathLst>
              <a:path fill="none" w="4265" h="174">
                <a:moveTo>
                  <a:pt x="0" y="124"/>
                </a:moveTo>
                <a:lnTo>
                  <a:pt x="362" y="91"/>
                </a:lnTo>
                <a:cubicBezTo>
                  <a:pt x="723" y="58"/>
                  <a:pt x="1446" y="-7"/>
                  <a:pt x="2158" y="1"/>
                </a:cubicBezTo>
                <a:cubicBezTo>
                  <a:pt x="2869" y="9"/>
                  <a:pt x="3567" y="91"/>
                  <a:pt x="3916" y="133"/>
                </a:cubicBezTo>
                <a:lnTo>
                  <a:pt x="4265" y="174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7754040" y="2173680"/>
            <a:ext cx="57600" cy="54720"/>
          </a:xfrm>
          <a:custGeom>
            <a:avLst/>
            <a:gdLst/>
            <a:ahLst/>
            <a:rect l="0" t="0" r="r" b="b"/>
            <a:pathLst>
              <a:path w="160" h="152">
                <a:moveTo>
                  <a:pt x="18" y="0"/>
                </a:moveTo>
                <a:lnTo>
                  <a:pt x="160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7750800" y="2169000"/>
            <a:ext cx="66960" cy="63720"/>
          </a:xfrm>
          <a:custGeom>
            <a:avLst/>
            <a:gdLst/>
            <a:ahLst/>
            <a:rect l="0" t="0" r="r" b="b"/>
            <a:pathLst>
              <a:path w="186" h="177">
                <a:moveTo>
                  <a:pt x="44" y="16"/>
                </a:moveTo>
                <a:lnTo>
                  <a:pt x="57" y="25"/>
                </a:lnTo>
                <a:lnTo>
                  <a:pt x="48" y="37"/>
                </a:lnTo>
                <a:lnTo>
                  <a:pt x="36" y="29"/>
                </a:lnTo>
                <a:lnTo>
                  <a:pt x="44" y="16"/>
                </a:lnTo>
                <a:moveTo>
                  <a:pt x="57" y="25"/>
                </a:moveTo>
                <a:lnTo>
                  <a:pt x="69" y="33"/>
                </a:lnTo>
                <a:lnTo>
                  <a:pt x="61" y="46"/>
                </a:lnTo>
                <a:lnTo>
                  <a:pt x="48" y="37"/>
                </a:lnTo>
                <a:lnTo>
                  <a:pt x="57" y="25"/>
                </a:lnTo>
                <a:moveTo>
                  <a:pt x="69" y="33"/>
                </a:moveTo>
                <a:lnTo>
                  <a:pt x="82" y="41"/>
                </a:lnTo>
                <a:lnTo>
                  <a:pt x="74" y="54"/>
                </a:lnTo>
                <a:lnTo>
                  <a:pt x="61" y="46"/>
                </a:lnTo>
                <a:lnTo>
                  <a:pt x="69" y="33"/>
                </a:lnTo>
                <a:moveTo>
                  <a:pt x="82" y="41"/>
                </a:moveTo>
                <a:lnTo>
                  <a:pt x="95" y="50"/>
                </a:lnTo>
                <a:lnTo>
                  <a:pt x="87" y="62"/>
                </a:lnTo>
                <a:lnTo>
                  <a:pt x="74" y="54"/>
                </a:lnTo>
                <a:lnTo>
                  <a:pt x="82" y="41"/>
                </a:lnTo>
                <a:moveTo>
                  <a:pt x="95" y="50"/>
                </a:moveTo>
                <a:lnTo>
                  <a:pt x="108" y="58"/>
                </a:lnTo>
                <a:lnTo>
                  <a:pt x="99" y="71"/>
                </a:lnTo>
                <a:lnTo>
                  <a:pt x="87" y="62"/>
                </a:lnTo>
                <a:lnTo>
                  <a:pt x="95" y="50"/>
                </a:lnTo>
                <a:moveTo>
                  <a:pt x="108" y="58"/>
                </a:moveTo>
                <a:lnTo>
                  <a:pt x="120" y="66"/>
                </a:lnTo>
                <a:lnTo>
                  <a:pt x="112" y="79"/>
                </a:lnTo>
                <a:lnTo>
                  <a:pt x="99" y="71"/>
                </a:lnTo>
                <a:lnTo>
                  <a:pt x="108" y="58"/>
                </a:lnTo>
                <a:moveTo>
                  <a:pt x="120" y="66"/>
                </a:moveTo>
                <a:lnTo>
                  <a:pt x="133" y="75"/>
                </a:lnTo>
                <a:lnTo>
                  <a:pt x="125" y="87"/>
                </a:lnTo>
                <a:lnTo>
                  <a:pt x="112" y="79"/>
                </a:lnTo>
                <a:lnTo>
                  <a:pt x="120" y="66"/>
                </a:lnTo>
                <a:moveTo>
                  <a:pt x="133" y="75"/>
                </a:moveTo>
                <a:lnTo>
                  <a:pt x="146" y="83"/>
                </a:lnTo>
                <a:lnTo>
                  <a:pt x="137" y="96"/>
                </a:lnTo>
                <a:lnTo>
                  <a:pt x="125" y="87"/>
                </a:lnTo>
                <a:lnTo>
                  <a:pt x="133" y="75"/>
                </a:lnTo>
                <a:moveTo>
                  <a:pt x="146" y="83"/>
                </a:moveTo>
                <a:lnTo>
                  <a:pt x="159" y="91"/>
                </a:lnTo>
                <a:lnTo>
                  <a:pt x="150" y="104"/>
                </a:lnTo>
                <a:lnTo>
                  <a:pt x="137" y="96"/>
                </a:lnTo>
                <a:lnTo>
                  <a:pt x="146" y="83"/>
                </a:lnTo>
                <a:moveTo>
                  <a:pt x="159" y="91"/>
                </a:moveTo>
                <a:lnTo>
                  <a:pt x="171" y="100"/>
                </a:lnTo>
                <a:lnTo>
                  <a:pt x="163" y="112"/>
                </a:lnTo>
                <a:lnTo>
                  <a:pt x="150" y="104"/>
                </a:lnTo>
                <a:lnTo>
                  <a:pt x="159" y="91"/>
                </a:lnTo>
                <a:moveTo>
                  <a:pt x="171" y="100"/>
                </a:moveTo>
                <a:lnTo>
                  <a:pt x="186" y="109"/>
                </a:lnTo>
                <a:lnTo>
                  <a:pt x="160" y="119"/>
                </a:lnTo>
                <a:lnTo>
                  <a:pt x="155" y="105"/>
                </a:lnTo>
                <a:lnTo>
                  <a:pt x="167" y="100"/>
                </a:lnTo>
                <a:lnTo>
                  <a:pt x="169" y="107"/>
                </a:lnTo>
                <a:lnTo>
                  <a:pt x="165" y="114"/>
                </a:lnTo>
                <a:lnTo>
                  <a:pt x="163" y="112"/>
                </a:lnTo>
                <a:lnTo>
                  <a:pt x="171" y="100"/>
                </a:lnTo>
                <a:moveTo>
                  <a:pt x="160" y="119"/>
                </a:moveTo>
                <a:lnTo>
                  <a:pt x="146" y="124"/>
                </a:lnTo>
                <a:lnTo>
                  <a:pt x="141" y="110"/>
                </a:lnTo>
                <a:lnTo>
                  <a:pt x="155" y="105"/>
                </a:lnTo>
                <a:lnTo>
                  <a:pt x="160" y="119"/>
                </a:lnTo>
                <a:moveTo>
                  <a:pt x="146" y="124"/>
                </a:moveTo>
                <a:lnTo>
                  <a:pt x="132" y="129"/>
                </a:lnTo>
                <a:lnTo>
                  <a:pt x="126" y="115"/>
                </a:lnTo>
                <a:lnTo>
                  <a:pt x="141" y="110"/>
                </a:lnTo>
                <a:lnTo>
                  <a:pt x="146" y="124"/>
                </a:lnTo>
                <a:moveTo>
                  <a:pt x="132" y="129"/>
                </a:moveTo>
                <a:lnTo>
                  <a:pt x="117" y="134"/>
                </a:lnTo>
                <a:lnTo>
                  <a:pt x="112" y="120"/>
                </a:lnTo>
                <a:lnTo>
                  <a:pt x="126" y="115"/>
                </a:lnTo>
                <a:lnTo>
                  <a:pt x="132" y="129"/>
                </a:lnTo>
                <a:moveTo>
                  <a:pt x="117" y="134"/>
                </a:moveTo>
                <a:lnTo>
                  <a:pt x="103" y="140"/>
                </a:lnTo>
                <a:lnTo>
                  <a:pt x="98" y="125"/>
                </a:lnTo>
                <a:lnTo>
                  <a:pt x="112" y="120"/>
                </a:lnTo>
                <a:lnTo>
                  <a:pt x="117" y="134"/>
                </a:lnTo>
                <a:moveTo>
                  <a:pt x="103" y="140"/>
                </a:moveTo>
                <a:lnTo>
                  <a:pt x="89" y="145"/>
                </a:lnTo>
                <a:lnTo>
                  <a:pt x="84" y="130"/>
                </a:lnTo>
                <a:lnTo>
                  <a:pt x="98" y="125"/>
                </a:lnTo>
                <a:lnTo>
                  <a:pt x="103" y="140"/>
                </a:lnTo>
                <a:moveTo>
                  <a:pt x="89" y="145"/>
                </a:moveTo>
                <a:lnTo>
                  <a:pt x="74" y="150"/>
                </a:lnTo>
                <a:lnTo>
                  <a:pt x="69" y="136"/>
                </a:lnTo>
                <a:lnTo>
                  <a:pt x="84" y="130"/>
                </a:lnTo>
                <a:lnTo>
                  <a:pt x="89" y="145"/>
                </a:lnTo>
                <a:moveTo>
                  <a:pt x="74" y="150"/>
                </a:moveTo>
                <a:lnTo>
                  <a:pt x="60" y="155"/>
                </a:lnTo>
                <a:lnTo>
                  <a:pt x="55" y="141"/>
                </a:lnTo>
                <a:lnTo>
                  <a:pt x="69" y="136"/>
                </a:lnTo>
                <a:lnTo>
                  <a:pt x="74" y="150"/>
                </a:lnTo>
                <a:moveTo>
                  <a:pt x="60" y="155"/>
                </a:moveTo>
                <a:lnTo>
                  <a:pt x="46" y="160"/>
                </a:lnTo>
                <a:lnTo>
                  <a:pt x="41" y="146"/>
                </a:lnTo>
                <a:lnTo>
                  <a:pt x="55" y="141"/>
                </a:lnTo>
                <a:lnTo>
                  <a:pt x="60" y="155"/>
                </a:lnTo>
                <a:moveTo>
                  <a:pt x="46" y="160"/>
                </a:moveTo>
                <a:lnTo>
                  <a:pt x="32" y="165"/>
                </a:lnTo>
                <a:lnTo>
                  <a:pt x="26" y="151"/>
                </a:lnTo>
                <a:lnTo>
                  <a:pt x="41" y="146"/>
                </a:lnTo>
                <a:lnTo>
                  <a:pt x="46" y="160"/>
                </a:lnTo>
                <a:moveTo>
                  <a:pt x="32" y="165"/>
                </a:moveTo>
                <a:lnTo>
                  <a:pt x="16" y="171"/>
                </a:lnTo>
                <a:lnTo>
                  <a:pt x="11" y="156"/>
                </a:lnTo>
                <a:lnTo>
                  <a:pt x="26" y="151"/>
                </a:lnTo>
                <a:lnTo>
                  <a:pt x="32" y="165"/>
                </a:lnTo>
                <a:moveTo>
                  <a:pt x="16" y="171"/>
                </a:moveTo>
                <a:lnTo>
                  <a:pt x="0" y="177"/>
                </a:lnTo>
                <a:lnTo>
                  <a:pt x="2" y="155"/>
                </a:lnTo>
                <a:lnTo>
                  <a:pt x="17" y="157"/>
                </a:lnTo>
                <a:lnTo>
                  <a:pt x="16" y="166"/>
                </a:lnTo>
                <a:lnTo>
                  <a:pt x="9" y="165"/>
                </a:lnTo>
                <a:lnTo>
                  <a:pt x="6" y="158"/>
                </a:lnTo>
                <a:lnTo>
                  <a:pt x="11" y="156"/>
                </a:lnTo>
                <a:lnTo>
                  <a:pt x="16" y="171"/>
                </a:lnTo>
                <a:moveTo>
                  <a:pt x="2" y="155"/>
                </a:moveTo>
                <a:lnTo>
                  <a:pt x="4" y="140"/>
                </a:lnTo>
                <a:lnTo>
                  <a:pt x="19" y="141"/>
                </a:lnTo>
                <a:lnTo>
                  <a:pt x="17" y="157"/>
                </a:lnTo>
                <a:lnTo>
                  <a:pt x="2" y="155"/>
                </a:lnTo>
                <a:moveTo>
                  <a:pt x="4" y="140"/>
                </a:moveTo>
                <a:lnTo>
                  <a:pt x="6" y="125"/>
                </a:lnTo>
                <a:lnTo>
                  <a:pt x="21" y="126"/>
                </a:lnTo>
                <a:lnTo>
                  <a:pt x="19" y="141"/>
                </a:lnTo>
                <a:lnTo>
                  <a:pt x="4" y="140"/>
                </a:lnTo>
                <a:moveTo>
                  <a:pt x="6" y="125"/>
                </a:moveTo>
                <a:lnTo>
                  <a:pt x="7" y="109"/>
                </a:lnTo>
                <a:lnTo>
                  <a:pt x="22" y="111"/>
                </a:lnTo>
                <a:lnTo>
                  <a:pt x="21" y="126"/>
                </a:lnTo>
                <a:lnTo>
                  <a:pt x="6" y="125"/>
                </a:lnTo>
                <a:moveTo>
                  <a:pt x="7" y="109"/>
                </a:moveTo>
                <a:lnTo>
                  <a:pt x="9" y="94"/>
                </a:lnTo>
                <a:lnTo>
                  <a:pt x="25" y="96"/>
                </a:lnTo>
                <a:lnTo>
                  <a:pt x="22" y="111"/>
                </a:lnTo>
                <a:lnTo>
                  <a:pt x="7" y="109"/>
                </a:lnTo>
                <a:moveTo>
                  <a:pt x="9" y="94"/>
                </a:moveTo>
                <a:lnTo>
                  <a:pt x="11" y="79"/>
                </a:lnTo>
                <a:lnTo>
                  <a:pt x="27" y="81"/>
                </a:lnTo>
                <a:lnTo>
                  <a:pt x="25" y="96"/>
                </a:lnTo>
                <a:lnTo>
                  <a:pt x="9" y="94"/>
                </a:lnTo>
                <a:moveTo>
                  <a:pt x="11" y="79"/>
                </a:moveTo>
                <a:lnTo>
                  <a:pt x="13" y="64"/>
                </a:lnTo>
                <a:lnTo>
                  <a:pt x="29" y="66"/>
                </a:lnTo>
                <a:lnTo>
                  <a:pt x="27" y="81"/>
                </a:lnTo>
                <a:lnTo>
                  <a:pt x="11" y="79"/>
                </a:lnTo>
                <a:moveTo>
                  <a:pt x="13" y="64"/>
                </a:moveTo>
                <a:lnTo>
                  <a:pt x="14" y="49"/>
                </a:lnTo>
                <a:lnTo>
                  <a:pt x="31" y="51"/>
                </a:lnTo>
                <a:lnTo>
                  <a:pt x="29" y="66"/>
                </a:lnTo>
                <a:lnTo>
                  <a:pt x="13" y="64"/>
                </a:lnTo>
                <a:moveTo>
                  <a:pt x="14" y="49"/>
                </a:moveTo>
                <a:lnTo>
                  <a:pt x="16" y="34"/>
                </a:lnTo>
                <a:lnTo>
                  <a:pt x="32" y="36"/>
                </a:lnTo>
                <a:lnTo>
                  <a:pt x="31" y="51"/>
                </a:lnTo>
                <a:lnTo>
                  <a:pt x="14" y="49"/>
                </a:lnTo>
                <a:moveTo>
                  <a:pt x="16" y="34"/>
                </a:moveTo>
                <a:lnTo>
                  <a:pt x="18" y="19"/>
                </a:lnTo>
                <a:lnTo>
                  <a:pt x="34" y="21"/>
                </a:lnTo>
                <a:lnTo>
                  <a:pt x="32" y="36"/>
                </a:lnTo>
                <a:lnTo>
                  <a:pt x="16" y="34"/>
                </a:lnTo>
                <a:moveTo>
                  <a:pt x="18" y="19"/>
                </a:moveTo>
                <a:lnTo>
                  <a:pt x="20" y="0"/>
                </a:lnTo>
                <a:lnTo>
                  <a:pt x="44" y="16"/>
                </a:lnTo>
                <a:lnTo>
                  <a:pt x="36" y="29"/>
                </a:lnTo>
                <a:lnTo>
                  <a:pt x="22" y="21"/>
                </a:lnTo>
                <a:lnTo>
                  <a:pt x="27" y="14"/>
                </a:lnTo>
                <a:lnTo>
                  <a:pt x="35" y="15"/>
                </a:lnTo>
                <a:lnTo>
                  <a:pt x="34" y="21"/>
                </a:lnTo>
                <a:lnTo>
                  <a:pt x="18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6276600" y="2325600"/>
            <a:ext cx="1535040" cy="65520"/>
          </a:xfrm>
          <a:custGeom>
            <a:avLst/>
            <a:gdLst/>
            <a:ahLst/>
            <a:rect l="0" t="0" r="r" b="b"/>
            <a:pathLst>
              <a:path fill="none" w="4264" h="182">
                <a:moveTo>
                  <a:pt x="4264" y="0"/>
                </a:moveTo>
                <a:lnTo>
                  <a:pt x="3903" y="42"/>
                </a:lnTo>
                <a:cubicBezTo>
                  <a:pt x="3541" y="85"/>
                  <a:pt x="2818" y="170"/>
                  <a:pt x="2107" y="181"/>
                </a:cubicBezTo>
                <a:cubicBezTo>
                  <a:pt x="1396" y="192"/>
                  <a:pt x="698" y="129"/>
                  <a:pt x="349" y="97"/>
                </a:cubicBezTo>
                <a:lnTo>
                  <a:pt x="0" y="65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6249240" y="2324160"/>
            <a:ext cx="57240" cy="55080"/>
          </a:xfrm>
          <a:custGeom>
            <a:avLst/>
            <a:gdLst/>
            <a:ahLst/>
            <a:rect l="0" t="0" r="r" b="b"/>
            <a:pathLst>
              <a:path w="159" h="153">
                <a:moveTo>
                  <a:pt x="146" y="153"/>
                </a:moveTo>
                <a:lnTo>
                  <a:pt x="0" y="62"/>
                </a:lnTo>
                <a:lnTo>
                  <a:pt x="159" y="0"/>
                </a:lnTo>
                <a:lnTo>
                  <a:pt x="146" y="15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6243120" y="2320200"/>
            <a:ext cx="66600" cy="63720"/>
          </a:xfrm>
          <a:custGeom>
            <a:avLst/>
            <a:gdLst/>
            <a:ahLst/>
            <a:rect l="0" t="0" r="r" b="b"/>
            <a:pathLst>
              <a:path w="185" h="177">
                <a:moveTo>
                  <a:pt x="146" y="162"/>
                </a:moveTo>
                <a:lnTo>
                  <a:pt x="132" y="154"/>
                </a:lnTo>
                <a:lnTo>
                  <a:pt x="141" y="141"/>
                </a:lnTo>
                <a:lnTo>
                  <a:pt x="154" y="149"/>
                </a:lnTo>
                <a:lnTo>
                  <a:pt x="146" y="162"/>
                </a:lnTo>
                <a:moveTo>
                  <a:pt x="132" y="154"/>
                </a:moveTo>
                <a:lnTo>
                  <a:pt x="119" y="146"/>
                </a:lnTo>
                <a:lnTo>
                  <a:pt x="127" y="133"/>
                </a:lnTo>
                <a:lnTo>
                  <a:pt x="141" y="141"/>
                </a:lnTo>
                <a:lnTo>
                  <a:pt x="132" y="154"/>
                </a:lnTo>
                <a:moveTo>
                  <a:pt x="119" y="146"/>
                </a:moveTo>
                <a:lnTo>
                  <a:pt x="106" y="138"/>
                </a:lnTo>
                <a:lnTo>
                  <a:pt x="114" y="125"/>
                </a:lnTo>
                <a:lnTo>
                  <a:pt x="127" y="133"/>
                </a:lnTo>
                <a:lnTo>
                  <a:pt x="119" y="146"/>
                </a:lnTo>
                <a:moveTo>
                  <a:pt x="106" y="138"/>
                </a:moveTo>
                <a:lnTo>
                  <a:pt x="93" y="130"/>
                </a:lnTo>
                <a:lnTo>
                  <a:pt x="101" y="116"/>
                </a:lnTo>
                <a:lnTo>
                  <a:pt x="114" y="125"/>
                </a:lnTo>
                <a:lnTo>
                  <a:pt x="106" y="138"/>
                </a:lnTo>
                <a:moveTo>
                  <a:pt x="93" y="130"/>
                </a:moveTo>
                <a:lnTo>
                  <a:pt x="80" y="122"/>
                </a:lnTo>
                <a:lnTo>
                  <a:pt x="88" y="108"/>
                </a:lnTo>
                <a:lnTo>
                  <a:pt x="101" y="116"/>
                </a:lnTo>
                <a:lnTo>
                  <a:pt x="93" y="130"/>
                </a:lnTo>
                <a:moveTo>
                  <a:pt x="80" y="122"/>
                </a:moveTo>
                <a:lnTo>
                  <a:pt x="67" y="113"/>
                </a:lnTo>
                <a:lnTo>
                  <a:pt x="75" y="100"/>
                </a:lnTo>
                <a:lnTo>
                  <a:pt x="88" y="108"/>
                </a:lnTo>
                <a:lnTo>
                  <a:pt x="80" y="122"/>
                </a:lnTo>
                <a:moveTo>
                  <a:pt x="67" y="113"/>
                </a:moveTo>
                <a:lnTo>
                  <a:pt x="54" y="105"/>
                </a:lnTo>
                <a:lnTo>
                  <a:pt x="62" y="92"/>
                </a:lnTo>
                <a:lnTo>
                  <a:pt x="75" y="100"/>
                </a:lnTo>
                <a:lnTo>
                  <a:pt x="67" y="113"/>
                </a:lnTo>
                <a:moveTo>
                  <a:pt x="54" y="105"/>
                </a:moveTo>
                <a:lnTo>
                  <a:pt x="41" y="97"/>
                </a:lnTo>
                <a:lnTo>
                  <a:pt x="49" y="84"/>
                </a:lnTo>
                <a:lnTo>
                  <a:pt x="62" y="92"/>
                </a:lnTo>
                <a:lnTo>
                  <a:pt x="54" y="105"/>
                </a:lnTo>
                <a:moveTo>
                  <a:pt x="41" y="97"/>
                </a:moveTo>
                <a:lnTo>
                  <a:pt x="28" y="89"/>
                </a:lnTo>
                <a:lnTo>
                  <a:pt x="36" y="76"/>
                </a:lnTo>
                <a:lnTo>
                  <a:pt x="49" y="84"/>
                </a:lnTo>
                <a:lnTo>
                  <a:pt x="41" y="97"/>
                </a:lnTo>
                <a:moveTo>
                  <a:pt x="28" y="89"/>
                </a:moveTo>
                <a:lnTo>
                  <a:pt x="15" y="81"/>
                </a:lnTo>
                <a:lnTo>
                  <a:pt x="23" y="68"/>
                </a:lnTo>
                <a:lnTo>
                  <a:pt x="36" y="76"/>
                </a:lnTo>
                <a:lnTo>
                  <a:pt x="28" y="89"/>
                </a:lnTo>
                <a:moveTo>
                  <a:pt x="15" y="81"/>
                </a:moveTo>
                <a:lnTo>
                  <a:pt x="0" y="72"/>
                </a:lnTo>
                <a:lnTo>
                  <a:pt x="26" y="62"/>
                </a:lnTo>
                <a:lnTo>
                  <a:pt x="31" y="76"/>
                </a:lnTo>
                <a:lnTo>
                  <a:pt x="20" y="80"/>
                </a:lnTo>
                <a:lnTo>
                  <a:pt x="17" y="73"/>
                </a:lnTo>
                <a:lnTo>
                  <a:pt x="21" y="67"/>
                </a:lnTo>
                <a:lnTo>
                  <a:pt x="23" y="68"/>
                </a:lnTo>
                <a:lnTo>
                  <a:pt x="15" y="81"/>
                </a:lnTo>
                <a:moveTo>
                  <a:pt x="26" y="62"/>
                </a:moveTo>
                <a:lnTo>
                  <a:pt x="40" y="56"/>
                </a:lnTo>
                <a:lnTo>
                  <a:pt x="46" y="70"/>
                </a:lnTo>
                <a:lnTo>
                  <a:pt x="31" y="76"/>
                </a:lnTo>
                <a:lnTo>
                  <a:pt x="26" y="62"/>
                </a:lnTo>
                <a:moveTo>
                  <a:pt x="40" y="56"/>
                </a:moveTo>
                <a:lnTo>
                  <a:pt x="54" y="51"/>
                </a:lnTo>
                <a:lnTo>
                  <a:pt x="60" y="65"/>
                </a:lnTo>
                <a:lnTo>
                  <a:pt x="46" y="70"/>
                </a:lnTo>
                <a:lnTo>
                  <a:pt x="40" y="56"/>
                </a:lnTo>
                <a:moveTo>
                  <a:pt x="54" y="51"/>
                </a:moveTo>
                <a:lnTo>
                  <a:pt x="68" y="45"/>
                </a:lnTo>
                <a:lnTo>
                  <a:pt x="74" y="59"/>
                </a:lnTo>
                <a:lnTo>
                  <a:pt x="60" y="65"/>
                </a:lnTo>
                <a:lnTo>
                  <a:pt x="54" y="51"/>
                </a:lnTo>
                <a:moveTo>
                  <a:pt x="68" y="45"/>
                </a:moveTo>
                <a:lnTo>
                  <a:pt x="82" y="40"/>
                </a:lnTo>
                <a:lnTo>
                  <a:pt x="88" y="54"/>
                </a:lnTo>
                <a:lnTo>
                  <a:pt x="74" y="59"/>
                </a:lnTo>
                <a:lnTo>
                  <a:pt x="68" y="45"/>
                </a:lnTo>
                <a:moveTo>
                  <a:pt x="82" y="40"/>
                </a:moveTo>
                <a:lnTo>
                  <a:pt x="97" y="34"/>
                </a:lnTo>
                <a:lnTo>
                  <a:pt x="102" y="48"/>
                </a:lnTo>
                <a:lnTo>
                  <a:pt x="88" y="54"/>
                </a:lnTo>
                <a:lnTo>
                  <a:pt x="82" y="40"/>
                </a:lnTo>
                <a:moveTo>
                  <a:pt x="97" y="34"/>
                </a:moveTo>
                <a:lnTo>
                  <a:pt x="111" y="28"/>
                </a:lnTo>
                <a:lnTo>
                  <a:pt x="116" y="43"/>
                </a:lnTo>
                <a:lnTo>
                  <a:pt x="102" y="48"/>
                </a:lnTo>
                <a:lnTo>
                  <a:pt x="97" y="34"/>
                </a:lnTo>
                <a:moveTo>
                  <a:pt x="111" y="28"/>
                </a:moveTo>
                <a:lnTo>
                  <a:pt x="125" y="23"/>
                </a:lnTo>
                <a:lnTo>
                  <a:pt x="130" y="37"/>
                </a:lnTo>
                <a:lnTo>
                  <a:pt x="116" y="43"/>
                </a:lnTo>
                <a:lnTo>
                  <a:pt x="111" y="28"/>
                </a:lnTo>
                <a:moveTo>
                  <a:pt x="125" y="23"/>
                </a:moveTo>
                <a:lnTo>
                  <a:pt x="140" y="17"/>
                </a:lnTo>
                <a:lnTo>
                  <a:pt x="146" y="32"/>
                </a:lnTo>
                <a:lnTo>
                  <a:pt x="130" y="37"/>
                </a:lnTo>
                <a:lnTo>
                  <a:pt x="125" y="23"/>
                </a:lnTo>
                <a:moveTo>
                  <a:pt x="140" y="17"/>
                </a:moveTo>
                <a:lnTo>
                  <a:pt x="154" y="12"/>
                </a:lnTo>
                <a:lnTo>
                  <a:pt x="160" y="26"/>
                </a:lnTo>
                <a:lnTo>
                  <a:pt x="146" y="32"/>
                </a:lnTo>
                <a:lnTo>
                  <a:pt x="140" y="17"/>
                </a:lnTo>
                <a:moveTo>
                  <a:pt x="154" y="12"/>
                </a:moveTo>
                <a:lnTo>
                  <a:pt x="168" y="6"/>
                </a:lnTo>
                <a:lnTo>
                  <a:pt x="174" y="20"/>
                </a:lnTo>
                <a:lnTo>
                  <a:pt x="160" y="26"/>
                </a:lnTo>
                <a:lnTo>
                  <a:pt x="154" y="12"/>
                </a:lnTo>
                <a:moveTo>
                  <a:pt x="168" y="6"/>
                </a:moveTo>
                <a:lnTo>
                  <a:pt x="185" y="0"/>
                </a:lnTo>
                <a:lnTo>
                  <a:pt x="183" y="22"/>
                </a:lnTo>
                <a:lnTo>
                  <a:pt x="168" y="20"/>
                </a:lnTo>
                <a:lnTo>
                  <a:pt x="169" y="11"/>
                </a:lnTo>
                <a:lnTo>
                  <a:pt x="176" y="11"/>
                </a:lnTo>
                <a:lnTo>
                  <a:pt x="179" y="18"/>
                </a:lnTo>
                <a:lnTo>
                  <a:pt x="174" y="20"/>
                </a:lnTo>
                <a:lnTo>
                  <a:pt x="168" y="6"/>
                </a:lnTo>
                <a:moveTo>
                  <a:pt x="183" y="22"/>
                </a:moveTo>
                <a:lnTo>
                  <a:pt x="182" y="37"/>
                </a:lnTo>
                <a:lnTo>
                  <a:pt x="166" y="35"/>
                </a:lnTo>
                <a:lnTo>
                  <a:pt x="168" y="20"/>
                </a:lnTo>
                <a:lnTo>
                  <a:pt x="183" y="22"/>
                </a:lnTo>
                <a:moveTo>
                  <a:pt x="182" y="37"/>
                </a:moveTo>
                <a:lnTo>
                  <a:pt x="180" y="52"/>
                </a:lnTo>
                <a:lnTo>
                  <a:pt x="165" y="51"/>
                </a:lnTo>
                <a:lnTo>
                  <a:pt x="166" y="35"/>
                </a:lnTo>
                <a:lnTo>
                  <a:pt x="182" y="37"/>
                </a:lnTo>
                <a:moveTo>
                  <a:pt x="180" y="52"/>
                </a:moveTo>
                <a:lnTo>
                  <a:pt x="179" y="67"/>
                </a:lnTo>
                <a:lnTo>
                  <a:pt x="164" y="66"/>
                </a:lnTo>
                <a:lnTo>
                  <a:pt x="165" y="51"/>
                </a:lnTo>
                <a:lnTo>
                  <a:pt x="180" y="52"/>
                </a:lnTo>
                <a:moveTo>
                  <a:pt x="179" y="67"/>
                </a:moveTo>
                <a:lnTo>
                  <a:pt x="178" y="82"/>
                </a:lnTo>
                <a:lnTo>
                  <a:pt x="162" y="81"/>
                </a:lnTo>
                <a:lnTo>
                  <a:pt x="164" y="66"/>
                </a:lnTo>
                <a:lnTo>
                  <a:pt x="179" y="67"/>
                </a:lnTo>
                <a:moveTo>
                  <a:pt x="178" y="82"/>
                </a:moveTo>
                <a:lnTo>
                  <a:pt x="176" y="97"/>
                </a:lnTo>
                <a:lnTo>
                  <a:pt x="161" y="96"/>
                </a:lnTo>
                <a:lnTo>
                  <a:pt x="162" y="81"/>
                </a:lnTo>
                <a:lnTo>
                  <a:pt x="178" y="82"/>
                </a:lnTo>
                <a:moveTo>
                  <a:pt x="176" y="97"/>
                </a:moveTo>
                <a:lnTo>
                  <a:pt x="175" y="113"/>
                </a:lnTo>
                <a:lnTo>
                  <a:pt x="160" y="111"/>
                </a:lnTo>
                <a:lnTo>
                  <a:pt x="161" y="96"/>
                </a:lnTo>
                <a:lnTo>
                  <a:pt x="176" y="97"/>
                </a:lnTo>
                <a:moveTo>
                  <a:pt x="175" y="113"/>
                </a:moveTo>
                <a:lnTo>
                  <a:pt x="173" y="129"/>
                </a:lnTo>
                <a:lnTo>
                  <a:pt x="158" y="127"/>
                </a:lnTo>
                <a:lnTo>
                  <a:pt x="160" y="111"/>
                </a:lnTo>
                <a:lnTo>
                  <a:pt x="175" y="113"/>
                </a:lnTo>
                <a:moveTo>
                  <a:pt x="173" y="129"/>
                </a:moveTo>
                <a:lnTo>
                  <a:pt x="172" y="144"/>
                </a:lnTo>
                <a:lnTo>
                  <a:pt x="157" y="142"/>
                </a:lnTo>
                <a:lnTo>
                  <a:pt x="158" y="127"/>
                </a:lnTo>
                <a:lnTo>
                  <a:pt x="173" y="129"/>
                </a:lnTo>
                <a:moveTo>
                  <a:pt x="172" y="144"/>
                </a:moveTo>
                <a:lnTo>
                  <a:pt x="171" y="159"/>
                </a:lnTo>
                <a:lnTo>
                  <a:pt x="156" y="158"/>
                </a:lnTo>
                <a:lnTo>
                  <a:pt x="157" y="142"/>
                </a:lnTo>
                <a:lnTo>
                  <a:pt x="172" y="144"/>
                </a:lnTo>
                <a:moveTo>
                  <a:pt x="171" y="159"/>
                </a:moveTo>
                <a:lnTo>
                  <a:pt x="169" y="177"/>
                </a:lnTo>
                <a:lnTo>
                  <a:pt x="146" y="162"/>
                </a:lnTo>
                <a:lnTo>
                  <a:pt x="154" y="149"/>
                </a:lnTo>
                <a:lnTo>
                  <a:pt x="167" y="157"/>
                </a:lnTo>
                <a:lnTo>
                  <a:pt x="163" y="164"/>
                </a:lnTo>
                <a:lnTo>
                  <a:pt x="155" y="163"/>
                </a:lnTo>
                <a:lnTo>
                  <a:pt x="156" y="158"/>
                </a:lnTo>
                <a:lnTo>
                  <a:pt x="171" y="1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3639600" y="2359800"/>
            <a:ext cx="830880" cy="39960"/>
          </a:xfrm>
          <a:custGeom>
            <a:avLst/>
            <a:gdLst/>
            <a:ahLst/>
            <a:rect l="0" t="0" r="r" b="b"/>
            <a:pathLst>
              <a:path fill="none" w="2308" h="111">
                <a:moveTo>
                  <a:pt x="2308" y="23"/>
                </a:moveTo>
                <a:lnTo>
                  <a:pt x="2109" y="47"/>
                </a:lnTo>
                <a:cubicBezTo>
                  <a:pt x="1911" y="69"/>
                  <a:pt x="1514" y="115"/>
                  <a:pt x="1129" y="111"/>
                </a:cubicBezTo>
                <a:cubicBezTo>
                  <a:pt x="745" y="107"/>
                  <a:pt x="373" y="54"/>
                  <a:pt x="186" y="26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3612600" y="233640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40" y="152"/>
                </a:moveTo>
                <a:lnTo>
                  <a:pt x="0" y="55"/>
                </a:lnTo>
                <a:lnTo>
                  <a:pt x="162" y="0"/>
                </a:lnTo>
                <a:lnTo>
                  <a:pt x="140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3606480" y="2332440"/>
            <a:ext cx="67680" cy="63360"/>
          </a:xfrm>
          <a:custGeom>
            <a:avLst/>
            <a:gdLst/>
            <a:ahLst/>
            <a:rect l="0" t="0" r="r" b="b"/>
            <a:pathLst>
              <a:path w="188" h="176">
                <a:moveTo>
                  <a:pt x="140" y="160"/>
                </a:moveTo>
                <a:lnTo>
                  <a:pt x="127" y="152"/>
                </a:lnTo>
                <a:lnTo>
                  <a:pt x="136" y="139"/>
                </a:lnTo>
                <a:lnTo>
                  <a:pt x="148" y="148"/>
                </a:lnTo>
                <a:lnTo>
                  <a:pt x="140" y="160"/>
                </a:lnTo>
                <a:moveTo>
                  <a:pt x="127" y="152"/>
                </a:moveTo>
                <a:lnTo>
                  <a:pt x="114" y="143"/>
                </a:lnTo>
                <a:lnTo>
                  <a:pt x="123" y="131"/>
                </a:lnTo>
                <a:lnTo>
                  <a:pt x="136" y="139"/>
                </a:lnTo>
                <a:lnTo>
                  <a:pt x="127" y="152"/>
                </a:lnTo>
                <a:moveTo>
                  <a:pt x="114" y="143"/>
                </a:moveTo>
                <a:lnTo>
                  <a:pt x="102" y="134"/>
                </a:lnTo>
                <a:lnTo>
                  <a:pt x="111" y="122"/>
                </a:lnTo>
                <a:lnTo>
                  <a:pt x="123" y="131"/>
                </a:lnTo>
                <a:lnTo>
                  <a:pt x="114" y="143"/>
                </a:lnTo>
                <a:moveTo>
                  <a:pt x="102" y="134"/>
                </a:moveTo>
                <a:lnTo>
                  <a:pt x="89" y="126"/>
                </a:lnTo>
                <a:lnTo>
                  <a:pt x="98" y="113"/>
                </a:lnTo>
                <a:lnTo>
                  <a:pt x="111" y="122"/>
                </a:lnTo>
                <a:lnTo>
                  <a:pt x="102" y="134"/>
                </a:lnTo>
                <a:moveTo>
                  <a:pt x="89" y="126"/>
                </a:moveTo>
                <a:lnTo>
                  <a:pt x="77" y="117"/>
                </a:lnTo>
                <a:lnTo>
                  <a:pt x="86" y="105"/>
                </a:lnTo>
                <a:lnTo>
                  <a:pt x="98" y="113"/>
                </a:lnTo>
                <a:lnTo>
                  <a:pt x="89" y="126"/>
                </a:lnTo>
                <a:moveTo>
                  <a:pt x="77" y="117"/>
                </a:moveTo>
                <a:lnTo>
                  <a:pt x="64" y="108"/>
                </a:lnTo>
                <a:lnTo>
                  <a:pt x="73" y="96"/>
                </a:lnTo>
                <a:lnTo>
                  <a:pt x="86" y="105"/>
                </a:lnTo>
                <a:lnTo>
                  <a:pt x="77" y="117"/>
                </a:lnTo>
                <a:moveTo>
                  <a:pt x="64" y="108"/>
                </a:moveTo>
                <a:lnTo>
                  <a:pt x="52" y="100"/>
                </a:lnTo>
                <a:lnTo>
                  <a:pt x="61" y="87"/>
                </a:lnTo>
                <a:lnTo>
                  <a:pt x="73" y="96"/>
                </a:lnTo>
                <a:lnTo>
                  <a:pt x="64" y="108"/>
                </a:lnTo>
                <a:moveTo>
                  <a:pt x="52" y="100"/>
                </a:moveTo>
                <a:lnTo>
                  <a:pt x="39" y="91"/>
                </a:lnTo>
                <a:lnTo>
                  <a:pt x="48" y="79"/>
                </a:lnTo>
                <a:lnTo>
                  <a:pt x="61" y="87"/>
                </a:lnTo>
                <a:lnTo>
                  <a:pt x="52" y="100"/>
                </a:lnTo>
                <a:moveTo>
                  <a:pt x="39" y="91"/>
                </a:moveTo>
                <a:lnTo>
                  <a:pt x="27" y="83"/>
                </a:lnTo>
                <a:lnTo>
                  <a:pt x="36" y="70"/>
                </a:lnTo>
                <a:lnTo>
                  <a:pt x="48" y="79"/>
                </a:lnTo>
                <a:lnTo>
                  <a:pt x="39" y="91"/>
                </a:lnTo>
                <a:moveTo>
                  <a:pt x="27" y="83"/>
                </a:moveTo>
                <a:lnTo>
                  <a:pt x="14" y="74"/>
                </a:lnTo>
                <a:lnTo>
                  <a:pt x="23" y="61"/>
                </a:lnTo>
                <a:lnTo>
                  <a:pt x="36" y="70"/>
                </a:lnTo>
                <a:lnTo>
                  <a:pt x="27" y="83"/>
                </a:lnTo>
                <a:moveTo>
                  <a:pt x="14" y="74"/>
                </a:moveTo>
                <a:lnTo>
                  <a:pt x="0" y="64"/>
                </a:lnTo>
                <a:lnTo>
                  <a:pt x="26" y="55"/>
                </a:lnTo>
                <a:lnTo>
                  <a:pt x="31" y="69"/>
                </a:lnTo>
                <a:lnTo>
                  <a:pt x="19" y="73"/>
                </a:lnTo>
                <a:lnTo>
                  <a:pt x="17" y="66"/>
                </a:lnTo>
                <a:lnTo>
                  <a:pt x="21" y="60"/>
                </a:lnTo>
                <a:lnTo>
                  <a:pt x="23" y="61"/>
                </a:lnTo>
                <a:lnTo>
                  <a:pt x="14" y="74"/>
                </a:lnTo>
                <a:moveTo>
                  <a:pt x="26" y="55"/>
                </a:moveTo>
                <a:lnTo>
                  <a:pt x="40" y="50"/>
                </a:lnTo>
                <a:lnTo>
                  <a:pt x="45" y="64"/>
                </a:lnTo>
                <a:lnTo>
                  <a:pt x="31" y="69"/>
                </a:lnTo>
                <a:lnTo>
                  <a:pt x="26" y="55"/>
                </a:lnTo>
                <a:moveTo>
                  <a:pt x="40" y="50"/>
                </a:moveTo>
                <a:lnTo>
                  <a:pt x="55" y="44"/>
                </a:lnTo>
                <a:lnTo>
                  <a:pt x="60" y="60"/>
                </a:lnTo>
                <a:lnTo>
                  <a:pt x="45" y="64"/>
                </a:lnTo>
                <a:lnTo>
                  <a:pt x="40" y="50"/>
                </a:lnTo>
                <a:moveTo>
                  <a:pt x="55" y="44"/>
                </a:moveTo>
                <a:lnTo>
                  <a:pt x="69" y="39"/>
                </a:lnTo>
                <a:lnTo>
                  <a:pt x="74" y="55"/>
                </a:lnTo>
                <a:lnTo>
                  <a:pt x="60" y="60"/>
                </a:lnTo>
                <a:lnTo>
                  <a:pt x="55" y="44"/>
                </a:lnTo>
                <a:moveTo>
                  <a:pt x="69" y="39"/>
                </a:moveTo>
                <a:lnTo>
                  <a:pt x="84" y="35"/>
                </a:lnTo>
                <a:lnTo>
                  <a:pt x="88" y="50"/>
                </a:lnTo>
                <a:lnTo>
                  <a:pt x="74" y="55"/>
                </a:lnTo>
                <a:lnTo>
                  <a:pt x="69" y="39"/>
                </a:lnTo>
                <a:moveTo>
                  <a:pt x="84" y="35"/>
                </a:moveTo>
                <a:lnTo>
                  <a:pt x="98" y="30"/>
                </a:lnTo>
                <a:lnTo>
                  <a:pt x="103" y="44"/>
                </a:lnTo>
                <a:lnTo>
                  <a:pt x="88" y="50"/>
                </a:lnTo>
                <a:lnTo>
                  <a:pt x="84" y="35"/>
                </a:lnTo>
                <a:moveTo>
                  <a:pt x="98" y="30"/>
                </a:moveTo>
                <a:lnTo>
                  <a:pt x="112" y="25"/>
                </a:lnTo>
                <a:lnTo>
                  <a:pt x="117" y="39"/>
                </a:lnTo>
                <a:lnTo>
                  <a:pt x="103" y="44"/>
                </a:lnTo>
                <a:lnTo>
                  <a:pt x="98" y="30"/>
                </a:lnTo>
                <a:moveTo>
                  <a:pt x="112" y="25"/>
                </a:moveTo>
                <a:lnTo>
                  <a:pt x="127" y="20"/>
                </a:lnTo>
                <a:lnTo>
                  <a:pt x="132" y="35"/>
                </a:lnTo>
                <a:lnTo>
                  <a:pt x="117" y="39"/>
                </a:lnTo>
                <a:lnTo>
                  <a:pt x="112" y="25"/>
                </a:lnTo>
                <a:moveTo>
                  <a:pt x="127" y="20"/>
                </a:moveTo>
                <a:lnTo>
                  <a:pt x="141" y="15"/>
                </a:lnTo>
                <a:lnTo>
                  <a:pt x="146" y="30"/>
                </a:lnTo>
                <a:lnTo>
                  <a:pt x="132" y="35"/>
                </a:lnTo>
                <a:lnTo>
                  <a:pt x="127" y="20"/>
                </a:lnTo>
                <a:moveTo>
                  <a:pt x="141" y="15"/>
                </a:moveTo>
                <a:lnTo>
                  <a:pt x="156" y="11"/>
                </a:lnTo>
                <a:lnTo>
                  <a:pt x="161" y="25"/>
                </a:lnTo>
                <a:lnTo>
                  <a:pt x="146" y="30"/>
                </a:lnTo>
                <a:lnTo>
                  <a:pt x="141" y="15"/>
                </a:lnTo>
                <a:moveTo>
                  <a:pt x="156" y="11"/>
                </a:moveTo>
                <a:lnTo>
                  <a:pt x="170" y="6"/>
                </a:lnTo>
                <a:lnTo>
                  <a:pt x="176" y="20"/>
                </a:lnTo>
                <a:lnTo>
                  <a:pt x="161" y="25"/>
                </a:lnTo>
                <a:lnTo>
                  <a:pt x="156" y="11"/>
                </a:lnTo>
                <a:moveTo>
                  <a:pt x="170" y="6"/>
                </a:moveTo>
                <a:lnTo>
                  <a:pt x="188" y="0"/>
                </a:lnTo>
                <a:lnTo>
                  <a:pt x="185" y="22"/>
                </a:lnTo>
                <a:lnTo>
                  <a:pt x="169" y="20"/>
                </a:lnTo>
                <a:lnTo>
                  <a:pt x="170" y="10"/>
                </a:lnTo>
                <a:lnTo>
                  <a:pt x="179" y="11"/>
                </a:lnTo>
                <a:lnTo>
                  <a:pt x="181" y="18"/>
                </a:lnTo>
                <a:lnTo>
                  <a:pt x="176" y="20"/>
                </a:lnTo>
                <a:lnTo>
                  <a:pt x="170" y="6"/>
                </a:lnTo>
                <a:moveTo>
                  <a:pt x="185" y="22"/>
                </a:moveTo>
                <a:lnTo>
                  <a:pt x="183" y="37"/>
                </a:lnTo>
                <a:lnTo>
                  <a:pt x="167" y="35"/>
                </a:lnTo>
                <a:lnTo>
                  <a:pt x="169" y="20"/>
                </a:lnTo>
                <a:lnTo>
                  <a:pt x="185" y="22"/>
                </a:lnTo>
                <a:moveTo>
                  <a:pt x="183" y="37"/>
                </a:moveTo>
                <a:lnTo>
                  <a:pt x="181" y="53"/>
                </a:lnTo>
                <a:lnTo>
                  <a:pt x="165" y="51"/>
                </a:lnTo>
                <a:lnTo>
                  <a:pt x="167" y="35"/>
                </a:lnTo>
                <a:lnTo>
                  <a:pt x="183" y="37"/>
                </a:lnTo>
                <a:moveTo>
                  <a:pt x="181" y="53"/>
                </a:moveTo>
                <a:lnTo>
                  <a:pt x="179" y="68"/>
                </a:lnTo>
                <a:lnTo>
                  <a:pt x="162" y="66"/>
                </a:lnTo>
                <a:lnTo>
                  <a:pt x="165" y="51"/>
                </a:lnTo>
                <a:lnTo>
                  <a:pt x="181" y="53"/>
                </a:lnTo>
                <a:moveTo>
                  <a:pt x="179" y="68"/>
                </a:moveTo>
                <a:lnTo>
                  <a:pt x="176" y="83"/>
                </a:lnTo>
                <a:lnTo>
                  <a:pt x="160" y="81"/>
                </a:lnTo>
                <a:lnTo>
                  <a:pt x="162" y="66"/>
                </a:lnTo>
                <a:lnTo>
                  <a:pt x="179" y="68"/>
                </a:lnTo>
                <a:moveTo>
                  <a:pt x="176" y="83"/>
                </a:moveTo>
                <a:lnTo>
                  <a:pt x="173" y="98"/>
                </a:lnTo>
                <a:lnTo>
                  <a:pt x="158" y="96"/>
                </a:lnTo>
                <a:lnTo>
                  <a:pt x="160" y="81"/>
                </a:lnTo>
                <a:lnTo>
                  <a:pt x="176" y="83"/>
                </a:lnTo>
                <a:moveTo>
                  <a:pt x="173" y="98"/>
                </a:moveTo>
                <a:lnTo>
                  <a:pt x="171" y="113"/>
                </a:lnTo>
                <a:lnTo>
                  <a:pt x="156" y="111"/>
                </a:lnTo>
                <a:lnTo>
                  <a:pt x="158" y="96"/>
                </a:lnTo>
                <a:lnTo>
                  <a:pt x="173" y="98"/>
                </a:lnTo>
                <a:moveTo>
                  <a:pt x="171" y="113"/>
                </a:moveTo>
                <a:lnTo>
                  <a:pt x="169" y="128"/>
                </a:lnTo>
                <a:lnTo>
                  <a:pt x="154" y="126"/>
                </a:lnTo>
                <a:lnTo>
                  <a:pt x="156" y="111"/>
                </a:lnTo>
                <a:lnTo>
                  <a:pt x="171" y="113"/>
                </a:lnTo>
                <a:moveTo>
                  <a:pt x="169" y="128"/>
                </a:moveTo>
                <a:lnTo>
                  <a:pt x="167" y="143"/>
                </a:lnTo>
                <a:lnTo>
                  <a:pt x="152" y="141"/>
                </a:lnTo>
                <a:lnTo>
                  <a:pt x="154" y="126"/>
                </a:lnTo>
                <a:lnTo>
                  <a:pt x="169" y="128"/>
                </a:lnTo>
                <a:moveTo>
                  <a:pt x="167" y="143"/>
                </a:moveTo>
                <a:lnTo>
                  <a:pt x="165" y="158"/>
                </a:lnTo>
                <a:lnTo>
                  <a:pt x="150" y="156"/>
                </a:lnTo>
                <a:lnTo>
                  <a:pt x="152" y="141"/>
                </a:lnTo>
                <a:lnTo>
                  <a:pt x="167" y="143"/>
                </a:lnTo>
                <a:moveTo>
                  <a:pt x="165" y="158"/>
                </a:moveTo>
                <a:lnTo>
                  <a:pt x="162" y="176"/>
                </a:lnTo>
                <a:lnTo>
                  <a:pt x="140" y="160"/>
                </a:lnTo>
                <a:lnTo>
                  <a:pt x="148" y="148"/>
                </a:lnTo>
                <a:lnTo>
                  <a:pt x="161" y="157"/>
                </a:lnTo>
                <a:lnTo>
                  <a:pt x="156" y="163"/>
                </a:lnTo>
                <a:lnTo>
                  <a:pt x="149" y="162"/>
                </a:lnTo>
                <a:lnTo>
                  <a:pt x="150" y="156"/>
                </a:lnTo>
                <a:lnTo>
                  <a:pt x="165" y="15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175760" y="2322360"/>
            <a:ext cx="1183680" cy="67320"/>
          </a:xfrm>
          <a:custGeom>
            <a:avLst/>
            <a:gdLst/>
            <a:ahLst/>
            <a:rect l="0" t="0" r="r" b="b"/>
            <a:pathLst>
              <a:path fill="none" w="3288" h="187">
                <a:moveTo>
                  <a:pt x="3288" y="58"/>
                </a:moveTo>
                <a:lnTo>
                  <a:pt x="3008" y="93"/>
                </a:lnTo>
                <a:cubicBezTo>
                  <a:pt x="2729" y="127"/>
                  <a:pt x="2171" y="196"/>
                  <a:pt x="1622" y="186"/>
                </a:cubicBezTo>
                <a:cubicBezTo>
                  <a:pt x="1075" y="176"/>
                  <a:pt x="537" y="89"/>
                  <a:pt x="269" y="44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1148760" y="2299680"/>
            <a:ext cx="59040" cy="54720"/>
          </a:xfrm>
          <a:custGeom>
            <a:avLst/>
            <a:gdLst/>
            <a:ahLst/>
            <a:rect l="0" t="0" r="r" b="b"/>
            <a:pathLst>
              <a:path w="164" h="152">
                <a:moveTo>
                  <a:pt x="139" y="152"/>
                </a:moveTo>
                <a:lnTo>
                  <a:pt x="0" y="51"/>
                </a:lnTo>
                <a:lnTo>
                  <a:pt x="164" y="0"/>
                </a:lnTo>
                <a:lnTo>
                  <a:pt x="139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142640" y="2296080"/>
            <a:ext cx="68400" cy="63000"/>
          </a:xfrm>
          <a:custGeom>
            <a:avLst/>
            <a:gdLst/>
            <a:ahLst/>
            <a:rect l="0" t="0" r="r" b="b"/>
            <a:pathLst>
              <a:path w="190" h="175">
                <a:moveTo>
                  <a:pt x="139" y="159"/>
                </a:moveTo>
                <a:lnTo>
                  <a:pt x="127" y="150"/>
                </a:lnTo>
                <a:lnTo>
                  <a:pt x="136" y="137"/>
                </a:lnTo>
                <a:lnTo>
                  <a:pt x="148" y="145"/>
                </a:lnTo>
                <a:lnTo>
                  <a:pt x="139" y="159"/>
                </a:lnTo>
                <a:moveTo>
                  <a:pt x="127" y="150"/>
                </a:moveTo>
                <a:lnTo>
                  <a:pt x="114" y="140"/>
                </a:lnTo>
                <a:lnTo>
                  <a:pt x="124" y="128"/>
                </a:lnTo>
                <a:lnTo>
                  <a:pt x="136" y="137"/>
                </a:lnTo>
                <a:lnTo>
                  <a:pt x="127" y="150"/>
                </a:lnTo>
                <a:moveTo>
                  <a:pt x="114" y="140"/>
                </a:moveTo>
                <a:lnTo>
                  <a:pt x="101" y="131"/>
                </a:lnTo>
                <a:lnTo>
                  <a:pt x="110" y="119"/>
                </a:lnTo>
                <a:lnTo>
                  <a:pt x="124" y="128"/>
                </a:lnTo>
                <a:lnTo>
                  <a:pt x="114" y="140"/>
                </a:lnTo>
                <a:moveTo>
                  <a:pt x="101" y="131"/>
                </a:moveTo>
                <a:lnTo>
                  <a:pt x="89" y="122"/>
                </a:lnTo>
                <a:lnTo>
                  <a:pt x="98" y="110"/>
                </a:lnTo>
                <a:lnTo>
                  <a:pt x="110" y="119"/>
                </a:lnTo>
                <a:lnTo>
                  <a:pt x="101" y="131"/>
                </a:lnTo>
                <a:moveTo>
                  <a:pt x="89" y="122"/>
                </a:moveTo>
                <a:lnTo>
                  <a:pt x="77" y="113"/>
                </a:lnTo>
                <a:lnTo>
                  <a:pt x="86" y="101"/>
                </a:lnTo>
                <a:lnTo>
                  <a:pt x="98" y="110"/>
                </a:lnTo>
                <a:lnTo>
                  <a:pt x="89" y="122"/>
                </a:lnTo>
                <a:moveTo>
                  <a:pt x="77" y="113"/>
                </a:moveTo>
                <a:lnTo>
                  <a:pt x="64" y="104"/>
                </a:lnTo>
                <a:lnTo>
                  <a:pt x="73" y="92"/>
                </a:lnTo>
                <a:lnTo>
                  <a:pt x="86" y="101"/>
                </a:lnTo>
                <a:lnTo>
                  <a:pt x="77" y="113"/>
                </a:lnTo>
                <a:moveTo>
                  <a:pt x="64" y="104"/>
                </a:moveTo>
                <a:lnTo>
                  <a:pt x="52" y="95"/>
                </a:lnTo>
                <a:lnTo>
                  <a:pt x="61" y="83"/>
                </a:lnTo>
                <a:lnTo>
                  <a:pt x="73" y="92"/>
                </a:lnTo>
                <a:lnTo>
                  <a:pt x="64" y="104"/>
                </a:lnTo>
                <a:moveTo>
                  <a:pt x="52" y="95"/>
                </a:moveTo>
                <a:lnTo>
                  <a:pt x="40" y="87"/>
                </a:lnTo>
                <a:lnTo>
                  <a:pt x="49" y="74"/>
                </a:lnTo>
                <a:lnTo>
                  <a:pt x="61" y="83"/>
                </a:lnTo>
                <a:lnTo>
                  <a:pt x="52" y="95"/>
                </a:lnTo>
                <a:moveTo>
                  <a:pt x="40" y="87"/>
                </a:moveTo>
                <a:lnTo>
                  <a:pt x="27" y="78"/>
                </a:lnTo>
                <a:lnTo>
                  <a:pt x="36" y="65"/>
                </a:lnTo>
                <a:lnTo>
                  <a:pt x="49" y="74"/>
                </a:lnTo>
                <a:lnTo>
                  <a:pt x="40" y="87"/>
                </a:lnTo>
                <a:moveTo>
                  <a:pt x="27" y="78"/>
                </a:moveTo>
                <a:lnTo>
                  <a:pt x="15" y="69"/>
                </a:lnTo>
                <a:lnTo>
                  <a:pt x="24" y="56"/>
                </a:lnTo>
                <a:lnTo>
                  <a:pt x="36" y="65"/>
                </a:lnTo>
                <a:lnTo>
                  <a:pt x="27" y="78"/>
                </a:lnTo>
                <a:moveTo>
                  <a:pt x="15" y="69"/>
                </a:moveTo>
                <a:lnTo>
                  <a:pt x="0" y="58"/>
                </a:lnTo>
                <a:lnTo>
                  <a:pt x="27" y="50"/>
                </a:lnTo>
                <a:lnTo>
                  <a:pt x="31" y="65"/>
                </a:lnTo>
                <a:lnTo>
                  <a:pt x="19" y="68"/>
                </a:lnTo>
                <a:lnTo>
                  <a:pt x="17" y="61"/>
                </a:lnTo>
                <a:lnTo>
                  <a:pt x="22" y="55"/>
                </a:lnTo>
                <a:lnTo>
                  <a:pt x="24" y="56"/>
                </a:lnTo>
                <a:lnTo>
                  <a:pt x="15" y="69"/>
                </a:lnTo>
                <a:moveTo>
                  <a:pt x="27" y="50"/>
                </a:moveTo>
                <a:lnTo>
                  <a:pt x="41" y="46"/>
                </a:lnTo>
                <a:lnTo>
                  <a:pt x="46" y="60"/>
                </a:lnTo>
                <a:lnTo>
                  <a:pt x="31" y="65"/>
                </a:lnTo>
                <a:lnTo>
                  <a:pt x="27" y="50"/>
                </a:lnTo>
                <a:moveTo>
                  <a:pt x="41" y="46"/>
                </a:moveTo>
                <a:lnTo>
                  <a:pt x="56" y="41"/>
                </a:lnTo>
                <a:lnTo>
                  <a:pt x="60" y="56"/>
                </a:lnTo>
                <a:lnTo>
                  <a:pt x="46" y="60"/>
                </a:lnTo>
                <a:lnTo>
                  <a:pt x="41" y="46"/>
                </a:lnTo>
                <a:moveTo>
                  <a:pt x="56" y="41"/>
                </a:moveTo>
                <a:lnTo>
                  <a:pt x="70" y="36"/>
                </a:lnTo>
                <a:lnTo>
                  <a:pt x="75" y="51"/>
                </a:lnTo>
                <a:lnTo>
                  <a:pt x="60" y="56"/>
                </a:lnTo>
                <a:lnTo>
                  <a:pt x="56" y="41"/>
                </a:lnTo>
                <a:moveTo>
                  <a:pt x="70" y="36"/>
                </a:moveTo>
                <a:lnTo>
                  <a:pt x="85" y="32"/>
                </a:lnTo>
                <a:lnTo>
                  <a:pt x="89" y="46"/>
                </a:lnTo>
                <a:lnTo>
                  <a:pt x="75" y="51"/>
                </a:lnTo>
                <a:lnTo>
                  <a:pt x="70" y="36"/>
                </a:lnTo>
                <a:moveTo>
                  <a:pt x="85" y="32"/>
                </a:moveTo>
                <a:lnTo>
                  <a:pt x="99" y="27"/>
                </a:lnTo>
                <a:lnTo>
                  <a:pt x="104" y="42"/>
                </a:lnTo>
                <a:lnTo>
                  <a:pt x="89" y="46"/>
                </a:lnTo>
                <a:lnTo>
                  <a:pt x="85" y="32"/>
                </a:lnTo>
                <a:moveTo>
                  <a:pt x="99" y="27"/>
                </a:moveTo>
                <a:lnTo>
                  <a:pt x="114" y="23"/>
                </a:lnTo>
                <a:lnTo>
                  <a:pt x="119" y="37"/>
                </a:lnTo>
                <a:lnTo>
                  <a:pt x="104" y="42"/>
                </a:lnTo>
                <a:lnTo>
                  <a:pt x="99" y="27"/>
                </a:lnTo>
                <a:moveTo>
                  <a:pt x="114" y="23"/>
                </a:moveTo>
                <a:lnTo>
                  <a:pt x="129" y="18"/>
                </a:lnTo>
                <a:lnTo>
                  <a:pt x="134" y="33"/>
                </a:lnTo>
                <a:lnTo>
                  <a:pt x="119" y="37"/>
                </a:lnTo>
                <a:lnTo>
                  <a:pt x="114" y="23"/>
                </a:lnTo>
                <a:moveTo>
                  <a:pt x="129" y="18"/>
                </a:moveTo>
                <a:lnTo>
                  <a:pt x="144" y="14"/>
                </a:lnTo>
                <a:lnTo>
                  <a:pt x="148" y="28"/>
                </a:lnTo>
                <a:lnTo>
                  <a:pt x="134" y="33"/>
                </a:lnTo>
                <a:lnTo>
                  <a:pt x="129" y="18"/>
                </a:lnTo>
                <a:moveTo>
                  <a:pt x="144" y="14"/>
                </a:moveTo>
                <a:lnTo>
                  <a:pt x="158" y="9"/>
                </a:lnTo>
                <a:lnTo>
                  <a:pt x="163" y="24"/>
                </a:lnTo>
                <a:lnTo>
                  <a:pt x="148" y="28"/>
                </a:lnTo>
                <a:lnTo>
                  <a:pt x="144" y="14"/>
                </a:lnTo>
                <a:moveTo>
                  <a:pt x="158" y="9"/>
                </a:moveTo>
                <a:lnTo>
                  <a:pt x="173" y="5"/>
                </a:lnTo>
                <a:lnTo>
                  <a:pt x="178" y="19"/>
                </a:lnTo>
                <a:lnTo>
                  <a:pt x="163" y="24"/>
                </a:lnTo>
                <a:lnTo>
                  <a:pt x="158" y="9"/>
                </a:lnTo>
                <a:moveTo>
                  <a:pt x="173" y="5"/>
                </a:moveTo>
                <a:lnTo>
                  <a:pt x="190" y="0"/>
                </a:lnTo>
                <a:lnTo>
                  <a:pt x="186" y="21"/>
                </a:lnTo>
                <a:lnTo>
                  <a:pt x="171" y="19"/>
                </a:lnTo>
                <a:lnTo>
                  <a:pt x="173" y="9"/>
                </a:lnTo>
                <a:lnTo>
                  <a:pt x="181" y="10"/>
                </a:lnTo>
                <a:lnTo>
                  <a:pt x="183" y="18"/>
                </a:lnTo>
                <a:lnTo>
                  <a:pt x="178" y="19"/>
                </a:lnTo>
                <a:lnTo>
                  <a:pt x="173" y="5"/>
                </a:lnTo>
                <a:moveTo>
                  <a:pt x="186" y="21"/>
                </a:moveTo>
                <a:lnTo>
                  <a:pt x="184" y="36"/>
                </a:lnTo>
                <a:lnTo>
                  <a:pt x="169" y="34"/>
                </a:lnTo>
                <a:lnTo>
                  <a:pt x="171" y="19"/>
                </a:lnTo>
                <a:lnTo>
                  <a:pt x="186" y="21"/>
                </a:lnTo>
                <a:moveTo>
                  <a:pt x="184" y="36"/>
                </a:moveTo>
                <a:lnTo>
                  <a:pt x="182" y="51"/>
                </a:lnTo>
                <a:lnTo>
                  <a:pt x="167" y="49"/>
                </a:lnTo>
                <a:lnTo>
                  <a:pt x="169" y="34"/>
                </a:lnTo>
                <a:lnTo>
                  <a:pt x="184" y="36"/>
                </a:lnTo>
                <a:moveTo>
                  <a:pt x="182" y="51"/>
                </a:moveTo>
                <a:lnTo>
                  <a:pt x="179" y="66"/>
                </a:lnTo>
                <a:lnTo>
                  <a:pt x="164" y="64"/>
                </a:lnTo>
                <a:lnTo>
                  <a:pt x="167" y="49"/>
                </a:lnTo>
                <a:lnTo>
                  <a:pt x="182" y="51"/>
                </a:lnTo>
                <a:moveTo>
                  <a:pt x="179" y="66"/>
                </a:moveTo>
                <a:lnTo>
                  <a:pt x="177" y="81"/>
                </a:lnTo>
                <a:lnTo>
                  <a:pt x="162" y="79"/>
                </a:lnTo>
                <a:lnTo>
                  <a:pt x="164" y="64"/>
                </a:lnTo>
                <a:lnTo>
                  <a:pt x="179" y="66"/>
                </a:lnTo>
                <a:moveTo>
                  <a:pt x="177" y="81"/>
                </a:moveTo>
                <a:lnTo>
                  <a:pt x="174" y="96"/>
                </a:lnTo>
                <a:lnTo>
                  <a:pt x="159" y="94"/>
                </a:lnTo>
                <a:lnTo>
                  <a:pt x="162" y="79"/>
                </a:lnTo>
                <a:lnTo>
                  <a:pt x="177" y="81"/>
                </a:lnTo>
                <a:moveTo>
                  <a:pt x="174" y="96"/>
                </a:moveTo>
                <a:lnTo>
                  <a:pt x="172" y="111"/>
                </a:lnTo>
                <a:lnTo>
                  <a:pt x="157" y="109"/>
                </a:lnTo>
                <a:lnTo>
                  <a:pt x="159" y="94"/>
                </a:lnTo>
                <a:lnTo>
                  <a:pt x="174" y="96"/>
                </a:lnTo>
                <a:moveTo>
                  <a:pt x="172" y="111"/>
                </a:moveTo>
                <a:lnTo>
                  <a:pt x="169" y="126"/>
                </a:lnTo>
                <a:lnTo>
                  <a:pt x="154" y="124"/>
                </a:lnTo>
                <a:lnTo>
                  <a:pt x="157" y="109"/>
                </a:lnTo>
                <a:lnTo>
                  <a:pt x="172" y="111"/>
                </a:lnTo>
                <a:moveTo>
                  <a:pt x="169" y="126"/>
                </a:moveTo>
                <a:lnTo>
                  <a:pt x="167" y="141"/>
                </a:lnTo>
                <a:lnTo>
                  <a:pt x="152" y="139"/>
                </a:lnTo>
                <a:lnTo>
                  <a:pt x="154" y="124"/>
                </a:lnTo>
                <a:lnTo>
                  <a:pt x="169" y="126"/>
                </a:lnTo>
                <a:moveTo>
                  <a:pt x="167" y="141"/>
                </a:moveTo>
                <a:lnTo>
                  <a:pt x="164" y="157"/>
                </a:lnTo>
                <a:lnTo>
                  <a:pt x="149" y="155"/>
                </a:lnTo>
                <a:lnTo>
                  <a:pt x="152" y="139"/>
                </a:lnTo>
                <a:lnTo>
                  <a:pt x="167" y="141"/>
                </a:lnTo>
                <a:moveTo>
                  <a:pt x="164" y="157"/>
                </a:moveTo>
                <a:lnTo>
                  <a:pt x="162" y="175"/>
                </a:lnTo>
                <a:lnTo>
                  <a:pt x="139" y="159"/>
                </a:lnTo>
                <a:lnTo>
                  <a:pt x="148" y="145"/>
                </a:lnTo>
                <a:lnTo>
                  <a:pt x="160" y="155"/>
                </a:lnTo>
                <a:lnTo>
                  <a:pt x="156" y="162"/>
                </a:lnTo>
                <a:lnTo>
                  <a:pt x="149" y="160"/>
                </a:lnTo>
                <a:lnTo>
                  <a:pt x="149" y="155"/>
                </a:lnTo>
                <a:lnTo>
                  <a:pt x="164" y="1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439920" y="1320120"/>
            <a:ext cx="796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Fundament IT-applicaties, jaren 80 en 90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1320480" y="2049480"/>
            <a:ext cx="86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3824640" y="2048760"/>
            <a:ext cx="435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6421680" y="2048760"/>
            <a:ext cx="122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6764400" y="2349720"/>
            <a:ext cx="53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3783600" y="2349720"/>
            <a:ext cx="52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noFill/>
          <a:ln w="6840">
            <a:solidFill>
              <a:srgbClr val="d4a017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1604160" y="2349720"/>
            <a:ext cx="305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563400" y="2199240"/>
            <a:ext cx="54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2564280" y="211716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2619000" y="228132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5052960" y="203508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828320" y="2199240"/>
            <a:ext cx="107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  <a:lnTo>
                  <a:pt x="0" y="2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fill="none"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</a:path>
            </a:pathLst>
          </a:custGeom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5056560" y="2363400"/>
            <a:ext cx="610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7862760" y="218556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8063280" y="2349720"/>
            <a:ext cx="50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457200" y="3003480"/>
            <a:ext cx="89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blokken en een kringloop. De gebruiker geeft invoer of stelt een vraag aan de gebruikersschil, die stuurt een verzoek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456840" y="367632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4"/>
                  <a:pt x="28" y="222"/>
                </a:cubicBezTo>
                <a:cubicBezTo>
                  <a:pt x="37" y="200"/>
                  <a:pt x="48" y="180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8"/>
                  <a:pt x="199" y="37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4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8"/>
                  <a:pt x="2164" y="557"/>
                </a:cubicBezTo>
                <a:cubicBezTo>
                  <a:pt x="2151" y="577"/>
                  <a:pt x="2136" y="595"/>
                  <a:pt x="2119" y="611"/>
                </a:cubicBezTo>
                <a:cubicBezTo>
                  <a:pt x="2103" y="628"/>
                  <a:pt x="2085" y="643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8"/>
                  <a:pt x="1958" y="704"/>
                  <a:pt x="1935" y="709"/>
                </a:cubicBezTo>
                <a:cubicBezTo>
                  <a:pt x="1912" y="714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4"/>
                  <a:pt x="288" y="709"/>
                </a:cubicBezTo>
                <a:cubicBezTo>
                  <a:pt x="265" y="704"/>
                  <a:pt x="243" y="698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3"/>
                  <a:pt x="122" y="628"/>
                  <a:pt x="105" y="611"/>
                </a:cubicBezTo>
                <a:cubicBezTo>
                  <a:pt x="89" y="595"/>
                  <a:pt x="74" y="577"/>
                  <a:pt x="61" y="557"/>
                </a:cubicBezTo>
                <a:cubicBezTo>
                  <a:pt x="48" y="538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457200" y="3232080"/>
            <a:ext cx="8192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verwerking, die haalt of schrijft in de gegevensopslag en stuurt het antwoord terug. Alles binnen een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563760" y="373500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1367280" y="3718080"/>
            <a:ext cx="665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schooladministratie op een server in de kelder. Een applicatie, een gebruiker, een gebouw.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36" name=""/>
          <p:cNvSpPr/>
          <p:nvPr/>
        </p:nvSpPr>
        <p:spPr>
          <a:xfrm>
            <a:off x="5651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0"/>
                </a:moveTo>
                <a:lnTo>
                  <a:pt x="285" y="0"/>
                </a:lnTo>
                <a:cubicBezTo>
                  <a:pt x="571" y="0"/>
                  <a:pt x="1141" y="0"/>
                  <a:pt x="1713" y="130"/>
                </a:cubicBezTo>
                <a:cubicBezTo>
                  <a:pt x="2285" y="259"/>
                  <a:pt x="2858" y="517"/>
                  <a:pt x="3144" y="646"/>
                </a:cubicBezTo>
                <a:lnTo>
                  <a:pt x="3431" y="775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563040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66"/>
                </a:moveTo>
                <a:lnTo>
                  <a:pt x="131" y="131"/>
                </a:lnTo>
                <a:lnTo>
                  <a:pt x="131" y="0"/>
                </a:lnTo>
                <a:lnTo>
                  <a:pt x="0" y="6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562536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30" y="75"/>
                </a:moveTo>
                <a:lnTo>
                  <a:pt x="41" y="81"/>
                </a:lnTo>
                <a:lnTo>
                  <a:pt x="36" y="93"/>
                </a:lnTo>
                <a:lnTo>
                  <a:pt x="24" y="87"/>
                </a:lnTo>
                <a:lnTo>
                  <a:pt x="30" y="75"/>
                </a:lnTo>
                <a:moveTo>
                  <a:pt x="41" y="81"/>
                </a:moveTo>
                <a:lnTo>
                  <a:pt x="53" y="87"/>
                </a:lnTo>
                <a:lnTo>
                  <a:pt x="47" y="98"/>
                </a:lnTo>
                <a:lnTo>
                  <a:pt x="36" y="93"/>
                </a:lnTo>
                <a:lnTo>
                  <a:pt x="41" y="81"/>
                </a:lnTo>
                <a:moveTo>
                  <a:pt x="53" y="87"/>
                </a:moveTo>
                <a:lnTo>
                  <a:pt x="65" y="93"/>
                </a:lnTo>
                <a:lnTo>
                  <a:pt x="59" y="104"/>
                </a:lnTo>
                <a:lnTo>
                  <a:pt x="47" y="98"/>
                </a:lnTo>
                <a:lnTo>
                  <a:pt x="53" y="87"/>
                </a:lnTo>
                <a:moveTo>
                  <a:pt x="65" y="93"/>
                </a:moveTo>
                <a:lnTo>
                  <a:pt x="76" y="98"/>
                </a:lnTo>
                <a:lnTo>
                  <a:pt x="71" y="110"/>
                </a:lnTo>
                <a:lnTo>
                  <a:pt x="59" y="104"/>
                </a:lnTo>
                <a:lnTo>
                  <a:pt x="65" y="93"/>
                </a:lnTo>
                <a:moveTo>
                  <a:pt x="76" y="98"/>
                </a:moveTo>
                <a:lnTo>
                  <a:pt x="88" y="104"/>
                </a:lnTo>
                <a:lnTo>
                  <a:pt x="82" y="116"/>
                </a:lnTo>
                <a:lnTo>
                  <a:pt x="71" y="110"/>
                </a:lnTo>
                <a:lnTo>
                  <a:pt x="76" y="98"/>
                </a:lnTo>
                <a:moveTo>
                  <a:pt x="88" y="104"/>
                </a:moveTo>
                <a:lnTo>
                  <a:pt x="100" y="110"/>
                </a:lnTo>
                <a:lnTo>
                  <a:pt x="94" y="122"/>
                </a:lnTo>
                <a:lnTo>
                  <a:pt x="82" y="116"/>
                </a:lnTo>
                <a:lnTo>
                  <a:pt x="88" y="104"/>
                </a:lnTo>
                <a:moveTo>
                  <a:pt x="100" y="110"/>
                </a:moveTo>
                <a:lnTo>
                  <a:pt x="111" y="116"/>
                </a:lnTo>
                <a:lnTo>
                  <a:pt x="105" y="127"/>
                </a:lnTo>
                <a:lnTo>
                  <a:pt x="94" y="122"/>
                </a:lnTo>
                <a:lnTo>
                  <a:pt x="100" y="110"/>
                </a:lnTo>
                <a:moveTo>
                  <a:pt x="111" y="116"/>
                </a:moveTo>
                <a:lnTo>
                  <a:pt x="123" y="122"/>
                </a:lnTo>
                <a:lnTo>
                  <a:pt x="117" y="133"/>
                </a:lnTo>
                <a:lnTo>
                  <a:pt x="105" y="127"/>
                </a:lnTo>
                <a:lnTo>
                  <a:pt x="111" y="116"/>
                </a:lnTo>
                <a:moveTo>
                  <a:pt x="123" y="122"/>
                </a:moveTo>
                <a:lnTo>
                  <a:pt x="135" y="127"/>
                </a:lnTo>
                <a:lnTo>
                  <a:pt x="129" y="139"/>
                </a:lnTo>
                <a:lnTo>
                  <a:pt x="117" y="133"/>
                </a:lnTo>
                <a:lnTo>
                  <a:pt x="123" y="122"/>
                </a:lnTo>
                <a:moveTo>
                  <a:pt x="135" y="127"/>
                </a:moveTo>
                <a:lnTo>
                  <a:pt x="146" y="133"/>
                </a:lnTo>
                <a:lnTo>
                  <a:pt x="140" y="145"/>
                </a:lnTo>
                <a:lnTo>
                  <a:pt x="129" y="139"/>
                </a:lnTo>
                <a:lnTo>
                  <a:pt x="135" y="127"/>
                </a:lnTo>
                <a:moveTo>
                  <a:pt x="146" y="133"/>
                </a:moveTo>
                <a:lnTo>
                  <a:pt x="148" y="134"/>
                </a:lnTo>
                <a:lnTo>
                  <a:pt x="145" y="140"/>
                </a:lnTo>
                <a:lnTo>
                  <a:pt x="139" y="140"/>
                </a:lnTo>
                <a:lnTo>
                  <a:pt x="139" y="129"/>
                </a:lnTo>
                <a:lnTo>
                  <a:pt x="152" y="129"/>
                </a:lnTo>
                <a:lnTo>
                  <a:pt x="152" y="152"/>
                </a:lnTo>
                <a:lnTo>
                  <a:pt x="140" y="145"/>
                </a:lnTo>
                <a:lnTo>
                  <a:pt x="146" y="133"/>
                </a:lnTo>
                <a:moveTo>
                  <a:pt x="139" y="129"/>
                </a:moveTo>
                <a:lnTo>
                  <a:pt x="139" y="116"/>
                </a:lnTo>
                <a:lnTo>
                  <a:pt x="152" y="116"/>
                </a:lnTo>
                <a:lnTo>
                  <a:pt x="152" y="129"/>
                </a:lnTo>
                <a:lnTo>
                  <a:pt x="139" y="129"/>
                </a:lnTo>
                <a:moveTo>
                  <a:pt x="139" y="116"/>
                </a:moveTo>
                <a:lnTo>
                  <a:pt x="139" y="103"/>
                </a:lnTo>
                <a:lnTo>
                  <a:pt x="152" y="103"/>
                </a:lnTo>
                <a:lnTo>
                  <a:pt x="152" y="116"/>
                </a:lnTo>
                <a:lnTo>
                  <a:pt x="139" y="116"/>
                </a:lnTo>
                <a:moveTo>
                  <a:pt x="139" y="103"/>
                </a:moveTo>
                <a:lnTo>
                  <a:pt x="139" y="90"/>
                </a:lnTo>
                <a:lnTo>
                  <a:pt x="152" y="90"/>
                </a:lnTo>
                <a:lnTo>
                  <a:pt x="152" y="103"/>
                </a:lnTo>
                <a:lnTo>
                  <a:pt x="139" y="103"/>
                </a:lnTo>
                <a:moveTo>
                  <a:pt x="139" y="90"/>
                </a:moveTo>
                <a:lnTo>
                  <a:pt x="139" y="77"/>
                </a:lnTo>
                <a:lnTo>
                  <a:pt x="152" y="77"/>
                </a:lnTo>
                <a:lnTo>
                  <a:pt x="152" y="90"/>
                </a:lnTo>
                <a:lnTo>
                  <a:pt x="139" y="90"/>
                </a:lnTo>
                <a:moveTo>
                  <a:pt x="139" y="77"/>
                </a:moveTo>
                <a:lnTo>
                  <a:pt x="139" y="64"/>
                </a:lnTo>
                <a:lnTo>
                  <a:pt x="152" y="64"/>
                </a:lnTo>
                <a:lnTo>
                  <a:pt x="152" y="77"/>
                </a:lnTo>
                <a:lnTo>
                  <a:pt x="139" y="77"/>
                </a:lnTo>
                <a:moveTo>
                  <a:pt x="139" y="64"/>
                </a:moveTo>
                <a:lnTo>
                  <a:pt x="139" y="51"/>
                </a:lnTo>
                <a:lnTo>
                  <a:pt x="152" y="51"/>
                </a:lnTo>
                <a:lnTo>
                  <a:pt x="152" y="64"/>
                </a:lnTo>
                <a:lnTo>
                  <a:pt x="139" y="64"/>
                </a:lnTo>
                <a:moveTo>
                  <a:pt x="139" y="51"/>
                </a:moveTo>
                <a:lnTo>
                  <a:pt x="139" y="38"/>
                </a:lnTo>
                <a:lnTo>
                  <a:pt x="152" y="38"/>
                </a:lnTo>
                <a:lnTo>
                  <a:pt x="152" y="51"/>
                </a:lnTo>
                <a:lnTo>
                  <a:pt x="139" y="51"/>
                </a:lnTo>
                <a:moveTo>
                  <a:pt x="139" y="38"/>
                </a:moveTo>
                <a:lnTo>
                  <a:pt x="139" y="25"/>
                </a:lnTo>
                <a:lnTo>
                  <a:pt x="152" y="25"/>
                </a:lnTo>
                <a:lnTo>
                  <a:pt x="152" y="38"/>
                </a:lnTo>
                <a:lnTo>
                  <a:pt x="139" y="38"/>
                </a:lnTo>
                <a:moveTo>
                  <a:pt x="139" y="25"/>
                </a:moveTo>
                <a:lnTo>
                  <a:pt x="139" y="12"/>
                </a:lnTo>
                <a:lnTo>
                  <a:pt x="152" y="12"/>
                </a:lnTo>
                <a:lnTo>
                  <a:pt x="152" y="25"/>
                </a:lnTo>
                <a:lnTo>
                  <a:pt x="139" y="25"/>
                </a:lnTo>
                <a:moveTo>
                  <a:pt x="139" y="12"/>
                </a:moveTo>
                <a:lnTo>
                  <a:pt x="139" y="10"/>
                </a:lnTo>
                <a:lnTo>
                  <a:pt x="145" y="10"/>
                </a:lnTo>
                <a:lnTo>
                  <a:pt x="148" y="16"/>
                </a:lnTo>
                <a:lnTo>
                  <a:pt x="139" y="21"/>
                </a:lnTo>
                <a:lnTo>
                  <a:pt x="133" y="9"/>
                </a:lnTo>
                <a:lnTo>
                  <a:pt x="152" y="0"/>
                </a:lnTo>
                <a:lnTo>
                  <a:pt x="152" y="12"/>
                </a:lnTo>
                <a:lnTo>
                  <a:pt x="139" y="12"/>
                </a:lnTo>
                <a:moveTo>
                  <a:pt x="139" y="21"/>
                </a:moveTo>
                <a:lnTo>
                  <a:pt x="127" y="26"/>
                </a:lnTo>
                <a:lnTo>
                  <a:pt x="121" y="15"/>
                </a:lnTo>
                <a:lnTo>
                  <a:pt x="133" y="9"/>
                </a:lnTo>
                <a:lnTo>
                  <a:pt x="139" y="21"/>
                </a:lnTo>
                <a:moveTo>
                  <a:pt x="127" y="26"/>
                </a:moveTo>
                <a:lnTo>
                  <a:pt x="115" y="32"/>
                </a:lnTo>
                <a:lnTo>
                  <a:pt x="110" y="21"/>
                </a:lnTo>
                <a:lnTo>
                  <a:pt x="121" y="15"/>
                </a:lnTo>
                <a:lnTo>
                  <a:pt x="127" y="26"/>
                </a:lnTo>
                <a:moveTo>
                  <a:pt x="115" y="32"/>
                </a:moveTo>
                <a:lnTo>
                  <a:pt x="104" y="38"/>
                </a:lnTo>
                <a:lnTo>
                  <a:pt x="98" y="26"/>
                </a:lnTo>
                <a:lnTo>
                  <a:pt x="110" y="21"/>
                </a:lnTo>
                <a:lnTo>
                  <a:pt x="115" y="32"/>
                </a:lnTo>
                <a:moveTo>
                  <a:pt x="104" y="38"/>
                </a:moveTo>
                <a:lnTo>
                  <a:pt x="92" y="44"/>
                </a:lnTo>
                <a:lnTo>
                  <a:pt x="86" y="32"/>
                </a:lnTo>
                <a:lnTo>
                  <a:pt x="98" y="26"/>
                </a:lnTo>
                <a:lnTo>
                  <a:pt x="104" y="38"/>
                </a:lnTo>
                <a:moveTo>
                  <a:pt x="92" y="44"/>
                </a:moveTo>
                <a:lnTo>
                  <a:pt x="81" y="50"/>
                </a:lnTo>
                <a:lnTo>
                  <a:pt x="75" y="38"/>
                </a:lnTo>
                <a:lnTo>
                  <a:pt x="86" y="32"/>
                </a:lnTo>
                <a:lnTo>
                  <a:pt x="92" y="44"/>
                </a:lnTo>
                <a:moveTo>
                  <a:pt x="81" y="50"/>
                </a:moveTo>
                <a:lnTo>
                  <a:pt x="69" y="56"/>
                </a:lnTo>
                <a:lnTo>
                  <a:pt x="63" y="44"/>
                </a:lnTo>
                <a:lnTo>
                  <a:pt x="75" y="38"/>
                </a:lnTo>
                <a:lnTo>
                  <a:pt x="81" y="50"/>
                </a:lnTo>
                <a:moveTo>
                  <a:pt x="69" y="56"/>
                </a:moveTo>
                <a:lnTo>
                  <a:pt x="57" y="61"/>
                </a:lnTo>
                <a:lnTo>
                  <a:pt x="51" y="50"/>
                </a:lnTo>
                <a:lnTo>
                  <a:pt x="63" y="44"/>
                </a:lnTo>
                <a:lnTo>
                  <a:pt x="69" y="56"/>
                </a:lnTo>
                <a:moveTo>
                  <a:pt x="57" y="61"/>
                </a:moveTo>
                <a:lnTo>
                  <a:pt x="46" y="67"/>
                </a:lnTo>
                <a:lnTo>
                  <a:pt x="40" y="56"/>
                </a:lnTo>
                <a:lnTo>
                  <a:pt x="51" y="50"/>
                </a:lnTo>
                <a:lnTo>
                  <a:pt x="57" y="61"/>
                </a:lnTo>
                <a:moveTo>
                  <a:pt x="46" y="67"/>
                </a:moveTo>
                <a:lnTo>
                  <a:pt x="34" y="73"/>
                </a:lnTo>
                <a:lnTo>
                  <a:pt x="28" y="61"/>
                </a:lnTo>
                <a:lnTo>
                  <a:pt x="40" y="56"/>
                </a:lnTo>
                <a:lnTo>
                  <a:pt x="46" y="67"/>
                </a:lnTo>
                <a:moveTo>
                  <a:pt x="34" y="73"/>
                </a:moveTo>
                <a:lnTo>
                  <a:pt x="22" y="79"/>
                </a:lnTo>
                <a:lnTo>
                  <a:pt x="17" y="67"/>
                </a:lnTo>
                <a:lnTo>
                  <a:pt x="28" y="61"/>
                </a:lnTo>
                <a:lnTo>
                  <a:pt x="34" y="73"/>
                </a:lnTo>
                <a:moveTo>
                  <a:pt x="22" y="79"/>
                </a:moveTo>
                <a:lnTo>
                  <a:pt x="18" y="81"/>
                </a:lnTo>
                <a:lnTo>
                  <a:pt x="15" y="75"/>
                </a:lnTo>
                <a:lnTo>
                  <a:pt x="18" y="69"/>
                </a:lnTo>
                <a:lnTo>
                  <a:pt x="30" y="75"/>
                </a:lnTo>
                <a:lnTo>
                  <a:pt x="24" y="87"/>
                </a:lnTo>
                <a:lnTo>
                  <a:pt x="0" y="75"/>
                </a:lnTo>
                <a:lnTo>
                  <a:pt x="17" y="67"/>
                </a:lnTo>
                <a:lnTo>
                  <a:pt x="22" y="7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6855840" y="2585880"/>
            <a:ext cx="52560" cy="43200"/>
          </a:xfrm>
          <a:custGeom>
            <a:avLst/>
            <a:gdLst/>
            <a:ahLst/>
            <a:rect l="0" t="0" r="r" b="b"/>
            <a:pathLst>
              <a:path w="146" h="120">
                <a:moveTo>
                  <a:pt x="54" y="0"/>
                </a:moveTo>
                <a:lnTo>
                  <a:pt x="146" y="114"/>
                </a:lnTo>
                <a:lnTo>
                  <a:pt x="0" y="120"/>
                </a:lnTo>
                <a:lnTo>
                  <a:pt x="5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6851880" y="258156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78" y="18"/>
                </a:moveTo>
                <a:lnTo>
                  <a:pt x="86" y="29"/>
                </a:lnTo>
                <a:lnTo>
                  <a:pt x="76" y="37"/>
                </a:lnTo>
                <a:lnTo>
                  <a:pt x="68" y="27"/>
                </a:lnTo>
                <a:lnTo>
                  <a:pt x="78" y="18"/>
                </a:lnTo>
                <a:moveTo>
                  <a:pt x="86" y="29"/>
                </a:moveTo>
                <a:lnTo>
                  <a:pt x="95" y="39"/>
                </a:lnTo>
                <a:lnTo>
                  <a:pt x="85" y="48"/>
                </a:lnTo>
                <a:lnTo>
                  <a:pt x="76" y="37"/>
                </a:lnTo>
                <a:lnTo>
                  <a:pt x="86" y="29"/>
                </a:lnTo>
                <a:moveTo>
                  <a:pt x="95" y="39"/>
                </a:moveTo>
                <a:lnTo>
                  <a:pt x="103" y="49"/>
                </a:lnTo>
                <a:lnTo>
                  <a:pt x="93" y="58"/>
                </a:lnTo>
                <a:lnTo>
                  <a:pt x="85" y="48"/>
                </a:lnTo>
                <a:lnTo>
                  <a:pt x="95" y="39"/>
                </a:lnTo>
                <a:moveTo>
                  <a:pt x="103" y="49"/>
                </a:moveTo>
                <a:lnTo>
                  <a:pt x="111" y="60"/>
                </a:lnTo>
                <a:lnTo>
                  <a:pt x="101" y="68"/>
                </a:lnTo>
                <a:lnTo>
                  <a:pt x="93" y="58"/>
                </a:lnTo>
                <a:lnTo>
                  <a:pt x="103" y="49"/>
                </a:lnTo>
                <a:moveTo>
                  <a:pt x="111" y="60"/>
                </a:moveTo>
                <a:lnTo>
                  <a:pt x="119" y="70"/>
                </a:lnTo>
                <a:lnTo>
                  <a:pt x="109" y="78"/>
                </a:lnTo>
                <a:lnTo>
                  <a:pt x="101" y="68"/>
                </a:lnTo>
                <a:lnTo>
                  <a:pt x="111" y="60"/>
                </a:lnTo>
                <a:moveTo>
                  <a:pt x="119" y="70"/>
                </a:moveTo>
                <a:lnTo>
                  <a:pt x="127" y="80"/>
                </a:lnTo>
                <a:lnTo>
                  <a:pt x="117" y="88"/>
                </a:lnTo>
                <a:lnTo>
                  <a:pt x="109" y="78"/>
                </a:lnTo>
                <a:lnTo>
                  <a:pt x="119" y="70"/>
                </a:lnTo>
                <a:moveTo>
                  <a:pt x="127" y="80"/>
                </a:moveTo>
                <a:lnTo>
                  <a:pt x="136" y="90"/>
                </a:lnTo>
                <a:lnTo>
                  <a:pt x="126" y="98"/>
                </a:lnTo>
                <a:lnTo>
                  <a:pt x="117" y="88"/>
                </a:lnTo>
                <a:lnTo>
                  <a:pt x="127" y="80"/>
                </a:lnTo>
                <a:moveTo>
                  <a:pt x="136" y="90"/>
                </a:moveTo>
                <a:lnTo>
                  <a:pt x="144" y="100"/>
                </a:lnTo>
                <a:lnTo>
                  <a:pt x="134" y="108"/>
                </a:lnTo>
                <a:lnTo>
                  <a:pt x="126" y="98"/>
                </a:lnTo>
                <a:lnTo>
                  <a:pt x="136" y="90"/>
                </a:lnTo>
                <a:moveTo>
                  <a:pt x="144" y="100"/>
                </a:moveTo>
                <a:lnTo>
                  <a:pt x="152" y="110"/>
                </a:lnTo>
                <a:lnTo>
                  <a:pt x="142" y="118"/>
                </a:lnTo>
                <a:lnTo>
                  <a:pt x="134" y="108"/>
                </a:lnTo>
                <a:lnTo>
                  <a:pt x="144" y="100"/>
                </a:lnTo>
                <a:moveTo>
                  <a:pt x="152" y="110"/>
                </a:moveTo>
                <a:lnTo>
                  <a:pt x="160" y="120"/>
                </a:lnTo>
                <a:lnTo>
                  <a:pt x="150" y="128"/>
                </a:lnTo>
                <a:lnTo>
                  <a:pt x="142" y="118"/>
                </a:lnTo>
                <a:lnTo>
                  <a:pt x="152" y="110"/>
                </a:lnTo>
                <a:moveTo>
                  <a:pt x="160" y="120"/>
                </a:moveTo>
                <a:lnTo>
                  <a:pt x="170" y="132"/>
                </a:lnTo>
                <a:lnTo>
                  <a:pt x="146" y="133"/>
                </a:lnTo>
                <a:lnTo>
                  <a:pt x="146" y="120"/>
                </a:lnTo>
                <a:lnTo>
                  <a:pt x="157" y="119"/>
                </a:lnTo>
                <a:lnTo>
                  <a:pt x="157" y="126"/>
                </a:lnTo>
                <a:lnTo>
                  <a:pt x="152" y="130"/>
                </a:lnTo>
                <a:lnTo>
                  <a:pt x="150" y="128"/>
                </a:lnTo>
                <a:lnTo>
                  <a:pt x="160" y="120"/>
                </a:lnTo>
                <a:moveTo>
                  <a:pt x="146" y="133"/>
                </a:moveTo>
                <a:lnTo>
                  <a:pt x="133" y="133"/>
                </a:lnTo>
                <a:lnTo>
                  <a:pt x="133" y="120"/>
                </a:lnTo>
                <a:lnTo>
                  <a:pt x="146" y="120"/>
                </a:lnTo>
                <a:lnTo>
                  <a:pt x="146" y="133"/>
                </a:lnTo>
                <a:moveTo>
                  <a:pt x="133" y="133"/>
                </a:moveTo>
                <a:lnTo>
                  <a:pt x="120" y="134"/>
                </a:lnTo>
                <a:lnTo>
                  <a:pt x="120" y="121"/>
                </a:lnTo>
                <a:lnTo>
                  <a:pt x="133" y="120"/>
                </a:lnTo>
                <a:lnTo>
                  <a:pt x="133" y="133"/>
                </a:lnTo>
                <a:moveTo>
                  <a:pt x="120" y="134"/>
                </a:moveTo>
                <a:lnTo>
                  <a:pt x="107" y="134"/>
                </a:lnTo>
                <a:lnTo>
                  <a:pt x="107" y="121"/>
                </a:lnTo>
                <a:lnTo>
                  <a:pt x="120" y="121"/>
                </a:lnTo>
                <a:lnTo>
                  <a:pt x="120" y="134"/>
                </a:lnTo>
                <a:moveTo>
                  <a:pt x="107" y="134"/>
                </a:moveTo>
                <a:lnTo>
                  <a:pt x="94" y="135"/>
                </a:lnTo>
                <a:lnTo>
                  <a:pt x="94" y="122"/>
                </a:lnTo>
                <a:lnTo>
                  <a:pt x="107" y="121"/>
                </a:lnTo>
                <a:lnTo>
                  <a:pt x="107" y="134"/>
                </a:lnTo>
                <a:moveTo>
                  <a:pt x="94" y="135"/>
                </a:moveTo>
                <a:lnTo>
                  <a:pt x="81" y="135"/>
                </a:lnTo>
                <a:lnTo>
                  <a:pt x="81" y="122"/>
                </a:lnTo>
                <a:lnTo>
                  <a:pt x="94" y="122"/>
                </a:lnTo>
                <a:lnTo>
                  <a:pt x="94" y="135"/>
                </a:lnTo>
                <a:moveTo>
                  <a:pt x="81" y="135"/>
                </a:moveTo>
                <a:lnTo>
                  <a:pt x="68" y="136"/>
                </a:lnTo>
                <a:lnTo>
                  <a:pt x="68" y="123"/>
                </a:lnTo>
                <a:lnTo>
                  <a:pt x="81" y="122"/>
                </a:lnTo>
                <a:lnTo>
                  <a:pt x="81" y="135"/>
                </a:lnTo>
                <a:moveTo>
                  <a:pt x="68" y="136"/>
                </a:moveTo>
                <a:lnTo>
                  <a:pt x="55" y="137"/>
                </a:lnTo>
                <a:lnTo>
                  <a:pt x="55" y="124"/>
                </a:lnTo>
                <a:lnTo>
                  <a:pt x="68" y="123"/>
                </a:lnTo>
                <a:lnTo>
                  <a:pt x="68" y="136"/>
                </a:lnTo>
                <a:moveTo>
                  <a:pt x="55" y="137"/>
                </a:moveTo>
                <a:lnTo>
                  <a:pt x="42" y="137"/>
                </a:lnTo>
                <a:lnTo>
                  <a:pt x="42" y="124"/>
                </a:lnTo>
                <a:lnTo>
                  <a:pt x="55" y="124"/>
                </a:lnTo>
                <a:lnTo>
                  <a:pt x="55" y="137"/>
                </a:lnTo>
                <a:moveTo>
                  <a:pt x="42" y="137"/>
                </a:moveTo>
                <a:lnTo>
                  <a:pt x="28" y="138"/>
                </a:lnTo>
                <a:lnTo>
                  <a:pt x="28" y="125"/>
                </a:lnTo>
                <a:lnTo>
                  <a:pt x="42" y="124"/>
                </a:lnTo>
                <a:lnTo>
                  <a:pt x="42" y="137"/>
                </a:lnTo>
                <a:moveTo>
                  <a:pt x="28" y="138"/>
                </a:moveTo>
                <a:lnTo>
                  <a:pt x="15" y="138"/>
                </a:lnTo>
                <a:lnTo>
                  <a:pt x="15" y="125"/>
                </a:lnTo>
                <a:lnTo>
                  <a:pt x="28" y="125"/>
                </a:lnTo>
                <a:lnTo>
                  <a:pt x="28" y="138"/>
                </a:lnTo>
                <a:moveTo>
                  <a:pt x="15" y="138"/>
                </a:moveTo>
                <a:lnTo>
                  <a:pt x="0" y="139"/>
                </a:lnTo>
                <a:lnTo>
                  <a:pt x="8" y="122"/>
                </a:lnTo>
                <a:lnTo>
                  <a:pt x="20" y="127"/>
                </a:lnTo>
                <a:lnTo>
                  <a:pt x="16" y="134"/>
                </a:lnTo>
                <a:lnTo>
                  <a:pt x="11" y="132"/>
                </a:lnTo>
                <a:lnTo>
                  <a:pt x="10" y="125"/>
                </a:lnTo>
                <a:lnTo>
                  <a:pt x="15" y="125"/>
                </a:lnTo>
                <a:lnTo>
                  <a:pt x="15" y="138"/>
                </a:lnTo>
                <a:moveTo>
                  <a:pt x="8" y="122"/>
                </a:moveTo>
                <a:lnTo>
                  <a:pt x="13" y="110"/>
                </a:lnTo>
                <a:lnTo>
                  <a:pt x="25" y="115"/>
                </a:lnTo>
                <a:lnTo>
                  <a:pt x="20" y="127"/>
                </a:lnTo>
                <a:lnTo>
                  <a:pt x="8" y="122"/>
                </a:lnTo>
                <a:moveTo>
                  <a:pt x="13" y="110"/>
                </a:moveTo>
                <a:lnTo>
                  <a:pt x="19" y="98"/>
                </a:lnTo>
                <a:lnTo>
                  <a:pt x="31" y="103"/>
                </a:lnTo>
                <a:lnTo>
                  <a:pt x="25" y="115"/>
                </a:lnTo>
                <a:lnTo>
                  <a:pt x="13" y="110"/>
                </a:lnTo>
                <a:moveTo>
                  <a:pt x="19" y="98"/>
                </a:moveTo>
                <a:lnTo>
                  <a:pt x="24" y="86"/>
                </a:lnTo>
                <a:lnTo>
                  <a:pt x="37" y="91"/>
                </a:lnTo>
                <a:lnTo>
                  <a:pt x="31" y="103"/>
                </a:lnTo>
                <a:lnTo>
                  <a:pt x="19" y="98"/>
                </a:lnTo>
                <a:moveTo>
                  <a:pt x="24" y="86"/>
                </a:moveTo>
                <a:lnTo>
                  <a:pt x="29" y="74"/>
                </a:lnTo>
                <a:lnTo>
                  <a:pt x="42" y="79"/>
                </a:lnTo>
                <a:lnTo>
                  <a:pt x="37" y="91"/>
                </a:lnTo>
                <a:lnTo>
                  <a:pt x="24" y="86"/>
                </a:lnTo>
                <a:moveTo>
                  <a:pt x="29" y="74"/>
                </a:moveTo>
                <a:lnTo>
                  <a:pt x="36" y="62"/>
                </a:lnTo>
                <a:lnTo>
                  <a:pt x="48" y="68"/>
                </a:lnTo>
                <a:lnTo>
                  <a:pt x="42" y="79"/>
                </a:lnTo>
                <a:lnTo>
                  <a:pt x="29" y="74"/>
                </a:lnTo>
                <a:moveTo>
                  <a:pt x="36" y="62"/>
                </a:moveTo>
                <a:lnTo>
                  <a:pt x="41" y="50"/>
                </a:lnTo>
                <a:lnTo>
                  <a:pt x="53" y="56"/>
                </a:lnTo>
                <a:lnTo>
                  <a:pt x="48" y="68"/>
                </a:lnTo>
                <a:lnTo>
                  <a:pt x="36" y="62"/>
                </a:lnTo>
                <a:moveTo>
                  <a:pt x="41" y="50"/>
                </a:moveTo>
                <a:lnTo>
                  <a:pt x="46" y="39"/>
                </a:lnTo>
                <a:lnTo>
                  <a:pt x="58" y="44"/>
                </a:lnTo>
                <a:lnTo>
                  <a:pt x="53" y="56"/>
                </a:lnTo>
                <a:lnTo>
                  <a:pt x="41" y="50"/>
                </a:lnTo>
                <a:moveTo>
                  <a:pt x="46" y="39"/>
                </a:moveTo>
                <a:lnTo>
                  <a:pt x="52" y="27"/>
                </a:lnTo>
                <a:lnTo>
                  <a:pt x="64" y="32"/>
                </a:lnTo>
                <a:lnTo>
                  <a:pt x="58" y="44"/>
                </a:lnTo>
                <a:lnTo>
                  <a:pt x="46" y="39"/>
                </a:lnTo>
                <a:moveTo>
                  <a:pt x="52" y="27"/>
                </a:moveTo>
                <a:lnTo>
                  <a:pt x="57" y="14"/>
                </a:lnTo>
                <a:lnTo>
                  <a:pt x="69" y="19"/>
                </a:lnTo>
                <a:lnTo>
                  <a:pt x="64" y="32"/>
                </a:lnTo>
                <a:lnTo>
                  <a:pt x="52" y="27"/>
                </a:lnTo>
                <a:moveTo>
                  <a:pt x="57" y="14"/>
                </a:moveTo>
                <a:lnTo>
                  <a:pt x="63" y="0"/>
                </a:lnTo>
                <a:lnTo>
                  <a:pt x="78" y="18"/>
                </a:lnTo>
                <a:lnTo>
                  <a:pt x="68" y="27"/>
                </a:lnTo>
                <a:lnTo>
                  <a:pt x="60" y="16"/>
                </a:lnTo>
                <a:lnTo>
                  <a:pt x="65" y="12"/>
                </a:lnTo>
                <a:lnTo>
                  <a:pt x="71" y="15"/>
                </a:lnTo>
                <a:lnTo>
                  <a:pt x="69" y="19"/>
                </a:lnTo>
                <a:lnTo>
                  <a:pt x="5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2447640" y="3502080"/>
            <a:ext cx="4439160" cy="279360"/>
          </a:xfrm>
          <a:custGeom>
            <a:avLst/>
            <a:gdLst/>
            <a:ahLst/>
            <a:rect l="0" t="0" r="r" b="b"/>
            <a:pathLst>
              <a:path fill="none" w="12331" h="776">
                <a:moveTo>
                  <a:pt x="0" y="0"/>
                </a:moveTo>
                <a:lnTo>
                  <a:pt x="286" y="129"/>
                </a:lnTo>
                <a:cubicBezTo>
                  <a:pt x="572" y="258"/>
                  <a:pt x="1145" y="516"/>
                  <a:pt x="2173" y="645"/>
                </a:cubicBezTo>
                <a:cubicBezTo>
                  <a:pt x="3200" y="776"/>
                  <a:pt x="4683" y="776"/>
                  <a:pt x="6165" y="776"/>
                </a:cubicBezTo>
                <a:cubicBezTo>
                  <a:pt x="7647" y="776"/>
                  <a:pt x="9130" y="776"/>
                  <a:pt x="10157" y="645"/>
                </a:cubicBezTo>
                <a:cubicBezTo>
                  <a:pt x="11185" y="516"/>
                  <a:pt x="11759" y="258"/>
                  <a:pt x="12045" y="129"/>
                </a:cubicBezTo>
                <a:lnTo>
                  <a:pt x="123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2428200" y="3491280"/>
            <a:ext cx="52920" cy="43200"/>
          </a:xfrm>
          <a:custGeom>
            <a:avLst/>
            <a:gdLst/>
            <a:ahLst/>
            <a:rect l="0" t="0" r="r" b="b"/>
            <a:pathLst>
              <a:path w="147" h="120">
                <a:moveTo>
                  <a:pt x="0" y="6"/>
                </a:moveTo>
                <a:lnTo>
                  <a:pt x="92" y="120"/>
                </a:lnTo>
                <a:lnTo>
                  <a:pt x="147" y="0"/>
                </a:lnTo>
                <a:lnTo>
                  <a:pt x="0" y="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2423520" y="3489120"/>
            <a:ext cx="61200" cy="49680"/>
          </a:xfrm>
          <a:custGeom>
            <a:avLst/>
            <a:gdLst/>
            <a:ahLst/>
            <a:rect l="0" t="0" r="r" b="b"/>
            <a:pathLst>
              <a:path w="170" h="138">
                <a:moveTo>
                  <a:pt x="27" y="18"/>
                </a:moveTo>
                <a:lnTo>
                  <a:pt x="35" y="28"/>
                </a:lnTo>
                <a:lnTo>
                  <a:pt x="25" y="37"/>
                </a:lnTo>
                <a:lnTo>
                  <a:pt x="16" y="27"/>
                </a:lnTo>
                <a:lnTo>
                  <a:pt x="27" y="18"/>
                </a:lnTo>
                <a:moveTo>
                  <a:pt x="35" y="28"/>
                </a:moveTo>
                <a:lnTo>
                  <a:pt x="43" y="38"/>
                </a:lnTo>
                <a:lnTo>
                  <a:pt x="33" y="47"/>
                </a:lnTo>
                <a:lnTo>
                  <a:pt x="25" y="37"/>
                </a:lnTo>
                <a:lnTo>
                  <a:pt x="35" y="28"/>
                </a:lnTo>
                <a:moveTo>
                  <a:pt x="43" y="38"/>
                </a:moveTo>
                <a:lnTo>
                  <a:pt x="51" y="49"/>
                </a:lnTo>
                <a:lnTo>
                  <a:pt x="41" y="57"/>
                </a:lnTo>
                <a:lnTo>
                  <a:pt x="33" y="47"/>
                </a:lnTo>
                <a:lnTo>
                  <a:pt x="43" y="38"/>
                </a:lnTo>
                <a:moveTo>
                  <a:pt x="51" y="49"/>
                </a:moveTo>
                <a:lnTo>
                  <a:pt x="59" y="59"/>
                </a:lnTo>
                <a:lnTo>
                  <a:pt x="49" y="67"/>
                </a:lnTo>
                <a:lnTo>
                  <a:pt x="41" y="57"/>
                </a:lnTo>
                <a:lnTo>
                  <a:pt x="51" y="49"/>
                </a:lnTo>
                <a:moveTo>
                  <a:pt x="59" y="59"/>
                </a:moveTo>
                <a:lnTo>
                  <a:pt x="68" y="69"/>
                </a:lnTo>
                <a:lnTo>
                  <a:pt x="58" y="77"/>
                </a:lnTo>
                <a:lnTo>
                  <a:pt x="49" y="67"/>
                </a:lnTo>
                <a:lnTo>
                  <a:pt x="59" y="59"/>
                </a:lnTo>
                <a:moveTo>
                  <a:pt x="68" y="69"/>
                </a:moveTo>
                <a:lnTo>
                  <a:pt x="77" y="79"/>
                </a:lnTo>
                <a:lnTo>
                  <a:pt x="66" y="87"/>
                </a:lnTo>
                <a:lnTo>
                  <a:pt x="58" y="77"/>
                </a:lnTo>
                <a:lnTo>
                  <a:pt x="68" y="69"/>
                </a:lnTo>
                <a:moveTo>
                  <a:pt x="77" y="79"/>
                </a:moveTo>
                <a:lnTo>
                  <a:pt x="85" y="89"/>
                </a:lnTo>
                <a:lnTo>
                  <a:pt x="75" y="97"/>
                </a:lnTo>
                <a:lnTo>
                  <a:pt x="66" y="87"/>
                </a:lnTo>
                <a:lnTo>
                  <a:pt x="77" y="79"/>
                </a:lnTo>
                <a:moveTo>
                  <a:pt x="85" y="89"/>
                </a:moveTo>
                <a:lnTo>
                  <a:pt x="93" y="99"/>
                </a:lnTo>
                <a:lnTo>
                  <a:pt x="83" y="108"/>
                </a:lnTo>
                <a:lnTo>
                  <a:pt x="75" y="97"/>
                </a:lnTo>
                <a:lnTo>
                  <a:pt x="85" y="89"/>
                </a:lnTo>
                <a:moveTo>
                  <a:pt x="93" y="99"/>
                </a:moveTo>
                <a:lnTo>
                  <a:pt x="102" y="110"/>
                </a:lnTo>
                <a:lnTo>
                  <a:pt x="91" y="118"/>
                </a:lnTo>
                <a:lnTo>
                  <a:pt x="83" y="108"/>
                </a:lnTo>
                <a:lnTo>
                  <a:pt x="93" y="99"/>
                </a:lnTo>
                <a:moveTo>
                  <a:pt x="102" y="110"/>
                </a:moveTo>
                <a:lnTo>
                  <a:pt x="110" y="120"/>
                </a:lnTo>
                <a:lnTo>
                  <a:pt x="100" y="128"/>
                </a:lnTo>
                <a:lnTo>
                  <a:pt x="91" y="118"/>
                </a:lnTo>
                <a:lnTo>
                  <a:pt x="102" y="110"/>
                </a:lnTo>
                <a:moveTo>
                  <a:pt x="110" y="120"/>
                </a:moveTo>
                <a:lnTo>
                  <a:pt x="111" y="122"/>
                </a:lnTo>
                <a:lnTo>
                  <a:pt x="106" y="126"/>
                </a:lnTo>
                <a:lnTo>
                  <a:pt x="100" y="123"/>
                </a:lnTo>
                <a:lnTo>
                  <a:pt x="105" y="114"/>
                </a:lnTo>
                <a:lnTo>
                  <a:pt x="116" y="119"/>
                </a:lnTo>
                <a:lnTo>
                  <a:pt x="108" y="138"/>
                </a:lnTo>
                <a:lnTo>
                  <a:pt x="100" y="128"/>
                </a:lnTo>
                <a:lnTo>
                  <a:pt x="110" y="120"/>
                </a:lnTo>
                <a:moveTo>
                  <a:pt x="105" y="114"/>
                </a:moveTo>
                <a:lnTo>
                  <a:pt x="110" y="101"/>
                </a:lnTo>
                <a:lnTo>
                  <a:pt x="122" y="107"/>
                </a:lnTo>
                <a:lnTo>
                  <a:pt x="116" y="119"/>
                </a:lnTo>
                <a:lnTo>
                  <a:pt x="105" y="114"/>
                </a:lnTo>
                <a:moveTo>
                  <a:pt x="110" y="101"/>
                </a:moveTo>
                <a:lnTo>
                  <a:pt x="115" y="89"/>
                </a:lnTo>
                <a:lnTo>
                  <a:pt x="127" y="94"/>
                </a:lnTo>
                <a:lnTo>
                  <a:pt x="122" y="107"/>
                </a:lnTo>
                <a:lnTo>
                  <a:pt x="110" y="101"/>
                </a:lnTo>
                <a:moveTo>
                  <a:pt x="115" y="89"/>
                </a:moveTo>
                <a:lnTo>
                  <a:pt x="121" y="77"/>
                </a:lnTo>
                <a:lnTo>
                  <a:pt x="132" y="82"/>
                </a:lnTo>
                <a:lnTo>
                  <a:pt x="127" y="94"/>
                </a:lnTo>
                <a:lnTo>
                  <a:pt x="115" y="89"/>
                </a:lnTo>
                <a:moveTo>
                  <a:pt x="121" y="77"/>
                </a:moveTo>
                <a:lnTo>
                  <a:pt x="126" y="65"/>
                </a:lnTo>
                <a:lnTo>
                  <a:pt x="138" y="71"/>
                </a:lnTo>
                <a:lnTo>
                  <a:pt x="132" y="82"/>
                </a:lnTo>
                <a:lnTo>
                  <a:pt x="121" y="77"/>
                </a:lnTo>
                <a:moveTo>
                  <a:pt x="126" y="65"/>
                </a:moveTo>
                <a:lnTo>
                  <a:pt x="131" y="53"/>
                </a:lnTo>
                <a:lnTo>
                  <a:pt x="143" y="59"/>
                </a:lnTo>
                <a:lnTo>
                  <a:pt x="138" y="71"/>
                </a:lnTo>
                <a:lnTo>
                  <a:pt x="126" y="65"/>
                </a:lnTo>
                <a:moveTo>
                  <a:pt x="131" y="53"/>
                </a:moveTo>
                <a:lnTo>
                  <a:pt x="137" y="41"/>
                </a:lnTo>
                <a:lnTo>
                  <a:pt x="149" y="47"/>
                </a:lnTo>
                <a:lnTo>
                  <a:pt x="143" y="59"/>
                </a:lnTo>
                <a:lnTo>
                  <a:pt x="131" y="53"/>
                </a:lnTo>
                <a:moveTo>
                  <a:pt x="137" y="41"/>
                </a:moveTo>
                <a:lnTo>
                  <a:pt x="142" y="30"/>
                </a:lnTo>
                <a:lnTo>
                  <a:pt x="154" y="35"/>
                </a:lnTo>
                <a:lnTo>
                  <a:pt x="149" y="47"/>
                </a:lnTo>
                <a:lnTo>
                  <a:pt x="137" y="41"/>
                </a:lnTo>
                <a:moveTo>
                  <a:pt x="142" y="30"/>
                </a:moveTo>
                <a:lnTo>
                  <a:pt x="147" y="18"/>
                </a:lnTo>
                <a:lnTo>
                  <a:pt x="159" y="23"/>
                </a:lnTo>
                <a:lnTo>
                  <a:pt x="154" y="35"/>
                </a:lnTo>
                <a:lnTo>
                  <a:pt x="142" y="30"/>
                </a:lnTo>
                <a:moveTo>
                  <a:pt x="147" y="18"/>
                </a:moveTo>
                <a:lnTo>
                  <a:pt x="153" y="6"/>
                </a:lnTo>
                <a:lnTo>
                  <a:pt x="165" y="11"/>
                </a:lnTo>
                <a:lnTo>
                  <a:pt x="159" y="23"/>
                </a:lnTo>
                <a:lnTo>
                  <a:pt x="147" y="18"/>
                </a:lnTo>
                <a:moveTo>
                  <a:pt x="153" y="6"/>
                </a:moveTo>
                <a:lnTo>
                  <a:pt x="154" y="4"/>
                </a:lnTo>
                <a:lnTo>
                  <a:pt x="160" y="6"/>
                </a:lnTo>
                <a:lnTo>
                  <a:pt x="160" y="13"/>
                </a:lnTo>
                <a:lnTo>
                  <a:pt x="149" y="13"/>
                </a:lnTo>
                <a:lnTo>
                  <a:pt x="149" y="0"/>
                </a:lnTo>
                <a:lnTo>
                  <a:pt x="170" y="0"/>
                </a:lnTo>
                <a:lnTo>
                  <a:pt x="165" y="11"/>
                </a:lnTo>
                <a:lnTo>
                  <a:pt x="153" y="6"/>
                </a:lnTo>
                <a:moveTo>
                  <a:pt x="149" y="13"/>
                </a:moveTo>
                <a:lnTo>
                  <a:pt x="136" y="14"/>
                </a:lnTo>
                <a:lnTo>
                  <a:pt x="136" y="1"/>
                </a:lnTo>
                <a:lnTo>
                  <a:pt x="149" y="0"/>
                </a:lnTo>
                <a:lnTo>
                  <a:pt x="149" y="13"/>
                </a:lnTo>
                <a:moveTo>
                  <a:pt x="136" y="14"/>
                </a:moveTo>
                <a:lnTo>
                  <a:pt x="123" y="14"/>
                </a:lnTo>
                <a:lnTo>
                  <a:pt x="123" y="1"/>
                </a:lnTo>
                <a:lnTo>
                  <a:pt x="136" y="1"/>
                </a:lnTo>
                <a:lnTo>
                  <a:pt x="136" y="14"/>
                </a:lnTo>
                <a:moveTo>
                  <a:pt x="123" y="14"/>
                </a:moveTo>
                <a:lnTo>
                  <a:pt x="110" y="15"/>
                </a:lnTo>
                <a:lnTo>
                  <a:pt x="110" y="2"/>
                </a:lnTo>
                <a:lnTo>
                  <a:pt x="123" y="1"/>
                </a:lnTo>
                <a:lnTo>
                  <a:pt x="123" y="14"/>
                </a:lnTo>
                <a:moveTo>
                  <a:pt x="110" y="15"/>
                </a:moveTo>
                <a:lnTo>
                  <a:pt x="97" y="15"/>
                </a:lnTo>
                <a:lnTo>
                  <a:pt x="97" y="2"/>
                </a:lnTo>
                <a:lnTo>
                  <a:pt x="110" y="2"/>
                </a:lnTo>
                <a:lnTo>
                  <a:pt x="110" y="15"/>
                </a:lnTo>
                <a:moveTo>
                  <a:pt x="97" y="15"/>
                </a:moveTo>
                <a:lnTo>
                  <a:pt x="84" y="16"/>
                </a:lnTo>
                <a:lnTo>
                  <a:pt x="84" y="3"/>
                </a:lnTo>
                <a:lnTo>
                  <a:pt x="97" y="2"/>
                </a:lnTo>
                <a:lnTo>
                  <a:pt x="97" y="15"/>
                </a:lnTo>
                <a:moveTo>
                  <a:pt x="84" y="16"/>
                </a:moveTo>
                <a:lnTo>
                  <a:pt x="70" y="17"/>
                </a:lnTo>
                <a:lnTo>
                  <a:pt x="70" y="4"/>
                </a:lnTo>
                <a:lnTo>
                  <a:pt x="84" y="3"/>
                </a:lnTo>
                <a:lnTo>
                  <a:pt x="84" y="16"/>
                </a:lnTo>
                <a:moveTo>
                  <a:pt x="70" y="17"/>
                </a:moveTo>
                <a:lnTo>
                  <a:pt x="57" y="17"/>
                </a:lnTo>
                <a:lnTo>
                  <a:pt x="57" y="4"/>
                </a:lnTo>
                <a:lnTo>
                  <a:pt x="70" y="4"/>
                </a:lnTo>
                <a:lnTo>
                  <a:pt x="70" y="17"/>
                </a:lnTo>
                <a:moveTo>
                  <a:pt x="57" y="17"/>
                </a:moveTo>
                <a:lnTo>
                  <a:pt x="44" y="18"/>
                </a:lnTo>
                <a:lnTo>
                  <a:pt x="44" y="5"/>
                </a:lnTo>
                <a:lnTo>
                  <a:pt x="57" y="4"/>
                </a:lnTo>
                <a:lnTo>
                  <a:pt x="57" y="17"/>
                </a:lnTo>
                <a:moveTo>
                  <a:pt x="44" y="18"/>
                </a:moveTo>
                <a:lnTo>
                  <a:pt x="31" y="18"/>
                </a:lnTo>
                <a:lnTo>
                  <a:pt x="31" y="5"/>
                </a:lnTo>
                <a:lnTo>
                  <a:pt x="44" y="5"/>
                </a:lnTo>
                <a:lnTo>
                  <a:pt x="44" y="18"/>
                </a:lnTo>
                <a:moveTo>
                  <a:pt x="31" y="18"/>
                </a:moveTo>
                <a:lnTo>
                  <a:pt x="18" y="19"/>
                </a:lnTo>
                <a:lnTo>
                  <a:pt x="18" y="6"/>
                </a:lnTo>
                <a:lnTo>
                  <a:pt x="31" y="5"/>
                </a:lnTo>
                <a:lnTo>
                  <a:pt x="31" y="18"/>
                </a:lnTo>
                <a:moveTo>
                  <a:pt x="18" y="19"/>
                </a:moveTo>
                <a:lnTo>
                  <a:pt x="14" y="19"/>
                </a:lnTo>
                <a:lnTo>
                  <a:pt x="13" y="12"/>
                </a:lnTo>
                <a:lnTo>
                  <a:pt x="18" y="8"/>
                </a:lnTo>
                <a:lnTo>
                  <a:pt x="27" y="18"/>
                </a:lnTo>
                <a:lnTo>
                  <a:pt x="16" y="27"/>
                </a:lnTo>
                <a:lnTo>
                  <a:pt x="0" y="6"/>
                </a:lnTo>
                <a:lnTo>
                  <a:pt x="18" y="6"/>
                </a:lnTo>
                <a:lnTo>
                  <a:pt x="18" y="1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6855840" y="3490560"/>
            <a:ext cx="52560" cy="42840"/>
          </a:xfrm>
          <a:custGeom>
            <a:avLst/>
            <a:gdLst/>
            <a:ahLst/>
            <a:rect l="0" t="0" r="r" b="b"/>
            <a:pathLst>
              <a:path w="146" h="119">
                <a:moveTo>
                  <a:pt x="0" y="0"/>
                </a:moveTo>
                <a:lnTo>
                  <a:pt x="146" y="6"/>
                </a:lnTo>
                <a:lnTo>
                  <a:pt x="54" y="119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6851880" y="348804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4" y="1"/>
                </a:moveTo>
                <a:lnTo>
                  <a:pt x="38" y="1"/>
                </a:lnTo>
                <a:lnTo>
                  <a:pt x="37" y="14"/>
                </a:lnTo>
                <a:lnTo>
                  <a:pt x="23" y="14"/>
                </a:lnTo>
                <a:lnTo>
                  <a:pt x="24" y="1"/>
                </a:lnTo>
                <a:moveTo>
                  <a:pt x="38" y="1"/>
                </a:moveTo>
                <a:lnTo>
                  <a:pt x="51" y="2"/>
                </a:lnTo>
                <a:lnTo>
                  <a:pt x="50" y="15"/>
                </a:lnTo>
                <a:lnTo>
                  <a:pt x="37" y="14"/>
                </a:lnTo>
                <a:lnTo>
                  <a:pt x="38" y="1"/>
                </a:lnTo>
                <a:moveTo>
                  <a:pt x="51" y="2"/>
                </a:moveTo>
                <a:lnTo>
                  <a:pt x="64" y="2"/>
                </a:lnTo>
                <a:lnTo>
                  <a:pt x="63" y="15"/>
                </a:lnTo>
                <a:lnTo>
                  <a:pt x="50" y="15"/>
                </a:lnTo>
                <a:lnTo>
                  <a:pt x="51" y="2"/>
                </a:lnTo>
                <a:moveTo>
                  <a:pt x="64" y="2"/>
                </a:moveTo>
                <a:lnTo>
                  <a:pt x="77" y="3"/>
                </a:lnTo>
                <a:lnTo>
                  <a:pt x="76" y="16"/>
                </a:lnTo>
                <a:lnTo>
                  <a:pt x="63" y="15"/>
                </a:lnTo>
                <a:lnTo>
                  <a:pt x="64" y="2"/>
                </a:lnTo>
                <a:moveTo>
                  <a:pt x="77" y="3"/>
                </a:moveTo>
                <a:lnTo>
                  <a:pt x="90" y="3"/>
                </a:lnTo>
                <a:lnTo>
                  <a:pt x="89" y="16"/>
                </a:lnTo>
                <a:lnTo>
                  <a:pt x="76" y="16"/>
                </a:lnTo>
                <a:lnTo>
                  <a:pt x="77" y="3"/>
                </a:lnTo>
                <a:moveTo>
                  <a:pt x="90" y="3"/>
                </a:moveTo>
                <a:lnTo>
                  <a:pt x="103" y="4"/>
                </a:lnTo>
                <a:lnTo>
                  <a:pt x="102" y="17"/>
                </a:lnTo>
                <a:lnTo>
                  <a:pt x="89" y="16"/>
                </a:lnTo>
                <a:lnTo>
                  <a:pt x="90" y="3"/>
                </a:lnTo>
                <a:moveTo>
                  <a:pt x="103" y="4"/>
                </a:moveTo>
                <a:lnTo>
                  <a:pt x="116" y="4"/>
                </a:lnTo>
                <a:lnTo>
                  <a:pt x="115" y="17"/>
                </a:lnTo>
                <a:lnTo>
                  <a:pt x="102" y="17"/>
                </a:lnTo>
                <a:lnTo>
                  <a:pt x="103" y="4"/>
                </a:lnTo>
                <a:moveTo>
                  <a:pt x="116" y="4"/>
                </a:moveTo>
                <a:lnTo>
                  <a:pt x="129" y="5"/>
                </a:lnTo>
                <a:lnTo>
                  <a:pt x="128" y="18"/>
                </a:lnTo>
                <a:lnTo>
                  <a:pt x="115" y="17"/>
                </a:lnTo>
                <a:lnTo>
                  <a:pt x="116" y="4"/>
                </a:lnTo>
                <a:moveTo>
                  <a:pt x="129" y="5"/>
                </a:moveTo>
                <a:lnTo>
                  <a:pt x="142" y="6"/>
                </a:lnTo>
                <a:lnTo>
                  <a:pt x="141" y="19"/>
                </a:lnTo>
                <a:lnTo>
                  <a:pt x="128" y="18"/>
                </a:lnTo>
                <a:lnTo>
                  <a:pt x="129" y="5"/>
                </a:lnTo>
                <a:moveTo>
                  <a:pt x="142" y="6"/>
                </a:moveTo>
                <a:lnTo>
                  <a:pt x="155" y="6"/>
                </a:lnTo>
                <a:lnTo>
                  <a:pt x="154" y="19"/>
                </a:lnTo>
                <a:lnTo>
                  <a:pt x="141" y="19"/>
                </a:lnTo>
                <a:lnTo>
                  <a:pt x="142" y="6"/>
                </a:lnTo>
                <a:moveTo>
                  <a:pt x="155" y="6"/>
                </a:moveTo>
                <a:lnTo>
                  <a:pt x="170" y="7"/>
                </a:lnTo>
                <a:lnTo>
                  <a:pt x="155" y="25"/>
                </a:lnTo>
                <a:lnTo>
                  <a:pt x="145" y="17"/>
                </a:lnTo>
                <a:lnTo>
                  <a:pt x="152" y="9"/>
                </a:lnTo>
                <a:lnTo>
                  <a:pt x="157" y="13"/>
                </a:lnTo>
                <a:lnTo>
                  <a:pt x="157" y="19"/>
                </a:lnTo>
                <a:lnTo>
                  <a:pt x="154" y="19"/>
                </a:lnTo>
                <a:lnTo>
                  <a:pt x="155" y="6"/>
                </a:lnTo>
                <a:moveTo>
                  <a:pt x="155" y="25"/>
                </a:moveTo>
                <a:lnTo>
                  <a:pt x="147" y="35"/>
                </a:lnTo>
                <a:lnTo>
                  <a:pt x="137" y="27"/>
                </a:lnTo>
                <a:lnTo>
                  <a:pt x="145" y="17"/>
                </a:lnTo>
                <a:lnTo>
                  <a:pt x="155" y="25"/>
                </a:lnTo>
                <a:moveTo>
                  <a:pt x="147" y="35"/>
                </a:moveTo>
                <a:lnTo>
                  <a:pt x="139" y="45"/>
                </a:lnTo>
                <a:lnTo>
                  <a:pt x="129" y="37"/>
                </a:lnTo>
                <a:lnTo>
                  <a:pt x="137" y="27"/>
                </a:lnTo>
                <a:lnTo>
                  <a:pt x="147" y="35"/>
                </a:lnTo>
                <a:moveTo>
                  <a:pt x="139" y="45"/>
                </a:moveTo>
                <a:lnTo>
                  <a:pt x="130" y="55"/>
                </a:lnTo>
                <a:lnTo>
                  <a:pt x="120" y="47"/>
                </a:lnTo>
                <a:lnTo>
                  <a:pt x="129" y="37"/>
                </a:lnTo>
                <a:lnTo>
                  <a:pt x="139" y="45"/>
                </a:lnTo>
                <a:moveTo>
                  <a:pt x="130" y="55"/>
                </a:moveTo>
                <a:lnTo>
                  <a:pt x="122" y="65"/>
                </a:lnTo>
                <a:lnTo>
                  <a:pt x="112" y="57"/>
                </a:lnTo>
                <a:lnTo>
                  <a:pt x="120" y="47"/>
                </a:lnTo>
                <a:lnTo>
                  <a:pt x="130" y="55"/>
                </a:lnTo>
                <a:moveTo>
                  <a:pt x="122" y="65"/>
                </a:moveTo>
                <a:lnTo>
                  <a:pt x="114" y="75"/>
                </a:lnTo>
                <a:lnTo>
                  <a:pt x="104" y="67"/>
                </a:lnTo>
                <a:lnTo>
                  <a:pt x="112" y="57"/>
                </a:lnTo>
                <a:lnTo>
                  <a:pt x="122" y="65"/>
                </a:lnTo>
                <a:moveTo>
                  <a:pt x="114" y="75"/>
                </a:moveTo>
                <a:lnTo>
                  <a:pt x="106" y="86"/>
                </a:lnTo>
                <a:lnTo>
                  <a:pt x="96" y="77"/>
                </a:lnTo>
                <a:lnTo>
                  <a:pt x="104" y="67"/>
                </a:lnTo>
                <a:lnTo>
                  <a:pt x="114" y="75"/>
                </a:lnTo>
                <a:moveTo>
                  <a:pt x="106" y="86"/>
                </a:moveTo>
                <a:lnTo>
                  <a:pt x="98" y="96"/>
                </a:lnTo>
                <a:lnTo>
                  <a:pt x="87" y="87"/>
                </a:lnTo>
                <a:lnTo>
                  <a:pt x="96" y="77"/>
                </a:lnTo>
                <a:lnTo>
                  <a:pt x="106" y="86"/>
                </a:lnTo>
                <a:moveTo>
                  <a:pt x="98" y="96"/>
                </a:moveTo>
                <a:lnTo>
                  <a:pt x="89" y="106"/>
                </a:lnTo>
                <a:lnTo>
                  <a:pt x="79" y="97"/>
                </a:lnTo>
                <a:lnTo>
                  <a:pt x="87" y="87"/>
                </a:lnTo>
                <a:lnTo>
                  <a:pt x="98" y="96"/>
                </a:lnTo>
                <a:moveTo>
                  <a:pt x="89" y="106"/>
                </a:moveTo>
                <a:lnTo>
                  <a:pt x="81" y="117"/>
                </a:lnTo>
                <a:lnTo>
                  <a:pt x="71" y="109"/>
                </a:lnTo>
                <a:lnTo>
                  <a:pt x="79" y="97"/>
                </a:lnTo>
                <a:lnTo>
                  <a:pt x="89" y="106"/>
                </a:lnTo>
                <a:moveTo>
                  <a:pt x="81" y="117"/>
                </a:moveTo>
                <a:lnTo>
                  <a:pt x="73" y="127"/>
                </a:lnTo>
                <a:lnTo>
                  <a:pt x="63" y="119"/>
                </a:lnTo>
                <a:lnTo>
                  <a:pt x="71" y="109"/>
                </a:lnTo>
                <a:lnTo>
                  <a:pt x="81" y="117"/>
                </a:lnTo>
                <a:moveTo>
                  <a:pt x="73" y="127"/>
                </a:moveTo>
                <a:lnTo>
                  <a:pt x="63" y="139"/>
                </a:lnTo>
                <a:lnTo>
                  <a:pt x="56" y="121"/>
                </a:lnTo>
                <a:lnTo>
                  <a:pt x="67" y="116"/>
                </a:lnTo>
                <a:lnTo>
                  <a:pt x="71" y="124"/>
                </a:lnTo>
                <a:lnTo>
                  <a:pt x="65" y="126"/>
                </a:lnTo>
                <a:lnTo>
                  <a:pt x="60" y="122"/>
                </a:lnTo>
                <a:lnTo>
                  <a:pt x="63" y="119"/>
                </a:lnTo>
                <a:lnTo>
                  <a:pt x="73" y="127"/>
                </a:lnTo>
                <a:moveTo>
                  <a:pt x="56" y="121"/>
                </a:moveTo>
                <a:lnTo>
                  <a:pt x="50" y="110"/>
                </a:lnTo>
                <a:lnTo>
                  <a:pt x="62" y="103"/>
                </a:lnTo>
                <a:lnTo>
                  <a:pt x="67" y="116"/>
                </a:lnTo>
                <a:lnTo>
                  <a:pt x="56" y="121"/>
                </a:lnTo>
                <a:moveTo>
                  <a:pt x="50" y="110"/>
                </a:moveTo>
                <a:lnTo>
                  <a:pt x="45" y="97"/>
                </a:lnTo>
                <a:lnTo>
                  <a:pt x="57" y="91"/>
                </a:lnTo>
                <a:lnTo>
                  <a:pt x="62" y="103"/>
                </a:lnTo>
                <a:lnTo>
                  <a:pt x="50" y="110"/>
                </a:lnTo>
                <a:moveTo>
                  <a:pt x="45" y="97"/>
                </a:moveTo>
                <a:lnTo>
                  <a:pt x="40" y="85"/>
                </a:lnTo>
                <a:lnTo>
                  <a:pt x="51" y="80"/>
                </a:lnTo>
                <a:lnTo>
                  <a:pt x="57" y="91"/>
                </a:lnTo>
                <a:lnTo>
                  <a:pt x="45" y="97"/>
                </a:lnTo>
                <a:moveTo>
                  <a:pt x="40" y="85"/>
                </a:moveTo>
                <a:lnTo>
                  <a:pt x="33" y="73"/>
                </a:lnTo>
                <a:lnTo>
                  <a:pt x="46" y="68"/>
                </a:lnTo>
                <a:lnTo>
                  <a:pt x="51" y="80"/>
                </a:lnTo>
                <a:lnTo>
                  <a:pt x="40" y="85"/>
                </a:lnTo>
                <a:moveTo>
                  <a:pt x="33" y="73"/>
                </a:moveTo>
                <a:lnTo>
                  <a:pt x="28" y="61"/>
                </a:lnTo>
                <a:lnTo>
                  <a:pt x="41" y="56"/>
                </a:lnTo>
                <a:lnTo>
                  <a:pt x="46" y="68"/>
                </a:lnTo>
                <a:lnTo>
                  <a:pt x="33" y="73"/>
                </a:lnTo>
                <a:moveTo>
                  <a:pt x="28" y="61"/>
                </a:moveTo>
                <a:lnTo>
                  <a:pt x="23" y="49"/>
                </a:lnTo>
                <a:lnTo>
                  <a:pt x="34" y="44"/>
                </a:lnTo>
                <a:lnTo>
                  <a:pt x="41" y="56"/>
                </a:lnTo>
                <a:lnTo>
                  <a:pt x="28" y="61"/>
                </a:lnTo>
                <a:moveTo>
                  <a:pt x="23" y="49"/>
                </a:moveTo>
                <a:lnTo>
                  <a:pt x="17" y="37"/>
                </a:lnTo>
                <a:lnTo>
                  <a:pt x="29" y="32"/>
                </a:lnTo>
                <a:lnTo>
                  <a:pt x="34" y="44"/>
                </a:lnTo>
                <a:lnTo>
                  <a:pt x="23" y="49"/>
                </a:lnTo>
                <a:moveTo>
                  <a:pt x="17" y="37"/>
                </a:moveTo>
                <a:lnTo>
                  <a:pt x="12" y="26"/>
                </a:lnTo>
                <a:lnTo>
                  <a:pt x="24" y="20"/>
                </a:lnTo>
                <a:lnTo>
                  <a:pt x="29" y="32"/>
                </a:lnTo>
                <a:lnTo>
                  <a:pt x="17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24" y="1"/>
                </a:lnTo>
                <a:lnTo>
                  <a:pt x="23" y="14"/>
                </a:lnTo>
                <a:lnTo>
                  <a:pt x="10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447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775"/>
                </a:moveTo>
                <a:lnTo>
                  <a:pt x="286" y="646"/>
                </a:lnTo>
                <a:cubicBezTo>
                  <a:pt x="572" y="517"/>
                  <a:pt x="1145" y="259"/>
                  <a:pt x="1717" y="130"/>
                </a:cubicBezTo>
                <a:cubicBezTo>
                  <a:pt x="2290" y="0"/>
                  <a:pt x="2861" y="0"/>
                  <a:pt x="3146" y="0"/>
                </a:cubicBezTo>
                <a:lnTo>
                  <a:pt x="34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28200" y="2585160"/>
            <a:ext cx="52920" cy="42840"/>
          </a:xfrm>
          <a:custGeom>
            <a:avLst/>
            <a:gdLst/>
            <a:ahLst/>
            <a:rect l="0" t="0" r="r" b="b"/>
            <a:pathLst>
              <a:path w="147" h="119">
                <a:moveTo>
                  <a:pt x="0" y="113"/>
                </a:moveTo>
                <a:lnTo>
                  <a:pt x="147" y="119"/>
                </a:lnTo>
                <a:lnTo>
                  <a:pt x="92" y="0"/>
                </a:lnTo>
                <a:lnTo>
                  <a:pt x="0" y="1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423520" y="258048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7" y="120"/>
                </a:moveTo>
                <a:lnTo>
                  <a:pt x="40" y="121"/>
                </a:lnTo>
                <a:lnTo>
                  <a:pt x="39" y="134"/>
                </a:lnTo>
                <a:lnTo>
                  <a:pt x="26" y="133"/>
                </a:lnTo>
                <a:lnTo>
                  <a:pt x="27" y="120"/>
                </a:lnTo>
                <a:moveTo>
                  <a:pt x="40" y="121"/>
                </a:moveTo>
                <a:lnTo>
                  <a:pt x="53" y="121"/>
                </a:lnTo>
                <a:lnTo>
                  <a:pt x="52" y="134"/>
                </a:lnTo>
                <a:lnTo>
                  <a:pt x="39" y="134"/>
                </a:lnTo>
                <a:lnTo>
                  <a:pt x="40" y="121"/>
                </a:lnTo>
                <a:moveTo>
                  <a:pt x="53" y="121"/>
                </a:moveTo>
                <a:lnTo>
                  <a:pt x="66" y="122"/>
                </a:lnTo>
                <a:lnTo>
                  <a:pt x="65" y="135"/>
                </a:lnTo>
                <a:lnTo>
                  <a:pt x="52" y="134"/>
                </a:lnTo>
                <a:lnTo>
                  <a:pt x="53" y="121"/>
                </a:lnTo>
                <a:moveTo>
                  <a:pt x="66" y="122"/>
                </a:moveTo>
                <a:lnTo>
                  <a:pt x="80" y="122"/>
                </a:lnTo>
                <a:lnTo>
                  <a:pt x="79" y="135"/>
                </a:lnTo>
                <a:lnTo>
                  <a:pt x="65" y="135"/>
                </a:lnTo>
                <a:lnTo>
                  <a:pt x="66" y="122"/>
                </a:lnTo>
                <a:moveTo>
                  <a:pt x="80" y="122"/>
                </a:moveTo>
                <a:lnTo>
                  <a:pt x="93" y="123"/>
                </a:lnTo>
                <a:lnTo>
                  <a:pt x="92" y="136"/>
                </a:lnTo>
                <a:lnTo>
                  <a:pt x="79" y="135"/>
                </a:lnTo>
                <a:lnTo>
                  <a:pt x="80" y="122"/>
                </a:lnTo>
                <a:moveTo>
                  <a:pt x="93" y="123"/>
                </a:moveTo>
                <a:lnTo>
                  <a:pt x="106" y="123"/>
                </a:lnTo>
                <a:lnTo>
                  <a:pt x="105" y="136"/>
                </a:lnTo>
                <a:lnTo>
                  <a:pt x="92" y="136"/>
                </a:lnTo>
                <a:lnTo>
                  <a:pt x="93" y="123"/>
                </a:lnTo>
                <a:moveTo>
                  <a:pt x="106" y="123"/>
                </a:moveTo>
                <a:lnTo>
                  <a:pt x="119" y="124"/>
                </a:lnTo>
                <a:lnTo>
                  <a:pt x="118" y="137"/>
                </a:lnTo>
                <a:lnTo>
                  <a:pt x="105" y="136"/>
                </a:lnTo>
                <a:lnTo>
                  <a:pt x="106" y="123"/>
                </a:lnTo>
                <a:moveTo>
                  <a:pt x="119" y="124"/>
                </a:moveTo>
                <a:lnTo>
                  <a:pt x="132" y="124"/>
                </a:lnTo>
                <a:lnTo>
                  <a:pt x="131" y="137"/>
                </a:lnTo>
                <a:lnTo>
                  <a:pt x="118" y="137"/>
                </a:lnTo>
                <a:lnTo>
                  <a:pt x="119" y="124"/>
                </a:lnTo>
                <a:moveTo>
                  <a:pt x="132" y="124"/>
                </a:moveTo>
                <a:lnTo>
                  <a:pt x="145" y="125"/>
                </a:lnTo>
                <a:lnTo>
                  <a:pt x="144" y="138"/>
                </a:lnTo>
                <a:lnTo>
                  <a:pt x="131" y="137"/>
                </a:lnTo>
                <a:lnTo>
                  <a:pt x="132" y="124"/>
                </a:lnTo>
                <a:moveTo>
                  <a:pt x="145" y="125"/>
                </a:moveTo>
                <a:lnTo>
                  <a:pt x="158" y="126"/>
                </a:lnTo>
                <a:lnTo>
                  <a:pt x="157" y="139"/>
                </a:lnTo>
                <a:lnTo>
                  <a:pt x="144" y="138"/>
                </a:lnTo>
                <a:lnTo>
                  <a:pt x="145" y="125"/>
                </a:lnTo>
                <a:moveTo>
                  <a:pt x="158" y="126"/>
                </a:moveTo>
                <a:lnTo>
                  <a:pt x="160" y="126"/>
                </a:lnTo>
                <a:lnTo>
                  <a:pt x="160" y="132"/>
                </a:lnTo>
                <a:lnTo>
                  <a:pt x="154" y="135"/>
                </a:lnTo>
                <a:lnTo>
                  <a:pt x="149" y="125"/>
                </a:lnTo>
                <a:lnTo>
                  <a:pt x="161" y="120"/>
                </a:lnTo>
                <a:lnTo>
                  <a:pt x="170" y="139"/>
                </a:lnTo>
                <a:lnTo>
                  <a:pt x="157" y="139"/>
                </a:lnTo>
                <a:lnTo>
                  <a:pt x="158" y="126"/>
                </a:lnTo>
                <a:moveTo>
                  <a:pt x="149" y="125"/>
                </a:moveTo>
                <a:lnTo>
                  <a:pt x="144" y="113"/>
                </a:lnTo>
                <a:lnTo>
                  <a:pt x="156" y="108"/>
                </a:lnTo>
                <a:lnTo>
                  <a:pt x="161" y="120"/>
                </a:lnTo>
                <a:lnTo>
                  <a:pt x="149" y="125"/>
                </a:lnTo>
                <a:moveTo>
                  <a:pt x="144" y="113"/>
                </a:moveTo>
                <a:lnTo>
                  <a:pt x="139" y="101"/>
                </a:lnTo>
                <a:lnTo>
                  <a:pt x="150" y="96"/>
                </a:lnTo>
                <a:lnTo>
                  <a:pt x="156" y="108"/>
                </a:lnTo>
                <a:lnTo>
                  <a:pt x="144" y="113"/>
                </a:lnTo>
                <a:moveTo>
                  <a:pt x="139" y="101"/>
                </a:moveTo>
                <a:lnTo>
                  <a:pt x="133" y="90"/>
                </a:lnTo>
                <a:lnTo>
                  <a:pt x="145" y="84"/>
                </a:lnTo>
                <a:lnTo>
                  <a:pt x="150" y="96"/>
                </a:lnTo>
                <a:lnTo>
                  <a:pt x="139" y="101"/>
                </a:lnTo>
                <a:moveTo>
                  <a:pt x="133" y="90"/>
                </a:moveTo>
                <a:lnTo>
                  <a:pt x="128" y="78"/>
                </a:lnTo>
                <a:lnTo>
                  <a:pt x="140" y="72"/>
                </a:lnTo>
                <a:lnTo>
                  <a:pt x="145" y="84"/>
                </a:lnTo>
                <a:lnTo>
                  <a:pt x="133" y="90"/>
                </a:lnTo>
                <a:moveTo>
                  <a:pt x="128" y="78"/>
                </a:moveTo>
                <a:lnTo>
                  <a:pt x="123" y="66"/>
                </a:lnTo>
                <a:lnTo>
                  <a:pt x="134" y="60"/>
                </a:lnTo>
                <a:lnTo>
                  <a:pt x="140" y="72"/>
                </a:lnTo>
                <a:lnTo>
                  <a:pt x="128" y="78"/>
                </a:lnTo>
                <a:moveTo>
                  <a:pt x="123" y="66"/>
                </a:moveTo>
                <a:lnTo>
                  <a:pt x="117" y="54"/>
                </a:lnTo>
                <a:lnTo>
                  <a:pt x="129" y="49"/>
                </a:lnTo>
                <a:lnTo>
                  <a:pt x="134" y="60"/>
                </a:lnTo>
                <a:lnTo>
                  <a:pt x="123" y="66"/>
                </a:lnTo>
                <a:moveTo>
                  <a:pt x="117" y="54"/>
                </a:moveTo>
                <a:lnTo>
                  <a:pt x="112" y="42"/>
                </a:lnTo>
                <a:lnTo>
                  <a:pt x="124" y="37"/>
                </a:lnTo>
                <a:lnTo>
                  <a:pt x="129" y="49"/>
                </a:lnTo>
                <a:lnTo>
                  <a:pt x="117" y="54"/>
                </a:lnTo>
                <a:moveTo>
                  <a:pt x="112" y="42"/>
                </a:moveTo>
                <a:lnTo>
                  <a:pt x="107" y="30"/>
                </a:lnTo>
                <a:lnTo>
                  <a:pt x="118" y="24"/>
                </a:lnTo>
                <a:lnTo>
                  <a:pt x="124" y="37"/>
                </a:lnTo>
                <a:lnTo>
                  <a:pt x="112" y="42"/>
                </a:lnTo>
                <a:moveTo>
                  <a:pt x="107" y="30"/>
                </a:moveTo>
                <a:lnTo>
                  <a:pt x="101" y="17"/>
                </a:lnTo>
                <a:lnTo>
                  <a:pt x="113" y="12"/>
                </a:lnTo>
                <a:lnTo>
                  <a:pt x="118" y="24"/>
                </a:lnTo>
                <a:lnTo>
                  <a:pt x="107" y="30"/>
                </a:lnTo>
                <a:moveTo>
                  <a:pt x="101" y="17"/>
                </a:moveTo>
                <a:lnTo>
                  <a:pt x="100" y="15"/>
                </a:lnTo>
                <a:lnTo>
                  <a:pt x="106" y="13"/>
                </a:lnTo>
                <a:lnTo>
                  <a:pt x="111" y="17"/>
                </a:lnTo>
                <a:lnTo>
                  <a:pt x="104" y="26"/>
                </a:lnTo>
                <a:lnTo>
                  <a:pt x="94" y="17"/>
                </a:lnTo>
                <a:lnTo>
                  <a:pt x="108" y="0"/>
                </a:lnTo>
                <a:lnTo>
                  <a:pt x="113" y="12"/>
                </a:lnTo>
                <a:lnTo>
                  <a:pt x="101" y="17"/>
                </a:lnTo>
                <a:moveTo>
                  <a:pt x="104" y="26"/>
                </a:moveTo>
                <a:lnTo>
                  <a:pt x="96" y="36"/>
                </a:lnTo>
                <a:lnTo>
                  <a:pt x="86" y="28"/>
                </a:lnTo>
                <a:lnTo>
                  <a:pt x="94" y="17"/>
                </a:lnTo>
                <a:lnTo>
                  <a:pt x="104" y="26"/>
                </a:lnTo>
                <a:moveTo>
                  <a:pt x="96" y="36"/>
                </a:moveTo>
                <a:lnTo>
                  <a:pt x="88" y="46"/>
                </a:lnTo>
                <a:lnTo>
                  <a:pt x="78" y="38"/>
                </a:lnTo>
                <a:lnTo>
                  <a:pt x="86" y="28"/>
                </a:lnTo>
                <a:lnTo>
                  <a:pt x="96" y="36"/>
                </a:lnTo>
                <a:moveTo>
                  <a:pt x="88" y="46"/>
                </a:moveTo>
                <a:lnTo>
                  <a:pt x="80" y="56"/>
                </a:lnTo>
                <a:lnTo>
                  <a:pt x="69" y="48"/>
                </a:lnTo>
                <a:lnTo>
                  <a:pt x="78" y="38"/>
                </a:lnTo>
                <a:lnTo>
                  <a:pt x="88" y="46"/>
                </a:lnTo>
                <a:moveTo>
                  <a:pt x="80" y="56"/>
                </a:moveTo>
                <a:lnTo>
                  <a:pt x="71" y="66"/>
                </a:lnTo>
                <a:lnTo>
                  <a:pt x="61" y="58"/>
                </a:lnTo>
                <a:lnTo>
                  <a:pt x="69" y="48"/>
                </a:lnTo>
                <a:lnTo>
                  <a:pt x="80" y="56"/>
                </a:lnTo>
                <a:moveTo>
                  <a:pt x="71" y="66"/>
                </a:moveTo>
                <a:lnTo>
                  <a:pt x="62" y="76"/>
                </a:lnTo>
                <a:lnTo>
                  <a:pt x="52" y="68"/>
                </a:lnTo>
                <a:lnTo>
                  <a:pt x="61" y="58"/>
                </a:lnTo>
                <a:lnTo>
                  <a:pt x="71" y="66"/>
                </a:lnTo>
                <a:moveTo>
                  <a:pt x="62" y="76"/>
                </a:moveTo>
                <a:lnTo>
                  <a:pt x="54" y="86"/>
                </a:lnTo>
                <a:lnTo>
                  <a:pt x="44" y="78"/>
                </a:lnTo>
                <a:lnTo>
                  <a:pt x="52" y="68"/>
                </a:lnTo>
                <a:lnTo>
                  <a:pt x="62" y="76"/>
                </a:lnTo>
                <a:moveTo>
                  <a:pt x="54" y="86"/>
                </a:moveTo>
                <a:lnTo>
                  <a:pt x="46" y="96"/>
                </a:lnTo>
                <a:lnTo>
                  <a:pt x="36" y="88"/>
                </a:lnTo>
                <a:lnTo>
                  <a:pt x="44" y="78"/>
                </a:lnTo>
                <a:lnTo>
                  <a:pt x="54" y="86"/>
                </a:lnTo>
                <a:moveTo>
                  <a:pt x="46" y="96"/>
                </a:moveTo>
                <a:lnTo>
                  <a:pt x="38" y="107"/>
                </a:lnTo>
                <a:lnTo>
                  <a:pt x="28" y="98"/>
                </a:lnTo>
                <a:lnTo>
                  <a:pt x="36" y="88"/>
                </a:lnTo>
                <a:lnTo>
                  <a:pt x="46" y="96"/>
                </a:lnTo>
                <a:moveTo>
                  <a:pt x="38" y="107"/>
                </a:moveTo>
                <a:lnTo>
                  <a:pt x="30" y="117"/>
                </a:lnTo>
                <a:lnTo>
                  <a:pt x="19" y="108"/>
                </a:lnTo>
                <a:lnTo>
                  <a:pt x="28" y="98"/>
                </a:lnTo>
                <a:lnTo>
                  <a:pt x="38" y="107"/>
                </a:lnTo>
                <a:moveTo>
                  <a:pt x="30" y="117"/>
                </a:moveTo>
                <a:lnTo>
                  <a:pt x="21" y="127"/>
                </a:lnTo>
                <a:lnTo>
                  <a:pt x="11" y="119"/>
                </a:lnTo>
                <a:lnTo>
                  <a:pt x="19" y="108"/>
                </a:lnTo>
                <a:lnTo>
                  <a:pt x="30" y="117"/>
                </a:lnTo>
                <a:moveTo>
                  <a:pt x="21" y="127"/>
                </a:moveTo>
                <a:lnTo>
                  <a:pt x="18" y="130"/>
                </a:lnTo>
                <a:lnTo>
                  <a:pt x="13" y="126"/>
                </a:lnTo>
                <a:lnTo>
                  <a:pt x="14" y="120"/>
                </a:lnTo>
                <a:lnTo>
                  <a:pt x="27" y="120"/>
                </a:lnTo>
                <a:lnTo>
                  <a:pt x="26" y="133"/>
                </a:lnTo>
                <a:lnTo>
                  <a:pt x="0" y="132"/>
                </a:lnTo>
                <a:lnTo>
                  <a:pt x="11" y="119"/>
                </a:lnTo>
                <a:lnTo>
                  <a:pt x="21" y="12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65904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0"/>
                </a:moveTo>
                <a:lnTo>
                  <a:pt x="131" y="66"/>
                </a:lnTo>
                <a:lnTo>
                  <a:pt x="0" y="131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365688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21" y="10"/>
                </a:moveTo>
                <a:lnTo>
                  <a:pt x="33" y="16"/>
                </a:lnTo>
                <a:lnTo>
                  <a:pt x="27" y="27"/>
                </a:lnTo>
                <a:lnTo>
                  <a:pt x="15" y="22"/>
                </a:lnTo>
                <a:lnTo>
                  <a:pt x="21" y="10"/>
                </a:lnTo>
                <a:moveTo>
                  <a:pt x="33" y="16"/>
                </a:moveTo>
                <a:lnTo>
                  <a:pt x="45" y="22"/>
                </a:lnTo>
                <a:lnTo>
                  <a:pt x="39" y="33"/>
                </a:lnTo>
                <a:lnTo>
                  <a:pt x="27" y="27"/>
                </a:lnTo>
                <a:lnTo>
                  <a:pt x="33" y="16"/>
                </a:lnTo>
                <a:moveTo>
                  <a:pt x="45" y="22"/>
                </a:moveTo>
                <a:lnTo>
                  <a:pt x="57" y="27"/>
                </a:lnTo>
                <a:lnTo>
                  <a:pt x="51" y="39"/>
                </a:lnTo>
                <a:lnTo>
                  <a:pt x="39" y="33"/>
                </a:lnTo>
                <a:lnTo>
                  <a:pt x="45" y="22"/>
                </a:lnTo>
                <a:moveTo>
                  <a:pt x="57" y="27"/>
                </a:moveTo>
                <a:lnTo>
                  <a:pt x="68" y="33"/>
                </a:lnTo>
                <a:lnTo>
                  <a:pt x="63" y="45"/>
                </a:lnTo>
                <a:lnTo>
                  <a:pt x="51" y="39"/>
                </a:lnTo>
                <a:lnTo>
                  <a:pt x="57" y="27"/>
                </a:lnTo>
                <a:moveTo>
                  <a:pt x="68" y="33"/>
                </a:moveTo>
                <a:lnTo>
                  <a:pt x="80" y="39"/>
                </a:lnTo>
                <a:lnTo>
                  <a:pt x="74" y="51"/>
                </a:lnTo>
                <a:lnTo>
                  <a:pt x="63" y="45"/>
                </a:lnTo>
                <a:lnTo>
                  <a:pt x="68" y="33"/>
                </a:lnTo>
                <a:moveTo>
                  <a:pt x="80" y="39"/>
                </a:moveTo>
                <a:lnTo>
                  <a:pt x="92" y="45"/>
                </a:lnTo>
                <a:lnTo>
                  <a:pt x="86" y="57"/>
                </a:lnTo>
                <a:lnTo>
                  <a:pt x="74" y="51"/>
                </a:lnTo>
                <a:lnTo>
                  <a:pt x="80" y="39"/>
                </a:lnTo>
                <a:moveTo>
                  <a:pt x="92" y="45"/>
                </a:moveTo>
                <a:lnTo>
                  <a:pt x="103" y="51"/>
                </a:lnTo>
                <a:lnTo>
                  <a:pt x="97" y="62"/>
                </a:lnTo>
                <a:lnTo>
                  <a:pt x="86" y="57"/>
                </a:lnTo>
                <a:lnTo>
                  <a:pt x="92" y="45"/>
                </a:lnTo>
                <a:moveTo>
                  <a:pt x="103" y="51"/>
                </a:moveTo>
                <a:lnTo>
                  <a:pt x="115" y="57"/>
                </a:lnTo>
                <a:lnTo>
                  <a:pt x="109" y="68"/>
                </a:lnTo>
                <a:lnTo>
                  <a:pt x="97" y="62"/>
                </a:lnTo>
                <a:lnTo>
                  <a:pt x="103" y="51"/>
                </a:lnTo>
                <a:moveTo>
                  <a:pt x="115" y="57"/>
                </a:moveTo>
                <a:lnTo>
                  <a:pt x="127" y="62"/>
                </a:lnTo>
                <a:lnTo>
                  <a:pt x="121" y="74"/>
                </a:lnTo>
                <a:lnTo>
                  <a:pt x="109" y="68"/>
                </a:lnTo>
                <a:lnTo>
                  <a:pt x="115" y="57"/>
                </a:lnTo>
                <a:moveTo>
                  <a:pt x="127" y="62"/>
                </a:moveTo>
                <a:lnTo>
                  <a:pt x="138" y="68"/>
                </a:lnTo>
                <a:lnTo>
                  <a:pt x="132" y="80"/>
                </a:lnTo>
                <a:lnTo>
                  <a:pt x="121" y="74"/>
                </a:lnTo>
                <a:lnTo>
                  <a:pt x="127" y="62"/>
                </a:lnTo>
                <a:moveTo>
                  <a:pt x="138" y="68"/>
                </a:moveTo>
                <a:lnTo>
                  <a:pt x="152" y="75"/>
                </a:lnTo>
                <a:lnTo>
                  <a:pt x="131" y="86"/>
                </a:lnTo>
                <a:lnTo>
                  <a:pt x="125" y="74"/>
                </a:lnTo>
                <a:lnTo>
                  <a:pt x="134" y="69"/>
                </a:lnTo>
                <a:lnTo>
                  <a:pt x="137" y="75"/>
                </a:lnTo>
                <a:lnTo>
                  <a:pt x="134" y="81"/>
                </a:lnTo>
                <a:lnTo>
                  <a:pt x="132" y="80"/>
                </a:lnTo>
                <a:lnTo>
                  <a:pt x="138" y="68"/>
                </a:lnTo>
                <a:moveTo>
                  <a:pt x="131" y="86"/>
                </a:moveTo>
                <a:lnTo>
                  <a:pt x="119" y="91"/>
                </a:lnTo>
                <a:lnTo>
                  <a:pt x="113" y="80"/>
                </a:lnTo>
                <a:lnTo>
                  <a:pt x="125" y="74"/>
                </a:lnTo>
                <a:lnTo>
                  <a:pt x="131" y="86"/>
                </a:lnTo>
                <a:moveTo>
                  <a:pt x="119" y="91"/>
                </a:moveTo>
                <a:lnTo>
                  <a:pt x="108" y="97"/>
                </a:lnTo>
                <a:lnTo>
                  <a:pt x="102" y="86"/>
                </a:lnTo>
                <a:lnTo>
                  <a:pt x="113" y="80"/>
                </a:lnTo>
                <a:lnTo>
                  <a:pt x="119" y="91"/>
                </a:lnTo>
                <a:moveTo>
                  <a:pt x="108" y="97"/>
                </a:moveTo>
                <a:lnTo>
                  <a:pt x="96" y="103"/>
                </a:lnTo>
                <a:lnTo>
                  <a:pt x="90" y="91"/>
                </a:lnTo>
                <a:lnTo>
                  <a:pt x="102" y="86"/>
                </a:lnTo>
                <a:lnTo>
                  <a:pt x="108" y="97"/>
                </a:lnTo>
                <a:moveTo>
                  <a:pt x="96" y="103"/>
                </a:moveTo>
                <a:lnTo>
                  <a:pt x="84" y="109"/>
                </a:lnTo>
                <a:lnTo>
                  <a:pt x="78" y="97"/>
                </a:lnTo>
                <a:lnTo>
                  <a:pt x="90" y="91"/>
                </a:lnTo>
                <a:lnTo>
                  <a:pt x="96" y="103"/>
                </a:lnTo>
                <a:moveTo>
                  <a:pt x="84" y="109"/>
                </a:moveTo>
                <a:lnTo>
                  <a:pt x="73" y="115"/>
                </a:lnTo>
                <a:lnTo>
                  <a:pt x="67" y="103"/>
                </a:lnTo>
                <a:lnTo>
                  <a:pt x="78" y="97"/>
                </a:lnTo>
                <a:lnTo>
                  <a:pt x="84" y="109"/>
                </a:lnTo>
                <a:moveTo>
                  <a:pt x="73" y="115"/>
                </a:moveTo>
                <a:lnTo>
                  <a:pt x="61" y="121"/>
                </a:lnTo>
                <a:lnTo>
                  <a:pt x="55" y="109"/>
                </a:lnTo>
                <a:lnTo>
                  <a:pt x="67" y="103"/>
                </a:lnTo>
                <a:lnTo>
                  <a:pt x="73" y="115"/>
                </a:lnTo>
                <a:moveTo>
                  <a:pt x="61" y="121"/>
                </a:moveTo>
                <a:lnTo>
                  <a:pt x="49" y="126"/>
                </a:lnTo>
                <a:lnTo>
                  <a:pt x="44" y="115"/>
                </a:lnTo>
                <a:lnTo>
                  <a:pt x="55" y="109"/>
                </a:lnTo>
                <a:lnTo>
                  <a:pt x="61" y="121"/>
                </a:lnTo>
                <a:moveTo>
                  <a:pt x="49" y="126"/>
                </a:moveTo>
                <a:lnTo>
                  <a:pt x="38" y="132"/>
                </a:lnTo>
                <a:lnTo>
                  <a:pt x="31" y="121"/>
                </a:lnTo>
                <a:lnTo>
                  <a:pt x="44" y="115"/>
                </a:lnTo>
                <a:lnTo>
                  <a:pt x="49" y="126"/>
                </a:lnTo>
                <a:moveTo>
                  <a:pt x="38" y="132"/>
                </a:moveTo>
                <a:lnTo>
                  <a:pt x="25" y="138"/>
                </a:lnTo>
                <a:lnTo>
                  <a:pt x="19" y="126"/>
                </a:lnTo>
                <a:lnTo>
                  <a:pt x="31" y="121"/>
                </a:lnTo>
                <a:lnTo>
                  <a:pt x="38" y="132"/>
                </a:lnTo>
                <a:moveTo>
                  <a:pt x="25" y="138"/>
                </a:moveTo>
                <a:lnTo>
                  <a:pt x="13" y="144"/>
                </a:lnTo>
                <a:lnTo>
                  <a:pt x="8" y="132"/>
                </a:lnTo>
                <a:lnTo>
                  <a:pt x="19" y="126"/>
                </a:lnTo>
                <a:lnTo>
                  <a:pt x="25" y="138"/>
                </a:lnTo>
                <a:moveTo>
                  <a:pt x="13" y="144"/>
                </a:moveTo>
                <a:lnTo>
                  <a:pt x="0" y="152"/>
                </a:lnTo>
                <a:lnTo>
                  <a:pt x="0" y="132"/>
                </a:lnTo>
                <a:lnTo>
                  <a:pt x="13" y="132"/>
                </a:lnTo>
                <a:lnTo>
                  <a:pt x="13" y="140"/>
                </a:lnTo>
                <a:lnTo>
                  <a:pt x="6" y="140"/>
                </a:lnTo>
                <a:lnTo>
                  <a:pt x="3" y="134"/>
                </a:lnTo>
                <a:lnTo>
                  <a:pt x="8" y="132"/>
                </a:lnTo>
                <a:lnTo>
                  <a:pt x="13" y="144"/>
                </a:lnTo>
                <a:moveTo>
                  <a:pt x="0" y="132"/>
                </a:moveTo>
                <a:lnTo>
                  <a:pt x="0" y="119"/>
                </a:lnTo>
                <a:lnTo>
                  <a:pt x="13" y="119"/>
                </a:lnTo>
                <a:lnTo>
                  <a:pt x="13" y="132"/>
                </a:lnTo>
                <a:lnTo>
                  <a:pt x="0" y="132"/>
                </a:lnTo>
                <a:moveTo>
                  <a:pt x="0" y="119"/>
                </a:moveTo>
                <a:lnTo>
                  <a:pt x="0" y="106"/>
                </a:lnTo>
                <a:lnTo>
                  <a:pt x="13" y="106"/>
                </a:lnTo>
                <a:lnTo>
                  <a:pt x="13" y="119"/>
                </a:lnTo>
                <a:lnTo>
                  <a:pt x="0" y="119"/>
                </a:lnTo>
                <a:moveTo>
                  <a:pt x="0" y="106"/>
                </a:moveTo>
                <a:lnTo>
                  <a:pt x="0" y="93"/>
                </a:lnTo>
                <a:lnTo>
                  <a:pt x="13" y="93"/>
                </a:lnTo>
                <a:lnTo>
                  <a:pt x="13" y="106"/>
                </a:lnTo>
                <a:lnTo>
                  <a:pt x="0" y="106"/>
                </a:lnTo>
                <a:moveTo>
                  <a:pt x="0" y="93"/>
                </a:moveTo>
                <a:lnTo>
                  <a:pt x="0" y="80"/>
                </a:lnTo>
                <a:lnTo>
                  <a:pt x="13" y="80"/>
                </a:lnTo>
                <a:lnTo>
                  <a:pt x="13" y="93"/>
                </a:lnTo>
                <a:lnTo>
                  <a:pt x="0" y="93"/>
                </a:lnTo>
                <a:moveTo>
                  <a:pt x="0" y="80"/>
                </a:moveTo>
                <a:lnTo>
                  <a:pt x="0" y="67"/>
                </a:lnTo>
                <a:lnTo>
                  <a:pt x="13" y="67"/>
                </a:lnTo>
                <a:lnTo>
                  <a:pt x="13" y="80"/>
                </a:lnTo>
                <a:lnTo>
                  <a:pt x="0" y="80"/>
                </a:lnTo>
                <a:moveTo>
                  <a:pt x="0" y="67"/>
                </a:moveTo>
                <a:lnTo>
                  <a:pt x="0" y="54"/>
                </a:lnTo>
                <a:lnTo>
                  <a:pt x="13" y="54"/>
                </a:lnTo>
                <a:lnTo>
                  <a:pt x="13" y="67"/>
                </a:lnTo>
                <a:lnTo>
                  <a:pt x="0" y="67"/>
                </a:lnTo>
                <a:moveTo>
                  <a:pt x="0" y="54"/>
                </a:moveTo>
                <a:lnTo>
                  <a:pt x="0" y="41"/>
                </a:lnTo>
                <a:lnTo>
                  <a:pt x="13" y="41"/>
                </a:lnTo>
                <a:lnTo>
                  <a:pt x="13" y="54"/>
                </a:lnTo>
                <a:lnTo>
                  <a:pt x="0" y="54"/>
                </a:lnTo>
                <a:moveTo>
                  <a:pt x="0" y="41"/>
                </a:moveTo>
                <a:lnTo>
                  <a:pt x="0" y="28"/>
                </a:lnTo>
                <a:lnTo>
                  <a:pt x="13" y="28"/>
                </a:lnTo>
                <a:lnTo>
                  <a:pt x="13" y="41"/>
                </a:lnTo>
                <a:lnTo>
                  <a:pt x="0" y="41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0"/>
                </a:lnTo>
                <a:lnTo>
                  <a:pt x="15" y="22"/>
                </a:lnTo>
                <a:lnTo>
                  <a:pt x="3" y="16"/>
                </a:lnTo>
                <a:lnTo>
                  <a:pt x="6" y="10"/>
                </a:lnTo>
                <a:lnTo>
                  <a:pt x="13" y="10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439920" y="586800"/>
            <a:ext cx="6649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internet: systemen aan elkaar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57747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4173480" y="372348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25725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785808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783468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783108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1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2" y="51"/>
                </a:lnTo>
                <a:lnTo>
                  <a:pt x="124" y="56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2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2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3"/>
                </a:lnTo>
                <a:lnTo>
                  <a:pt x="65" y="131"/>
                </a:lnTo>
                <a:lnTo>
                  <a:pt x="77" y="126"/>
                </a:lnTo>
                <a:lnTo>
                  <a:pt x="82" y="135"/>
                </a:lnTo>
                <a:lnTo>
                  <a:pt x="76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5" y="131"/>
                </a:moveTo>
                <a:lnTo>
                  <a:pt x="59" y="120"/>
                </a:lnTo>
                <a:lnTo>
                  <a:pt x="72" y="114"/>
                </a:lnTo>
                <a:lnTo>
                  <a:pt x="77" y="126"/>
                </a:lnTo>
                <a:lnTo>
                  <a:pt x="65" y="131"/>
                </a:lnTo>
                <a:moveTo>
                  <a:pt x="59" y="120"/>
                </a:moveTo>
                <a:lnTo>
                  <a:pt x="53" y="108"/>
                </a:lnTo>
                <a:lnTo>
                  <a:pt x="65" y="101"/>
                </a:lnTo>
                <a:lnTo>
                  <a:pt x="72" y="114"/>
                </a:lnTo>
                <a:lnTo>
                  <a:pt x="59" y="120"/>
                </a:lnTo>
                <a:moveTo>
                  <a:pt x="53" y="108"/>
                </a:moveTo>
                <a:lnTo>
                  <a:pt x="47" y="95"/>
                </a:lnTo>
                <a:lnTo>
                  <a:pt x="59" y="90"/>
                </a:lnTo>
                <a:lnTo>
                  <a:pt x="65" y="101"/>
                </a:lnTo>
                <a:lnTo>
                  <a:pt x="53" y="108"/>
                </a:lnTo>
                <a:moveTo>
                  <a:pt x="47" y="95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7" y="95"/>
                </a:lnTo>
                <a:moveTo>
                  <a:pt x="42" y="84"/>
                </a:moveTo>
                <a:lnTo>
                  <a:pt x="36" y="72"/>
                </a:lnTo>
                <a:lnTo>
                  <a:pt x="47" y="66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1"/>
                </a:lnTo>
                <a:lnTo>
                  <a:pt x="42" y="55"/>
                </a:lnTo>
                <a:lnTo>
                  <a:pt x="47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2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748404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4" y="101"/>
                </a:lnTo>
                <a:cubicBezTo>
                  <a:pt x="404" y="203"/>
                  <a:pt x="202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746064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7456680" y="357228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4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4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89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89" y="96"/>
                </a:lnTo>
                <a:lnTo>
                  <a:pt x="101" y="102"/>
                </a:lnTo>
                <a:moveTo>
                  <a:pt x="95" y="114"/>
                </a:moveTo>
                <a:lnTo>
                  <a:pt x="89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89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89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0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0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0" y="118"/>
                </a:lnTo>
                <a:moveTo>
                  <a:pt x="55" y="106"/>
                </a:moveTo>
                <a:lnTo>
                  <a:pt x="48" y="95"/>
                </a:lnTo>
                <a:lnTo>
                  <a:pt x="60" y="89"/>
                </a:lnTo>
                <a:lnTo>
                  <a:pt x="66" y="100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0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5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0" y="60"/>
                </a:lnTo>
                <a:lnTo>
                  <a:pt x="42" y="54"/>
                </a:lnTo>
                <a:lnTo>
                  <a:pt x="48" y="65"/>
                </a:lnTo>
                <a:lnTo>
                  <a:pt x="36" y="71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6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6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801504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0" y="101"/>
                </a:lnTo>
                <a:cubicBezTo>
                  <a:pt x="201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820908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8205120" y="360720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4"/>
                </a:lnTo>
                <a:lnTo>
                  <a:pt x="125" y="28"/>
                </a:lnTo>
                <a:lnTo>
                  <a:pt x="130" y="16"/>
                </a:lnTo>
                <a:lnTo>
                  <a:pt x="142" y="21"/>
                </a:lnTo>
                <a:moveTo>
                  <a:pt x="136" y="34"/>
                </a:moveTo>
                <a:lnTo>
                  <a:pt x="130" y="46"/>
                </a:lnTo>
                <a:lnTo>
                  <a:pt x="119" y="40"/>
                </a:lnTo>
                <a:lnTo>
                  <a:pt x="125" y="28"/>
                </a:lnTo>
                <a:lnTo>
                  <a:pt x="136" y="34"/>
                </a:lnTo>
                <a:moveTo>
                  <a:pt x="130" y="46"/>
                </a:moveTo>
                <a:lnTo>
                  <a:pt x="125" y="57"/>
                </a:lnTo>
                <a:lnTo>
                  <a:pt x="113" y="51"/>
                </a:lnTo>
                <a:lnTo>
                  <a:pt x="119" y="40"/>
                </a:lnTo>
                <a:lnTo>
                  <a:pt x="130" y="46"/>
                </a:lnTo>
                <a:moveTo>
                  <a:pt x="125" y="57"/>
                </a:moveTo>
                <a:lnTo>
                  <a:pt x="119" y="69"/>
                </a:lnTo>
                <a:lnTo>
                  <a:pt x="107" y="63"/>
                </a:lnTo>
                <a:lnTo>
                  <a:pt x="113" y="51"/>
                </a:lnTo>
                <a:lnTo>
                  <a:pt x="125" y="57"/>
                </a:lnTo>
                <a:moveTo>
                  <a:pt x="119" y="69"/>
                </a:moveTo>
                <a:lnTo>
                  <a:pt x="113" y="81"/>
                </a:lnTo>
                <a:lnTo>
                  <a:pt x="101" y="75"/>
                </a:lnTo>
                <a:lnTo>
                  <a:pt x="107" y="63"/>
                </a:lnTo>
                <a:lnTo>
                  <a:pt x="119" y="69"/>
                </a:lnTo>
                <a:moveTo>
                  <a:pt x="113" y="81"/>
                </a:moveTo>
                <a:lnTo>
                  <a:pt x="107" y="92"/>
                </a:lnTo>
                <a:lnTo>
                  <a:pt x="96" y="86"/>
                </a:lnTo>
                <a:lnTo>
                  <a:pt x="101" y="75"/>
                </a:lnTo>
                <a:lnTo>
                  <a:pt x="113" y="81"/>
                </a:lnTo>
                <a:moveTo>
                  <a:pt x="107" y="92"/>
                </a:moveTo>
                <a:lnTo>
                  <a:pt x="101" y="104"/>
                </a:lnTo>
                <a:lnTo>
                  <a:pt x="90" y="98"/>
                </a:lnTo>
                <a:lnTo>
                  <a:pt x="96" y="86"/>
                </a:lnTo>
                <a:lnTo>
                  <a:pt x="107" y="92"/>
                </a:lnTo>
                <a:moveTo>
                  <a:pt x="101" y="104"/>
                </a:moveTo>
                <a:lnTo>
                  <a:pt x="96" y="115"/>
                </a:lnTo>
                <a:lnTo>
                  <a:pt x="83" y="110"/>
                </a:lnTo>
                <a:lnTo>
                  <a:pt x="90" y="98"/>
                </a:lnTo>
                <a:lnTo>
                  <a:pt x="101" y="104"/>
                </a:lnTo>
                <a:moveTo>
                  <a:pt x="96" y="115"/>
                </a:moveTo>
                <a:lnTo>
                  <a:pt x="90" y="127"/>
                </a:lnTo>
                <a:lnTo>
                  <a:pt x="77" y="121"/>
                </a:lnTo>
                <a:lnTo>
                  <a:pt x="83" y="110"/>
                </a:lnTo>
                <a:lnTo>
                  <a:pt x="96" y="115"/>
                </a:lnTo>
                <a:moveTo>
                  <a:pt x="90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90" y="127"/>
                </a:lnTo>
                <a:moveTo>
                  <a:pt x="83" y="139"/>
                </a:moveTo>
                <a:lnTo>
                  <a:pt x="76" y="152"/>
                </a:lnTo>
                <a:lnTo>
                  <a:pt x="65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5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5" y="131"/>
                </a:lnTo>
                <a:moveTo>
                  <a:pt x="60" y="120"/>
                </a:moveTo>
                <a:lnTo>
                  <a:pt x="54" y="108"/>
                </a:lnTo>
                <a:lnTo>
                  <a:pt x="65" y="102"/>
                </a:lnTo>
                <a:lnTo>
                  <a:pt x="71" y="114"/>
                </a:lnTo>
                <a:lnTo>
                  <a:pt x="60" y="120"/>
                </a:lnTo>
                <a:moveTo>
                  <a:pt x="54" y="108"/>
                </a:moveTo>
                <a:lnTo>
                  <a:pt x="48" y="96"/>
                </a:lnTo>
                <a:lnTo>
                  <a:pt x="60" y="91"/>
                </a:lnTo>
                <a:lnTo>
                  <a:pt x="65" y="102"/>
                </a:lnTo>
                <a:lnTo>
                  <a:pt x="54" y="108"/>
                </a:lnTo>
                <a:moveTo>
                  <a:pt x="48" y="96"/>
                </a:moveTo>
                <a:lnTo>
                  <a:pt x="42" y="85"/>
                </a:lnTo>
                <a:lnTo>
                  <a:pt x="54" y="79"/>
                </a:lnTo>
                <a:lnTo>
                  <a:pt x="60" y="91"/>
                </a:lnTo>
                <a:lnTo>
                  <a:pt x="48" y="96"/>
                </a:lnTo>
                <a:moveTo>
                  <a:pt x="42" y="85"/>
                </a:moveTo>
                <a:lnTo>
                  <a:pt x="36" y="73"/>
                </a:lnTo>
                <a:lnTo>
                  <a:pt x="48" y="67"/>
                </a:lnTo>
                <a:lnTo>
                  <a:pt x="54" y="79"/>
                </a:lnTo>
                <a:lnTo>
                  <a:pt x="42" y="85"/>
                </a:lnTo>
                <a:moveTo>
                  <a:pt x="36" y="73"/>
                </a:moveTo>
                <a:lnTo>
                  <a:pt x="31" y="61"/>
                </a:lnTo>
                <a:lnTo>
                  <a:pt x="42" y="56"/>
                </a:lnTo>
                <a:lnTo>
                  <a:pt x="48" y="67"/>
                </a:lnTo>
                <a:lnTo>
                  <a:pt x="36" y="73"/>
                </a:lnTo>
                <a:moveTo>
                  <a:pt x="31" y="61"/>
                </a:moveTo>
                <a:lnTo>
                  <a:pt x="25" y="50"/>
                </a:lnTo>
                <a:lnTo>
                  <a:pt x="36" y="44"/>
                </a:lnTo>
                <a:lnTo>
                  <a:pt x="42" y="56"/>
                </a:lnTo>
                <a:lnTo>
                  <a:pt x="31" y="61"/>
                </a:lnTo>
                <a:moveTo>
                  <a:pt x="25" y="50"/>
                </a:moveTo>
                <a:lnTo>
                  <a:pt x="19" y="38"/>
                </a:lnTo>
                <a:lnTo>
                  <a:pt x="31" y="32"/>
                </a:lnTo>
                <a:lnTo>
                  <a:pt x="36" y="44"/>
                </a:lnTo>
                <a:lnTo>
                  <a:pt x="25" y="50"/>
                </a:lnTo>
                <a:moveTo>
                  <a:pt x="19" y="38"/>
                </a:moveTo>
                <a:lnTo>
                  <a:pt x="13" y="27"/>
                </a:lnTo>
                <a:lnTo>
                  <a:pt x="25" y="20"/>
                </a:lnTo>
                <a:lnTo>
                  <a:pt x="31" y="32"/>
                </a:lnTo>
                <a:lnTo>
                  <a:pt x="19" y="38"/>
                </a:lnTo>
                <a:moveTo>
                  <a:pt x="13" y="27"/>
                </a:moveTo>
                <a:lnTo>
                  <a:pt x="7" y="14"/>
                </a:lnTo>
                <a:lnTo>
                  <a:pt x="19" y="8"/>
                </a:lnTo>
                <a:lnTo>
                  <a:pt x="25" y="20"/>
                </a:lnTo>
                <a:lnTo>
                  <a:pt x="13" y="27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1" y="0"/>
                </a:lnTo>
                <a:lnTo>
                  <a:pt x="71" y="13"/>
                </a:lnTo>
                <a:lnTo>
                  <a:pt x="58" y="13"/>
                </a:lnTo>
                <a:lnTo>
                  <a:pt x="58" y="0"/>
                </a:lnTo>
                <a:moveTo>
                  <a:pt x="71" y="0"/>
                </a:moveTo>
                <a:lnTo>
                  <a:pt x="84" y="0"/>
                </a:lnTo>
                <a:lnTo>
                  <a:pt x="84" y="13"/>
                </a:lnTo>
                <a:lnTo>
                  <a:pt x="71" y="13"/>
                </a:lnTo>
                <a:lnTo>
                  <a:pt x="71" y="0"/>
                </a:lnTo>
                <a:moveTo>
                  <a:pt x="84" y="0"/>
                </a:moveTo>
                <a:lnTo>
                  <a:pt x="98" y="0"/>
                </a:lnTo>
                <a:lnTo>
                  <a:pt x="98" y="13"/>
                </a:lnTo>
                <a:lnTo>
                  <a:pt x="84" y="13"/>
                </a:lnTo>
                <a:lnTo>
                  <a:pt x="84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7589520" y="1904760"/>
            <a:ext cx="55836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C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749808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759600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732168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815868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4656240" y="170604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2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3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4632840" y="20980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4628880" y="209592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7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7"/>
                </a:lnTo>
                <a:lnTo>
                  <a:pt x="136" y="32"/>
                </a:lnTo>
                <a:moveTo>
                  <a:pt x="130" y="44"/>
                </a:moveTo>
                <a:lnTo>
                  <a:pt x="125" y="56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6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6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1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1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1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5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5"/>
                </a:moveTo>
                <a:lnTo>
                  <a:pt x="84" y="137"/>
                </a:lnTo>
                <a:lnTo>
                  <a:pt x="72" y="131"/>
                </a:lnTo>
                <a:lnTo>
                  <a:pt x="78" y="120"/>
                </a:lnTo>
                <a:lnTo>
                  <a:pt x="90" y="125"/>
                </a:lnTo>
                <a:moveTo>
                  <a:pt x="84" y="137"/>
                </a:moveTo>
                <a:lnTo>
                  <a:pt x="77" y="152"/>
                </a:lnTo>
                <a:lnTo>
                  <a:pt x="66" y="130"/>
                </a:lnTo>
                <a:lnTo>
                  <a:pt x="78" y="124"/>
                </a:lnTo>
                <a:lnTo>
                  <a:pt x="83" y="133"/>
                </a:lnTo>
                <a:lnTo>
                  <a:pt x="77" y="136"/>
                </a:lnTo>
                <a:lnTo>
                  <a:pt x="71" y="133"/>
                </a:lnTo>
                <a:lnTo>
                  <a:pt x="72" y="131"/>
                </a:lnTo>
                <a:lnTo>
                  <a:pt x="84" y="137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4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1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8" y="95"/>
                </a:lnTo>
                <a:lnTo>
                  <a:pt x="61" y="89"/>
                </a:lnTo>
                <a:lnTo>
                  <a:pt x="66" y="101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1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6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1" y="60"/>
                </a:lnTo>
                <a:lnTo>
                  <a:pt x="42" y="54"/>
                </a:lnTo>
                <a:lnTo>
                  <a:pt x="48" y="66"/>
                </a:lnTo>
                <a:lnTo>
                  <a:pt x="36" y="71"/>
                </a:lnTo>
                <a:moveTo>
                  <a:pt x="31" y="60"/>
                </a:moveTo>
                <a:lnTo>
                  <a:pt x="25" y="48"/>
                </a:lnTo>
                <a:lnTo>
                  <a:pt x="36" y="42"/>
                </a:lnTo>
                <a:lnTo>
                  <a:pt x="42" y="54"/>
                </a:lnTo>
                <a:lnTo>
                  <a:pt x="31" y="60"/>
                </a:lnTo>
                <a:moveTo>
                  <a:pt x="25" y="48"/>
                </a:moveTo>
                <a:lnTo>
                  <a:pt x="19" y="37"/>
                </a:lnTo>
                <a:lnTo>
                  <a:pt x="31" y="31"/>
                </a:lnTo>
                <a:lnTo>
                  <a:pt x="36" y="42"/>
                </a:lnTo>
                <a:lnTo>
                  <a:pt x="25" y="48"/>
                </a:lnTo>
                <a:moveTo>
                  <a:pt x="19" y="37"/>
                </a:moveTo>
                <a:lnTo>
                  <a:pt x="13" y="25"/>
                </a:lnTo>
                <a:lnTo>
                  <a:pt x="25" y="19"/>
                </a:lnTo>
                <a:lnTo>
                  <a:pt x="31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8"/>
                </a:lnTo>
                <a:lnTo>
                  <a:pt x="25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8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4281840" y="2460960"/>
            <a:ext cx="218160" cy="415800"/>
          </a:xfrm>
          <a:custGeom>
            <a:avLst/>
            <a:gdLst/>
            <a:ahLst/>
            <a:rect l="0" t="0" r="r" b="b"/>
            <a:pathLst>
              <a:path fill="none" w="606" h="1155">
                <a:moveTo>
                  <a:pt x="606" y="0"/>
                </a:moveTo>
                <a:lnTo>
                  <a:pt x="505" y="102"/>
                </a:lnTo>
                <a:cubicBezTo>
                  <a:pt x="403" y="203"/>
                  <a:pt x="202" y="407"/>
                  <a:pt x="101" y="599"/>
                </a:cubicBezTo>
                <a:cubicBezTo>
                  <a:pt x="0" y="792"/>
                  <a:pt x="0" y="974"/>
                  <a:pt x="0" y="1065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258440" y="28530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254840" y="285084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2"/>
                </a:moveTo>
                <a:lnTo>
                  <a:pt x="136" y="33"/>
                </a:lnTo>
                <a:lnTo>
                  <a:pt x="124" y="28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8"/>
                </a:lnTo>
                <a:lnTo>
                  <a:pt x="136" y="33"/>
                </a:lnTo>
                <a:moveTo>
                  <a:pt x="130" y="45"/>
                </a:moveTo>
                <a:lnTo>
                  <a:pt x="124" y="57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7"/>
                </a:moveTo>
                <a:lnTo>
                  <a:pt x="118" y="68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6" y="63"/>
                </a:lnTo>
                <a:lnTo>
                  <a:pt x="118" y="68"/>
                </a:lnTo>
                <a:moveTo>
                  <a:pt x="112" y="80"/>
                </a:moveTo>
                <a:lnTo>
                  <a:pt x="106" y="92"/>
                </a:lnTo>
                <a:lnTo>
                  <a:pt x="95" y="86"/>
                </a:lnTo>
                <a:lnTo>
                  <a:pt x="101" y="74"/>
                </a:lnTo>
                <a:lnTo>
                  <a:pt x="112" y="80"/>
                </a:lnTo>
                <a:moveTo>
                  <a:pt x="106" y="92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6" y="92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7"/>
                </a:moveTo>
                <a:lnTo>
                  <a:pt x="83" y="138"/>
                </a:lnTo>
                <a:lnTo>
                  <a:pt x="72" y="132"/>
                </a:lnTo>
                <a:lnTo>
                  <a:pt x="77" y="121"/>
                </a:lnTo>
                <a:lnTo>
                  <a:pt x="89" y="127"/>
                </a:lnTo>
                <a:moveTo>
                  <a:pt x="83" y="138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4"/>
                </a:lnTo>
                <a:lnTo>
                  <a:pt x="76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6" y="131"/>
                </a:moveTo>
                <a:lnTo>
                  <a:pt x="60" y="119"/>
                </a:lnTo>
                <a:lnTo>
                  <a:pt x="72" y="113"/>
                </a:lnTo>
                <a:lnTo>
                  <a:pt x="77" y="125"/>
                </a:lnTo>
                <a:lnTo>
                  <a:pt x="66" y="131"/>
                </a:lnTo>
                <a:moveTo>
                  <a:pt x="60" y="119"/>
                </a:moveTo>
                <a:lnTo>
                  <a:pt x="54" y="107"/>
                </a:lnTo>
                <a:lnTo>
                  <a:pt x="66" y="102"/>
                </a:lnTo>
                <a:lnTo>
                  <a:pt x="72" y="113"/>
                </a:lnTo>
                <a:lnTo>
                  <a:pt x="60" y="119"/>
                </a:lnTo>
                <a:moveTo>
                  <a:pt x="54" y="107"/>
                </a:moveTo>
                <a:lnTo>
                  <a:pt x="48" y="96"/>
                </a:lnTo>
                <a:lnTo>
                  <a:pt x="60" y="90"/>
                </a:lnTo>
                <a:lnTo>
                  <a:pt x="66" y="102"/>
                </a:lnTo>
                <a:lnTo>
                  <a:pt x="54" y="107"/>
                </a:lnTo>
                <a:moveTo>
                  <a:pt x="48" y="96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8" y="96"/>
                </a:lnTo>
                <a:moveTo>
                  <a:pt x="43" y="84"/>
                </a:moveTo>
                <a:lnTo>
                  <a:pt x="37" y="73"/>
                </a:lnTo>
                <a:lnTo>
                  <a:pt x="48" y="67"/>
                </a:lnTo>
                <a:lnTo>
                  <a:pt x="54" y="78"/>
                </a:lnTo>
                <a:lnTo>
                  <a:pt x="43" y="84"/>
                </a:lnTo>
                <a:moveTo>
                  <a:pt x="37" y="73"/>
                </a:moveTo>
                <a:lnTo>
                  <a:pt x="30" y="61"/>
                </a:lnTo>
                <a:lnTo>
                  <a:pt x="43" y="55"/>
                </a:lnTo>
                <a:lnTo>
                  <a:pt x="48" y="67"/>
                </a:lnTo>
                <a:lnTo>
                  <a:pt x="37" y="73"/>
                </a:lnTo>
                <a:moveTo>
                  <a:pt x="30" y="61"/>
                </a:moveTo>
                <a:lnTo>
                  <a:pt x="24" y="49"/>
                </a:lnTo>
                <a:lnTo>
                  <a:pt x="37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8"/>
                </a:lnTo>
                <a:lnTo>
                  <a:pt x="30" y="32"/>
                </a:lnTo>
                <a:lnTo>
                  <a:pt x="37" y="43"/>
                </a:lnTo>
                <a:lnTo>
                  <a:pt x="24" y="49"/>
                </a:lnTo>
                <a:moveTo>
                  <a:pt x="18" y="38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4"/>
                </a:lnTo>
                <a:lnTo>
                  <a:pt x="10" y="14"/>
                </a:lnTo>
                <a:lnTo>
                  <a:pt x="10" y="6"/>
                </a:lnTo>
                <a:lnTo>
                  <a:pt x="16" y="3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4"/>
                </a:lnTo>
                <a:lnTo>
                  <a:pt x="19" y="14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4"/>
                </a:lnTo>
                <a:lnTo>
                  <a:pt x="32" y="14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4"/>
                </a:lnTo>
                <a:lnTo>
                  <a:pt x="46" y="14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4"/>
                </a:lnTo>
                <a:lnTo>
                  <a:pt x="59" y="14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4"/>
                </a:lnTo>
                <a:lnTo>
                  <a:pt x="72" y="14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4"/>
                </a:lnTo>
                <a:lnTo>
                  <a:pt x="85" y="14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4"/>
                </a:lnTo>
                <a:lnTo>
                  <a:pt x="98" y="14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4"/>
                </a:lnTo>
                <a:lnTo>
                  <a:pt x="111" y="14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4"/>
                </a:lnTo>
                <a:lnTo>
                  <a:pt x="124" y="14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3"/>
                </a:lnTo>
                <a:lnTo>
                  <a:pt x="141" y="6"/>
                </a:lnTo>
                <a:lnTo>
                  <a:pt x="141" y="14"/>
                </a:lnTo>
                <a:lnTo>
                  <a:pt x="137" y="14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4812840" y="2460960"/>
            <a:ext cx="218160" cy="451080"/>
          </a:xfrm>
          <a:custGeom>
            <a:avLst/>
            <a:gdLst/>
            <a:ahLst/>
            <a:rect l="0" t="0" r="r" b="b"/>
            <a:pathLst>
              <a:path fill="none" w="606" h="1253">
                <a:moveTo>
                  <a:pt x="0" y="0"/>
                </a:moveTo>
                <a:lnTo>
                  <a:pt x="101" y="103"/>
                </a:lnTo>
                <a:cubicBezTo>
                  <a:pt x="202" y="204"/>
                  <a:pt x="404" y="408"/>
                  <a:pt x="505" y="616"/>
                </a:cubicBezTo>
                <a:cubicBezTo>
                  <a:pt x="606" y="825"/>
                  <a:pt x="606" y="1039"/>
                  <a:pt x="606" y="1146"/>
                </a:cubicBezTo>
                <a:lnTo>
                  <a:pt x="606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5007240" y="28882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5003280" y="2886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8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6"/>
                </a:lnTo>
                <a:lnTo>
                  <a:pt x="113" y="50"/>
                </a:lnTo>
                <a:lnTo>
                  <a:pt x="118" y="38"/>
                </a:lnTo>
                <a:lnTo>
                  <a:pt x="130" y="44"/>
                </a:lnTo>
                <a:moveTo>
                  <a:pt x="124" y="56"/>
                </a:moveTo>
                <a:lnTo>
                  <a:pt x="118" y="68"/>
                </a:lnTo>
                <a:lnTo>
                  <a:pt x="107" y="61"/>
                </a:lnTo>
                <a:lnTo>
                  <a:pt x="113" y="50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1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6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7" y="91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6"/>
                </a:lnTo>
                <a:lnTo>
                  <a:pt x="78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6"/>
                </a:moveTo>
                <a:lnTo>
                  <a:pt x="83" y="138"/>
                </a:lnTo>
                <a:lnTo>
                  <a:pt x="72" y="132"/>
                </a:lnTo>
                <a:lnTo>
                  <a:pt x="78" y="121"/>
                </a:lnTo>
                <a:lnTo>
                  <a:pt x="89" y="126"/>
                </a:lnTo>
                <a:moveTo>
                  <a:pt x="83" y="138"/>
                </a:moveTo>
                <a:lnTo>
                  <a:pt x="77" y="152"/>
                </a:lnTo>
                <a:lnTo>
                  <a:pt x="65" y="131"/>
                </a:lnTo>
                <a:lnTo>
                  <a:pt x="78" y="125"/>
                </a:lnTo>
                <a:lnTo>
                  <a:pt x="82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5" y="131"/>
                </a:moveTo>
                <a:lnTo>
                  <a:pt x="59" y="119"/>
                </a:lnTo>
                <a:lnTo>
                  <a:pt x="72" y="113"/>
                </a:lnTo>
                <a:lnTo>
                  <a:pt x="78" y="125"/>
                </a:lnTo>
                <a:lnTo>
                  <a:pt x="65" y="131"/>
                </a:lnTo>
                <a:moveTo>
                  <a:pt x="59" y="119"/>
                </a:moveTo>
                <a:lnTo>
                  <a:pt x="53" y="107"/>
                </a:lnTo>
                <a:lnTo>
                  <a:pt x="65" y="101"/>
                </a:lnTo>
                <a:lnTo>
                  <a:pt x="72" y="113"/>
                </a:lnTo>
                <a:lnTo>
                  <a:pt x="59" y="119"/>
                </a:lnTo>
                <a:moveTo>
                  <a:pt x="53" y="107"/>
                </a:moveTo>
                <a:lnTo>
                  <a:pt x="48" y="96"/>
                </a:lnTo>
                <a:lnTo>
                  <a:pt x="59" y="90"/>
                </a:lnTo>
                <a:lnTo>
                  <a:pt x="65" y="101"/>
                </a:lnTo>
                <a:lnTo>
                  <a:pt x="53" y="107"/>
                </a:lnTo>
                <a:moveTo>
                  <a:pt x="48" y="96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8" y="96"/>
                </a:lnTo>
                <a:moveTo>
                  <a:pt x="42" y="84"/>
                </a:moveTo>
                <a:lnTo>
                  <a:pt x="36" y="72"/>
                </a:lnTo>
                <a:lnTo>
                  <a:pt x="48" y="67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0"/>
                </a:lnTo>
                <a:lnTo>
                  <a:pt x="42" y="54"/>
                </a:lnTo>
                <a:lnTo>
                  <a:pt x="48" y="67"/>
                </a:lnTo>
                <a:lnTo>
                  <a:pt x="36" y="72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7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7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6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4388040" y="118332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B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4295880" y="149076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  <a:lnTo>
                  <a:pt x="0" y="14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4394160" y="224568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4119840" y="309420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4956480" y="303588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145440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143100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142704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2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2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3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3" y="51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8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8" y="121"/>
                </a:lnTo>
                <a:lnTo>
                  <a:pt x="89" y="127"/>
                </a:lnTo>
                <a:moveTo>
                  <a:pt x="83" y="139"/>
                </a:moveTo>
                <a:lnTo>
                  <a:pt x="77" y="153"/>
                </a:lnTo>
                <a:lnTo>
                  <a:pt x="66" y="131"/>
                </a:lnTo>
                <a:lnTo>
                  <a:pt x="78" y="126"/>
                </a:lnTo>
                <a:lnTo>
                  <a:pt x="82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2" y="114"/>
                </a:lnTo>
                <a:lnTo>
                  <a:pt x="78" y="126"/>
                </a:lnTo>
                <a:lnTo>
                  <a:pt x="66" y="131"/>
                </a:lnTo>
                <a:moveTo>
                  <a:pt x="60" y="120"/>
                </a:moveTo>
                <a:lnTo>
                  <a:pt x="54" y="108"/>
                </a:lnTo>
                <a:lnTo>
                  <a:pt x="66" y="101"/>
                </a:lnTo>
                <a:lnTo>
                  <a:pt x="72" y="114"/>
                </a:lnTo>
                <a:lnTo>
                  <a:pt x="60" y="120"/>
                </a:lnTo>
                <a:moveTo>
                  <a:pt x="54" y="108"/>
                </a:moveTo>
                <a:lnTo>
                  <a:pt x="49" y="95"/>
                </a:lnTo>
                <a:lnTo>
                  <a:pt x="60" y="90"/>
                </a:lnTo>
                <a:lnTo>
                  <a:pt x="66" y="101"/>
                </a:lnTo>
                <a:lnTo>
                  <a:pt x="54" y="108"/>
                </a:lnTo>
                <a:moveTo>
                  <a:pt x="49" y="95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9" y="95"/>
                </a:lnTo>
                <a:moveTo>
                  <a:pt x="43" y="84"/>
                </a:moveTo>
                <a:lnTo>
                  <a:pt x="36" y="72"/>
                </a:lnTo>
                <a:lnTo>
                  <a:pt x="49" y="66"/>
                </a:lnTo>
                <a:lnTo>
                  <a:pt x="54" y="78"/>
                </a:lnTo>
                <a:lnTo>
                  <a:pt x="43" y="84"/>
                </a:lnTo>
                <a:moveTo>
                  <a:pt x="36" y="72"/>
                </a:moveTo>
                <a:lnTo>
                  <a:pt x="30" y="61"/>
                </a:lnTo>
                <a:lnTo>
                  <a:pt x="43" y="55"/>
                </a:lnTo>
                <a:lnTo>
                  <a:pt x="49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3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3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3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3"/>
                </a:lnTo>
                <a:lnTo>
                  <a:pt x="32" y="13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2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108000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5" y="101"/>
                </a:lnTo>
                <a:cubicBezTo>
                  <a:pt x="404" y="203"/>
                  <a:pt x="201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05660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052640" y="357228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6"/>
                </a:lnTo>
                <a:lnTo>
                  <a:pt x="136" y="32"/>
                </a:lnTo>
                <a:moveTo>
                  <a:pt x="130" y="44"/>
                </a:moveTo>
                <a:lnTo>
                  <a:pt x="125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90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9" y="95"/>
                </a:lnTo>
                <a:lnTo>
                  <a:pt x="61" y="89"/>
                </a:lnTo>
                <a:lnTo>
                  <a:pt x="66" y="100"/>
                </a:lnTo>
                <a:lnTo>
                  <a:pt x="55" y="106"/>
                </a:lnTo>
                <a:moveTo>
                  <a:pt x="49" y="95"/>
                </a:moveTo>
                <a:lnTo>
                  <a:pt x="43" y="83"/>
                </a:lnTo>
                <a:lnTo>
                  <a:pt x="55" y="77"/>
                </a:lnTo>
                <a:lnTo>
                  <a:pt x="61" y="89"/>
                </a:lnTo>
                <a:lnTo>
                  <a:pt x="49" y="95"/>
                </a:lnTo>
                <a:moveTo>
                  <a:pt x="43" y="83"/>
                </a:moveTo>
                <a:lnTo>
                  <a:pt x="37" y="71"/>
                </a:lnTo>
                <a:lnTo>
                  <a:pt x="49" y="65"/>
                </a:lnTo>
                <a:lnTo>
                  <a:pt x="55" y="77"/>
                </a:lnTo>
                <a:lnTo>
                  <a:pt x="43" y="83"/>
                </a:lnTo>
                <a:moveTo>
                  <a:pt x="37" y="71"/>
                </a:moveTo>
                <a:lnTo>
                  <a:pt x="31" y="60"/>
                </a:lnTo>
                <a:lnTo>
                  <a:pt x="43" y="54"/>
                </a:lnTo>
                <a:lnTo>
                  <a:pt x="49" y="65"/>
                </a:lnTo>
                <a:lnTo>
                  <a:pt x="37" y="71"/>
                </a:lnTo>
                <a:moveTo>
                  <a:pt x="31" y="60"/>
                </a:moveTo>
                <a:lnTo>
                  <a:pt x="26" y="48"/>
                </a:lnTo>
                <a:lnTo>
                  <a:pt x="37" y="42"/>
                </a:lnTo>
                <a:lnTo>
                  <a:pt x="43" y="54"/>
                </a:lnTo>
                <a:lnTo>
                  <a:pt x="31" y="60"/>
                </a:lnTo>
                <a:moveTo>
                  <a:pt x="26" y="48"/>
                </a:moveTo>
                <a:lnTo>
                  <a:pt x="19" y="36"/>
                </a:lnTo>
                <a:lnTo>
                  <a:pt x="31" y="31"/>
                </a:lnTo>
                <a:lnTo>
                  <a:pt x="37" y="42"/>
                </a:lnTo>
                <a:lnTo>
                  <a:pt x="26" y="48"/>
                </a:lnTo>
                <a:moveTo>
                  <a:pt x="19" y="36"/>
                </a:moveTo>
                <a:lnTo>
                  <a:pt x="13" y="25"/>
                </a:lnTo>
                <a:lnTo>
                  <a:pt x="26" y="19"/>
                </a:lnTo>
                <a:lnTo>
                  <a:pt x="31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6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3" y="0"/>
                </a:lnTo>
                <a:lnTo>
                  <a:pt x="33" y="13"/>
                </a:lnTo>
                <a:lnTo>
                  <a:pt x="19" y="13"/>
                </a:lnTo>
                <a:lnTo>
                  <a:pt x="19" y="0"/>
                </a:lnTo>
                <a:moveTo>
                  <a:pt x="33" y="0"/>
                </a:moveTo>
                <a:lnTo>
                  <a:pt x="46" y="0"/>
                </a:lnTo>
                <a:lnTo>
                  <a:pt x="46" y="13"/>
                </a:lnTo>
                <a:lnTo>
                  <a:pt x="33" y="13"/>
                </a:lnTo>
                <a:lnTo>
                  <a:pt x="33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161100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2" y="101"/>
                </a:lnTo>
                <a:cubicBezTo>
                  <a:pt x="202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80504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801440" y="3607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1"/>
                </a:moveTo>
                <a:lnTo>
                  <a:pt x="135" y="34"/>
                </a:lnTo>
                <a:lnTo>
                  <a:pt x="124" y="28"/>
                </a:lnTo>
                <a:lnTo>
                  <a:pt x="130" y="16"/>
                </a:lnTo>
                <a:lnTo>
                  <a:pt x="141" y="21"/>
                </a:lnTo>
                <a:moveTo>
                  <a:pt x="135" y="34"/>
                </a:moveTo>
                <a:lnTo>
                  <a:pt x="130" y="46"/>
                </a:lnTo>
                <a:lnTo>
                  <a:pt x="118" y="40"/>
                </a:lnTo>
                <a:lnTo>
                  <a:pt x="124" y="28"/>
                </a:lnTo>
                <a:lnTo>
                  <a:pt x="135" y="34"/>
                </a:lnTo>
                <a:moveTo>
                  <a:pt x="130" y="46"/>
                </a:moveTo>
                <a:lnTo>
                  <a:pt x="124" y="57"/>
                </a:lnTo>
                <a:lnTo>
                  <a:pt x="112" y="51"/>
                </a:lnTo>
                <a:lnTo>
                  <a:pt x="118" y="40"/>
                </a:lnTo>
                <a:lnTo>
                  <a:pt x="130" y="46"/>
                </a:lnTo>
                <a:moveTo>
                  <a:pt x="124" y="57"/>
                </a:moveTo>
                <a:lnTo>
                  <a:pt x="118" y="69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9"/>
                </a:moveTo>
                <a:lnTo>
                  <a:pt x="112" y="81"/>
                </a:lnTo>
                <a:lnTo>
                  <a:pt x="101" y="75"/>
                </a:lnTo>
                <a:lnTo>
                  <a:pt x="106" y="63"/>
                </a:lnTo>
                <a:lnTo>
                  <a:pt x="118" y="69"/>
                </a:lnTo>
                <a:moveTo>
                  <a:pt x="112" y="81"/>
                </a:moveTo>
                <a:lnTo>
                  <a:pt x="106" y="92"/>
                </a:lnTo>
                <a:lnTo>
                  <a:pt x="95" y="86"/>
                </a:lnTo>
                <a:lnTo>
                  <a:pt x="101" y="75"/>
                </a:lnTo>
                <a:lnTo>
                  <a:pt x="112" y="81"/>
                </a:lnTo>
                <a:moveTo>
                  <a:pt x="106" y="92"/>
                </a:moveTo>
                <a:lnTo>
                  <a:pt x="101" y="104"/>
                </a:lnTo>
                <a:lnTo>
                  <a:pt x="89" y="98"/>
                </a:lnTo>
                <a:lnTo>
                  <a:pt x="95" y="86"/>
                </a:lnTo>
                <a:lnTo>
                  <a:pt x="106" y="92"/>
                </a:lnTo>
                <a:moveTo>
                  <a:pt x="101" y="104"/>
                </a:moveTo>
                <a:lnTo>
                  <a:pt x="95" y="115"/>
                </a:lnTo>
                <a:lnTo>
                  <a:pt x="83" y="110"/>
                </a:lnTo>
                <a:lnTo>
                  <a:pt x="89" y="98"/>
                </a:lnTo>
                <a:lnTo>
                  <a:pt x="101" y="104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5"/>
                </a:lnTo>
                <a:moveTo>
                  <a:pt x="89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6" y="131"/>
                </a:lnTo>
                <a:moveTo>
                  <a:pt x="60" y="120"/>
                </a:moveTo>
                <a:lnTo>
                  <a:pt x="53" y="108"/>
                </a:lnTo>
                <a:lnTo>
                  <a:pt x="66" y="102"/>
                </a:lnTo>
                <a:lnTo>
                  <a:pt x="71" y="114"/>
                </a:lnTo>
                <a:lnTo>
                  <a:pt x="60" y="120"/>
                </a:lnTo>
                <a:moveTo>
                  <a:pt x="53" y="108"/>
                </a:moveTo>
                <a:lnTo>
                  <a:pt x="47" y="96"/>
                </a:lnTo>
                <a:lnTo>
                  <a:pt x="60" y="91"/>
                </a:lnTo>
                <a:lnTo>
                  <a:pt x="66" y="102"/>
                </a:lnTo>
                <a:lnTo>
                  <a:pt x="53" y="108"/>
                </a:lnTo>
                <a:moveTo>
                  <a:pt x="47" y="96"/>
                </a:moveTo>
                <a:lnTo>
                  <a:pt x="41" y="85"/>
                </a:lnTo>
                <a:lnTo>
                  <a:pt x="53" y="79"/>
                </a:lnTo>
                <a:lnTo>
                  <a:pt x="60" y="91"/>
                </a:lnTo>
                <a:lnTo>
                  <a:pt x="47" y="96"/>
                </a:lnTo>
                <a:moveTo>
                  <a:pt x="41" y="85"/>
                </a:moveTo>
                <a:lnTo>
                  <a:pt x="36" y="73"/>
                </a:lnTo>
                <a:lnTo>
                  <a:pt x="47" y="67"/>
                </a:lnTo>
                <a:lnTo>
                  <a:pt x="53" y="79"/>
                </a:lnTo>
                <a:lnTo>
                  <a:pt x="41" y="85"/>
                </a:lnTo>
                <a:moveTo>
                  <a:pt x="36" y="73"/>
                </a:moveTo>
                <a:lnTo>
                  <a:pt x="30" y="61"/>
                </a:lnTo>
                <a:lnTo>
                  <a:pt x="41" y="56"/>
                </a:lnTo>
                <a:lnTo>
                  <a:pt x="47" y="67"/>
                </a:lnTo>
                <a:lnTo>
                  <a:pt x="36" y="73"/>
                </a:lnTo>
                <a:moveTo>
                  <a:pt x="30" y="61"/>
                </a:moveTo>
                <a:lnTo>
                  <a:pt x="24" y="50"/>
                </a:lnTo>
                <a:lnTo>
                  <a:pt x="36" y="44"/>
                </a:lnTo>
                <a:lnTo>
                  <a:pt x="41" y="56"/>
                </a:lnTo>
                <a:lnTo>
                  <a:pt x="30" y="61"/>
                </a:lnTo>
                <a:moveTo>
                  <a:pt x="24" y="50"/>
                </a:moveTo>
                <a:lnTo>
                  <a:pt x="18" y="38"/>
                </a:lnTo>
                <a:lnTo>
                  <a:pt x="30" y="32"/>
                </a:lnTo>
                <a:lnTo>
                  <a:pt x="36" y="44"/>
                </a:lnTo>
                <a:lnTo>
                  <a:pt x="24" y="50"/>
                </a:lnTo>
                <a:moveTo>
                  <a:pt x="18" y="38"/>
                </a:moveTo>
                <a:lnTo>
                  <a:pt x="12" y="27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7"/>
                </a:moveTo>
                <a:lnTo>
                  <a:pt x="6" y="14"/>
                </a:lnTo>
                <a:lnTo>
                  <a:pt x="18" y="8"/>
                </a:lnTo>
                <a:lnTo>
                  <a:pt x="24" y="20"/>
                </a:lnTo>
                <a:lnTo>
                  <a:pt x="12" y="27"/>
                </a:lnTo>
                <a:moveTo>
                  <a:pt x="6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6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1"/>
                </a:lnTo>
                <a:lnTo>
                  <a:pt x="130" y="16"/>
                </a:lnTo>
                <a:lnTo>
                  <a:pt x="135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186200" y="190476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A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109404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119196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91764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456840" y="4400280"/>
            <a:ext cx="800640" cy="267120"/>
          </a:xfrm>
          <a:custGeom>
            <a:avLst/>
            <a:gdLst/>
            <a:ahLst/>
            <a:rect l="0" t="0" r="r" b="b"/>
            <a:pathLst>
              <a:path w="2224" h="742">
                <a:moveTo>
                  <a:pt x="0" y="371"/>
                </a:moveTo>
                <a:cubicBezTo>
                  <a:pt x="0" y="346"/>
                  <a:pt x="3" y="322"/>
                  <a:pt x="8" y="298"/>
                </a:cubicBezTo>
                <a:cubicBezTo>
                  <a:pt x="12" y="275"/>
                  <a:pt x="19" y="251"/>
                  <a:pt x="29" y="229"/>
                </a:cubicBezTo>
                <a:cubicBezTo>
                  <a:pt x="38" y="206"/>
                  <a:pt x="49" y="185"/>
                  <a:pt x="63" y="165"/>
                </a:cubicBezTo>
                <a:cubicBezTo>
                  <a:pt x="76" y="145"/>
                  <a:pt x="92" y="126"/>
                  <a:pt x="109" y="109"/>
                </a:cubicBezTo>
                <a:cubicBezTo>
                  <a:pt x="126" y="92"/>
                  <a:pt x="145" y="76"/>
                  <a:pt x="165" y="63"/>
                </a:cubicBezTo>
                <a:cubicBezTo>
                  <a:pt x="185" y="49"/>
                  <a:pt x="207" y="38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3"/>
                  <a:pt x="347" y="0"/>
                  <a:pt x="371" y="0"/>
                </a:cubicBezTo>
                <a:lnTo>
                  <a:pt x="1853" y="0"/>
                </a:lnTo>
                <a:cubicBezTo>
                  <a:pt x="1877" y="0"/>
                  <a:pt x="1901" y="3"/>
                  <a:pt x="1925" y="7"/>
                </a:cubicBezTo>
                <a:cubicBezTo>
                  <a:pt x="1949" y="12"/>
                  <a:pt x="1972" y="19"/>
                  <a:pt x="1994" y="28"/>
                </a:cubicBezTo>
                <a:cubicBezTo>
                  <a:pt x="2017" y="38"/>
                  <a:pt x="2038" y="49"/>
                  <a:pt x="2058" y="63"/>
                </a:cubicBezTo>
                <a:cubicBezTo>
                  <a:pt x="2080" y="76"/>
                  <a:pt x="2098" y="92"/>
                  <a:pt x="2116" y="109"/>
                </a:cubicBezTo>
                <a:cubicBezTo>
                  <a:pt x="2133" y="126"/>
                  <a:pt x="2148" y="145"/>
                  <a:pt x="2162" y="165"/>
                </a:cubicBezTo>
                <a:cubicBezTo>
                  <a:pt x="2175" y="185"/>
                  <a:pt x="2186" y="206"/>
                  <a:pt x="2196" y="229"/>
                </a:cubicBezTo>
                <a:cubicBezTo>
                  <a:pt x="2205" y="251"/>
                  <a:pt x="2212" y="275"/>
                  <a:pt x="2217" y="298"/>
                </a:cubicBezTo>
                <a:cubicBezTo>
                  <a:pt x="2222" y="322"/>
                  <a:pt x="2224" y="346"/>
                  <a:pt x="2224" y="371"/>
                </a:cubicBezTo>
                <a:cubicBezTo>
                  <a:pt x="2224" y="395"/>
                  <a:pt x="2222" y="419"/>
                  <a:pt x="2217" y="443"/>
                </a:cubicBezTo>
                <a:cubicBezTo>
                  <a:pt x="2212" y="467"/>
                  <a:pt x="2205" y="490"/>
                  <a:pt x="2196" y="512"/>
                </a:cubicBezTo>
                <a:cubicBezTo>
                  <a:pt x="2186" y="535"/>
                  <a:pt x="2175" y="556"/>
                  <a:pt x="2162" y="576"/>
                </a:cubicBezTo>
                <a:cubicBezTo>
                  <a:pt x="2148" y="597"/>
                  <a:pt x="2133" y="615"/>
                  <a:pt x="2116" y="633"/>
                </a:cubicBezTo>
                <a:cubicBezTo>
                  <a:pt x="2098" y="650"/>
                  <a:pt x="2080" y="665"/>
                  <a:pt x="2058" y="679"/>
                </a:cubicBezTo>
                <a:cubicBezTo>
                  <a:pt x="2038" y="692"/>
                  <a:pt x="2017" y="704"/>
                  <a:pt x="1994" y="713"/>
                </a:cubicBezTo>
                <a:cubicBezTo>
                  <a:pt x="1972" y="722"/>
                  <a:pt x="1949" y="730"/>
                  <a:pt x="1925" y="735"/>
                </a:cubicBezTo>
                <a:cubicBezTo>
                  <a:pt x="1901" y="740"/>
                  <a:pt x="1877" y="742"/>
                  <a:pt x="1853" y="742"/>
                </a:cubicBezTo>
                <a:lnTo>
                  <a:pt x="371" y="742"/>
                </a:lnTo>
                <a:cubicBezTo>
                  <a:pt x="347" y="742"/>
                  <a:pt x="323" y="740"/>
                  <a:pt x="299" y="735"/>
                </a:cubicBezTo>
                <a:cubicBezTo>
                  <a:pt x="275" y="730"/>
                  <a:pt x="252" y="722"/>
                  <a:pt x="229" y="713"/>
                </a:cubicBezTo>
                <a:cubicBezTo>
                  <a:pt x="207" y="704"/>
                  <a:pt x="185" y="692"/>
                  <a:pt x="165" y="679"/>
                </a:cubicBezTo>
                <a:cubicBezTo>
                  <a:pt x="145" y="665"/>
                  <a:pt x="126" y="650"/>
                  <a:pt x="109" y="633"/>
                </a:cubicBezTo>
                <a:cubicBezTo>
                  <a:pt x="92" y="615"/>
                  <a:pt x="76" y="597"/>
                  <a:pt x="63" y="576"/>
                </a:cubicBezTo>
                <a:cubicBezTo>
                  <a:pt x="49" y="556"/>
                  <a:pt x="38" y="535"/>
                  <a:pt x="29" y="512"/>
                </a:cubicBezTo>
                <a:cubicBezTo>
                  <a:pt x="19" y="490"/>
                  <a:pt x="12" y="467"/>
                  <a:pt x="8" y="443"/>
                </a:cubicBezTo>
                <a:cubicBezTo>
                  <a:pt x="3" y="419"/>
                  <a:pt x="0" y="395"/>
                  <a:pt x="0" y="371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175464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563760" y="44589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1367280" y="4451400"/>
            <a:ext cx="6099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iDEAL. De webwinkel praat met je bank, zonder dat die twee ooit samen zijn gebouwd.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4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43" name=""/>
          <p:cNvSpPr/>
          <p:nvPr/>
        </p:nvSpPr>
        <p:spPr>
          <a:xfrm>
            <a:off x="857160" y="2634120"/>
            <a:ext cx="684720" cy="41400"/>
          </a:xfrm>
          <a:custGeom>
            <a:avLst/>
            <a:gdLst/>
            <a:ahLst/>
            <a:rect l="0" t="0" r="r" b="b"/>
            <a:pathLst>
              <a:path fill="none" w="1902" h="115">
                <a:moveTo>
                  <a:pt x="0" y="115"/>
                </a:moveTo>
                <a:lnTo>
                  <a:pt x="163" y="89"/>
                </a:lnTo>
                <a:cubicBezTo>
                  <a:pt x="326" y="61"/>
                  <a:pt x="652" y="8"/>
                  <a:pt x="968" y="1"/>
                </a:cubicBezTo>
                <a:cubicBezTo>
                  <a:pt x="1285" y="-7"/>
                  <a:pt x="1593" y="31"/>
                  <a:pt x="1747" y="50"/>
                </a:cubicBezTo>
                <a:lnTo>
                  <a:pt x="1902" y="6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1523880" y="264060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6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1521720" y="263808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26" y="9"/>
                </a:moveTo>
                <a:lnTo>
                  <a:pt x="33" y="14"/>
                </a:lnTo>
                <a:lnTo>
                  <a:pt x="28" y="21"/>
                </a:lnTo>
                <a:lnTo>
                  <a:pt x="21" y="16"/>
                </a:lnTo>
                <a:lnTo>
                  <a:pt x="26" y="9"/>
                </a:lnTo>
                <a:moveTo>
                  <a:pt x="33" y="14"/>
                </a:moveTo>
                <a:lnTo>
                  <a:pt x="41" y="18"/>
                </a:lnTo>
                <a:lnTo>
                  <a:pt x="36" y="26"/>
                </a:lnTo>
                <a:lnTo>
                  <a:pt x="28" y="21"/>
                </a:lnTo>
                <a:lnTo>
                  <a:pt x="33" y="14"/>
                </a:lnTo>
                <a:moveTo>
                  <a:pt x="41" y="18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2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2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2"/>
                </a:moveTo>
                <a:lnTo>
                  <a:pt x="99" y="57"/>
                </a:lnTo>
                <a:lnTo>
                  <a:pt x="94" y="65"/>
                </a:lnTo>
                <a:lnTo>
                  <a:pt x="87" y="60"/>
                </a:lnTo>
                <a:lnTo>
                  <a:pt x="92" y="52"/>
                </a:lnTo>
                <a:moveTo>
                  <a:pt x="99" y="57"/>
                </a:moveTo>
                <a:lnTo>
                  <a:pt x="109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5"/>
                </a:lnTo>
                <a:lnTo>
                  <a:pt x="94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1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1"/>
                </a:moveTo>
                <a:lnTo>
                  <a:pt x="76" y="74"/>
                </a:lnTo>
                <a:lnTo>
                  <a:pt x="73" y="66"/>
                </a:lnTo>
                <a:lnTo>
                  <a:pt x="82" y="63"/>
                </a:lnTo>
                <a:lnTo>
                  <a:pt x="85" y="71"/>
                </a:lnTo>
                <a:moveTo>
                  <a:pt x="76" y="74"/>
                </a:moveTo>
                <a:lnTo>
                  <a:pt x="68" y="77"/>
                </a:lnTo>
                <a:lnTo>
                  <a:pt x="65" y="69"/>
                </a:lnTo>
                <a:lnTo>
                  <a:pt x="73" y="66"/>
                </a:lnTo>
                <a:lnTo>
                  <a:pt x="76" y="74"/>
                </a:lnTo>
                <a:moveTo>
                  <a:pt x="68" y="77"/>
                </a:moveTo>
                <a:lnTo>
                  <a:pt x="60" y="80"/>
                </a:lnTo>
                <a:lnTo>
                  <a:pt x="57" y="72"/>
                </a:lnTo>
                <a:lnTo>
                  <a:pt x="65" y="69"/>
                </a:lnTo>
                <a:lnTo>
                  <a:pt x="68" y="77"/>
                </a:lnTo>
                <a:moveTo>
                  <a:pt x="60" y="80"/>
                </a:moveTo>
                <a:lnTo>
                  <a:pt x="51" y="83"/>
                </a:lnTo>
                <a:lnTo>
                  <a:pt x="49" y="75"/>
                </a:lnTo>
                <a:lnTo>
                  <a:pt x="57" y="72"/>
                </a:lnTo>
                <a:lnTo>
                  <a:pt x="60" y="80"/>
                </a:lnTo>
                <a:moveTo>
                  <a:pt x="51" y="83"/>
                </a:moveTo>
                <a:lnTo>
                  <a:pt x="43" y="86"/>
                </a:lnTo>
                <a:lnTo>
                  <a:pt x="40" y="78"/>
                </a:lnTo>
                <a:lnTo>
                  <a:pt x="49" y="75"/>
                </a:lnTo>
                <a:lnTo>
                  <a:pt x="51" y="83"/>
                </a:lnTo>
                <a:moveTo>
                  <a:pt x="43" y="86"/>
                </a:moveTo>
                <a:lnTo>
                  <a:pt x="35" y="89"/>
                </a:lnTo>
                <a:lnTo>
                  <a:pt x="32" y="81"/>
                </a:lnTo>
                <a:lnTo>
                  <a:pt x="40" y="78"/>
                </a:lnTo>
                <a:lnTo>
                  <a:pt x="43" y="86"/>
                </a:lnTo>
                <a:moveTo>
                  <a:pt x="35" y="89"/>
                </a:moveTo>
                <a:lnTo>
                  <a:pt x="27" y="92"/>
                </a:lnTo>
                <a:lnTo>
                  <a:pt x="24" y="84"/>
                </a:lnTo>
                <a:lnTo>
                  <a:pt x="32" y="81"/>
                </a:lnTo>
                <a:lnTo>
                  <a:pt x="35" y="89"/>
                </a:lnTo>
                <a:moveTo>
                  <a:pt x="27" y="92"/>
                </a:moveTo>
                <a:lnTo>
                  <a:pt x="18" y="95"/>
                </a:lnTo>
                <a:lnTo>
                  <a:pt x="15" y="87"/>
                </a:lnTo>
                <a:lnTo>
                  <a:pt x="24" y="84"/>
                </a:lnTo>
                <a:lnTo>
                  <a:pt x="27" y="92"/>
                </a:lnTo>
                <a:moveTo>
                  <a:pt x="18" y="95"/>
                </a:moveTo>
                <a:lnTo>
                  <a:pt x="10" y="99"/>
                </a:lnTo>
                <a:lnTo>
                  <a:pt x="7" y="90"/>
                </a:lnTo>
                <a:lnTo>
                  <a:pt x="15" y="87"/>
                </a:lnTo>
                <a:lnTo>
                  <a:pt x="18" y="95"/>
                </a:lnTo>
                <a:moveTo>
                  <a:pt x="10" y="99"/>
                </a:moveTo>
                <a:lnTo>
                  <a:pt x="0" y="102"/>
                </a:lnTo>
                <a:lnTo>
                  <a:pt x="2" y="89"/>
                </a:lnTo>
                <a:lnTo>
                  <a:pt x="11" y="90"/>
                </a:lnTo>
                <a:lnTo>
                  <a:pt x="10" y="95"/>
                </a:lnTo>
                <a:lnTo>
                  <a:pt x="6" y="95"/>
                </a:lnTo>
                <a:lnTo>
                  <a:pt x="4" y="91"/>
                </a:lnTo>
                <a:lnTo>
                  <a:pt x="7" y="90"/>
                </a:lnTo>
                <a:lnTo>
                  <a:pt x="10" y="99"/>
                </a:lnTo>
                <a:moveTo>
                  <a:pt x="2" y="89"/>
                </a:moveTo>
                <a:lnTo>
                  <a:pt x="3" y="80"/>
                </a:lnTo>
                <a:lnTo>
                  <a:pt x="12" y="81"/>
                </a:lnTo>
                <a:lnTo>
                  <a:pt x="11" y="90"/>
                </a:lnTo>
                <a:lnTo>
                  <a:pt x="2" y="89"/>
                </a:lnTo>
                <a:moveTo>
                  <a:pt x="3" y="80"/>
                </a:moveTo>
                <a:lnTo>
                  <a:pt x="4" y="71"/>
                </a:lnTo>
                <a:lnTo>
                  <a:pt x="13" y="72"/>
                </a:lnTo>
                <a:lnTo>
                  <a:pt x="12" y="81"/>
                </a:lnTo>
                <a:lnTo>
                  <a:pt x="3" y="80"/>
                </a:lnTo>
                <a:moveTo>
                  <a:pt x="4" y="71"/>
                </a:moveTo>
                <a:lnTo>
                  <a:pt x="5" y="62"/>
                </a:lnTo>
                <a:lnTo>
                  <a:pt x="14" y="64"/>
                </a:lnTo>
                <a:lnTo>
                  <a:pt x="13" y="72"/>
                </a:lnTo>
                <a:lnTo>
                  <a:pt x="4" y="71"/>
                </a:lnTo>
                <a:moveTo>
                  <a:pt x="5" y="62"/>
                </a:moveTo>
                <a:lnTo>
                  <a:pt x="6" y="54"/>
                </a:lnTo>
                <a:lnTo>
                  <a:pt x="15" y="55"/>
                </a:lnTo>
                <a:lnTo>
                  <a:pt x="14" y="64"/>
                </a:lnTo>
                <a:lnTo>
                  <a:pt x="5" y="62"/>
                </a:lnTo>
                <a:moveTo>
                  <a:pt x="6" y="54"/>
                </a:moveTo>
                <a:lnTo>
                  <a:pt x="7" y="45"/>
                </a:lnTo>
                <a:lnTo>
                  <a:pt x="16" y="46"/>
                </a:lnTo>
                <a:lnTo>
                  <a:pt x="15" y="55"/>
                </a:lnTo>
                <a:lnTo>
                  <a:pt x="6" y="54"/>
                </a:lnTo>
                <a:moveTo>
                  <a:pt x="7" y="45"/>
                </a:moveTo>
                <a:lnTo>
                  <a:pt x="8" y="36"/>
                </a:lnTo>
                <a:lnTo>
                  <a:pt x="17" y="37"/>
                </a:lnTo>
                <a:lnTo>
                  <a:pt x="16" y="46"/>
                </a:lnTo>
                <a:lnTo>
                  <a:pt x="7" y="45"/>
                </a:lnTo>
                <a:moveTo>
                  <a:pt x="8" y="36"/>
                </a:moveTo>
                <a:lnTo>
                  <a:pt x="9" y="28"/>
                </a:lnTo>
                <a:lnTo>
                  <a:pt x="18" y="29"/>
                </a:lnTo>
                <a:lnTo>
                  <a:pt x="17" y="37"/>
                </a:lnTo>
                <a:lnTo>
                  <a:pt x="8" y="36"/>
                </a:lnTo>
                <a:moveTo>
                  <a:pt x="9" y="28"/>
                </a:moveTo>
                <a:lnTo>
                  <a:pt x="10" y="19"/>
                </a:lnTo>
                <a:lnTo>
                  <a:pt x="19" y="20"/>
                </a:lnTo>
                <a:lnTo>
                  <a:pt x="18" y="29"/>
                </a:lnTo>
                <a:lnTo>
                  <a:pt x="9" y="28"/>
                </a:lnTo>
                <a:moveTo>
                  <a:pt x="10" y="19"/>
                </a:moveTo>
                <a:lnTo>
                  <a:pt x="12" y="10"/>
                </a:lnTo>
                <a:lnTo>
                  <a:pt x="20" y="11"/>
                </a:lnTo>
                <a:lnTo>
                  <a:pt x="19" y="20"/>
                </a:lnTo>
                <a:lnTo>
                  <a:pt x="10" y="19"/>
                </a:lnTo>
                <a:moveTo>
                  <a:pt x="12" y="10"/>
                </a:moveTo>
                <a:lnTo>
                  <a:pt x="13" y="0"/>
                </a:lnTo>
                <a:lnTo>
                  <a:pt x="26" y="9"/>
                </a:lnTo>
                <a:lnTo>
                  <a:pt x="21" y="16"/>
                </a:lnTo>
                <a:lnTo>
                  <a:pt x="14" y="11"/>
                </a:lnTo>
                <a:lnTo>
                  <a:pt x="16" y="7"/>
                </a:lnTo>
                <a:lnTo>
                  <a:pt x="21" y="8"/>
                </a:lnTo>
                <a:lnTo>
                  <a:pt x="20" y="11"/>
                </a:lnTo>
                <a:lnTo>
                  <a:pt x="1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82040" y="2628000"/>
            <a:ext cx="480600" cy="25200"/>
          </a:xfrm>
          <a:custGeom>
            <a:avLst/>
            <a:gdLst/>
            <a:ahLst/>
            <a:rect l="0" t="0" r="r" b="b"/>
            <a:pathLst>
              <a:path fill="none" w="1335" h="70">
                <a:moveTo>
                  <a:pt x="0" y="70"/>
                </a:moveTo>
                <a:lnTo>
                  <a:pt x="114" y="54"/>
                </a:lnTo>
                <a:cubicBezTo>
                  <a:pt x="229" y="37"/>
                  <a:pt x="459" y="4"/>
                  <a:pt x="681" y="0"/>
                </a:cubicBezTo>
                <a:cubicBezTo>
                  <a:pt x="904" y="-4"/>
                  <a:pt x="1120" y="20"/>
                  <a:pt x="1227" y="33"/>
                </a:cubicBezTo>
                <a:lnTo>
                  <a:pt x="1335" y="45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2744640" y="262656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4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2742840" y="262404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5" y="8"/>
                </a:moveTo>
                <a:lnTo>
                  <a:pt x="33" y="13"/>
                </a:lnTo>
                <a:lnTo>
                  <a:pt x="27" y="21"/>
                </a:lnTo>
                <a:lnTo>
                  <a:pt x="20" y="16"/>
                </a:lnTo>
                <a:lnTo>
                  <a:pt x="25" y="8"/>
                </a:lnTo>
                <a:moveTo>
                  <a:pt x="33" y="13"/>
                </a:moveTo>
                <a:lnTo>
                  <a:pt x="40" y="18"/>
                </a:lnTo>
                <a:lnTo>
                  <a:pt x="36" y="25"/>
                </a:lnTo>
                <a:lnTo>
                  <a:pt x="27" y="21"/>
                </a:lnTo>
                <a:lnTo>
                  <a:pt x="33" y="13"/>
                </a:lnTo>
                <a:moveTo>
                  <a:pt x="40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0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1"/>
                </a:lnTo>
                <a:lnTo>
                  <a:pt x="50" y="36"/>
                </a:lnTo>
                <a:lnTo>
                  <a:pt x="55" y="28"/>
                </a:lnTo>
                <a:moveTo>
                  <a:pt x="63" y="32"/>
                </a:moveTo>
                <a:lnTo>
                  <a:pt x="70" y="38"/>
                </a:lnTo>
                <a:lnTo>
                  <a:pt x="65" y="46"/>
                </a:lnTo>
                <a:lnTo>
                  <a:pt x="58" y="41"/>
                </a:lnTo>
                <a:lnTo>
                  <a:pt x="63" y="32"/>
                </a:lnTo>
                <a:moveTo>
                  <a:pt x="70" y="38"/>
                </a:moveTo>
                <a:lnTo>
                  <a:pt x="77" y="43"/>
                </a:lnTo>
                <a:lnTo>
                  <a:pt x="73" y="50"/>
                </a:lnTo>
                <a:lnTo>
                  <a:pt x="65" y="46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3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3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3"/>
                </a:moveTo>
                <a:lnTo>
                  <a:pt x="99" y="57"/>
                </a:lnTo>
                <a:lnTo>
                  <a:pt x="95" y="65"/>
                </a:lnTo>
                <a:lnTo>
                  <a:pt x="87" y="60"/>
                </a:lnTo>
                <a:lnTo>
                  <a:pt x="92" y="53"/>
                </a:lnTo>
                <a:moveTo>
                  <a:pt x="99" y="57"/>
                </a:moveTo>
                <a:lnTo>
                  <a:pt x="108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6"/>
                </a:lnTo>
                <a:lnTo>
                  <a:pt x="95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4" y="87"/>
                </a:lnTo>
                <a:lnTo>
                  <a:pt x="41" y="78"/>
                </a:lnTo>
                <a:lnTo>
                  <a:pt x="49" y="75"/>
                </a:lnTo>
                <a:lnTo>
                  <a:pt x="52" y="84"/>
                </a:lnTo>
                <a:moveTo>
                  <a:pt x="44" y="87"/>
                </a:moveTo>
                <a:lnTo>
                  <a:pt x="35" y="90"/>
                </a:lnTo>
                <a:lnTo>
                  <a:pt x="31" y="81"/>
                </a:lnTo>
                <a:lnTo>
                  <a:pt x="41" y="78"/>
                </a:lnTo>
                <a:lnTo>
                  <a:pt x="44" y="87"/>
                </a:lnTo>
                <a:moveTo>
                  <a:pt x="35" y="90"/>
                </a:moveTo>
                <a:lnTo>
                  <a:pt x="26" y="93"/>
                </a:lnTo>
                <a:lnTo>
                  <a:pt x="23" y="84"/>
                </a:lnTo>
                <a:lnTo>
                  <a:pt x="31" y="81"/>
                </a:lnTo>
                <a:lnTo>
                  <a:pt x="35" y="90"/>
                </a:lnTo>
                <a:moveTo>
                  <a:pt x="26" y="93"/>
                </a:moveTo>
                <a:lnTo>
                  <a:pt x="18" y="96"/>
                </a:lnTo>
                <a:lnTo>
                  <a:pt x="15" y="87"/>
                </a:lnTo>
                <a:lnTo>
                  <a:pt x="23" y="84"/>
                </a:lnTo>
                <a:lnTo>
                  <a:pt x="26" y="93"/>
                </a:lnTo>
                <a:moveTo>
                  <a:pt x="18" y="96"/>
                </a:moveTo>
                <a:lnTo>
                  <a:pt x="9" y="99"/>
                </a:lnTo>
                <a:lnTo>
                  <a:pt x="6" y="90"/>
                </a:lnTo>
                <a:lnTo>
                  <a:pt x="15" y="87"/>
                </a:lnTo>
                <a:lnTo>
                  <a:pt x="18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90"/>
                </a:lnTo>
                <a:lnTo>
                  <a:pt x="10" y="91"/>
                </a:lnTo>
                <a:lnTo>
                  <a:pt x="9" y="96"/>
                </a:lnTo>
                <a:lnTo>
                  <a:pt x="5" y="96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3"/>
                </a:lnTo>
                <a:lnTo>
                  <a:pt x="13" y="64"/>
                </a:lnTo>
                <a:lnTo>
                  <a:pt x="12" y="73"/>
                </a:lnTo>
                <a:lnTo>
                  <a:pt x="3" y="72"/>
                </a:lnTo>
                <a:moveTo>
                  <a:pt x="4" y="63"/>
                </a:moveTo>
                <a:lnTo>
                  <a:pt x="5" y="55"/>
                </a:lnTo>
                <a:lnTo>
                  <a:pt x="14" y="56"/>
                </a:lnTo>
                <a:lnTo>
                  <a:pt x="13" y="64"/>
                </a:lnTo>
                <a:lnTo>
                  <a:pt x="4" y="63"/>
                </a:lnTo>
                <a:moveTo>
                  <a:pt x="5" y="55"/>
                </a:moveTo>
                <a:lnTo>
                  <a:pt x="6" y="46"/>
                </a:lnTo>
                <a:lnTo>
                  <a:pt x="15" y="47"/>
                </a:lnTo>
                <a:lnTo>
                  <a:pt x="14" y="56"/>
                </a:lnTo>
                <a:lnTo>
                  <a:pt x="5" y="55"/>
                </a:lnTo>
                <a:moveTo>
                  <a:pt x="6" y="46"/>
                </a:moveTo>
                <a:lnTo>
                  <a:pt x="7" y="37"/>
                </a:lnTo>
                <a:lnTo>
                  <a:pt x="16" y="38"/>
                </a:lnTo>
                <a:lnTo>
                  <a:pt x="15" y="47"/>
                </a:lnTo>
                <a:lnTo>
                  <a:pt x="6" y="46"/>
                </a:lnTo>
                <a:moveTo>
                  <a:pt x="7" y="37"/>
                </a:moveTo>
                <a:lnTo>
                  <a:pt x="8" y="27"/>
                </a:lnTo>
                <a:lnTo>
                  <a:pt x="17" y="28"/>
                </a:lnTo>
                <a:lnTo>
                  <a:pt x="16" y="38"/>
                </a:lnTo>
                <a:lnTo>
                  <a:pt x="7" y="37"/>
                </a:lnTo>
                <a:moveTo>
                  <a:pt x="8" y="27"/>
                </a:moveTo>
                <a:lnTo>
                  <a:pt x="9" y="19"/>
                </a:lnTo>
                <a:lnTo>
                  <a:pt x="18" y="20"/>
                </a:lnTo>
                <a:lnTo>
                  <a:pt x="17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9" y="11"/>
                </a:lnTo>
                <a:lnTo>
                  <a:pt x="18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5" y="8"/>
                </a:lnTo>
                <a:lnTo>
                  <a:pt x="20" y="16"/>
                </a:lnTo>
                <a:lnTo>
                  <a:pt x="13" y="11"/>
                </a:lnTo>
                <a:lnTo>
                  <a:pt x="15" y="7"/>
                </a:lnTo>
                <a:lnTo>
                  <a:pt x="19" y="8"/>
                </a:lnTo>
                <a:lnTo>
                  <a:pt x="19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806640" y="2633040"/>
            <a:ext cx="888120" cy="36000"/>
          </a:xfrm>
          <a:custGeom>
            <a:avLst/>
            <a:gdLst/>
            <a:ahLst/>
            <a:rect l="0" t="0" r="r" b="b"/>
            <a:pathLst>
              <a:path fill="none" w="2467" h="100">
                <a:moveTo>
                  <a:pt x="0" y="71"/>
                </a:moveTo>
                <a:lnTo>
                  <a:pt x="209" y="51"/>
                </a:lnTo>
                <a:cubicBezTo>
                  <a:pt x="418" y="33"/>
                  <a:pt x="838" y="-5"/>
                  <a:pt x="1248" y="0"/>
                </a:cubicBezTo>
                <a:cubicBezTo>
                  <a:pt x="1659" y="4"/>
                  <a:pt x="2063" y="52"/>
                  <a:pt x="2265" y="76"/>
                </a:cubicBezTo>
                <a:lnTo>
                  <a:pt x="2467" y="10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4676760" y="26510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4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4674960" y="264852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6" y="8"/>
                </a:moveTo>
                <a:lnTo>
                  <a:pt x="33" y="13"/>
                </a:lnTo>
                <a:lnTo>
                  <a:pt x="28" y="20"/>
                </a:lnTo>
                <a:lnTo>
                  <a:pt x="21" y="16"/>
                </a:lnTo>
                <a:lnTo>
                  <a:pt x="26" y="8"/>
                </a:lnTo>
                <a:moveTo>
                  <a:pt x="33" y="13"/>
                </a:moveTo>
                <a:lnTo>
                  <a:pt x="41" y="18"/>
                </a:lnTo>
                <a:lnTo>
                  <a:pt x="36" y="25"/>
                </a:lnTo>
                <a:lnTo>
                  <a:pt x="28" y="20"/>
                </a:lnTo>
                <a:lnTo>
                  <a:pt x="33" y="13"/>
                </a:lnTo>
                <a:moveTo>
                  <a:pt x="41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7"/>
                </a:lnTo>
                <a:lnTo>
                  <a:pt x="65" y="45"/>
                </a:lnTo>
                <a:lnTo>
                  <a:pt x="58" y="40"/>
                </a:lnTo>
                <a:lnTo>
                  <a:pt x="63" y="32"/>
                </a:lnTo>
                <a:moveTo>
                  <a:pt x="70" y="37"/>
                </a:moveTo>
                <a:lnTo>
                  <a:pt x="77" y="42"/>
                </a:lnTo>
                <a:lnTo>
                  <a:pt x="73" y="49"/>
                </a:lnTo>
                <a:lnTo>
                  <a:pt x="65" y="45"/>
                </a:lnTo>
                <a:lnTo>
                  <a:pt x="70" y="37"/>
                </a:lnTo>
                <a:moveTo>
                  <a:pt x="77" y="42"/>
                </a:moveTo>
                <a:lnTo>
                  <a:pt x="85" y="47"/>
                </a:lnTo>
                <a:lnTo>
                  <a:pt x="80" y="54"/>
                </a:lnTo>
                <a:lnTo>
                  <a:pt x="73" y="49"/>
                </a:lnTo>
                <a:lnTo>
                  <a:pt x="77" y="42"/>
                </a:lnTo>
                <a:moveTo>
                  <a:pt x="85" y="47"/>
                </a:moveTo>
                <a:lnTo>
                  <a:pt x="92" y="52"/>
                </a:lnTo>
                <a:lnTo>
                  <a:pt x="87" y="59"/>
                </a:lnTo>
                <a:lnTo>
                  <a:pt x="80" y="54"/>
                </a:lnTo>
                <a:lnTo>
                  <a:pt x="85" y="47"/>
                </a:lnTo>
                <a:moveTo>
                  <a:pt x="92" y="52"/>
                </a:moveTo>
                <a:lnTo>
                  <a:pt x="99" y="56"/>
                </a:lnTo>
                <a:lnTo>
                  <a:pt x="95" y="64"/>
                </a:lnTo>
                <a:lnTo>
                  <a:pt x="87" y="59"/>
                </a:lnTo>
                <a:lnTo>
                  <a:pt x="92" y="52"/>
                </a:lnTo>
                <a:moveTo>
                  <a:pt x="99" y="56"/>
                </a:moveTo>
                <a:lnTo>
                  <a:pt x="108" y="62"/>
                </a:lnTo>
                <a:lnTo>
                  <a:pt x="93" y="69"/>
                </a:lnTo>
                <a:lnTo>
                  <a:pt x="90" y="59"/>
                </a:lnTo>
                <a:lnTo>
                  <a:pt x="97" y="57"/>
                </a:lnTo>
                <a:lnTo>
                  <a:pt x="98" y="61"/>
                </a:lnTo>
                <a:lnTo>
                  <a:pt x="96" y="65"/>
                </a:lnTo>
                <a:lnTo>
                  <a:pt x="95" y="64"/>
                </a:lnTo>
                <a:lnTo>
                  <a:pt x="99" y="56"/>
                </a:lnTo>
                <a:moveTo>
                  <a:pt x="93" y="69"/>
                </a:moveTo>
                <a:lnTo>
                  <a:pt x="85" y="72"/>
                </a:lnTo>
                <a:lnTo>
                  <a:pt x="82" y="62"/>
                </a:lnTo>
                <a:lnTo>
                  <a:pt x="90" y="59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5"/>
                </a:lnTo>
                <a:lnTo>
                  <a:pt x="82" y="62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5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3" y="87"/>
                </a:lnTo>
                <a:lnTo>
                  <a:pt x="40" y="78"/>
                </a:lnTo>
                <a:lnTo>
                  <a:pt x="49" y="75"/>
                </a:lnTo>
                <a:lnTo>
                  <a:pt x="52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1"/>
                </a:lnTo>
                <a:lnTo>
                  <a:pt x="40" y="78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4"/>
                </a:lnTo>
                <a:lnTo>
                  <a:pt x="32" y="81"/>
                </a:lnTo>
                <a:lnTo>
                  <a:pt x="35" y="90"/>
                </a:lnTo>
                <a:moveTo>
                  <a:pt x="27" y="93"/>
                </a:moveTo>
                <a:lnTo>
                  <a:pt x="19" y="96"/>
                </a:lnTo>
                <a:lnTo>
                  <a:pt x="16" y="87"/>
                </a:lnTo>
                <a:lnTo>
                  <a:pt x="24" y="84"/>
                </a:lnTo>
                <a:lnTo>
                  <a:pt x="27" y="93"/>
                </a:lnTo>
                <a:moveTo>
                  <a:pt x="19" y="96"/>
                </a:moveTo>
                <a:lnTo>
                  <a:pt x="9" y="99"/>
                </a:lnTo>
                <a:lnTo>
                  <a:pt x="6" y="90"/>
                </a:lnTo>
                <a:lnTo>
                  <a:pt x="16" y="87"/>
                </a:lnTo>
                <a:lnTo>
                  <a:pt x="19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89"/>
                </a:lnTo>
                <a:lnTo>
                  <a:pt x="10" y="90"/>
                </a:lnTo>
                <a:lnTo>
                  <a:pt x="9" y="96"/>
                </a:lnTo>
                <a:lnTo>
                  <a:pt x="5" y="95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89"/>
                </a:moveTo>
                <a:lnTo>
                  <a:pt x="2" y="81"/>
                </a:lnTo>
                <a:lnTo>
                  <a:pt x="11" y="82"/>
                </a:lnTo>
                <a:lnTo>
                  <a:pt x="10" y="90"/>
                </a:lnTo>
                <a:lnTo>
                  <a:pt x="1" y="89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2"/>
                </a:lnTo>
                <a:lnTo>
                  <a:pt x="13" y="63"/>
                </a:lnTo>
                <a:lnTo>
                  <a:pt x="12" y="73"/>
                </a:lnTo>
                <a:lnTo>
                  <a:pt x="3" y="72"/>
                </a:lnTo>
                <a:moveTo>
                  <a:pt x="4" y="62"/>
                </a:moveTo>
                <a:lnTo>
                  <a:pt x="5" y="53"/>
                </a:lnTo>
                <a:lnTo>
                  <a:pt x="14" y="54"/>
                </a:lnTo>
                <a:lnTo>
                  <a:pt x="13" y="63"/>
                </a:lnTo>
                <a:lnTo>
                  <a:pt x="4" y="62"/>
                </a:lnTo>
                <a:moveTo>
                  <a:pt x="5" y="53"/>
                </a:moveTo>
                <a:lnTo>
                  <a:pt x="6" y="45"/>
                </a:lnTo>
                <a:lnTo>
                  <a:pt x="16" y="46"/>
                </a:lnTo>
                <a:lnTo>
                  <a:pt x="14" y="54"/>
                </a:lnTo>
                <a:lnTo>
                  <a:pt x="5" y="53"/>
                </a:lnTo>
                <a:moveTo>
                  <a:pt x="6" y="45"/>
                </a:moveTo>
                <a:lnTo>
                  <a:pt x="7" y="36"/>
                </a:lnTo>
                <a:lnTo>
                  <a:pt x="17" y="37"/>
                </a:lnTo>
                <a:lnTo>
                  <a:pt x="16" y="46"/>
                </a:lnTo>
                <a:lnTo>
                  <a:pt x="6" y="45"/>
                </a:lnTo>
                <a:moveTo>
                  <a:pt x="7" y="36"/>
                </a:moveTo>
                <a:lnTo>
                  <a:pt x="8" y="27"/>
                </a:lnTo>
                <a:lnTo>
                  <a:pt x="18" y="28"/>
                </a:lnTo>
                <a:lnTo>
                  <a:pt x="17" y="37"/>
                </a:lnTo>
                <a:lnTo>
                  <a:pt x="7" y="36"/>
                </a:lnTo>
                <a:moveTo>
                  <a:pt x="8" y="27"/>
                </a:moveTo>
                <a:lnTo>
                  <a:pt x="9" y="19"/>
                </a:lnTo>
                <a:lnTo>
                  <a:pt x="19" y="20"/>
                </a:lnTo>
                <a:lnTo>
                  <a:pt x="18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20" y="11"/>
                </a:lnTo>
                <a:lnTo>
                  <a:pt x="19" y="20"/>
                </a:lnTo>
                <a:lnTo>
                  <a:pt x="9" y="19"/>
                </a:lnTo>
                <a:moveTo>
                  <a:pt x="10" y="10"/>
                </a:moveTo>
                <a:lnTo>
                  <a:pt x="12" y="0"/>
                </a:lnTo>
                <a:lnTo>
                  <a:pt x="26" y="8"/>
                </a:lnTo>
                <a:lnTo>
                  <a:pt x="21" y="16"/>
                </a:lnTo>
                <a:lnTo>
                  <a:pt x="13" y="11"/>
                </a:lnTo>
                <a:lnTo>
                  <a:pt x="16" y="7"/>
                </a:lnTo>
                <a:lnTo>
                  <a:pt x="20" y="8"/>
                </a:lnTo>
                <a:lnTo>
                  <a:pt x="20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822480" y="2738880"/>
            <a:ext cx="887760" cy="38160"/>
          </a:xfrm>
          <a:custGeom>
            <a:avLst/>
            <a:gdLst/>
            <a:ahLst/>
            <a:rect l="0" t="0" r="r" b="b"/>
            <a:pathLst>
              <a:path fill="none" w="2466" h="106">
                <a:moveTo>
                  <a:pt x="2466" y="0"/>
                </a:moveTo>
                <a:lnTo>
                  <a:pt x="2257" y="25"/>
                </a:lnTo>
                <a:cubicBezTo>
                  <a:pt x="2048" y="50"/>
                  <a:pt x="1630" y="99"/>
                  <a:pt x="1219" y="105"/>
                </a:cubicBezTo>
                <a:cubicBezTo>
                  <a:pt x="808" y="111"/>
                  <a:pt x="403" y="75"/>
                  <a:pt x="202" y="57"/>
                </a:cubicBezTo>
                <a:lnTo>
                  <a:pt x="0" y="3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806640" y="273816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85" y="88"/>
                </a:moveTo>
                <a:lnTo>
                  <a:pt x="0" y="37"/>
                </a:lnTo>
                <a:lnTo>
                  <a:pt x="93" y="0"/>
                </a:lnTo>
                <a:lnTo>
                  <a:pt x="85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803040" y="273564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84" y="95"/>
                </a:moveTo>
                <a:lnTo>
                  <a:pt x="76" y="90"/>
                </a:lnTo>
                <a:lnTo>
                  <a:pt x="81" y="82"/>
                </a:lnTo>
                <a:lnTo>
                  <a:pt x="90" y="87"/>
                </a:lnTo>
                <a:lnTo>
                  <a:pt x="84" y="95"/>
                </a:lnTo>
                <a:moveTo>
                  <a:pt x="76" y="90"/>
                </a:moveTo>
                <a:lnTo>
                  <a:pt x="69" y="85"/>
                </a:lnTo>
                <a:lnTo>
                  <a:pt x="74" y="78"/>
                </a:lnTo>
                <a:lnTo>
                  <a:pt x="81" y="82"/>
                </a:lnTo>
                <a:lnTo>
                  <a:pt x="76" y="90"/>
                </a:lnTo>
                <a:moveTo>
                  <a:pt x="69" y="85"/>
                </a:moveTo>
                <a:lnTo>
                  <a:pt x="61" y="81"/>
                </a:lnTo>
                <a:lnTo>
                  <a:pt x="66" y="73"/>
                </a:lnTo>
                <a:lnTo>
                  <a:pt x="74" y="78"/>
                </a:lnTo>
                <a:lnTo>
                  <a:pt x="69" y="85"/>
                </a:lnTo>
                <a:moveTo>
                  <a:pt x="61" y="81"/>
                </a:moveTo>
                <a:lnTo>
                  <a:pt x="54" y="76"/>
                </a:lnTo>
                <a:lnTo>
                  <a:pt x="59" y="69"/>
                </a:lnTo>
                <a:lnTo>
                  <a:pt x="66" y="73"/>
                </a:lnTo>
                <a:lnTo>
                  <a:pt x="61" y="81"/>
                </a:lnTo>
                <a:moveTo>
                  <a:pt x="54" y="76"/>
                </a:moveTo>
                <a:lnTo>
                  <a:pt x="47" y="71"/>
                </a:lnTo>
                <a:lnTo>
                  <a:pt x="51" y="64"/>
                </a:lnTo>
                <a:lnTo>
                  <a:pt x="59" y="69"/>
                </a:lnTo>
                <a:lnTo>
                  <a:pt x="54" y="76"/>
                </a:lnTo>
                <a:moveTo>
                  <a:pt x="47" y="71"/>
                </a:moveTo>
                <a:lnTo>
                  <a:pt x="39" y="67"/>
                </a:lnTo>
                <a:lnTo>
                  <a:pt x="44" y="59"/>
                </a:lnTo>
                <a:lnTo>
                  <a:pt x="51" y="64"/>
                </a:lnTo>
                <a:lnTo>
                  <a:pt x="47" y="71"/>
                </a:lnTo>
                <a:moveTo>
                  <a:pt x="39" y="67"/>
                </a:moveTo>
                <a:lnTo>
                  <a:pt x="32" y="62"/>
                </a:lnTo>
                <a:lnTo>
                  <a:pt x="36" y="55"/>
                </a:lnTo>
                <a:lnTo>
                  <a:pt x="44" y="59"/>
                </a:lnTo>
                <a:lnTo>
                  <a:pt x="39" y="67"/>
                </a:lnTo>
                <a:moveTo>
                  <a:pt x="32" y="62"/>
                </a:moveTo>
                <a:lnTo>
                  <a:pt x="24" y="58"/>
                </a:lnTo>
                <a:lnTo>
                  <a:pt x="29" y="50"/>
                </a:lnTo>
                <a:lnTo>
                  <a:pt x="36" y="55"/>
                </a:lnTo>
                <a:lnTo>
                  <a:pt x="32" y="62"/>
                </a:lnTo>
                <a:moveTo>
                  <a:pt x="24" y="58"/>
                </a:moveTo>
                <a:lnTo>
                  <a:pt x="17" y="53"/>
                </a:lnTo>
                <a:lnTo>
                  <a:pt x="21" y="46"/>
                </a:lnTo>
                <a:lnTo>
                  <a:pt x="29" y="50"/>
                </a:lnTo>
                <a:lnTo>
                  <a:pt x="24" y="58"/>
                </a:lnTo>
                <a:moveTo>
                  <a:pt x="17" y="53"/>
                </a:moveTo>
                <a:lnTo>
                  <a:pt x="9" y="48"/>
                </a:lnTo>
                <a:lnTo>
                  <a:pt x="14" y="41"/>
                </a:lnTo>
                <a:lnTo>
                  <a:pt x="21" y="46"/>
                </a:lnTo>
                <a:lnTo>
                  <a:pt x="17" y="53"/>
                </a:lnTo>
                <a:moveTo>
                  <a:pt x="9" y="48"/>
                </a:moveTo>
                <a:lnTo>
                  <a:pt x="0" y="43"/>
                </a:lnTo>
                <a:lnTo>
                  <a:pt x="15" y="37"/>
                </a:lnTo>
                <a:lnTo>
                  <a:pt x="18" y="45"/>
                </a:lnTo>
                <a:lnTo>
                  <a:pt x="12" y="48"/>
                </a:lnTo>
                <a:lnTo>
                  <a:pt x="10" y="44"/>
                </a:lnTo>
                <a:lnTo>
                  <a:pt x="12" y="40"/>
                </a:lnTo>
                <a:lnTo>
                  <a:pt x="14" y="41"/>
                </a:lnTo>
                <a:lnTo>
                  <a:pt x="9" y="48"/>
                </a:lnTo>
                <a:moveTo>
                  <a:pt x="15" y="37"/>
                </a:moveTo>
                <a:lnTo>
                  <a:pt x="23" y="34"/>
                </a:lnTo>
                <a:lnTo>
                  <a:pt x="27" y="42"/>
                </a:lnTo>
                <a:lnTo>
                  <a:pt x="18" y="45"/>
                </a:lnTo>
                <a:lnTo>
                  <a:pt x="15" y="37"/>
                </a:lnTo>
                <a:moveTo>
                  <a:pt x="23" y="34"/>
                </a:moveTo>
                <a:lnTo>
                  <a:pt x="32" y="31"/>
                </a:lnTo>
                <a:lnTo>
                  <a:pt x="35" y="39"/>
                </a:lnTo>
                <a:lnTo>
                  <a:pt x="27" y="42"/>
                </a:lnTo>
                <a:lnTo>
                  <a:pt x="23" y="34"/>
                </a:lnTo>
                <a:moveTo>
                  <a:pt x="32" y="31"/>
                </a:moveTo>
                <a:lnTo>
                  <a:pt x="40" y="26"/>
                </a:lnTo>
                <a:lnTo>
                  <a:pt x="43" y="36"/>
                </a:lnTo>
                <a:lnTo>
                  <a:pt x="35" y="39"/>
                </a:lnTo>
                <a:lnTo>
                  <a:pt x="32" y="31"/>
                </a:lnTo>
                <a:moveTo>
                  <a:pt x="40" y="26"/>
                </a:moveTo>
                <a:lnTo>
                  <a:pt x="48" y="23"/>
                </a:lnTo>
                <a:lnTo>
                  <a:pt x="51" y="32"/>
                </a:lnTo>
                <a:lnTo>
                  <a:pt x="43" y="36"/>
                </a:lnTo>
                <a:lnTo>
                  <a:pt x="40" y="26"/>
                </a:lnTo>
                <a:moveTo>
                  <a:pt x="48" y="23"/>
                </a:moveTo>
                <a:lnTo>
                  <a:pt x="56" y="20"/>
                </a:lnTo>
                <a:lnTo>
                  <a:pt x="59" y="29"/>
                </a:lnTo>
                <a:lnTo>
                  <a:pt x="51" y="32"/>
                </a:lnTo>
                <a:lnTo>
                  <a:pt x="48" y="23"/>
                </a:lnTo>
                <a:moveTo>
                  <a:pt x="56" y="20"/>
                </a:moveTo>
                <a:lnTo>
                  <a:pt x="64" y="17"/>
                </a:lnTo>
                <a:lnTo>
                  <a:pt x="68" y="25"/>
                </a:lnTo>
                <a:lnTo>
                  <a:pt x="59" y="29"/>
                </a:lnTo>
                <a:lnTo>
                  <a:pt x="56" y="20"/>
                </a:lnTo>
                <a:moveTo>
                  <a:pt x="64" y="17"/>
                </a:moveTo>
                <a:lnTo>
                  <a:pt x="72" y="14"/>
                </a:lnTo>
                <a:lnTo>
                  <a:pt x="76" y="22"/>
                </a:lnTo>
                <a:lnTo>
                  <a:pt x="68" y="25"/>
                </a:lnTo>
                <a:lnTo>
                  <a:pt x="64" y="17"/>
                </a:lnTo>
                <a:moveTo>
                  <a:pt x="72" y="14"/>
                </a:moveTo>
                <a:lnTo>
                  <a:pt x="81" y="10"/>
                </a:lnTo>
                <a:lnTo>
                  <a:pt x="84" y="19"/>
                </a:lnTo>
                <a:lnTo>
                  <a:pt x="76" y="22"/>
                </a:lnTo>
                <a:lnTo>
                  <a:pt x="72" y="14"/>
                </a:lnTo>
                <a:moveTo>
                  <a:pt x="81" y="10"/>
                </a:moveTo>
                <a:lnTo>
                  <a:pt x="90" y="7"/>
                </a:lnTo>
                <a:lnTo>
                  <a:pt x="93" y="15"/>
                </a:lnTo>
                <a:lnTo>
                  <a:pt x="84" y="19"/>
                </a:lnTo>
                <a:lnTo>
                  <a:pt x="81" y="10"/>
                </a:lnTo>
                <a:moveTo>
                  <a:pt x="90" y="7"/>
                </a:moveTo>
                <a:lnTo>
                  <a:pt x="98" y="4"/>
                </a:lnTo>
                <a:lnTo>
                  <a:pt x="101" y="12"/>
                </a:lnTo>
                <a:lnTo>
                  <a:pt x="93" y="15"/>
                </a:lnTo>
                <a:lnTo>
                  <a:pt x="90" y="7"/>
                </a:lnTo>
                <a:moveTo>
                  <a:pt x="98" y="4"/>
                </a:moveTo>
                <a:lnTo>
                  <a:pt x="108" y="0"/>
                </a:lnTo>
                <a:lnTo>
                  <a:pt x="106" y="13"/>
                </a:lnTo>
                <a:lnTo>
                  <a:pt x="98" y="12"/>
                </a:lnTo>
                <a:lnTo>
                  <a:pt x="98" y="7"/>
                </a:lnTo>
                <a:lnTo>
                  <a:pt x="103" y="7"/>
                </a:lnTo>
                <a:lnTo>
                  <a:pt x="104" y="11"/>
                </a:lnTo>
                <a:lnTo>
                  <a:pt x="101" y="12"/>
                </a:lnTo>
                <a:lnTo>
                  <a:pt x="98" y="4"/>
                </a:lnTo>
                <a:moveTo>
                  <a:pt x="106" y="13"/>
                </a:moveTo>
                <a:lnTo>
                  <a:pt x="106" y="22"/>
                </a:lnTo>
                <a:lnTo>
                  <a:pt x="97" y="21"/>
                </a:lnTo>
                <a:lnTo>
                  <a:pt x="98" y="12"/>
                </a:lnTo>
                <a:lnTo>
                  <a:pt x="106" y="13"/>
                </a:lnTo>
                <a:moveTo>
                  <a:pt x="106" y="22"/>
                </a:moveTo>
                <a:lnTo>
                  <a:pt x="105" y="31"/>
                </a:lnTo>
                <a:lnTo>
                  <a:pt x="96" y="31"/>
                </a:lnTo>
                <a:lnTo>
                  <a:pt x="97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5" y="39"/>
                </a:lnTo>
                <a:lnTo>
                  <a:pt x="96" y="31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5" y="48"/>
                </a:lnTo>
                <a:lnTo>
                  <a:pt x="95" y="39"/>
                </a:lnTo>
                <a:lnTo>
                  <a:pt x="104" y="40"/>
                </a:lnTo>
                <a:moveTo>
                  <a:pt x="103" y="49"/>
                </a:moveTo>
                <a:lnTo>
                  <a:pt x="103" y="58"/>
                </a:lnTo>
                <a:lnTo>
                  <a:pt x="94" y="57"/>
                </a:lnTo>
                <a:lnTo>
                  <a:pt x="95" y="48"/>
                </a:lnTo>
                <a:lnTo>
                  <a:pt x="103" y="49"/>
                </a:lnTo>
                <a:moveTo>
                  <a:pt x="103" y="58"/>
                </a:moveTo>
                <a:lnTo>
                  <a:pt x="102" y="66"/>
                </a:lnTo>
                <a:lnTo>
                  <a:pt x="93" y="66"/>
                </a:lnTo>
                <a:lnTo>
                  <a:pt x="94" y="57"/>
                </a:lnTo>
                <a:lnTo>
                  <a:pt x="103" y="58"/>
                </a:lnTo>
                <a:moveTo>
                  <a:pt x="102" y="66"/>
                </a:moveTo>
                <a:lnTo>
                  <a:pt x="101" y="75"/>
                </a:lnTo>
                <a:lnTo>
                  <a:pt x="92" y="74"/>
                </a:lnTo>
                <a:lnTo>
                  <a:pt x="93" y="66"/>
                </a:lnTo>
                <a:lnTo>
                  <a:pt x="102" y="66"/>
                </a:lnTo>
                <a:moveTo>
                  <a:pt x="101" y="75"/>
                </a:moveTo>
                <a:lnTo>
                  <a:pt x="100" y="84"/>
                </a:lnTo>
                <a:lnTo>
                  <a:pt x="91" y="83"/>
                </a:lnTo>
                <a:lnTo>
                  <a:pt x="92" y="74"/>
                </a:lnTo>
                <a:lnTo>
                  <a:pt x="101" y="75"/>
                </a:lnTo>
                <a:moveTo>
                  <a:pt x="100" y="84"/>
                </a:moveTo>
                <a:lnTo>
                  <a:pt x="99" y="93"/>
                </a:lnTo>
                <a:lnTo>
                  <a:pt x="91" y="92"/>
                </a:lnTo>
                <a:lnTo>
                  <a:pt x="91" y="83"/>
                </a:lnTo>
                <a:lnTo>
                  <a:pt x="100" y="84"/>
                </a:lnTo>
                <a:moveTo>
                  <a:pt x="99" y="93"/>
                </a:moveTo>
                <a:lnTo>
                  <a:pt x="98" y="103"/>
                </a:lnTo>
                <a:lnTo>
                  <a:pt x="84" y="95"/>
                </a:lnTo>
                <a:lnTo>
                  <a:pt x="90" y="87"/>
                </a:lnTo>
                <a:lnTo>
                  <a:pt x="97" y="92"/>
                </a:lnTo>
                <a:lnTo>
                  <a:pt x="95" y="95"/>
                </a:lnTo>
                <a:lnTo>
                  <a:pt x="90" y="95"/>
                </a:lnTo>
                <a:lnTo>
                  <a:pt x="91" y="92"/>
                </a:lnTo>
                <a:lnTo>
                  <a:pt x="99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2297520" y="2758680"/>
            <a:ext cx="480600" cy="23040"/>
          </a:xfrm>
          <a:custGeom>
            <a:avLst/>
            <a:gdLst/>
            <a:ahLst/>
            <a:rect l="0" t="0" r="r" b="b"/>
            <a:pathLst>
              <a:path fill="none" w="1335" h="64">
                <a:moveTo>
                  <a:pt x="1335" y="13"/>
                </a:moveTo>
                <a:lnTo>
                  <a:pt x="1221" y="26"/>
                </a:lnTo>
                <a:cubicBezTo>
                  <a:pt x="1106" y="39"/>
                  <a:pt x="875" y="67"/>
                  <a:pt x="653" y="64"/>
                </a:cubicBezTo>
                <a:cubicBezTo>
                  <a:pt x="430" y="62"/>
                  <a:pt x="215" y="31"/>
                  <a:pt x="108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2282040" y="2745360"/>
            <a:ext cx="33840" cy="31680"/>
          </a:xfrm>
          <a:custGeom>
            <a:avLst/>
            <a:gdLst/>
            <a:ahLst/>
            <a:rect l="0" t="0" r="r" b="b"/>
            <a:pathLst>
              <a:path w="94" h="88">
                <a:moveTo>
                  <a:pt x="81" y="88"/>
                </a:moveTo>
                <a:lnTo>
                  <a:pt x="0" y="31"/>
                </a:lnTo>
                <a:lnTo>
                  <a:pt x="94" y="0"/>
                </a:lnTo>
                <a:lnTo>
                  <a:pt x="81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2278440" y="274284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81" y="93"/>
                </a:moveTo>
                <a:lnTo>
                  <a:pt x="74" y="88"/>
                </a:lnTo>
                <a:lnTo>
                  <a:pt x="79" y="81"/>
                </a:lnTo>
                <a:lnTo>
                  <a:pt x="86" y="86"/>
                </a:lnTo>
                <a:lnTo>
                  <a:pt x="81" y="93"/>
                </a:lnTo>
                <a:moveTo>
                  <a:pt x="74" y="88"/>
                </a:moveTo>
                <a:lnTo>
                  <a:pt x="66" y="83"/>
                </a:lnTo>
                <a:lnTo>
                  <a:pt x="71" y="76"/>
                </a:lnTo>
                <a:lnTo>
                  <a:pt x="79" y="81"/>
                </a:lnTo>
                <a:lnTo>
                  <a:pt x="74" y="88"/>
                </a:lnTo>
                <a:moveTo>
                  <a:pt x="66" y="83"/>
                </a:moveTo>
                <a:lnTo>
                  <a:pt x="59" y="78"/>
                </a:lnTo>
                <a:lnTo>
                  <a:pt x="64" y="71"/>
                </a:lnTo>
                <a:lnTo>
                  <a:pt x="71" y="76"/>
                </a:lnTo>
                <a:lnTo>
                  <a:pt x="66" y="83"/>
                </a:lnTo>
                <a:moveTo>
                  <a:pt x="59" y="78"/>
                </a:moveTo>
                <a:lnTo>
                  <a:pt x="52" y="73"/>
                </a:lnTo>
                <a:lnTo>
                  <a:pt x="57" y="66"/>
                </a:lnTo>
                <a:lnTo>
                  <a:pt x="64" y="71"/>
                </a:lnTo>
                <a:lnTo>
                  <a:pt x="59" y="78"/>
                </a:lnTo>
                <a:moveTo>
                  <a:pt x="52" y="73"/>
                </a:moveTo>
                <a:lnTo>
                  <a:pt x="45" y="68"/>
                </a:lnTo>
                <a:lnTo>
                  <a:pt x="50" y="61"/>
                </a:lnTo>
                <a:lnTo>
                  <a:pt x="57" y="66"/>
                </a:lnTo>
                <a:lnTo>
                  <a:pt x="52" y="73"/>
                </a:lnTo>
                <a:moveTo>
                  <a:pt x="45" y="68"/>
                </a:moveTo>
                <a:lnTo>
                  <a:pt x="37" y="63"/>
                </a:lnTo>
                <a:lnTo>
                  <a:pt x="42" y="56"/>
                </a:lnTo>
                <a:lnTo>
                  <a:pt x="50" y="61"/>
                </a:lnTo>
                <a:lnTo>
                  <a:pt x="45" y="68"/>
                </a:lnTo>
                <a:moveTo>
                  <a:pt x="37" y="63"/>
                </a:moveTo>
                <a:lnTo>
                  <a:pt x="30" y="58"/>
                </a:lnTo>
                <a:lnTo>
                  <a:pt x="35" y="51"/>
                </a:lnTo>
                <a:lnTo>
                  <a:pt x="42" y="56"/>
                </a:lnTo>
                <a:lnTo>
                  <a:pt x="37" y="63"/>
                </a:lnTo>
                <a:moveTo>
                  <a:pt x="30" y="58"/>
                </a:moveTo>
                <a:lnTo>
                  <a:pt x="23" y="53"/>
                </a:lnTo>
                <a:lnTo>
                  <a:pt x="28" y="46"/>
                </a:lnTo>
                <a:lnTo>
                  <a:pt x="35" y="51"/>
                </a:lnTo>
                <a:lnTo>
                  <a:pt x="30" y="58"/>
                </a:lnTo>
                <a:moveTo>
                  <a:pt x="23" y="53"/>
                </a:moveTo>
                <a:lnTo>
                  <a:pt x="16" y="48"/>
                </a:lnTo>
                <a:lnTo>
                  <a:pt x="21" y="41"/>
                </a:lnTo>
                <a:lnTo>
                  <a:pt x="28" y="46"/>
                </a:lnTo>
                <a:lnTo>
                  <a:pt x="23" y="53"/>
                </a:lnTo>
                <a:moveTo>
                  <a:pt x="16" y="48"/>
                </a:moveTo>
                <a:lnTo>
                  <a:pt x="8" y="43"/>
                </a:lnTo>
                <a:lnTo>
                  <a:pt x="13" y="36"/>
                </a:lnTo>
                <a:lnTo>
                  <a:pt x="21" y="41"/>
                </a:lnTo>
                <a:lnTo>
                  <a:pt x="16" y="48"/>
                </a:lnTo>
                <a:moveTo>
                  <a:pt x="8" y="43"/>
                </a:moveTo>
                <a:lnTo>
                  <a:pt x="0" y="37"/>
                </a:lnTo>
                <a:lnTo>
                  <a:pt x="15" y="32"/>
                </a:lnTo>
                <a:lnTo>
                  <a:pt x="18" y="41"/>
                </a:lnTo>
                <a:lnTo>
                  <a:pt x="11" y="43"/>
                </a:lnTo>
                <a:lnTo>
                  <a:pt x="10" y="39"/>
                </a:lnTo>
                <a:lnTo>
                  <a:pt x="12" y="35"/>
                </a:lnTo>
                <a:lnTo>
                  <a:pt x="13" y="36"/>
                </a:lnTo>
                <a:lnTo>
                  <a:pt x="8" y="43"/>
                </a:lnTo>
                <a:moveTo>
                  <a:pt x="15" y="32"/>
                </a:moveTo>
                <a:lnTo>
                  <a:pt x="23" y="29"/>
                </a:lnTo>
                <a:lnTo>
                  <a:pt x="26" y="38"/>
                </a:lnTo>
                <a:lnTo>
                  <a:pt x="18" y="41"/>
                </a:lnTo>
                <a:lnTo>
                  <a:pt x="15" y="32"/>
                </a:lnTo>
                <a:moveTo>
                  <a:pt x="23" y="29"/>
                </a:moveTo>
                <a:lnTo>
                  <a:pt x="32" y="27"/>
                </a:lnTo>
                <a:lnTo>
                  <a:pt x="35" y="35"/>
                </a:lnTo>
                <a:lnTo>
                  <a:pt x="26" y="38"/>
                </a:lnTo>
                <a:lnTo>
                  <a:pt x="23" y="29"/>
                </a:lnTo>
                <a:moveTo>
                  <a:pt x="32" y="27"/>
                </a:moveTo>
                <a:lnTo>
                  <a:pt x="40" y="24"/>
                </a:lnTo>
                <a:lnTo>
                  <a:pt x="43" y="32"/>
                </a:lnTo>
                <a:lnTo>
                  <a:pt x="35" y="35"/>
                </a:lnTo>
                <a:lnTo>
                  <a:pt x="32" y="27"/>
                </a:lnTo>
                <a:moveTo>
                  <a:pt x="40" y="24"/>
                </a:moveTo>
                <a:lnTo>
                  <a:pt x="48" y="21"/>
                </a:lnTo>
                <a:lnTo>
                  <a:pt x="51" y="29"/>
                </a:lnTo>
                <a:lnTo>
                  <a:pt x="43" y="32"/>
                </a:lnTo>
                <a:lnTo>
                  <a:pt x="40" y="24"/>
                </a:lnTo>
                <a:moveTo>
                  <a:pt x="48" y="21"/>
                </a:moveTo>
                <a:lnTo>
                  <a:pt x="57" y="18"/>
                </a:lnTo>
                <a:lnTo>
                  <a:pt x="60" y="27"/>
                </a:lnTo>
                <a:lnTo>
                  <a:pt x="51" y="29"/>
                </a:lnTo>
                <a:lnTo>
                  <a:pt x="48" y="21"/>
                </a:lnTo>
                <a:moveTo>
                  <a:pt x="57" y="18"/>
                </a:moveTo>
                <a:lnTo>
                  <a:pt x="65" y="15"/>
                </a:lnTo>
                <a:lnTo>
                  <a:pt x="68" y="24"/>
                </a:lnTo>
                <a:lnTo>
                  <a:pt x="60" y="27"/>
                </a:lnTo>
                <a:lnTo>
                  <a:pt x="57" y="18"/>
                </a:lnTo>
                <a:moveTo>
                  <a:pt x="65" y="15"/>
                </a:moveTo>
                <a:lnTo>
                  <a:pt x="73" y="13"/>
                </a:lnTo>
                <a:lnTo>
                  <a:pt x="76" y="21"/>
                </a:lnTo>
                <a:lnTo>
                  <a:pt x="68" y="24"/>
                </a:lnTo>
                <a:lnTo>
                  <a:pt x="65" y="15"/>
                </a:lnTo>
                <a:moveTo>
                  <a:pt x="73" y="13"/>
                </a:moveTo>
                <a:lnTo>
                  <a:pt x="82" y="10"/>
                </a:lnTo>
                <a:lnTo>
                  <a:pt x="85" y="18"/>
                </a:lnTo>
                <a:lnTo>
                  <a:pt x="76" y="21"/>
                </a:lnTo>
                <a:lnTo>
                  <a:pt x="73" y="13"/>
                </a:lnTo>
                <a:moveTo>
                  <a:pt x="82" y="10"/>
                </a:moveTo>
                <a:lnTo>
                  <a:pt x="90" y="6"/>
                </a:lnTo>
                <a:lnTo>
                  <a:pt x="93" y="15"/>
                </a:lnTo>
                <a:lnTo>
                  <a:pt x="85" y="18"/>
                </a:lnTo>
                <a:lnTo>
                  <a:pt x="82" y="10"/>
                </a:lnTo>
                <a:moveTo>
                  <a:pt x="90" y="6"/>
                </a:moveTo>
                <a:lnTo>
                  <a:pt x="100" y="3"/>
                </a:lnTo>
                <a:lnTo>
                  <a:pt x="102" y="13"/>
                </a:lnTo>
                <a:lnTo>
                  <a:pt x="93" y="15"/>
                </a:lnTo>
                <a:lnTo>
                  <a:pt x="90" y="6"/>
                </a:lnTo>
                <a:moveTo>
                  <a:pt x="100" y="3"/>
                </a:moveTo>
                <a:lnTo>
                  <a:pt x="109" y="0"/>
                </a:lnTo>
                <a:lnTo>
                  <a:pt x="107" y="14"/>
                </a:lnTo>
                <a:lnTo>
                  <a:pt x="99" y="12"/>
                </a:lnTo>
                <a:lnTo>
                  <a:pt x="100" y="6"/>
                </a:lnTo>
                <a:lnTo>
                  <a:pt x="104" y="8"/>
                </a:lnTo>
                <a:lnTo>
                  <a:pt x="105" y="12"/>
                </a:lnTo>
                <a:lnTo>
                  <a:pt x="102" y="13"/>
                </a:lnTo>
                <a:lnTo>
                  <a:pt x="100" y="3"/>
                </a:lnTo>
                <a:moveTo>
                  <a:pt x="107" y="14"/>
                </a:moveTo>
                <a:lnTo>
                  <a:pt x="106" y="22"/>
                </a:lnTo>
                <a:lnTo>
                  <a:pt x="98" y="21"/>
                </a:lnTo>
                <a:lnTo>
                  <a:pt x="99" y="12"/>
                </a:lnTo>
                <a:lnTo>
                  <a:pt x="107" y="14"/>
                </a:lnTo>
                <a:moveTo>
                  <a:pt x="106" y="22"/>
                </a:moveTo>
                <a:lnTo>
                  <a:pt x="105" y="31"/>
                </a:lnTo>
                <a:lnTo>
                  <a:pt x="95" y="30"/>
                </a:lnTo>
                <a:lnTo>
                  <a:pt x="98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4" y="39"/>
                </a:lnTo>
                <a:lnTo>
                  <a:pt x="95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3" y="47"/>
                </a:lnTo>
                <a:lnTo>
                  <a:pt x="94" y="39"/>
                </a:lnTo>
                <a:lnTo>
                  <a:pt x="104" y="40"/>
                </a:lnTo>
                <a:moveTo>
                  <a:pt x="103" y="49"/>
                </a:moveTo>
                <a:lnTo>
                  <a:pt x="101" y="57"/>
                </a:lnTo>
                <a:lnTo>
                  <a:pt x="92" y="56"/>
                </a:lnTo>
                <a:lnTo>
                  <a:pt x="93" y="47"/>
                </a:lnTo>
                <a:lnTo>
                  <a:pt x="103" y="49"/>
                </a:lnTo>
                <a:moveTo>
                  <a:pt x="101" y="57"/>
                </a:moveTo>
                <a:lnTo>
                  <a:pt x="100" y="66"/>
                </a:lnTo>
                <a:lnTo>
                  <a:pt x="90" y="65"/>
                </a:lnTo>
                <a:lnTo>
                  <a:pt x="92" y="56"/>
                </a:lnTo>
                <a:lnTo>
                  <a:pt x="101" y="57"/>
                </a:lnTo>
                <a:moveTo>
                  <a:pt x="100" y="66"/>
                </a:moveTo>
                <a:lnTo>
                  <a:pt x="99" y="75"/>
                </a:lnTo>
                <a:lnTo>
                  <a:pt x="89" y="73"/>
                </a:lnTo>
                <a:lnTo>
                  <a:pt x="90" y="65"/>
                </a:lnTo>
                <a:lnTo>
                  <a:pt x="100" y="66"/>
                </a:lnTo>
                <a:moveTo>
                  <a:pt x="99" y="75"/>
                </a:moveTo>
                <a:lnTo>
                  <a:pt x="98" y="83"/>
                </a:lnTo>
                <a:lnTo>
                  <a:pt x="88" y="82"/>
                </a:lnTo>
                <a:lnTo>
                  <a:pt x="89" y="73"/>
                </a:lnTo>
                <a:lnTo>
                  <a:pt x="99" y="75"/>
                </a:lnTo>
                <a:moveTo>
                  <a:pt x="98" y="83"/>
                </a:moveTo>
                <a:lnTo>
                  <a:pt x="95" y="92"/>
                </a:lnTo>
                <a:lnTo>
                  <a:pt x="87" y="91"/>
                </a:lnTo>
                <a:lnTo>
                  <a:pt x="88" y="82"/>
                </a:lnTo>
                <a:lnTo>
                  <a:pt x="98" y="83"/>
                </a:lnTo>
                <a:moveTo>
                  <a:pt x="95" y="92"/>
                </a:moveTo>
                <a:lnTo>
                  <a:pt x="94" y="102"/>
                </a:lnTo>
                <a:lnTo>
                  <a:pt x="81" y="93"/>
                </a:lnTo>
                <a:lnTo>
                  <a:pt x="86" y="86"/>
                </a:lnTo>
                <a:lnTo>
                  <a:pt x="93" y="91"/>
                </a:lnTo>
                <a:lnTo>
                  <a:pt x="90" y="95"/>
                </a:lnTo>
                <a:lnTo>
                  <a:pt x="86" y="94"/>
                </a:lnTo>
                <a:lnTo>
                  <a:pt x="87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873000" y="2737080"/>
            <a:ext cx="684360" cy="38880"/>
          </a:xfrm>
          <a:custGeom>
            <a:avLst/>
            <a:gdLst/>
            <a:ahLst/>
            <a:rect l="0" t="0" r="r" b="b"/>
            <a:pathLst>
              <a:path fill="none" w="1901" h="108">
                <a:moveTo>
                  <a:pt x="1901" y="33"/>
                </a:moveTo>
                <a:lnTo>
                  <a:pt x="1740" y="53"/>
                </a:lnTo>
                <a:cubicBezTo>
                  <a:pt x="1578" y="73"/>
                  <a:pt x="1256" y="113"/>
                  <a:pt x="939" y="108"/>
                </a:cubicBezTo>
                <a:cubicBezTo>
                  <a:pt x="622" y="102"/>
                  <a:pt x="310" y="51"/>
                  <a:pt x="155" y="2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857160" y="2724120"/>
            <a:ext cx="34200" cy="31320"/>
          </a:xfrm>
          <a:custGeom>
            <a:avLst/>
            <a:gdLst/>
            <a:ahLst/>
            <a:rect l="0" t="0" r="r" b="b"/>
            <a:pathLst>
              <a:path w="95" h="87">
                <a:moveTo>
                  <a:pt x="80" y="87"/>
                </a:moveTo>
                <a:lnTo>
                  <a:pt x="0" y="29"/>
                </a:lnTo>
                <a:lnTo>
                  <a:pt x="95" y="0"/>
                </a:lnTo>
                <a:lnTo>
                  <a:pt x="80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853920" y="2721600"/>
            <a:ext cx="39600" cy="36720"/>
          </a:xfrm>
          <a:custGeom>
            <a:avLst/>
            <a:gdLst/>
            <a:ahLst/>
            <a:rect l="0" t="0" r="r" b="b"/>
            <a:pathLst>
              <a:path w="110" h="102">
                <a:moveTo>
                  <a:pt x="79" y="93"/>
                </a:moveTo>
                <a:lnTo>
                  <a:pt x="72" y="87"/>
                </a:lnTo>
                <a:lnTo>
                  <a:pt x="77" y="80"/>
                </a:lnTo>
                <a:lnTo>
                  <a:pt x="86" y="85"/>
                </a:lnTo>
                <a:lnTo>
                  <a:pt x="79" y="93"/>
                </a:lnTo>
                <a:moveTo>
                  <a:pt x="72" y="87"/>
                </a:moveTo>
                <a:lnTo>
                  <a:pt x="65" y="82"/>
                </a:lnTo>
                <a:lnTo>
                  <a:pt x="70" y="74"/>
                </a:lnTo>
                <a:lnTo>
                  <a:pt x="77" y="80"/>
                </a:lnTo>
                <a:lnTo>
                  <a:pt x="72" y="87"/>
                </a:lnTo>
                <a:moveTo>
                  <a:pt x="65" y="82"/>
                </a:moveTo>
                <a:lnTo>
                  <a:pt x="58" y="76"/>
                </a:lnTo>
                <a:lnTo>
                  <a:pt x="63" y="69"/>
                </a:lnTo>
                <a:lnTo>
                  <a:pt x="70" y="74"/>
                </a:lnTo>
                <a:lnTo>
                  <a:pt x="65" y="82"/>
                </a:lnTo>
                <a:moveTo>
                  <a:pt x="58" y="76"/>
                </a:moveTo>
                <a:lnTo>
                  <a:pt x="51" y="71"/>
                </a:lnTo>
                <a:lnTo>
                  <a:pt x="56" y="64"/>
                </a:lnTo>
                <a:lnTo>
                  <a:pt x="63" y="69"/>
                </a:lnTo>
                <a:lnTo>
                  <a:pt x="58" y="76"/>
                </a:lnTo>
                <a:moveTo>
                  <a:pt x="51" y="71"/>
                </a:moveTo>
                <a:lnTo>
                  <a:pt x="44" y="66"/>
                </a:lnTo>
                <a:lnTo>
                  <a:pt x="49" y="59"/>
                </a:lnTo>
                <a:lnTo>
                  <a:pt x="56" y="64"/>
                </a:lnTo>
                <a:lnTo>
                  <a:pt x="51" y="71"/>
                </a:lnTo>
                <a:moveTo>
                  <a:pt x="44" y="66"/>
                </a:moveTo>
                <a:lnTo>
                  <a:pt x="37" y="61"/>
                </a:lnTo>
                <a:lnTo>
                  <a:pt x="42" y="54"/>
                </a:lnTo>
                <a:lnTo>
                  <a:pt x="49" y="59"/>
                </a:lnTo>
                <a:lnTo>
                  <a:pt x="44" y="66"/>
                </a:lnTo>
                <a:moveTo>
                  <a:pt x="37" y="61"/>
                </a:moveTo>
                <a:lnTo>
                  <a:pt x="30" y="56"/>
                </a:lnTo>
                <a:lnTo>
                  <a:pt x="35" y="49"/>
                </a:lnTo>
                <a:lnTo>
                  <a:pt x="42" y="54"/>
                </a:lnTo>
                <a:lnTo>
                  <a:pt x="37" y="61"/>
                </a:lnTo>
                <a:moveTo>
                  <a:pt x="30" y="56"/>
                </a:moveTo>
                <a:lnTo>
                  <a:pt x="22" y="51"/>
                </a:lnTo>
                <a:lnTo>
                  <a:pt x="28" y="44"/>
                </a:lnTo>
                <a:lnTo>
                  <a:pt x="35" y="49"/>
                </a:lnTo>
                <a:lnTo>
                  <a:pt x="30" y="56"/>
                </a:lnTo>
                <a:moveTo>
                  <a:pt x="22" y="51"/>
                </a:moveTo>
                <a:lnTo>
                  <a:pt x="15" y="46"/>
                </a:lnTo>
                <a:lnTo>
                  <a:pt x="20" y="38"/>
                </a:lnTo>
                <a:lnTo>
                  <a:pt x="28" y="44"/>
                </a:lnTo>
                <a:lnTo>
                  <a:pt x="22" y="51"/>
                </a:lnTo>
                <a:moveTo>
                  <a:pt x="15" y="46"/>
                </a:moveTo>
                <a:lnTo>
                  <a:pt x="8" y="40"/>
                </a:lnTo>
                <a:lnTo>
                  <a:pt x="13" y="33"/>
                </a:lnTo>
                <a:lnTo>
                  <a:pt x="20" y="38"/>
                </a:lnTo>
                <a:lnTo>
                  <a:pt x="15" y="46"/>
                </a:lnTo>
                <a:moveTo>
                  <a:pt x="8" y="40"/>
                </a:moveTo>
                <a:lnTo>
                  <a:pt x="0" y="34"/>
                </a:lnTo>
                <a:lnTo>
                  <a:pt x="15" y="30"/>
                </a:lnTo>
                <a:lnTo>
                  <a:pt x="18" y="38"/>
                </a:lnTo>
                <a:lnTo>
                  <a:pt x="11" y="40"/>
                </a:lnTo>
                <a:lnTo>
                  <a:pt x="9" y="36"/>
                </a:lnTo>
                <a:lnTo>
                  <a:pt x="12" y="32"/>
                </a:lnTo>
                <a:lnTo>
                  <a:pt x="13" y="33"/>
                </a:lnTo>
                <a:lnTo>
                  <a:pt x="8" y="40"/>
                </a:lnTo>
                <a:moveTo>
                  <a:pt x="15" y="30"/>
                </a:moveTo>
                <a:lnTo>
                  <a:pt x="23" y="27"/>
                </a:lnTo>
                <a:lnTo>
                  <a:pt x="26" y="35"/>
                </a:lnTo>
                <a:lnTo>
                  <a:pt x="18" y="38"/>
                </a:lnTo>
                <a:lnTo>
                  <a:pt x="15" y="30"/>
                </a:lnTo>
                <a:moveTo>
                  <a:pt x="23" y="27"/>
                </a:moveTo>
                <a:lnTo>
                  <a:pt x="32" y="24"/>
                </a:lnTo>
                <a:lnTo>
                  <a:pt x="34" y="33"/>
                </a:lnTo>
                <a:lnTo>
                  <a:pt x="26" y="35"/>
                </a:lnTo>
                <a:lnTo>
                  <a:pt x="23" y="27"/>
                </a:lnTo>
                <a:moveTo>
                  <a:pt x="32" y="24"/>
                </a:moveTo>
                <a:lnTo>
                  <a:pt x="40" y="22"/>
                </a:lnTo>
                <a:lnTo>
                  <a:pt x="43" y="30"/>
                </a:lnTo>
                <a:lnTo>
                  <a:pt x="34" y="33"/>
                </a:lnTo>
                <a:lnTo>
                  <a:pt x="32" y="24"/>
                </a:lnTo>
                <a:moveTo>
                  <a:pt x="40" y="22"/>
                </a:moveTo>
                <a:lnTo>
                  <a:pt x="49" y="19"/>
                </a:lnTo>
                <a:lnTo>
                  <a:pt x="51" y="27"/>
                </a:lnTo>
                <a:lnTo>
                  <a:pt x="43" y="30"/>
                </a:lnTo>
                <a:lnTo>
                  <a:pt x="40" y="22"/>
                </a:lnTo>
                <a:moveTo>
                  <a:pt x="49" y="19"/>
                </a:moveTo>
                <a:lnTo>
                  <a:pt x="57" y="16"/>
                </a:lnTo>
                <a:lnTo>
                  <a:pt x="60" y="25"/>
                </a:lnTo>
                <a:lnTo>
                  <a:pt x="51" y="27"/>
                </a:lnTo>
                <a:lnTo>
                  <a:pt x="49" y="19"/>
                </a:lnTo>
                <a:moveTo>
                  <a:pt x="57" y="16"/>
                </a:moveTo>
                <a:lnTo>
                  <a:pt x="65" y="14"/>
                </a:lnTo>
                <a:lnTo>
                  <a:pt x="68" y="22"/>
                </a:lnTo>
                <a:lnTo>
                  <a:pt x="60" y="25"/>
                </a:lnTo>
                <a:lnTo>
                  <a:pt x="57" y="16"/>
                </a:lnTo>
                <a:moveTo>
                  <a:pt x="65" y="14"/>
                </a:moveTo>
                <a:lnTo>
                  <a:pt x="74" y="11"/>
                </a:lnTo>
                <a:lnTo>
                  <a:pt x="76" y="20"/>
                </a:lnTo>
                <a:lnTo>
                  <a:pt x="68" y="22"/>
                </a:lnTo>
                <a:lnTo>
                  <a:pt x="65" y="14"/>
                </a:lnTo>
                <a:moveTo>
                  <a:pt x="74" y="11"/>
                </a:moveTo>
                <a:lnTo>
                  <a:pt x="83" y="9"/>
                </a:lnTo>
                <a:lnTo>
                  <a:pt x="86" y="17"/>
                </a:lnTo>
                <a:lnTo>
                  <a:pt x="76" y="20"/>
                </a:lnTo>
                <a:lnTo>
                  <a:pt x="74" y="11"/>
                </a:lnTo>
                <a:moveTo>
                  <a:pt x="83" y="9"/>
                </a:moveTo>
                <a:lnTo>
                  <a:pt x="92" y="6"/>
                </a:lnTo>
                <a:lnTo>
                  <a:pt x="94" y="14"/>
                </a:lnTo>
                <a:lnTo>
                  <a:pt x="86" y="17"/>
                </a:lnTo>
                <a:lnTo>
                  <a:pt x="83" y="9"/>
                </a:lnTo>
                <a:moveTo>
                  <a:pt x="92" y="6"/>
                </a:moveTo>
                <a:lnTo>
                  <a:pt x="100" y="3"/>
                </a:lnTo>
                <a:lnTo>
                  <a:pt x="103" y="12"/>
                </a:lnTo>
                <a:lnTo>
                  <a:pt x="94" y="14"/>
                </a:lnTo>
                <a:lnTo>
                  <a:pt x="92" y="6"/>
                </a:lnTo>
                <a:moveTo>
                  <a:pt x="100" y="3"/>
                </a:moveTo>
                <a:lnTo>
                  <a:pt x="110" y="0"/>
                </a:lnTo>
                <a:lnTo>
                  <a:pt x="108" y="13"/>
                </a:lnTo>
                <a:lnTo>
                  <a:pt x="99" y="11"/>
                </a:lnTo>
                <a:lnTo>
                  <a:pt x="100" y="6"/>
                </a:lnTo>
                <a:lnTo>
                  <a:pt x="104" y="7"/>
                </a:lnTo>
                <a:lnTo>
                  <a:pt x="106" y="11"/>
                </a:lnTo>
                <a:lnTo>
                  <a:pt x="103" y="12"/>
                </a:lnTo>
                <a:lnTo>
                  <a:pt x="100" y="3"/>
                </a:lnTo>
                <a:moveTo>
                  <a:pt x="108" y="13"/>
                </a:moveTo>
                <a:lnTo>
                  <a:pt x="106" y="22"/>
                </a:lnTo>
                <a:lnTo>
                  <a:pt x="98" y="20"/>
                </a:lnTo>
                <a:lnTo>
                  <a:pt x="99" y="11"/>
                </a:lnTo>
                <a:lnTo>
                  <a:pt x="108" y="13"/>
                </a:lnTo>
                <a:moveTo>
                  <a:pt x="106" y="22"/>
                </a:moveTo>
                <a:lnTo>
                  <a:pt x="105" y="30"/>
                </a:lnTo>
                <a:lnTo>
                  <a:pt x="96" y="29"/>
                </a:lnTo>
                <a:lnTo>
                  <a:pt x="98" y="20"/>
                </a:lnTo>
                <a:lnTo>
                  <a:pt x="106" y="22"/>
                </a:lnTo>
                <a:moveTo>
                  <a:pt x="105" y="30"/>
                </a:moveTo>
                <a:lnTo>
                  <a:pt x="103" y="39"/>
                </a:lnTo>
                <a:lnTo>
                  <a:pt x="95" y="38"/>
                </a:lnTo>
                <a:lnTo>
                  <a:pt x="96" y="29"/>
                </a:lnTo>
                <a:lnTo>
                  <a:pt x="105" y="30"/>
                </a:lnTo>
                <a:moveTo>
                  <a:pt x="103" y="39"/>
                </a:moveTo>
                <a:lnTo>
                  <a:pt x="102" y="48"/>
                </a:lnTo>
                <a:lnTo>
                  <a:pt x="93" y="46"/>
                </a:lnTo>
                <a:lnTo>
                  <a:pt x="95" y="38"/>
                </a:lnTo>
                <a:lnTo>
                  <a:pt x="103" y="39"/>
                </a:lnTo>
                <a:moveTo>
                  <a:pt x="102" y="48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2" y="48"/>
                </a:lnTo>
                <a:moveTo>
                  <a:pt x="101" y="56"/>
                </a:moveTo>
                <a:lnTo>
                  <a:pt x="99" y="65"/>
                </a:lnTo>
                <a:lnTo>
                  <a:pt x="91" y="64"/>
                </a:lnTo>
                <a:lnTo>
                  <a:pt x="92" y="55"/>
                </a:lnTo>
                <a:lnTo>
                  <a:pt x="101" y="56"/>
                </a:lnTo>
                <a:moveTo>
                  <a:pt x="99" y="65"/>
                </a:moveTo>
                <a:lnTo>
                  <a:pt x="98" y="74"/>
                </a:lnTo>
                <a:lnTo>
                  <a:pt x="89" y="72"/>
                </a:lnTo>
                <a:lnTo>
                  <a:pt x="91" y="64"/>
                </a:lnTo>
                <a:lnTo>
                  <a:pt x="99" y="65"/>
                </a:lnTo>
                <a:moveTo>
                  <a:pt x="98" y="74"/>
                </a:moveTo>
                <a:lnTo>
                  <a:pt x="96" y="82"/>
                </a:lnTo>
                <a:lnTo>
                  <a:pt x="88" y="81"/>
                </a:lnTo>
                <a:lnTo>
                  <a:pt x="89" y="72"/>
                </a:lnTo>
                <a:lnTo>
                  <a:pt x="98" y="74"/>
                </a:lnTo>
                <a:moveTo>
                  <a:pt x="96" y="82"/>
                </a:moveTo>
                <a:lnTo>
                  <a:pt x="95" y="92"/>
                </a:lnTo>
                <a:lnTo>
                  <a:pt x="86" y="91"/>
                </a:lnTo>
                <a:lnTo>
                  <a:pt x="88" y="81"/>
                </a:lnTo>
                <a:lnTo>
                  <a:pt x="96" y="82"/>
                </a:lnTo>
                <a:moveTo>
                  <a:pt x="95" y="92"/>
                </a:moveTo>
                <a:lnTo>
                  <a:pt x="93" y="102"/>
                </a:lnTo>
                <a:lnTo>
                  <a:pt x="79" y="93"/>
                </a:lnTo>
                <a:lnTo>
                  <a:pt x="86" y="85"/>
                </a:lnTo>
                <a:lnTo>
                  <a:pt x="93" y="91"/>
                </a:lnTo>
                <a:lnTo>
                  <a:pt x="90" y="94"/>
                </a:lnTo>
                <a:lnTo>
                  <a:pt x="86" y="94"/>
                </a:lnTo>
                <a:lnTo>
                  <a:pt x="86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5294520" y="2704680"/>
            <a:ext cx="703440" cy="0"/>
          </a:xfrm>
          <a:custGeom>
            <a:avLst/>
            <a:gdLst/>
            <a:ahLst/>
            <a:rect l="0" t="0" r="r" b="b"/>
            <a:pathLst>
              <a:path fill="none" w="1954" h="0">
                <a:moveTo>
                  <a:pt x="0" y="0"/>
                </a:moveTo>
                <a:lnTo>
                  <a:pt x="167" y="0"/>
                </a:lnTo>
                <a:cubicBezTo>
                  <a:pt x="333" y="0"/>
                  <a:pt x="666" y="0"/>
                  <a:pt x="992" y="0"/>
                </a:cubicBezTo>
                <a:cubicBezTo>
                  <a:pt x="1318" y="0"/>
                  <a:pt x="1636" y="0"/>
                  <a:pt x="1795" y="0"/>
                </a:cubicBezTo>
                <a:lnTo>
                  <a:pt x="195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59821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59806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4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4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4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9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9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9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6801120" y="270468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90" y="0"/>
                </a:lnTo>
                <a:cubicBezTo>
                  <a:pt x="180" y="0"/>
                  <a:pt x="360" y="0"/>
                  <a:pt x="532" y="0"/>
                </a:cubicBezTo>
                <a:cubicBezTo>
                  <a:pt x="704" y="0"/>
                  <a:pt x="869" y="0"/>
                  <a:pt x="952" y="0"/>
                </a:cubicBezTo>
                <a:lnTo>
                  <a:pt x="103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71575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71560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3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3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8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8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8018640" y="2704680"/>
            <a:ext cx="473760" cy="0"/>
          </a:xfrm>
          <a:custGeom>
            <a:avLst/>
            <a:gdLst/>
            <a:ahLst/>
            <a:rect l="0" t="0" r="r" b="b"/>
            <a:pathLst>
              <a:path fill="none" w="1316" h="0">
                <a:moveTo>
                  <a:pt x="0" y="0"/>
                </a:moveTo>
                <a:lnTo>
                  <a:pt x="113" y="0"/>
                </a:lnTo>
                <a:cubicBezTo>
                  <a:pt x="227" y="0"/>
                  <a:pt x="453" y="0"/>
                  <a:pt x="673" y="0"/>
                </a:cubicBezTo>
                <a:cubicBezTo>
                  <a:pt x="892" y="0"/>
                  <a:pt x="1104" y="0"/>
                  <a:pt x="1210" y="0"/>
                </a:cubicBezTo>
                <a:lnTo>
                  <a:pt x="1316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847656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847512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7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7" y="19"/>
                </a:moveTo>
                <a:lnTo>
                  <a:pt x="45" y="23"/>
                </a:lnTo>
                <a:lnTo>
                  <a:pt x="41" y="31"/>
                </a:lnTo>
                <a:lnTo>
                  <a:pt x="34" y="27"/>
                </a:lnTo>
                <a:lnTo>
                  <a:pt x="37" y="19"/>
                </a:lnTo>
                <a:moveTo>
                  <a:pt x="45" y="23"/>
                </a:moveTo>
                <a:lnTo>
                  <a:pt x="53" y="27"/>
                </a:lnTo>
                <a:lnTo>
                  <a:pt x="49" y="36"/>
                </a:lnTo>
                <a:lnTo>
                  <a:pt x="41" y="31"/>
                </a:lnTo>
                <a:lnTo>
                  <a:pt x="45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49" y="36"/>
                </a:lnTo>
                <a:lnTo>
                  <a:pt x="53" y="27"/>
                </a:lnTo>
                <a:moveTo>
                  <a:pt x="61" y="31"/>
                </a:moveTo>
                <a:lnTo>
                  <a:pt x="69" y="36"/>
                </a:lnTo>
                <a:lnTo>
                  <a:pt x="65" y="43"/>
                </a:lnTo>
                <a:lnTo>
                  <a:pt x="57" y="40"/>
                </a:lnTo>
                <a:lnTo>
                  <a:pt x="61" y="31"/>
                </a:lnTo>
                <a:moveTo>
                  <a:pt x="69" y="36"/>
                </a:moveTo>
                <a:lnTo>
                  <a:pt x="78" y="40"/>
                </a:lnTo>
                <a:lnTo>
                  <a:pt x="74" y="47"/>
                </a:lnTo>
                <a:lnTo>
                  <a:pt x="65" y="43"/>
                </a:lnTo>
                <a:lnTo>
                  <a:pt x="69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8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8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8" y="59"/>
                </a:lnTo>
                <a:moveTo>
                  <a:pt x="81" y="63"/>
                </a:moveTo>
                <a:lnTo>
                  <a:pt x="73" y="67"/>
                </a:lnTo>
                <a:lnTo>
                  <a:pt x="68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4" y="71"/>
                </a:lnTo>
                <a:lnTo>
                  <a:pt x="60" y="63"/>
                </a:lnTo>
                <a:lnTo>
                  <a:pt x="68" y="59"/>
                </a:lnTo>
                <a:lnTo>
                  <a:pt x="73" y="67"/>
                </a:lnTo>
                <a:moveTo>
                  <a:pt x="64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4" y="71"/>
                </a:lnTo>
                <a:moveTo>
                  <a:pt x="56" y="75"/>
                </a:moveTo>
                <a:lnTo>
                  <a:pt x="48" y="79"/>
                </a:lnTo>
                <a:lnTo>
                  <a:pt x="44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0" y="83"/>
                </a:lnTo>
                <a:lnTo>
                  <a:pt x="36" y="75"/>
                </a:lnTo>
                <a:lnTo>
                  <a:pt x="44" y="71"/>
                </a:lnTo>
                <a:lnTo>
                  <a:pt x="48" y="79"/>
                </a:lnTo>
                <a:moveTo>
                  <a:pt x="40" y="83"/>
                </a:moveTo>
                <a:lnTo>
                  <a:pt x="32" y="87"/>
                </a:lnTo>
                <a:lnTo>
                  <a:pt x="28" y="79"/>
                </a:lnTo>
                <a:lnTo>
                  <a:pt x="36" y="75"/>
                </a:lnTo>
                <a:lnTo>
                  <a:pt x="40" y="83"/>
                </a:lnTo>
                <a:moveTo>
                  <a:pt x="32" y="87"/>
                </a:moveTo>
                <a:lnTo>
                  <a:pt x="25" y="91"/>
                </a:lnTo>
                <a:lnTo>
                  <a:pt x="21" y="83"/>
                </a:lnTo>
                <a:lnTo>
                  <a:pt x="28" y="79"/>
                </a:lnTo>
                <a:lnTo>
                  <a:pt x="32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8" y="90"/>
                </a:lnTo>
                <a:lnTo>
                  <a:pt x="8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8" y="82"/>
                </a:lnTo>
                <a:lnTo>
                  <a:pt x="8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8" y="73"/>
                </a:lnTo>
                <a:lnTo>
                  <a:pt x="8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8" y="64"/>
                </a:lnTo>
                <a:lnTo>
                  <a:pt x="8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8" y="55"/>
                </a:lnTo>
                <a:lnTo>
                  <a:pt x="8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8" y="46"/>
                </a:lnTo>
                <a:lnTo>
                  <a:pt x="8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8" y="38"/>
                </a:lnTo>
                <a:lnTo>
                  <a:pt x="8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8" y="28"/>
                </a:lnTo>
                <a:lnTo>
                  <a:pt x="8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8" y="19"/>
                </a:lnTo>
                <a:lnTo>
                  <a:pt x="8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439920" y="192024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2000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956520" y="2579040"/>
            <a:ext cx="508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2404800" y="2579040"/>
            <a:ext cx="2538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3906360" y="2579040"/>
            <a:ext cx="718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4104720" y="2752920"/>
            <a:ext cx="314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2381040" y="2752920"/>
            <a:ext cx="3038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1120680" y="2752920"/>
            <a:ext cx="1807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5393520" y="2665800"/>
            <a:ext cx="53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6900480" y="2665800"/>
            <a:ext cx="194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8117640" y="2665800"/>
            <a:ext cx="296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518760" y="2665800"/>
            <a:ext cx="319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1675800" y="2618280"/>
            <a:ext cx="49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1707480" y="2713320"/>
            <a:ext cx="4320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3115080" y="2571120"/>
            <a:ext cx="3650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2985120" y="2665800"/>
            <a:ext cx="62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fill="none"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3116880" y="2760840"/>
            <a:ext cx="35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4739760" y="2657880"/>
            <a:ext cx="53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  <a:lnTo>
                  <a:pt x="0" y="168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fill="none"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4855680" y="2752920"/>
            <a:ext cx="299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159600" y="2657880"/>
            <a:ext cx="5050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Datawarehouse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6043680" y="2752920"/>
            <a:ext cx="741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historie en samenhang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7419600" y="2618280"/>
            <a:ext cx="377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308000" y="2713320"/>
            <a:ext cx="6012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stuurinformatie, BI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456840" y="307656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7"/>
                </a:moveTo>
                <a:cubicBezTo>
                  <a:pt x="0" y="333"/>
                  <a:pt x="3" y="310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8"/>
                  <a:pt x="48" y="178"/>
                  <a:pt x="61" y="158"/>
                </a:cubicBezTo>
                <a:cubicBezTo>
                  <a:pt x="74" y="139"/>
                  <a:pt x="89" y="121"/>
                  <a:pt x="105" y="104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6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4"/>
                </a:cubicBezTo>
                <a:cubicBezTo>
                  <a:pt x="2136" y="121"/>
                  <a:pt x="2151" y="139"/>
                  <a:pt x="2164" y="158"/>
                </a:cubicBezTo>
                <a:cubicBezTo>
                  <a:pt x="2177" y="178"/>
                  <a:pt x="2188" y="198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0"/>
                  <a:pt x="2224" y="333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3"/>
                  <a:pt x="2197" y="494"/>
                </a:cubicBezTo>
                <a:cubicBezTo>
                  <a:pt x="2188" y="516"/>
                  <a:pt x="2177" y="537"/>
                  <a:pt x="2164" y="556"/>
                </a:cubicBezTo>
                <a:cubicBezTo>
                  <a:pt x="2151" y="576"/>
                  <a:pt x="2136" y="594"/>
                  <a:pt x="2119" y="610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3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3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0"/>
                </a:cubicBezTo>
                <a:cubicBezTo>
                  <a:pt x="89" y="594"/>
                  <a:pt x="74" y="576"/>
                  <a:pt x="61" y="556"/>
                </a:cubicBezTo>
                <a:cubicBezTo>
                  <a:pt x="48" y="537"/>
                  <a:pt x="37" y="516"/>
                  <a:pt x="28" y="494"/>
                </a:cubicBezTo>
                <a:cubicBezTo>
                  <a:pt x="19" y="473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8538120" y="2665800"/>
            <a:ext cx="282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563760" y="31348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1367280" y="3117960"/>
            <a:ext cx="5328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bonuskaart. De supermarkt weet wat er verkocht is en stuurt daarop bij.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36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b7c0c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439920" y="882000"/>
            <a:ext cx="9221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applicatie naar ecosysteem van applicaties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170208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1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22516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2222640" y="2055600"/>
            <a:ext cx="53280" cy="53280"/>
          </a:xfrm>
          <a:custGeom>
            <a:avLst/>
            <a:gdLst/>
            <a:ahLst/>
            <a:rect l="0" t="0" r="r" b="b"/>
            <a:pathLst>
              <a:path w="148" h="148">
                <a:moveTo>
                  <a:pt x="21" y="11"/>
                </a:moveTo>
                <a:lnTo>
                  <a:pt x="33" y="16"/>
                </a:lnTo>
                <a:lnTo>
                  <a:pt x="26" y="27"/>
                </a:lnTo>
                <a:lnTo>
                  <a:pt x="15" y="22"/>
                </a:lnTo>
                <a:lnTo>
                  <a:pt x="21" y="11"/>
                </a:lnTo>
                <a:moveTo>
                  <a:pt x="33" y="16"/>
                </a:moveTo>
                <a:lnTo>
                  <a:pt x="44" y="22"/>
                </a:lnTo>
                <a:lnTo>
                  <a:pt x="39" y="33"/>
                </a:lnTo>
                <a:lnTo>
                  <a:pt x="26" y="27"/>
                </a:lnTo>
                <a:lnTo>
                  <a:pt x="33" y="16"/>
                </a:lnTo>
                <a:moveTo>
                  <a:pt x="44" y="22"/>
                </a:moveTo>
                <a:lnTo>
                  <a:pt x="56" y="27"/>
                </a:lnTo>
                <a:lnTo>
                  <a:pt x="50" y="39"/>
                </a:lnTo>
                <a:lnTo>
                  <a:pt x="39" y="33"/>
                </a:lnTo>
                <a:lnTo>
                  <a:pt x="44" y="22"/>
                </a:lnTo>
                <a:moveTo>
                  <a:pt x="56" y="27"/>
                </a:moveTo>
                <a:lnTo>
                  <a:pt x="67" y="33"/>
                </a:lnTo>
                <a:lnTo>
                  <a:pt x="61" y="44"/>
                </a:lnTo>
                <a:lnTo>
                  <a:pt x="50" y="39"/>
                </a:lnTo>
                <a:lnTo>
                  <a:pt x="56" y="27"/>
                </a:lnTo>
                <a:moveTo>
                  <a:pt x="67" y="33"/>
                </a:moveTo>
                <a:lnTo>
                  <a:pt x="78" y="39"/>
                </a:lnTo>
                <a:lnTo>
                  <a:pt x="73" y="50"/>
                </a:lnTo>
                <a:lnTo>
                  <a:pt x="61" y="44"/>
                </a:lnTo>
                <a:lnTo>
                  <a:pt x="67" y="33"/>
                </a:lnTo>
                <a:moveTo>
                  <a:pt x="78" y="39"/>
                </a:moveTo>
                <a:lnTo>
                  <a:pt x="89" y="44"/>
                </a:lnTo>
                <a:lnTo>
                  <a:pt x="84" y="56"/>
                </a:lnTo>
                <a:lnTo>
                  <a:pt x="73" y="50"/>
                </a:lnTo>
                <a:lnTo>
                  <a:pt x="78" y="39"/>
                </a:lnTo>
                <a:moveTo>
                  <a:pt x="89" y="44"/>
                </a:moveTo>
                <a:lnTo>
                  <a:pt x="101" y="50"/>
                </a:lnTo>
                <a:lnTo>
                  <a:pt x="95" y="62"/>
                </a:lnTo>
                <a:lnTo>
                  <a:pt x="84" y="56"/>
                </a:lnTo>
                <a:lnTo>
                  <a:pt x="89" y="44"/>
                </a:lnTo>
                <a:moveTo>
                  <a:pt x="101" y="50"/>
                </a:moveTo>
                <a:lnTo>
                  <a:pt x="112" y="56"/>
                </a:lnTo>
                <a:lnTo>
                  <a:pt x="106" y="68"/>
                </a:lnTo>
                <a:lnTo>
                  <a:pt x="95" y="62"/>
                </a:lnTo>
                <a:lnTo>
                  <a:pt x="101" y="50"/>
                </a:lnTo>
                <a:moveTo>
                  <a:pt x="112" y="56"/>
                </a:moveTo>
                <a:lnTo>
                  <a:pt x="123" y="62"/>
                </a:lnTo>
                <a:lnTo>
                  <a:pt x="118" y="73"/>
                </a:lnTo>
                <a:lnTo>
                  <a:pt x="106" y="68"/>
                </a:lnTo>
                <a:lnTo>
                  <a:pt x="112" y="56"/>
                </a:lnTo>
                <a:moveTo>
                  <a:pt x="123" y="62"/>
                </a:moveTo>
                <a:lnTo>
                  <a:pt x="134" y="68"/>
                </a:lnTo>
                <a:lnTo>
                  <a:pt x="129" y="79"/>
                </a:lnTo>
                <a:lnTo>
                  <a:pt x="118" y="73"/>
                </a:lnTo>
                <a:lnTo>
                  <a:pt x="123" y="62"/>
                </a:lnTo>
                <a:moveTo>
                  <a:pt x="134" y="68"/>
                </a:moveTo>
                <a:lnTo>
                  <a:pt x="148" y="74"/>
                </a:lnTo>
                <a:lnTo>
                  <a:pt x="127" y="85"/>
                </a:lnTo>
                <a:lnTo>
                  <a:pt x="122" y="73"/>
                </a:lnTo>
                <a:lnTo>
                  <a:pt x="131" y="69"/>
                </a:lnTo>
                <a:lnTo>
                  <a:pt x="134" y="74"/>
                </a:lnTo>
                <a:lnTo>
                  <a:pt x="131" y="80"/>
                </a:lnTo>
                <a:lnTo>
                  <a:pt x="129" y="79"/>
                </a:lnTo>
                <a:lnTo>
                  <a:pt x="134" y="68"/>
                </a:lnTo>
                <a:moveTo>
                  <a:pt x="127" y="85"/>
                </a:moveTo>
                <a:lnTo>
                  <a:pt x="116" y="90"/>
                </a:lnTo>
                <a:lnTo>
                  <a:pt x="110" y="79"/>
                </a:lnTo>
                <a:lnTo>
                  <a:pt x="122" y="73"/>
                </a:lnTo>
                <a:lnTo>
                  <a:pt x="127" y="85"/>
                </a:lnTo>
                <a:moveTo>
                  <a:pt x="116" y="90"/>
                </a:moveTo>
                <a:lnTo>
                  <a:pt x="105" y="96"/>
                </a:lnTo>
                <a:lnTo>
                  <a:pt x="99" y="85"/>
                </a:lnTo>
                <a:lnTo>
                  <a:pt x="110" y="79"/>
                </a:lnTo>
                <a:lnTo>
                  <a:pt x="116" y="90"/>
                </a:lnTo>
                <a:moveTo>
                  <a:pt x="105" y="96"/>
                </a:moveTo>
                <a:lnTo>
                  <a:pt x="93" y="102"/>
                </a:lnTo>
                <a:lnTo>
                  <a:pt x="88" y="90"/>
                </a:lnTo>
                <a:lnTo>
                  <a:pt x="99" y="85"/>
                </a:lnTo>
                <a:lnTo>
                  <a:pt x="105" y="96"/>
                </a:lnTo>
                <a:moveTo>
                  <a:pt x="93" y="102"/>
                </a:moveTo>
                <a:lnTo>
                  <a:pt x="82" y="107"/>
                </a:lnTo>
                <a:lnTo>
                  <a:pt x="77" y="96"/>
                </a:lnTo>
                <a:lnTo>
                  <a:pt x="88" y="90"/>
                </a:lnTo>
                <a:lnTo>
                  <a:pt x="93" y="102"/>
                </a:lnTo>
                <a:moveTo>
                  <a:pt x="82" y="107"/>
                </a:moveTo>
                <a:lnTo>
                  <a:pt x="71" y="113"/>
                </a:lnTo>
                <a:lnTo>
                  <a:pt x="65" y="102"/>
                </a:lnTo>
                <a:lnTo>
                  <a:pt x="77" y="96"/>
                </a:lnTo>
                <a:lnTo>
                  <a:pt x="82" y="107"/>
                </a:lnTo>
                <a:moveTo>
                  <a:pt x="71" y="113"/>
                </a:moveTo>
                <a:lnTo>
                  <a:pt x="60" y="119"/>
                </a:lnTo>
                <a:lnTo>
                  <a:pt x="54" y="107"/>
                </a:lnTo>
                <a:lnTo>
                  <a:pt x="65" y="102"/>
                </a:lnTo>
                <a:lnTo>
                  <a:pt x="71" y="113"/>
                </a:lnTo>
                <a:moveTo>
                  <a:pt x="60" y="119"/>
                </a:moveTo>
                <a:lnTo>
                  <a:pt x="48" y="124"/>
                </a:lnTo>
                <a:lnTo>
                  <a:pt x="43" y="113"/>
                </a:lnTo>
                <a:lnTo>
                  <a:pt x="54" y="107"/>
                </a:lnTo>
                <a:lnTo>
                  <a:pt x="60" y="119"/>
                </a:lnTo>
                <a:moveTo>
                  <a:pt x="48" y="124"/>
                </a:moveTo>
                <a:lnTo>
                  <a:pt x="37" y="130"/>
                </a:lnTo>
                <a:lnTo>
                  <a:pt x="32" y="119"/>
                </a:lnTo>
                <a:lnTo>
                  <a:pt x="43" y="113"/>
                </a:lnTo>
                <a:lnTo>
                  <a:pt x="48" y="124"/>
                </a:lnTo>
                <a:moveTo>
                  <a:pt x="37" y="130"/>
                </a:moveTo>
                <a:lnTo>
                  <a:pt x="25" y="135"/>
                </a:lnTo>
                <a:lnTo>
                  <a:pt x="19" y="124"/>
                </a:lnTo>
                <a:lnTo>
                  <a:pt x="32" y="119"/>
                </a:lnTo>
                <a:lnTo>
                  <a:pt x="37" y="130"/>
                </a:lnTo>
                <a:moveTo>
                  <a:pt x="25" y="135"/>
                </a:moveTo>
                <a:lnTo>
                  <a:pt x="14" y="141"/>
                </a:lnTo>
                <a:lnTo>
                  <a:pt x="8" y="130"/>
                </a:lnTo>
                <a:lnTo>
                  <a:pt x="19" y="124"/>
                </a:lnTo>
                <a:lnTo>
                  <a:pt x="25" y="135"/>
                </a:lnTo>
                <a:moveTo>
                  <a:pt x="14" y="141"/>
                </a:moveTo>
                <a:lnTo>
                  <a:pt x="0" y="148"/>
                </a:lnTo>
                <a:lnTo>
                  <a:pt x="0" y="129"/>
                </a:lnTo>
                <a:lnTo>
                  <a:pt x="13" y="129"/>
                </a:lnTo>
                <a:lnTo>
                  <a:pt x="13" y="137"/>
                </a:lnTo>
                <a:lnTo>
                  <a:pt x="7" y="137"/>
                </a:lnTo>
                <a:lnTo>
                  <a:pt x="4" y="132"/>
                </a:lnTo>
                <a:lnTo>
                  <a:pt x="8" y="130"/>
                </a:lnTo>
                <a:lnTo>
                  <a:pt x="14" y="141"/>
                </a:lnTo>
                <a:moveTo>
                  <a:pt x="0" y="129"/>
                </a:moveTo>
                <a:lnTo>
                  <a:pt x="0" y="117"/>
                </a:lnTo>
                <a:lnTo>
                  <a:pt x="13" y="117"/>
                </a:lnTo>
                <a:lnTo>
                  <a:pt x="13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3" y="104"/>
                </a:lnTo>
                <a:lnTo>
                  <a:pt x="13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3" y="92"/>
                </a:lnTo>
                <a:lnTo>
                  <a:pt x="13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3" y="79"/>
                </a:lnTo>
                <a:lnTo>
                  <a:pt x="13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3" y="66"/>
                </a:lnTo>
                <a:lnTo>
                  <a:pt x="13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3" y="53"/>
                </a:lnTo>
                <a:lnTo>
                  <a:pt x="13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3" y="40"/>
                </a:lnTo>
                <a:lnTo>
                  <a:pt x="13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3" y="28"/>
                </a:lnTo>
                <a:lnTo>
                  <a:pt x="13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1492200" y="2234880"/>
            <a:ext cx="2415600" cy="295920"/>
          </a:xfrm>
          <a:custGeom>
            <a:avLst/>
            <a:gdLst/>
            <a:ahLst/>
            <a:rect l="0" t="0" r="r" b="b"/>
            <a:pathLst>
              <a:path fill="none" w="6710" h="822">
                <a:moveTo>
                  <a:pt x="0" y="0"/>
                </a:moveTo>
                <a:lnTo>
                  <a:pt x="229" y="124"/>
                </a:lnTo>
                <a:cubicBezTo>
                  <a:pt x="458" y="247"/>
                  <a:pt x="915" y="494"/>
                  <a:pt x="1528" y="617"/>
                </a:cubicBezTo>
                <a:cubicBezTo>
                  <a:pt x="2140" y="740"/>
                  <a:pt x="2909" y="740"/>
                  <a:pt x="3677" y="740"/>
                </a:cubicBezTo>
                <a:cubicBezTo>
                  <a:pt x="4445" y="740"/>
                  <a:pt x="5214" y="740"/>
                  <a:pt x="5719" y="754"/>
                </a:cubicBezTo>
                <a:cubicBezTo>
                  <a:pt x="6225" y="768"/>
                  <a:pt x="6468" y="795"/>
                  <a:pt x="6589" y="808"/>
                </a:cubicBezTo>
                <a:lnTo>
                  <a:pt x="6710" y="822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3882240" y="250524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14" y="0"/>
                </a:moveTo>
                <a:lnTo>
                  <a:pt x="134" y="77"/>
                </a:lnTo>
                <a:lnTo>
                  <a:pt x="0" y="126"/>
                </a:lnTo>
                <a:lnTo>
                  <a:pt x="1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3879720" y="2501280"/>
            <a:ext cx="55800" cy="52920"/>
          </a:xfrm>
          <a:custGeom>
            <a:avLst/>
            <a:gdLst/>
            <a:ahLst/>
            <a:rect l="0" t="0" r="r" b="b"/>
            <a:pathLst>
              <a:path w="155" h="147">
                <a:moveTo>
                  <a:pt x="36" y="13"/>
                </a:moveTo>
                <a:lnTo>
                  <a:pt x="47" y="20"/>
                </a:lnTo>
                <a:lnTo>
                  <a:pt x="40" y="30"/>
                </a:lnTo>
                <a:lnTo>
                  <a:pt x="29" y="23"/>
                </a:lnTo>
                <a:lnTo>
                  <a:pt x="36" y="13"/>
                </a:lnTo>
                <a:moveTo>
                  <a:pt x="47" y="20"/>
                </a:moveTo>
                <a:lnTo>
                  <a:pt x="57" y="26"/>
                </a:lnTo>
                <a:lnTo>
                  <a:pt x="51" y="37"/>
                </a:lnTo>
                <a:lnTo>
                  <a:pt x="40" y="30"/>
                </a:lnTo>
                <a:lnTo>
                  <a:pt x="47" y="20"/>
                </a:lnTo>
                <a:moveTo>
                  <a:pt x="57" y="26"/>
                </a:moveTo>
                <a:lnTo>
                  <a:pt x="68" y="33"/>
                </a:lnTo>
                <a:lnTo>
                  <a:pt x="61" y="44"/>
                </a:lnTo>
                <a:lnTo>
                  <a:pt x="51" y="37"/>
                </a:lnTo>
                <a:lnTo>
                  <a:pt x="57" y="26"/>
                </a:lnTo>
                <a:moveTo>
                  <a:pt x="68" y="33"/>
                </a:moveTo>
                <a:lnTo>
                  <a:pt x="79" y="40"/>
                </a:lnTo>
                <a:lnTo>
                  <a:pt x="72" y="51"/>
                </a:lnTo>
                <a:lnTo>
                  <a:pt x="61" y="44"/>
                </a:lnTo>
                <a:lnTo>
                  <a:pt x="68" y="33"/>
                </a:lnTo>
                <a:moveTo>
                  <a:pt x="79" y="40"/>
                </a:moveTo>
                <a:lnTo>
                  <a:pt x="89" y="47"/>
                </a:lnTo>
                <a:lnTo>
                  <a:pt x="82" y="57"/>
                </a:lnTo>
                <a:lnTo>
                  <a:pt x="72" y="51"/>
                </a:lnTo>
                <a:lnTo>
                  <a:pt x="79" y="40"/>
                </a:lnTo>
                <a:moveTo>
                  <a:pt x="89" y="47"/>
                </a:moveTo>
                <a:lnTo>
                  <a:pt x="100" y="54"/>
                </a:lnTo>
                <a:lnTo>
                  <a:pt x="93" y="64"/>
                </a:lnTo>
                <a:lnTo>
                  <a:pt x="82" y="57"/>
                </a:lnTo>
                <a:lnTo>
                  <a:pt x="89" y="47"/>
                </a:lnTo>
                <a:moveTo>
                  <a:pt x="100" y="54"/>
                </a:moveTo>
                <a:lnTo>
                  <a:pt x="110" y="61"/>
                </a:lnTo>
                <a:lnTo>
                  <a:pt x="103" y="71"/>
                </a:lnTo>
                <a:lnTo>
                  <a:pt x="93" y="64"/>
                </a:lnTo>
                <a:lnTo>
                  <a:pt x="100" y="54"/>
                </a:lnTo>
                <a:moveTo>
                  <a:pt x="110" y="61"/>
                </a:moveTo>
                <a:lnTo>
                  <a:pt x="121" y="67"/>
                </a:lnTo>
                <a:lnTo>
                  <a:pt x="114" y="78"/>
                </a:lnTo>
                <a:lnTo>
                  <a:pt x="103" y="71"/>
                </a:lnTo>
                <a:lnTo>
                  <a:pt x="110" y="61"/>
                </a:lnTo>
                <a:moveTo>
                  <a:pt x="121" y="67"/>
                </a:moveTo>
                <a:lnTo>
                  <a:pt x="131" y="74"/>
                </a:lnTo>
                <a:lnTo>
                  <a:pt x="125" y="86"/>
                </a:lnTo>
                <a:lnTo>
                  <a:pt x="114" y="78"/>
                </a:lnTo>
                <a:lnTo>
                  <a:pt x="121" y="67"/>
                </a:lnTo>
                <a:moveTo>
                  <a:pt x="131" y="74"/>
                </a:moveTo>
                <a:lnTo>
                  <a:pt x="142" y="81"/>
                </a:lnTo>
                <a:lnTo>
                  <a:pt x="135" y="93"/>
                </a:lnTo>
                <a:lnTo>
                  <a:pt x="125" y="86"/>
                </a:lnTo>
                <a:lnTo>
                  <a:pt x="131" y="74"/>
                </a:lnTo>
                <a:moveTo>
                  <a:pt x="142" y="81"/>
                </a:moveTo>
                <a:lnTo>
                  <a:pt x="155" y="90"/>
                </a:lnTo>
                <a:lnTo>
                  <a:pt x="133" y="98"/>
                </a:lnTo>
                <a:lnTo>
                  <a:pt x="129" y="86"/>
                </a:lnTo>
                <a:lnTo>
                  <a:pt x="138" y="82"/>
                </a:lnTo>
                <a:lnTo>
                  <a:pt x="141" y="89"/>
                </a:lnTo>
                <a:lnTo>
                  <a:pt x="137" y="94"/>
                </a:lnTo>
                <a:lnTo>
                  <a:pt x="135" y="93"/>
                </a:lnTo>
                <a:lnTo>
                  <a:pt x="142" y="81"/>
                </a:lnTo>
                <a:moveTo>
                  <a:pt x="133" y="98"/>
                </a:moveTo>
                <a:lnTo>
                  <a:pt x="121" y="102"/>
                </a:lnTo>
                <a:lnTo>
                  <a:pt x="117" y="91"/>
                </a:lnTo>
                <a:lnTo>
                  <a:pt x="129" y="86"/>
                </a:lnTo>
                <a:lnTo>
                  <a:pt x="133" y="98"/>
                </a:lnTo>
                <a:moveTo>
                  <a:pt x="121" y="102"/>
                </a:moveTo>
                <a:lnTo>
                  <a:pt x="109" y="107"/>
                </a:lnTo>
                <a:lnTo>
                  <a:pt x="105" y="95"/>
                </a:lnTo>
                <a:lnTo>
                  <a:pt x="117" y="91"/>
                </a:lnTo>
                <a:lnTo>
                  <a:pt x="121" y="102"/>
                </a:lnTo>
                <a:moveTo>
                  <a:pt x="109" y="107"/>
                </a:moveTo>
                <a:lnTo>
                  <a:pt x="98" y="111"/>
                </a:lnTo>
                <a:lnTo>
                  <a:pt x="93" y="99"/>
                </a:lnTo>
                <a:lnTo>
                  <a:pt x="105" y="95"/>
                </a:lnTo>
                <a:lnTo>
                  <a:pt x="109" y="107"/>
                </a:lnTo>
                <a:moveTo>
                  <a:pt x="98" y="111"/>
                </a:moveTo>
                <a:lnTo>
                  <a:pt x="86" y="115"/>
                </a:lnTo>
                <a:lnTo>
                  <a:pt x="81" y="104"/>
                </a:lnTo>
                <a:lnTo>
                  <a:pt x="93" y="99"/>
                </a:lnTo>
                <a:lnTo>
                  <a:pt x="98" y="111"/>
                </a:lnTo>
                <a:moveTo>
                  <a:pt x="86" y="115"/>
                </a:moveTo>
                <a:lnTo>
                  <a:pt x="74" y="120"/>
                </a:lnTo>
                <a:lnTo>
                  <a:pt x="70" y="108"/>
                </a:lnTo>
                <a:lnTo>
                  <a:pt x="81" y="104"/>
                </a:lnTo>
                <a:lnTo>
                  <a:pt x="86" y="115"/>
                </a:lnTo>
                <a:moveTo>
                  <a:pt x="74" y="120"/>
                </a:moveTo>
                <a:lnTo>
                  <a:pt x="62" y="124"/>
                </a:lnTo>
                <a:lnTo>
                  <a:pt x="58" y="112"/>
                </a:lnTo>
                <a:lnTo>
                  <a:pt x="70" y="108"/>
                </a:lnTo>
                <a:lnTo>
                  <a:pt x="74" y="120"/>
                </a:lnTo>
                <a:moveTo>
                  <a:pt x="62" y="124"/>
                </a:moveTo>
                <a:lnTo>
                  <a:pt x="50" y="129"/>
                </a:lnTo>
                <a:lnTo>
                  <a:pt x="46" y="117"/>
                </a:lnTo>
                <a:lnTo>
                  <a:pt x="58" y="112"/>
                </a:lnTo>
                <a:lnTo>
                  <a:pt x="62" y="124"/>
                </a:lnTo>
                <a:moveTo>
                  <a:pt x="50" y="129"/>
                </a:moveTo>
                <a:lnTo>
                  <a:pt x="39" y="133"/>
                </a:lnTo>
                <a:lnTo>
                  <a:pt x="34" y="121"/>
                </a:lnTo>
                <a:lnTo>
                  <a:pt x="46" y="117"/>
                </a:lnTo>
                <a:lnTo>
                  <a:pt x="50" y="129"/>
                </a:lnTo>
                <a:moveTo>
                  <a:pt x="39" y="133"/>
                </a:moveTo>
                <a:lnTo>
                  <a:pt x="27" y="137"/>
                </a:lnTo>
                <a:lnTo>
                  <a:pt x="22" y="125"/>
                </a:lnTo>
                <a:lnTo>
                  <a:pt x="34" y="121"/>
                </a:lnTo>
                <a:lnTo>
                  <a:pt x="39" y="133"/>
                </a:lnTo>
                <a:moveTo>
                  <a:pt x="27" y="137"/>
                </a:moveTo>
                <a:lnTo>
                  <a:pt x="15" y="142"/>
                </a:lnTo>
                <a:lnTo>
                  <a:pt x="11" y="130"/>
                </a:lnTo>
                <a:lnTo>
                  <a:pt x="22" y="125"/>
                </a:lnTo>
                <a:lnTo>
                  <a:pt x="27" y="137"/>
                </a:lnTo>
                <a:moveTo>
                  <a:pt x="15" y="142"/>
                </a:moveTo>
                <a:lnTo>
                  <a:pt x="0" y="147"/>
                </a:lnTo>
                <a:lnTo>
                  <a:pt x="2" y="129"/>
                </a:lnTo>
                <a:lnTo>
                  <a:pt x="16" y="130"/>
                </a:lnTo>
                <a:lnTo>
                  <a:pt x="15" y="138"/>
                </a:lnTo>
                <a:lnTo>
                  <a:pt x="7" y="137"/>
                </a:lnTo>
                <a:lnTo>
                  <a:pt x="5" y="131"/>
                </a:lnTo>
                <a:lnTo>
                  <a:pt x="11" y="130"/>
                </a:lnTo>
                <a:lnTo>
                  <a:pt x="15" y="142"/>
                </a:lnTo>
                <a:moveTo>
                  <a:pt x="2" y="129"/>
                </a:moveTo>
                <a:lnTo>
                  <a:pt x="3" y="116"/>
                </a:lnTo>
                <a:lnTo>
                  <a:pt x="17" y="117"/>
                </a:lnTo>
                <a:lnTo>
                  <a:pt x="16" y="130"/>
                </a:lnTo>
                <a:lnTo>
                  <a:pt x="2" y="129"/>
                </a:lnTo>
                <a:moveTo>
                  <a:pt x="3" y="116"/>
                </a:moveTo>
                <a:lnTo>
                  <a:pt x="5" y="104"/>
                </a:lnTo>
                <a:lnTo>
                  <a:pt x="18" y="105"/>
                </a:lnTo>
                <a:lnTo>
                  <a:pt x="17" y="117"/>
                </a:lnTo>
                <a:lnTo>
                  <a:pt x="3" y="116"/>
                </a:lnTo>
                <a:moveTo>
                  <a:pt x="5" y="104"/>
                </a:moveTo>
                <a:lnTo>
                  <a:pt x="6" y="91"/>
                </a:lnTo>
                <a:lnTo>
                  <a:pt x="20" y="92"/>
                </a:lnTo>
                <a:lnTo>
                  <a:pt x="18" y="105"/>
                </a:lnTo>
                <a:lnTo>
                  <a:pt x="5" y="104"/>
                </a:lnTo>
                <a:moveTo>
                  <a:pt x="6" y="91"/>
                </a:moveTo>
                <a:lnTo>
                  <a:pt x="8" y="78"/>
                </a:lnTo>
                <a:lnTo>
                  <a:pt x="21" y="79"/>
                </a:lnTo>
                <a:lnTo>
                  <a:pt x="20" y="92"/>
                </a:lnTo>
                <a:lnTo>
                  <a:pt x="6" y="91"/>
                </a:lnTo>
                <a:moveTo>
                  <a:pt x="8" y="78"/>
                </a:moveTo>
                <a:lnTo>
                  <a:pt x="9" y="65"/>
                </a:lnTo>
                <a:lnTo>
                  <a:pt x="23" y="66"/>
                </a:lnTo>
                <a:lnTo>
                  <a:pt x="21" y="79"/>
                </a:lnTo>
                <a:lnTo>
                  <a:pt x="8" y="78"/>
                </a:lnTo>
                <a:moveTo>
                  <a:pt x="9" y="65"/>
                </a:moveTo>
                <a:lnTo>
                  <a:pt x="11" y="53"/>
                </a:lnTo>
                <a:lnTo>
                  <a:pt x="24" y="54"/>
                </a:lnTo>
                <a:lnTo>
                  <a:pt x="23" y="66"/>
                </a:lnTo>
                <a:lnTo>
                  <a:pt x="9" y="65"/>
                </a:lnTo>
                <a:moveTo>
                  <a:pt x="11" y="53"/>
                </a:moveTo>
                <a:lnTo>
                  <a:pt x="13" y="40"/>
                </a:lnTo>
                <a:lnTo>
                  <a:pt x="25" y="41"/>
                </a:lnTo>
                <a:lnTo>
                  <a:pt x="24" y="54"/>
                </a:lnTo>
                <a:lnTo>
                  <a:pt x="11" y="53"/>
                </a:lnTo>
                <a:moveTo>
                  <a:pt x="13" y="40"/>
                </a:moveTo>
                <a:lnTo>
                  <a:pt x="14" y="27"/>
                </a:lnTo>
                <a:lnTo>
                  <a:pt x="27" y="29"/>
                </a:lnTo>
                <a:lnTo>
                  <a:pt x="25" y="41"/>
                </a:lnTo>
                <a:lnTo>
                  <a:pt x="13" y="40"/>
                </a:lnTo>
                <a:moveTo>
                  <a:pt x="14" y="27"/>
                </a:moveTo>
                <a:lnTo>
                  <a:pt x="16" y="15"/>
                </a:lnTo>
                <a:lnTo>
                  <a:pt x="28" y="16"/>
                </a:lnTo>
                <a:lnTo>
                  <a:pt x="27" y="29"/>
                </a:lnTo>
                <a:lnTo>
                  <a:pt x="14" y="27"/>
                </a:lnTo>
                <a:moveTo>
                  <a:pt x="16" y="15"/>
                </a:moveTo>
                <a:lnTo>
                  <a:pt x="17" y="0"/>
                </a:lnTo>
                <a:lnTo>
                  <a:pt x="36" y="13"/>
                </a:lnTo>
                <a:lnTo>
                  <a:pt x="29" y="23"/>
                </a:lnTo>
                <a:lnTo>
                  <a:pt x="19" y="16"/>
                </a:lnTo>
                <a:lnTo>
                  <a:pt x="22" y="11"/>
                </a:lnTo>
                <a:lnTo>
                  <a:pt x="29" y="12"/>
                </a:lnTo>
                <a:lnTo>
                  <a:pt x="28" y="16"/>
                </a:lnTo>
                <a:lnTo>
                  <a:pt x="16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1547280" y="1730880"/>
            <a:ext cx="4218480" cy="198360"/>
          </a:xfrm>
          <a:custGeom>
            <a:avLst/>
            <a:gdLst/>
            <a:ahLst/>
            <a:rect l="0" t="0" r="r" b="b"/>
            <a:pathLst>
              <a:path fill="none" w="11718" h="551">
                <a:moveTo>
                  <a:pt x="0" y="551"/>
                </a:moveTo>
                <a:lnTo>
                  <a:pt x="203" y="460"/>
                </a:lnTo>
                <a:cubicBezTo>
                  <a:pt x="406" y="367"/>
                  <a:pt x="813" y="183"/>
                  <a:pt x="1400" y="91"/>
                </a:cubicBezTo>
                <a:cubicBezTo>
                  <a:pt x="1988" y="0"/>
                  <a:pt x="2757" y="0"/>
                  <a:pt x="3525" y="0"/>
                </a:cubicBezTo>
                <a:cubicBezTo>
                  <a:pt x="4293" y="0"/>
                  <a:pt x="5062" y="0"/>
                  <a:pt x="5826" y="0"/>
                </a:cubicBezTo>
                <a:cubicBezTo>
                  <a:pt x="6590" y="0"/>
                  <a:pt x="7349" y="0"/>
                  <a:pt x="8109" y="0"/>
                </a:cubicBezTo>
                <a:cubicBezTo>
                  <a:pt x="8868" y="0"/>
                  <a:pt x="9628" y="0"/>
                  <a:pt x="10230" y="87"/>
                </a:cubicBezTo>
                <a:cubicBezTo>
                  <a:pt x="10831" y="175"/>
                  <a:pt x="11275" y="351"/>
                  <a:pt x="11496" y="440"/>
                </a:cubicBezTo>
                <a:lnTo>
                  <a:pt x="11718" y="528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5736240" y="18914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46" y="0"/>
                </a:moveTo>
                <a:lnTo>
                  <a:pt x="141" y="105"/>
                </a:lnTo>
                <a:lnTo>
                  <a:pt x="0" y="118"/>
                </a:lnTo>
                <a:lnTo>
                  <a:pt x="46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5732640" y="1887120"/>
            <a:ext cx="59040" cy="49320"/>
          </a:xfrm>
          <a:custGeom>
            <a:avLst/>
            <a:gdLst/>
            <a:ahLst/>
            <a:rect l="0" t="0" r="r" b="b"/>
            <a:pathLst>
              <a:path w="164" h="137">
                <a:moveTo>
                  <a:pt x="70" y="17"/>
                </a:moveTo>
                <a:lnTo>
                  <a:pt x="78" y="26"/>
                </a:lnTo>
                <a:lnTo>
                  <a:pt x="69" y="34"/>
                </a:lnTo>
                <a:lnTo>
                  <a:pt x="61" y="25"/>
                </a:lnTo>
                <a:lnTo>
                  <a:pt x="70" y="17"/>
                </a:lnTo>
                <a:moveTo>
                  <a:pt x="78" y="26"/>
                </a:moveTo>
                <a:lnTo>
                  <a:pt x="87" y="35"/>
                </a:lnTo>
                <a:lnTo>
                  <a:pt x="77" y="44"/>
                </a:lnTo>
                <a:lnTo>
                  <a:pt x="69" y="34"/>
                </a:lnTo>
                <a:lnTo>
                  <a:pt x="78" y="26"/>
                </a:lnTo>
                <a:moveTo>
                  <a:pt x="87" y="35"/>
                </a:moveTo>
                <a:lnTo>
                  <a:pt x="95" y="45"/>
                </a:lnTo>
                <a:lnTo>
                  <a:pt x="86" y="53"/>
                </a:lnTo>
                <a:lnTo>
                  <a:pt x="77" y="44"/>
                </a:lnTo>
                <a:lnTo>
                  <a:pt x="87" y="35"/>
                </a:lnTo>
                <a:moveTo>
                  <a:pt x="95" y="45"/>
                </a:moveTo>
                <a:lnTo>
                  <a:pt x="104" y="54"/>
                </a:lnTo>
                <a:lnTo>
                  <a:pt x="94" y="63"/>
                </a:lnTo>
                <a:lnTo>
                  <a:pt x="86" y="53"/>
                </a:lnTo>
                <a:lnTo>
                  <a:pt x="95" y="45"/>
                </a:lnTo>
                <a:moveTo>
                  <a:pt x="104" y="54"/>
                </a:moveTo>
                <a:lnTo>
                  <a:pt x="112" y="64"/>
                </a:lnTo>
                <a:lnTo>
                  <a:pt x="103" y="72"/>
                </a:lnTo>
                <a:lnTo>
                  <a:pt x="94" y="63"/>
                </a:lnTo>
                <a:lnTo>
                  <a:pt x="104" y="54"/>
                </a:lnTo>
                <a:moveTo>
                  <a:pt x="112" y="64"/>
                </a:moveTo>
                <a:lnTo>
                  <a:pt x="120" y="73"/>
                </a:lnTo>
                <a:lnTo>
                  <a:pt x="111" y="81"/>
                </a:lnTo>
                <a:lnTo>
                  <a:pt x="103" y="72"/>
                </a:lnTo>
                <a:lnTo>
                  <a:pt x="112" y="64"/>
                </a:lnTo>
                <a:moveTo>
                  <a:pt x="120" y="73"/>
                </a:moveTo>
                <a:lnTo>
                  <a:pt x="129" y="82"/>
                </a:lnTo>
                <a:lnTo>
                  <a:pt x="119" y="91"/>
                </a:lnTo>
                <a:lnTo>
                  <a:pt x="111" y="81"/>
                </a:lnTo>
                <a:lnTo>
                  <a:pt x="120" y="73"/>
                </a:lnTo>
                <a:moveTo>
                  <a:pt x="129" y="82"/>
                </a:moveTo>
                <a:lnTo>
                  <a:pt x="137" y="92"/>
                </a:lnTo>
                <a:lnTo>
                  <a:pt x="128" y="100"/>
                </a:lnTo>
                <a:lnTo>
                  <a:pt x="119" y="91"/>
                </a:lnTo>
                <a:lnTo>
                  <a:pt x="129" y="82"/>
                </a:lnTo>
                <a:moveTo>
                  <a:pt x="137" y="92"/>
                </a:moveTo>
                <a:lnTo>
                  <a:pt x="146" y="101"/>
                </a:lnTo>
                <a:lnTo>
                  <a:pt x="136" y="110"/>
                </a:lnTo>
                <a:lnTo>
                  <a:pt x="128" y="100"/>
                </a:lnTo>
                <a:lnTo>
                  <a:pt x="137" y="92"/>
                </a:lnTo>
                <a:moveTo>
                  <a:pt x="146" y="101"/>
                </a:moveTo>
                <a:lnTo>
                  <a:pt x="154" y="111"/>
                </a:lnTo>
                <a:lnTo>
                  <a:pt x="145" y="119"/>
                </a:lnTo>
                <a:lnTo>
                  <a:pt x="136" y="110"/>
                </a:lnTo>
                <a:lnTo>
                  <a:pt x="146" y="101"/>
                </a:lnTo>
                <a:moveTo>
                  <a:pt x="154" y="111"/>
                </a:moveTo>
                <a:lnTo>
                  <a:pt x="164" y="122"/>
                </a:lnTo>
                <a:lnTo>
                  <a:pt x="141" y="124"/>
                </a:lnTo>
                <a:lnTo>
                  <a:pt x="140" y="111"/>
                </a:lnTo>
                <a:lnTo>
                  <a:pt x="150" y="110"/>
                </a:lnTo>
                <a:lnTo>
                  <a:pt x="151" y="116"/>
                </a:lnTo>
                <a:lnTo>
                  <a:pt x="146" y="121"/>
                </a:lnTo>
                <a:lnTo>
                  <a:pt x="145" y="119"/>
                </a:lnTo>
                <a:lnTo>
                  <a:pt x="154" y="111"/>
                </a:lnTo>
                <a:moveTo>
                  <a:pt x="141" y="124"/>
                </a:moveTo>
                <a:lnTo>
                  <a:pt x="128" y="125"/>
                </a:lnTo>
                <a:lnTo>
                  <a:pt x="127" y="112"/>
                </a:lnTo>
                <a:lnTo>
                  <a:pt x="140" y="111"/>
                </a:lnTo>
                <a:lnTo>
                  <a:pt x="141" y="124"/>
                </a:lnTo>
                <a:moveTo>
                  <a:pt x="128" y="125"/>
                </a:moveTo>
                <a:lnTo>
                  <a:pt x="116" y="126"/>
                </a:lnTo>
                <a:lnTo>
                  <a:pt x="115" y="113"/>
                </a:lnTo>
                <a:lnTo>
                  <a:pt x="127" y="112"/>
                </a:lnTo>
                <a:lnTo>
                  <a:pt x="128" y="125"/>
                </a:lnTo>
                <a:moveTo>
                  <a:pt x="116" y="126"/>
                </a:moveTo>
                <a:lnTo>
                  <a:pt x="103" y="127"/>
                </a:lnTo>
                <a:lnTo>
                  <a:pt x="102" y="114"/>
                </a:lnTo>
                <a:lnTo>
                  <a:pt x="115" y="113"/>
                </a:lnTo>
                <a:lnTo>
                  <a:pt x="116" y="126"/>
                </a:lnTo>
                <a:moveTo>
                  <a:pt x="103" y="127"/>
                </a:moveTo>
                <a:lnTo>
                  <a:pt x="91" y="128"/>
                </a:lnTo>
                <a:lnTo>
                  <a:pt x="90" y="115"/>
                </a:lnTo>
                <a:lnTo>
                  <a:pt x="102" y="114"/>
                </a:lnTo>
                <a:lnTo>
                  <a:pt x="103" y="127"/>
                </a:lnTo>
                <a:moveTo>
                  <a:pt x="91" y="128"/>
                </a:moveTo>
                <a:lnTo>
                  <a:pt x="78" y="129"/>
                </a:lnTo>
                <a:lnTo>
                  <a:pt x="77" y="116"/>
                </a:lnTo>
                <a:lnTo>
                  <a:pt x="90" y="115"/>
                </a:lnTo>
                <a:lnTo>
                  <a:pt x="91" y="128"/>
                </a:lnTo>
                <a:moveTo>
                  <a:pt x="78" y="129"/>
                </a:moveTo>
                <a:lnTo>
                  <a:pt x="66" y="131"/>
                </a:lnTo>
                <a:lnTo>
                  <a:pt x="65" y="118"/>
                </a:lnTo>
                <a:lnTo>
                  <a:pt x="77" y="116"/>
                </a:lnTo>
                <a:lnTo>
                  <a:pt x="78" y="129"/>
                </a:lnTo>
                <a:moveTo>
                  <a:pt x="66" y="131"/>
                </a:moveTo>
                <a:lnTo>
                  <a:pt x="53" y="132"/>
                </a:lnTo>
                <a:lnTo>
                  <a:pt x="52" y="119"/>
                </a:lnTo>
                <a:lnTo>
                  <a:pt x="65" y="118"/>
                </a:lnTo>
                <a:lnTo>
                  <a:pt x="66" y="131"/>
                </a:lnTo>
                <a:moveTo>
                  <a:pt x="53" y="132"/>
                </a:moveTo>
                <a:lnTo>
                  <a:pt x="41" y="133"/>
                </a:lnTo>
                <a:lnTo>
                  <a:pt x="40" y="120"/>
                </a:lnTo>
                <a:lnTo>
                  <a:pt x="52" y="119"/>
                </a:lnTo>
                <a:lnTo>
                  <a:pt x="53" y="132"/>
                </a:lnTo>
                <a:moveTo>
                  <a:pt x="41" y="133"/>
                </a:moveTo>
                <a:lnTo>
                  <a:pt x="27" y="134"/>
                </a:lnTo>
                <a:lnTo>
                  <a:pt x="26" y="121"/>
                </a:lnTo>
                <a:lnTo>
                  <a:pt x="40" y="120"/>
                </a:lnTo>
                <a:lnTo>
                  <a:pt x="41" y="133"/>
                </a:lnTo>
                <a:moveTo>
                  <a:pt x="27" y="134"/>
                </a:moveTo>
                <a:lnTo>
                  <a:pt x="15" y="135"/>
                </a:lnTo>
                <a:lnTo>
                  <a:pt x="13" y="122"/>
                </a:lnTo>
                <a:lnTo>
                  <a:pt x="26" y="121"/>
                </a:lnTo>
                <a:lnTo>
                  <a:pt x="27" y="134"/>
                </a:lnTo>
                <a:moveTo>
                  <a:pt x="15" y="135"/>
                </a:moveTo>
                <a:lnTo>
                  <a:pt x="0" y="137"/>
                </a:lnTo>
                <a:lnTo>
                  <a:pt x="7" y="119"/>
                </a:lnTo>
                <a:lnTo>
                  <a:pt x="18" y="123"/>
                </a:lnTo>
                <a:lnTo>
                  <a:pt x="15" y="132"/>
                </a:lnTo>
                <a:lnTo>
                  <a:pt x="10" y="129"/>
                </a:lnTo>
                <a:lnTo>
                  <a:pt x="9" y="122"/>
                </a:lnTo>
                <a:lnTo>
                  <a:pt x="13" y="122"/>
                </a:lnTo>
                <a:lnTo>
                  <a:pt x="15" y="135"/>
                </a:lnTo>
                <a:moveTo>
                  <a:pt x="7" y="119"/>
                </a:moveTo>
                <a:lnTo>
                  <a:pt x="11" y="107"/>
                </a:lnTo>
                <a:lnTo>
                  <a:pt x="23" y="112"/>
                </a:lnTo>
                <a:lnTo>
                  <a:pt x="18" y="123"/>
                </a:lnTo>
                <a:lnTo>
                  <a:pt x="7" y="119"/>
                </a:lnTo>
                <a:moveTo>
                  <a:pt x="11" y="107"/>
                </a:moveTo>
                <a:lnTo>
                  <a:pt x="16" y="95"/>
                </a:lnTo>
                <a:lnTo>
                  <a:pt x="28" y="100"/>
                </a:lnTo>
                <a:lnTo>
                  <a:pt x="23" y="112"/>
                </a:lnTo>
                <a:lnTo>
                  <a:pt x="11" y="107"/>
                </a:lnTo>
                <a:moveTo>
                  <a:pt x="16" y="95"/>
                </a:moveTo>
                <a:lnTo>
                  <a:pt x="21" y="84"/>
                </a:lnTo>
                <a:lnTo>
                  <a:pt x="32" y="88"/>
                </a:lnTo>
                <a:lnTo>
                  <a:pt x="28" y="100"/>
                </a:lnTo>
                <a:lnTo>
                  <a:pt x="16" y="95"/>
                </a:lnTo>
                <a:moveTo>
                  <a:pt x="21" y="84"/>
                </a:moveTo>
                <a:lnTo>
                  <a:pt x="25" y="72"/>
                </a:lnTo>
                <a:lnTo>
                  <a:pt x="38" y="77"/>
                </a:lnTo>
                <a:lnTo>
                  <a:pt x="32" y="88"/>
                </a:lnTo>
                <a:lnTo>
                  <a:pt x="21" y="84"/>
                </a:lnTo>
                <a:moveTo>
                  <a:pt x="25" y="72"/>
                </a:moveTo>
                <a:lnTo>
                  <a:pt x="30" y="60"/>
                </a:lnTo>
                <a:lnTo>
                  <a:pt x="43" y="65"/>
                </a:lnTo>
                <a:lnTo>
                  <a:pt x="38" y="77"/>
                </a:lnTo>
                <a:lnTo>
                  <a:pt x="25" y="72"/>
                </a:lnTo>
                <a:moveTo>
                  <a:pt x="30" y="60"/>
                </a:moveTo>
                <a:lnTo>
                  <a:pt x="35" y="49"/>
                </a:lnTo>
                <a:lnTo>
                  <a:pt x="47" y="53"/>
                </a:lnTo>
                <a:lnTo>
                  <a:pt x="43" y="65"/>
                </a:lnTo>
                <a:lnTo>
                  <a:pt x="30" y="60"/>
                </a:lnTo>
                <a:moveTo>
                  <a:pt x="35" y="49"/>
                </a:moveTo>
                <a:lnTo>
                  <a:pt x="40" y="37"/>
                </a:lnTo>
                <a:lnTo>
                  <a:pt x="52" y="41"/>
                </a:lnTo>
                <a:lnTo>
                  <a:pt x="47" y="53"/>
                </a:lnTo>
                <a:lnTo>
                  <a:pt x="35" y="49"/>
                </a:lnTo>
                <a:moveTo>
                  <a:pt x="40" y="37"/>
                </a:moveTo>
                <a:lnTo>
                  <a:pt x="45" y="25"/>
                </a:lnTo>
                <a:lnTo>
                  <a:pt x="56" y="30"/>
                </a:lnTo>
                <a:lnTo>
                  <a:pt x="52" y="41"/>
                </a:lnTo>
                <a:lnTo>
                  <a:pt x="40" y="37"/>
                </a:lnTo>
                <a:moveTo>
                  <a:pt x="45" y="25"/>
                </a:moveTo>
                <a:lnTo>
                  <a:pt x="49" y="13"/>
                </a:lnTo>
                <a:lnTo>
                  <a:pt x="61" y="18"/>
                </a:lnTo>
                <a:lnTo>
                  <a:pt x="56" y="30"/>
                </a:lnTo>
                <a:lnTo>
                  <a:pt x="45" y="25"/>
                </a:lnTo>
                <a:moveTo>
                  <a:pt x="49" y="13"/>
                </a:moveTo>
                <a:lnTo>
                  <a:pt x="55" y="0"/>
                </a:lnTo>
                <a:lnTo>
                  <a:pt x="70" y="17"/>
                </a:lnTo>
                <a:lnTo>
                  <a:pt x="61" y="25"/>
                </a:lnTo>
                <a:lnTo>
                  <a:pt x="52" y="16"/>
                </a:lnTo>
                <a:lnTo>
                  <a:pt x="57" y="12"/>
                </a:lnTo>
                <a:lnTo>
                  <a:pt x="63" y="14"/>
                </a:lnTo>
                <a:lnTo>
                  <a:pt x="61" y="18"/>
                </a:lnTo>
                <a:lnTo>
                  <a:pt x="49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027240" y="2234880"/>
            <a:ext cx="880560" cy="427320"/>
          </a:xfrm>
          <a:custGeom>
            <a:avLst/>
            <a:gdLst/>
            <a:ahLst/>
            <a:rect l="0" t="0" r="r" b="b"/>
            <a:pathLst>
              <a:path fill="none" w="2446" h="1187">
                <a:moveTo>
                  <a:pt x="0" y="0"/>
                </a:moveTo>
                <a:lnTo>
                  <a:pt x="288" y="208"/>
                </a:lnTo>
                <a:cubicBezTo>
                  <a:pt x="574" y="416"/>
                  <a:pt x="1146" y="831"/>
                  <a:pt x="1554" y="1024"/>
                </a:cubicBezTo>
                <a:cubicBezTo>
                  <a:pt x="1961" y="1218"/>
                  <a:pt x="2204" y="1191"/>
                  <a:pt x="2325" y="1178"/>
                </a:cubicBezTo>
                <a:lnTo>
                  <a:pt x="2446" y="1165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82240" y="263376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0" y="0"/>
                </a:moveTo>
                <a:lnTo>
                  <a:pt x="134" y="49"/>
                </a:lnTo>
                <a:lnTo>
                  <a:pt x="14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79720" y="2630520"/>
            <a:ext cx="55800" cy="52560"/>
          </a:xfrm>
          <a:custGeom>
            <a:avLst/>
            <a:gdLst/>
            <a:ahLst/>
            <a:rect l="0" t="0" r="r" b="b"/>
            <a:pathLst>
              <a:path w="155" h="146">
                <a:moveTo>
                  <a:pt x="22" y="7"/>
                </a:moveTo>
                <a:lnTo>
                  <a:pt x="34" y="12"/>
                </a:lnTo>
                <a:lnTo>
                  <a:pt x="30" y="25"/>
                </a:lnTo>
                <a:lnTo>
                  <a:pt x="18" y="20"/>
                </a:lnTo>
                <a:lnTo>
                  <a:pt x="22" y="7"/>
                </a:lnTo>
                <a:moveTo>
                  <a:pt x="34" y="12"/>
                </a:moveTo>
                <a:lnTo>
                  <a:pt x="46" y="17"/>
                </a:lnTo>
                <a:lnTo>
                  <a:pt x="42" y="29"/>
                </a:lnTo>
                <a:lnTo>
                  <a:pt x="30" y="25"/>
                </a:lnTo>
                <a:lnTo>
                  <a:pt x="34" y="12"/>
                </a:lnTo>
                <a:moveTo>
                  <a:pt x="46" y="17"/>
                </a:moveTo>
                <a:lnTo>
                  <a:pt x="58" y="22"/>
                </a:lnTo>
                <a:lnTo>
                  <a:pt x="54" y="33"/>
                </a:lnTo>
                <a:lnTo>
                  <a:pt x="42" y="29"/>
                </a:lnTo>
                <a:lnTo>
                  <a:pt x="46" y="17"/>
                </a:lnTo>
                <a:moveTo>
                  <a:pt x="58" y="22"/>
                </a:moveTo>
                <a:lnTo>
                  <a:pt x="70" y="26"/>
                </a:lnTo>
                <a:lnTo>
                  <a:pt x="65" y="38"/>
                </a:lnTo>
                <a:lnTo>
                  <a:pt x="54" y="33"/>
                </a:lnTo>
                <a:lnTo>
                  <a:pt x="58" y="22"/>
                </a:lnTo>
                <a:moveTo>
                  <a:pt x="70" y="26"/>
                </a:moveTo>
                <a:lnTo>
                  <a:pt x="82" y="30"/>
                </a:lnTo>
                <a:lnTo>
                  <a:pt x="77" y="42"/>
                </a:lnTo>
                <a:lnTo>
                  <a:pt x="65" y="38"/>
                </a:lnTo>
                <a:lnTo>
                  <a:pt x="70" y="26"/>
                </a:lnTo>
                <a:moveTo>
                  <a:pt x="82" y="30"/>
                </a:moveTo>
                <a:lnTo>
                  <a:pt x="93" y="35"/>
                </a:lnTo>
                <a:lnTo>
                  <a:pt x="89" y="46"/>
                </a:lnTo>
                <a:lnTo>
                  <a:pt x="77" y="42"/>
                </a:lnTo>
                <a:lnTo>
                  <a:pt x="82" y="30"/>
                </a:lnTo>
                <a:moveTo>
                  <a:pt x="93" y="35"/>
                </a:moveTo>
                <a:lnTo>
                  <a:pt x="105" y="39"/>
                </a:lnTo>
                <a:lnTo>
                  <a:pt x="101" y="51"/>
                </a:lnTo>
                <a:lnTo>
                  <a:pt x="89" y="46"/>
                </a:lnTo>
                <a:lnTo>
                  <a:pt x="93" y="35"/>
                </a:lnTo>
                <a:moveTo>
                  <a:pt x="105" y="39"/>
                </a:moveTo>
                <a:lnTo>
                  <a:pt x="117" y="43"/>
                </a:lnTo>
                <a:lnTo>
                  <a:pt x="113" y="55"/>
                </a:lnTo>
                <a:lnTo>
                  <a:pt x="101" y="51"/>
                </a:lnTo>
                <a:lnTo>
                  <a:pt x="105" y="39"/>
                </a:lnTo>
                <a:moveTo>
                  <a:pt x="117" y="43"/>
                </a:moveTo>
                <a:lnTo>
                  <a:pt x="129" y="48"/>
                </a:lnTo>
                <a:lnTo>
                  <a:pt x="124" y="60"/>
                </a:lnTo>
                <a:lnTo>
                  <a:pt x="113" y="55"/>
                </a:lnTo>
                <a:lnTo>
                  <a:pt x="117" y="43"/>
                </a:lnTo>
                <a:moveTo>
                  <a:pt x="129" y="48"/>
                </a:moveTo>
                <a:lnTo>
                  <a:pt x="141" y="52"/>
                </a:lnTo>
                <a:lnTo>
                  <a:pt x="136" y="64"/>
                </a:lnTo>
                <a:lnTo>
                  <a:pt x="124" y="60"/>
                </a:lnTo>
                <a:lnTo>
                  <a:pt x="129" y="48"/>
                </a:lnTo>
                <a:moveTo>
                  <a:pt x="141" y="52"/>
                </a:moveTo>
                <a:lnTo>
                  <a:pt x="155" y="57"/>
                </a:lnTo>
                <a:lnTo>
                  <a:pt x="135" y="70"/>
                </a:lnTo>
                <a:lnTo>
                  <a:pt x="128" y="59"/>
                </a:lnTo>
                <a:lnTo>
                  <a:pt x="137" y="53"/>
                </a:lnTo>
                <a:lnTo>
                  <a:pt x="141" y="59"/>
                </a:lnTo>
                <a:lnTo>
                  <a:pt x="138" y="65"/>
                </a:lnTo>
                <a:lnTo>
                  <a:pt x="136" y="64"/>
                </a:lnTo>
                <a:lnTo>
                  <a:pt x="141" y="52"/>
                </a:lnTo>
                <a:moveTo>
                  <a:pt x="135" y="70"/>
                </a:moveTo>
                <a:lnTo>
                  <a:pt x="125" y="76"/>
                </a:lnTo>
                <a:lnTo>
                  <a:pt x="118" y="66"/>
                </a:lnTo>
                <a:lnTo>
                  <a:pt x="128" y="59"/>
                </a:lnTo>
                <a:lnTo>
                  <a:pt x="135" y="70"/>
                </a:lnTo>
                <a:moveTo>
                  <a:pt x="125" y="76"/>
                </a:moveTo>
                <a:lnTo>
                  <a:pt x="114" y="83"/>
                </a:lnTo>
                <a:lnTo>
                  <a:pt x="107" y="73"/>
                </a:lnTo>
                <a:lnTo>
                  <a:pt x="118" y="66"/>
                </a:lnTo>
                <a:lnTo>
                  <a:pt x="125" y="76"/>
                </a:lnTo>
                <a:moveTo>
                  <a:pt x="114" y="83"/>
                </a:moveTo>
                <a:lnTo>
                  <a:pt x="104" y="90"/>
                </a:lnTo>
                <a:lnTo>
                  <a:pt x="97" y="80"/>
                </a:lnTo>
                <a:lnTo>
                  <a:pt x="107" y="73"/>
                </a:lnTo>
                <a:lnTo>
                  <a:pt x="114" y="83"/>
                </a:lnTo>
                <a:moveTo>
                  <a:pt x="104" y="90"/>
                </a:moveTo>
                <a:lnTo>
                  <a:pt x="93" y="97"/>
                </a:lnTo>
                <a:lnTo>
                  <a:pt x="86" y="86"/>
                </a:lnTo>
                <a:lnTo>
                  <a:pt x="97" y="80"/>
                </a:lnTo>
                <a:lnTo>
                  <a:pt x="104" y="90"/>
                </a:lnTo>
                <a:moveTo>
                  <a:pt x="93" y="97"/>
                </a:moveTo>
                <a:lnTo>
                  <a:pt x="82" y="104"/>
                </a:lnTo>
                <a:lnTo>
                  <a:pt x="76" y="93"/>
                </a:lnTo>
                <a:lnTo>
                  <a:pt x="86" y="86"/>
                </a:lnTo>
                <a:lnTo>
                  <a:pt x="93" y="97"/>
                </a:lnTo>
                <a:moveTo>
                  <a:pt x="82" y="104"/>
                </a:moveTo>
                <a:lnTo>
                  <a:pt x="72" y="111"/>
                </a:lnTo>
                <a:lnTo>
                  <a:pt x="65" y="100"/>
                </a:lnTo>
                <a:lnTo>
                  <a:pt x="76" y="93"/>
                </a:lnTo>
                <a:lnTo>
                  <a:pt x="82" y="104"/>
                </a:lnTo>
                <a:moveTo>
                  <a:pt x="72" y="111"/>
                </a:moveTo>
                <a:lnTo>
                  <a:pt x="61" y="117"/>
                </a:lnTo>
                <a:lnTo>
                  <a:pt x="54" y="107"/>
                </a:lnTo>
                <a:lnTo>
                  <a:pt x="65" y="100"/>
                </a:lnTo>
                <a:lnTo>
                  <a:pt x="72" y="111"/>
                </a:lnTo>
                <a:moveTo>
                  <a:pt x="61" y="117"/>
                </a:moveTo>
                <a:lnTo>
                  <a:pt x="51" y="124"/>
                </a:lnTo>
                <a:lnTo>
                  <a:pt x="44" y="114"/>
                </a:lnTo>
                <a:lnTo>
                  <a:pt x="54" y="107"/>
                </a:lnTo>
                <a:lnTo>
                  <a:pt x="61" y="117"/>
                </a:lnTo>
                <a:moveTo>
                  <a:pt x="51" y="124"/>
                </a:moveTo>
                <a:lnTo>
                  <a:pt x="40" y="131"/>
                </a:lnTo>
                <a:lnTo>
                  <a:pt x="33" y="121"/>
                </a:lnTo>
                <a:lnTo>
                  <a:pt x="44" y="114"/>
                </a:lnTo>
                <a:lnTo>
                  <a:pt x="51" y="124"/>
                </a:lnTo>
                <a:moveTo>
                  <a:pt x="40" y="131"/>
                </a:moveTo>
                <a:lnTo>
                  <a:pt x="30" y="138"/>
                </a:lnTo>
                <a:lnTo>
                  <a:pt x="23" y="127"/>
                </a:lnTo>
                <a:lnTo>
                  <a:pt x="33" y="121"/>
                </a:lnTo>
                <a:lnTo>
                  <a:pt x="40" y="131"/>
                </a:lnTo>
                <a:moveTo>
                  <a:pt x="30" y="138"/>
                </a:moveTo>
                <a:lnTo>
                  <a:pt x="17" y="146"/>
                </a:lnTo>
                <a:lnTo>
                  <a:pt x="15" y="128"/>
                </a:lnTo>
                <a:lnTo>
                  <a:pt x="28" y="126"/>
                </a:lnTo>
                <a:lnTo>
                  <a:pt x="29" y="134"/>
                </a:lnTo>
                <a:lnTo>
                  <a:pt x="22" y="135"/>
                </a:lnTo>
                <a:lnTo>
                  <a:pt x="19" y="130"/>
                </a:lnTo>
                <a:lnTo>
                  <a:pt x="23" y="127"/>
                </a:lnTo>
                <a:lnTo>
                  <a:pt x="30" y="138"/>
                </a:lnTo>
                <a:moveTo>
                  <a:pt x="15" y="128"/>
                </a:moveTo>
                <a:lnTo>
                  <a:pt x="14" y="115"/>
                </a:lnTo>
                <a:lnTo>
                  <a:pt x="26" y="114"/>
                </a:lnTo>
                <a:lnTo>
                  <a:pt x="28" y="126"/>
                </a:lnTo>
                <a:lnTo>
                  <a:pt x="15" y="128"/>
                </a:lnTo>
                <a:moveTo>
                  <a:pt x="14" y="115"/>
                </a:moveTo>
                <a:lnTo>
                  <a:pt x="12" y="103"/>
                </a:lnTo>
                <a:lnTo>
                  <a:pt x="25" y="101"/>
                </a:lnTo>
                <a:lnTo>
                  <a:pt x="26" y="114"/>
                </a:lnTo>
                <a:lnTo>
                  <a:pt x="14" y="115"/>
                </a:lnTo>
                <a:moveTo>
                  <a:pt x="12" y="103"/>
                </a:moveTo>
                <a:lnTo>
                  <a:pt x="11" y="90"/>
                </a:lnTo>
                <a:lnTo>
                  <a:pt x="24" y="89"/>
                </a:lnTo>
                <a:lnTo>
                  <a:pt x="25" y="101"/>
                </a:lnTo>
                <a:lnTo>
                  <a:pt x="12" y="103"/>
                </a:lnTo>
                <a:moveTo>
                  <a:pt x="11" y="90"/>
                </a:moveTo>
                <a:lnTo>
                  <a:pt x="9" y="78"/>
                </a:lnTo>
                <a:lnTo>
                  <a:pt x="22" y="76"/>
                </a:lnTo>
                <a:lnTo>
                  <a:pt x="24" y="89"/>
                </a:lnTo>
                <a:lnTo>
                  <a:pt x="11" y="90"/>
                </a:lnTo>
                <a:moveTo>
                  <a:pt x="9" y="78"/>
                </a:moveTo>
                <a:lnTo>
                  <a:pt x="7" y="65"/>
                </a:lnTo>
                <a:lnTo>
                  <a:pt x="21" y="64"/>
                </a:lnTo>
                <a:lnTo>
                  <a:pt x="22" y="76"/>
                </a:lnTo>
                <a:lnTo>
                  <a:pt x="9" y="78"/>
                </a:lnTo>
                <a:moveTo>
                  <a:pt x="7" y="65"/>
                </a:moveTo>
                <a:lnTo>
                  <a:pt x="6" y="53"/>
                </a:lnTo>
                <a:lnTo>
                  <a:pt x="19" y="51"/>
                </a:lnTo>
                <a:lnTo>
                  <a:pt x="21" y="64"/>
                </a:lnTo>
                <a:lnTo>
                  <a:pt x="7" y="65"/>
                </a:lnTo>
                <a:moveTo>
                  <a:pt x="6" y="53"/>
                </a:moveTo>
                <a:lnTo>
                  <a:pt x="4" y="40"/>
                </a:lnTo>
                <a:lnTo>
                  <a:pt x="18" y="39"/>
                </a:lnTo>
                <a:lnTo>
                  <a:pt x="19" y="51"/>
                </a:lnTo>
                <a:lnTo>
                  <a:pt x="6" y="53"/>
                </a:lnTo>
                <a:moveTo>
                  <a:pt x="4" y="40"/>
                </a:moveTo>
                <a:lnTo>
                  <a:pt x="3" y="28"/>
                </a:lnTo>
                <a:lnTo>
                  <a:pt x="17" y="26"/>
                </a:lnTo>
                <a:lnTo>
                  <a:pt x="18" y="39"/>
                </a:lnTo>
                <a:lnTo>
                  <a:pt x="4" y="40"/>
                </a:lnTo>
                <a:moveTo>
                  <a:pt x="3" y="28"/>
                </a:moveTo>
                <a:lnTo>
                  <a:pt x="2" y="14"/>
                </a:lnTo>
                <a:lnTo>
                  <a:pt x="15" y="13"/>
                </a:lnTo>
                <a:lnTo>
                  <a:pt x="17" y="26"/>
                </a:lnTo>
                <a:lnTo>
                  <a:pt x="3" y="28"/>
                </a:lnTo>
                <a:moveTo>
                  <a:pt x="2" y="14"/>
                </a:moveTo>
                <a:lnTo>
                  <a:pt x="0" y="0"/>
                </a:lnTo>
                <a:lnTo>
                  <a:pt x="22" y="7"/>
                </a:lnTo>
                <a:lnTo>
                  <a:pt x="18" y="20"/>
                </a:lnTo>
                <a:lnTo>
                  <a:pt x="5" y="15"/>
                </a:lnTo>
                <a:lnTo>
                  <a:pt x="7" y="9"/>
                </a:lnTo>
                <a:lnTo>
                  <a:pt x="15" y="8"/>
                </a:lnTo>
                <a:lnTo>
                  <a:pt x="15" y="13"/>
                </a:lnTo>
                <a:lnTo>
                  <a:pt x="2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361680" y="2081880"/>
            <a:ext cx="2186280" cy="0"/>
          </a:xfrm>
          <a:custGeom>
            <a:avLst/>
            <a:gdLst/>
            <a:ahLst/>
            <a:rect l="0" t="0" r="r" b="b"/>
            <a:pathLst>
              <a:path fill="none" w="6073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1037" y="0"/>
                </a:cubicBezTo>
                <a:cubicBezTo>
                  <a:pt x="1549" y="0"/>
                  <a:pt x="2308" y="0"/>
                  <a:pt x="3068" y="0"/>
                </a:cubicBezTo>
                <a:cubicBezTo>
                  <a:pt x="3827" y="0"/>
                  <a:pt x="4587" y="0"/>
                  <a:pt x="5088" y="0"/>
                </a:cubicBezTo>
                <a:cubicBezTo>
                  <a:pt x="5589" y="0"/>
                  <a:pt x="5831" y="0"/>
                  <a:pt x="5952" y="0"/>
                </a:cubicBezTo>
                <a:lnTo>
                  <a:pt x="6073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552528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552312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6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6" y="33"/>
                </a:moveTo>
                <a:lnTo>
                  <a:pt x="77" y="39"/>
                </a:lnTo>
                <a:lnTo>
                  <a:pt x="72" y="50"/>
                </a:lnTo>
                <a:lnTo>
                  <a:pt x="60" y="44"/>
                </a:lnTo>
                <a:lnTo>
                  <a:pt x="66" y="33"/>
                </a:lnTo>
                <a:moveTo>
                  <a:pt x="77" y="39"/>
                </a:moveTo>
                <a:lnTo>
                  <a:pt x="89" y="44"/>
                </a:lnTo>
                <a:lnTo>
                  <a:pt x="83" y="56"/>
                </a:lnTo>
                <a:lnTo>
                  <a:pt x="72" y="50"/>
                </a:lnTo>
                <a:lnTo>
                  <a:pt x="77" y="39"/>
                </a:lnTo>
                <a:moveTo>
                  <a:pt x="89" y="44"/>
                </a:moveTo>
                <a:lnTo>
                  <a:pt x="100" y="50"/>
                </a:lnTo>
                <a:lnTo>
                  <a:pt x="94" y="62"/>
                </a:lnTo>
                <a:lnTo>
                  <a:pt x="83" y="56"/>
                </a:lnTo>
                <a:lnTo>
                  <a:pt x="89" y="44"/>
                </a:lnTo>
                <a:moveTo>
                  <a:pt x="100" y="50"/>
                </a:moveTo>
                <a:lnTo>
                  <a:pt x="111" y="56"/>
                </a:lnTo>
                <a:lnTo>
                  <a:pt x="106" y="68"/>
                </a:lnTo>
                <a:lnTo>
                  <a:pt x="94" y="62"/>
                </a:lnTo>
                <a:lnTo>
                  <a:pt x="100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8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3" y="102"/>
                </a:lnTo>
                <a:lnTo>
                  <a:pt x="87" y="90"/>
                </a:lnTo>
                <a:lnTo>
                  <a:pt x="98" y="85"/>
                </a:lnTo>
                <a:lnTo>
                  <a:pt x="104" y="96"/>
                </a:lnTo>
                <a:moveTo>
                  <a:pt x="93" y="102"/>
                </a:moveTo>
                <a:lnTo>
                  <a:pt x="82" y="107"/>
                </a:lnTo>
                <a:lnTo>
                  <a:pt x="76" y="96"/>
                </a:lnTo>
                <a:lnTo>
                  <a:pt x="87" y="90"/>
                </a:lnTo>
                <a:lnTo>
                  <a:pt x="93" y="102"/>
                </a:lnTo>
                <a:moveTo>
                  <a:pt x="82" y="107"/>
                </a:moveTo>
                <a:lnTo>
                  <a:pt x="70" y="113"/>
                </a:lnTo>
                <a:lnTo>
                  <a:pt x="65" y="102"/>
                </a:lnTo>
                <a:lnTo>
                  <a:pt x="76" y="96"/>
                </a:lnTo>
                <a:lnTo>
                  <a:pt x="82" y="107"/>
                </a:lnTo>
                <a:moveTo>
                  <a:pt x="70" y="113"/>
                </a:moveTo>
                <a:lnTo>
                  <a:pt x="58" y="119"/>
                </a:lnTo>
                <a:lnTo>
                  <a:pt x="52" y="107"/>
                </a:lnTo>
                <a:lnTo>
                  <a:pt x="65" y="102"/>
                </a:lnTo>
                <a:lnTo>
                  <a:pt x="70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677412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2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2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729720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729504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5" y="33"/>
                </a:moveTo>
                <a:lnTo>
                  <a:pt x="76" y="39"/>
                </a:lnTo>
                <a:lnTo>
                  <a:pt x="71" y="50"/>
                </a:lnTo>
                <a:lnTo>
                  <a:pt x="60" y="44"/>
                </a:lnTo>
                <a:lnTo>
                  <a:pt x="65" y="33"/>
                </a:lnTo>
                <a:moveTo>
                  <a:pt x="76" y="39"/>
                </a:moveTo>
                <a:lnTo>
                  <a:pt x="88" y="44"/>
                </a:lnTo>
                <a:lnTo>
                  <a:pt x="82" y="56"/>
                </a:lnTo>
                <a:lnTo>
                  <a:pt x="71" y="50"/>
                </a:lnTo>
                <a:lnTo>
                  <a:pt x="76" y="39"/>
                </a:lnTo>
                <a:moveTo>
                  <a:pt x="88" y="44"/>
                </a:moveTo>
                <a:lnTo>
                  <a:pt x="99" y="50"/>
                </a:lnTo>
                <a:lnTo>
                  <a:pt x="93" y="62"/>
                </a:lnTo>
                <a:lnTo>
                  <a:pt x="82" y="56"/>
                </a:lnTo>
                <a:lnTo>
                  <a:pt x="88" y="44"/>
                </a:lnTo>
                <a:moveTo>
                  <a:pt x="99" y="50"/>
                </a:moveTo>
                <a:lnTo>
                  <a:pt x="111" y="56"/>
                </a:lnTo>
                <a:lnTo>
                  <a:pt x="106" y="68"/>
                </a:lnTo>
                <a:lnTo>
                  <a:pt x="93" y="62"/>
                </a:lnTo>
                <a:lnTo>
                  <a:pt x="99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7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2" y="102"/>
                </a:lnTo>
                <a:lnTo>
                  <a:pt x="86" y="90"/>
                </a:lnTo>
                <a:lnTo>
                  <a:pt x="97" y="85"/>
                </a:lnTo>
                <a:lnTo>
                  <a:pt x="104" y="96"/>
                </a:lnTo>
                <a:moveTo>
                  <a:pt x="92" y="102"/>
                </a:moveTo>
                <a:lnTo>
                  <a:pt x="81" y="107"/>
                </a:lnTo>
                <a:lnTo>
                  <a:pt x="75" y="96"/>
                </a:lnTo>
                <a:lnTo>
                  <a:pt x="86" y="90"/>
                </a:lnTo>
                <a:lnTo>
                  <a:pt x="92" y="102"/>
                </a:lnTo>
                <a:moveTo>
                  <a:pt x="81" y="107"/>
                </a:moveTo>
                <a:lnTo>
                  <a:pt x="69" y="113"/>
                </a:lnTo>
                <a:lnTo>
                  <a:pt x="64" y="102"/>
                </a:lnTo>
                <a:lnTo>
                  <a:pt x="75" y="96"/>
                </a:lnTo>
                <a:lnTo>
                  <a:pt x="81" y="107"/>
                </a:lnTo>
                <a:moveTo>
                  <a:pt x="69" y="113"/>
                </a:moveTo>
                <a:lnTo>
                  <a:pt x="58" y="119"/>
                </a:lnTo>
                <a:lnTo>
                  <a:pt x="52" y="107"/>
                </a:lnTo>
                <a:lnTo>
                  <a:pt x="64" y="102"/>
                </a:lnTo>
                <a:lnTo>
                  <a:pt x="69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5002200" y="2246400"/>
            <a:ext cx="885240" cy="345960"/>
          </a:xfrm>
          <a:custGeom>
            <a:avLst/>
            <a:gdLst/>
            <a:ahLst/>
            <a:rect l="0" t="0" r="r" b="b"/>
            <a:pathLst>
              <a:path fill="none" w="2459" h="961">
                <a:moveTo>
                  <a:pt x="0" y="961"/>
                </a:moveTo>
                <a:lnTo>
                  <a:pt x="132" y="961"/>
                </a:lnTo>
                <a:cubicBezTo>
                  <a:pt x="263" y="961"/>
                  <a:pt x="526" y="961"/>
                  <a:pt x="936" y="800"/>
                </a:cubicBezTo>
                <a:cubicBezTo>
                  <a:pt x="1346" y="640"/>
                  <a:pt x="1902" y="320"/>
                  <a:pt x="2181" y="160"/>
                </a:cubicBezTo>
                <a:lnTo>
                  <a:pt x="2459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5856120" y="2234880"/>
            <a:ext cx="50760" cy="42840"/>
          </a:xfrm>
          <a:custGeom>
            <a:avLst/>
            <a:gdLst/>
            <a:ahLst/>
            <a:rect l="0" t="0" r="r" b="b"/>
            <a:pathLst>
              <a:path w="141" h="119">
                <a:moveTo>
                  <a:pt x="0" y="9"/>
                </a:moveTo>
                <a:lnTo>
                  <a:pt x="141" y="0"/>
                </a:lnTo>
                <a:lnTo>
                  <a:pt x="63" y="119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5852160" y="2232360"/>
            <a:ext cx="59040" cy="49680"/>
          </a:xfrm>
          <a:custGeom>
            <a:avLst/>
            <a:gdLst/>
            <a:ahLst/>
            <a:rect l="0" t="0" r="r" b="b"/>
            <a:pathLst>
              <a:path w="164" h="138">
                <a:moveTo>
                  <a:pt x="23" y="9"/>
                </a:moveTo>
                <a:lnTo>
                  <a:pt x="35" y="8"/>
                </a:lnTo>
                <a:lnTo>
                  <a:pt x="36" y="21"/>
                </a:lnTo>
                <a:lnTo>
                  <a:pt x="24" y="21"/>
                </a:lnTo>
                <a:lnTo>
                  <a:pt x="23" y="9"/>
                </a:lnTo>
                <a:moveTo>
                  <a:pt x="35" y="8"/>
                </a:moveTo>
                <a:lnTo>
                  <a:pt x="48" y="7"/>
                </a:lnTo>
                <a:lnTo>
                  <a:pt x="49" y="20"/>
                </a:lnTo>
                <a:lnTo>
                  <a:pt x="36" y="21"/>
                </a:lnTo>
                <a:lnTo>
                  <a:pt x="35" y="8"/>
                </a:lnTo>
                <a:moveTo>
                  <a:pt x="48" y="7"/>
                </a:moveTo>
                <a:lnTo>
                  <a:pt x="61" y="6"/>
                </a:lnTo>
                <a:lnTo>
                  <a:pt x="61" y="19"/>
                </a:lnTo>
                <a:lnTo>
                  <a:pt x="49" y="20"/>
                </a:lnTo>
                <a:lnTo>
                  <a:pt x="48" y="7"/>
                </a:lnTo>
                <a:moveTo>
                  <a:pt x="61" y="6"/>
                </a:moveTo>
                <a:lnTo>
                  <a:pt x="73" y="6"/>
                </a:lnTo>
                <a:lnTo>
                  <a:pt x="74" y="18"/>
                </a:lnTo>
                <a:lnTo>
                  <a:pt x="61" y="19"/>
                </a:lnTo>
                <a:lnTo>
                  <a:pt x="61" y="6"/>
                </a:lnTo>
                <a:moveTo>
                  <a:pt x="73" y="6"/>
                </a:moveTo>
                <a:lnTo>
                  <a:pt x="86" y="5"/>
                </a:lnTo>
                <a:lnTo>
                  <a:pt x="86" y="18"/>
                </a:lnTo>
                <a:lnTo>
                  <a:pt x="74" y="18"/>
                </a:lnTo>
                <a:lnTo>
                  <a:pt x="73" y="6"/>
                </a:lnTo>
                <a:moveTo>
                  <a:pt x="86" y="5"/>
                </a:moveTo>
                <a:lnTo>
                  <a:pt x="98" y="4"/>
                </a:lnTo>
                <a:lnTo>
                  <a:pt x="99" y="17"/>
                </a:lnTo>
                <a:lnTo>
                  <a:pt x="86" y="18"/>
                </a:lnTo>
                <a:lnTo>
                  <a:pt x="86" y="5"/>
                </a:lnTo>
                <a:moveTo>
                  <a:pt x="98" y="4"/>
                </a:moveTo>
                <a:lnTo>
                  <a:pt x="111" y="4"/>
                </a:lnTo>
                <a:lnTo>
                  <a:pt x="112" y="16"/>
                </a:lnTo>
                <a:lnTo>
                  <a:pt x="99" y="17"/>
                </a:lnTo>
                <a:lnTo>
                  <a:pt x="98" y="4"/>
                </a:lnTo>
                <a:moveTo>
                  <a:pt x="111" y="4"/>
                </a:moveTo>
                <a:lnTo>
                  <a:pt x="123" y="3"/>
                </a:lnTo>
                <a:lnTo>
                  <a:pt x="124" y="15"/>
                </a:lnTo>
                <a:lnTo>
                  <a:pt x="112" y="16"/>
                </a:lnTo>
                <a:lnTo>
                  <a:pt x="111" y="4"/>
                </a:lnTo>
                <a:moveTo>
                  <a:pt x="123" y="3"/>
                </a:moveTo>
                <a:lnTo>
                  <a:pt x="137" y="2"/>
                </a:lnTo>
                <a:lnTo>
                  <a:pt x="138" y="15"/>
                </a:lnTo>
                <a:lnTo>
                  <a:pt x="124" y="15"/>
                </a:lnTo>
                <a:lnTo>
                  <a:pt x="123" y="3"/>
                </a:lnTo>
                <a:moveTo>
                  <a:pt x="137" y="2"/>
                </a:moveTo>
                <a:lnTo>
                  <a:pt x="150" y="1"/>
                </a:lnTo>
                <a:lnTo>
                  <a:pt x="150" y="14"/>
                </a:lnTo>
                <a:lnTo>
                  <a:pt x="138" y="15"/>
                </a:lnTo>
                <a:lnTo>
                  <a:pt x="137" y="2"/>
                </a:lnTo>
                <a:moveTo>
                  <a:pt x="150" y="1"/>
                </a:moveTo>
                <a:lnTo>
                  <a:pt x="164" y="0"/>
                </a:lnTo>
                <a:lnTo>
                  <a:pt x="152" y="20"/>
                </a:lnTo>
                <a:lnTo>
                  <a:pt x="141" y="13"/>
                </a:lnTo>
                <a:lnTo>
                  <a:pt x="147" y="4"/>
                </a:lnTo>
                <a:lnTo>
                  <a:pt x="152" y="7"/>
                </a:lnTo>
                <a:lnTo>
                  <a:pt x="153" y="14"/>
                </a:lnTo>
                <a:lnTo>
                  <a:pt x="150" y="14"/>
                </a:lnTo>
                <a:lnTo>
                  <a:pt x="150" y="1"/>
                </a:lnTo>
                <a:moveTo>
                  <a:pt x="152" y="20"/>
                </a:moveTo>
                <a:lnTo>
                  <a:pt x="145" y="30"/>
                </a:lnTo>
                <a:lnTo>
                  <a:pt x="134" y="23"/>
                </a:lnTo>
                <a:lnTo>
                  <a:pt x="141" y="13"/>
                </a:lnTo>
                <a:lnTo>
                  <a:pt x="152" y="20"/>
                </a:lnTo>
                <a:moveTo>
                  <a:pt x="145" y="30"/>
                </a:moveTo>
                <a:lnTo>
                  <a:pt x="138" y="41"/>
                </a:lnTo>
                <a:lnTo>
                  <a:pt x="127" y="34"/>
                </a:lnTo>
                <a:lnTo>
                  <a:pt x="134" y="23"/>
                </a:lnTo>
                <a:lnTo>
                  <a:pt x="145" y="30"/>
                </a:lnTo>
                <a:moveTo>
                  <a:pt x="138" y="41"/>
                </a:moveTo>
                <a:lnTo>
                  <a:pt x="131" y="51"/>
                </a:lnTo>
                <a:lnTo>
                  <a:pt x="119" y="44"/>
                </a:lnTo>
                <a:lnTo>
                  <a:pt x="127" y="34"/>
                </a:lnTo>
                <a:lnTo>
                  <a:pt x="138" y="41"/>
                </a:lnTo>
                <a:moveTo>
                  <a:pt x="131" y="51"/>
                </a:moveTo>
                <a:lnTo>
                  <a:pt x="123" y="62"/>
                </a:lnTo>
                <a:lnTo>
                  <a:pt x="112" y="55"/>
                </a:lnTo>
                <a:lnTo>
                  <a:pt x="119" y="44"/>
                </a:lnTo>
                <a:lnTo>
                  <a:pt x="131" y="51"/>
                </a:lnTo>
                <a:moveTo>
                  <a:pt x="123" y="62"/>
                </a:moveTo>
                <a:lnTo>
                  <a:pt x="116" y="72"/>
                </a:lnTo>
                <a:lnTo>
                  <a:pt x="105" y="65"/>
                </a:lnTo>
                <a:lnTo>
                  <a:pt x="112" y="55"/>
                </a:lnTo>
                <a:lnTo>
                  <a:pt x="123" y="62"/>
                </a:lnTo>
                <a:moveTo>
                  <a:pt x="116" y="72"/>
                </a:moveTo>
                <a:lnTo>
                  <a:pt x="109" y="83"/>
                </a:lnTo>
                <a:lnTo>
                  <a:pt x="99" y="76"/>
                </a:lnTo>
                <a:lnTo>
                  <a:pt x="105" y="65"/>
                </a:lnTo>
                <a:lnTo>
                  <a:pt x="116" y="72"/>
                </a:lnTo>
                <a:moveTo>
                  <a:pt x="109" y="83"/>
                </a:moveTo>
                <a:lnTo>
                  <a:pt x="102" y="93"/>
                </a:lnTo>
                <a:lnTo>
                  <a:pt x="92" y="86"/>
                </a:lnTo>
                <a:lnTo>
                  <a:pt x="99" y="76"/>
                </a:lnTo>
                <a:lnTo>
                  <a:pt x="109" y="83"/>
                </a:lnTo>
                <a:moveTo>
                  <a:pt x="102" y="93"/>
                </a:moveTo>
                <a:lnTo>
                  <a:pt x="95" y="104"/>
                </a:lnTo>
                <a:lnTo>
                  <a:pt x="85" y="97"/>
                </a:lnTo>
                <a:lnTo>
                  <a:pt x="92" y="86"/>
                </a:lnTo>
                <a:lnTo>
                  <a:pt x="102" y="93"/>
                </a:lnTo>
                <a:moveTo>
                  <a:pt x="95" y="104"/>
                </a:moveTo>
                <a:lnTo>
                  <a:pt x="88" y="114"/>
                </a:lnTo>
                <a:lnTo>
                  <a:pt x="78" y="107"/>
                </a:lnTo>
                <a:lnTo>
                  <a:pt x="85" y="97"/>
                </a:lnTo>
                <a:lnTo>
                  <a:pt x="95" y="104"/>
                </a:lnTo>
                <a:moveTo>
                  <a:pt x="88" y="114"/>
                </a:moveTo>
                <a:lnTo>
                  <a:pt x="81" y="126"/>
                </a:lnTo>
                <a:lnTo>
                  <a:pt x="71" y="118"/>
                </a:lnTo>
                <a:lnTo>
                  <a:pt x="78" y="107"/>
                </a:lnTo>
                <a:lnTo>
                  <a:pt x="88" y="114"/>
                </a:lnTo>
                <a:moveTo>
                  <a:pt x="81" y="126"/>
                </a:moveTo>
                <a:lnTo>
                  <a:pt x="73" y="138"/>
                </a:lnTo>
                <a:lnTo>
                  <a:pt x="64" y="121"/>
                </a:lnTo>
                <a:lnTo>
                  <a:pt x="75" y="115"/>
                </a:lnTo>
                <a:lnTo>
                  <a:pt x="79" y="122"/>
                </a:lnTo>
                <a:lnTo>
                  <a:pt x="73" y="126"/>
                </a:lnTo>
                <a:lnTo>
                  <a:pt x="68" y="121"/>
                </a:lnTo>
                <a:lnTo>
                  <a:pt x="71" y="118"/>
                </a:lnTo>
                <a:lnTo>
                  <a:pt x="81" y="126"/>
                </a:lnTo>
                <a:moveTo>
                  <a:pt x="64" y="121"/>
                </a:moveTo>
                <a:lnTo>
                  <a:pt x="58" y="110"/>
                </a:lnTo>
                <a:lnTo>
                  <a:pt x="69" y="104"/>
                </a:lnTo>
                <a:lnTo>
                  <a:pt x="75" y="115"/>
                </a:lnTo>
                <a:lnTo>
                  <a:pt x="64" y="121"/>
                </a:lnTo>
                <a:moveTo>
                  <a:pt x="58" y="110"/>
                </a:moveTo>
                <a:lnTo>
                  <a:pt x="51" y="99"/>
                </a:lnTo>
                <a:lnTo>
                  <a:pt x="62" y="93"/>
                </a:lnTo>
                <a:lnTo>
                  <a:pt x="69" y="104"/>
                </a:lnTo>
                <a:lnTo>
                  <a:pt x="58" y="110"/>
                </a:lnTo>
                <a:moveTo>
                  <a:pt x="51" y="99"/>
                </a:moveTo>
                <a:lnTo>
                  <a:pt x="45" y="88"/>
                </a:lnTo>
                <a:lnTo>
                  <a:pt x="56" y="82"/>
                </a:lnTo>
                <a:lnTo>
                  <a:pt x="62" y="93"/>
                </a:lnTo>
                <a:lnTo>
                  <a:pt x="51" y="99"/>
                </a:lnTo>
                <a:moveTo>
                  <a:pt x="45" y="88"/>
                </a:moveTo>
                <a:lnTo>
                  <a:pt x="39" y="77"/>
                </a:lnTo>
                <a:lnTo>
                  <a:pt x="50" y="71"/>
                </a:lnTo>
                <a:lnTo>
                  <a:pt x="56" y="82"/>
                </a:lnTo>
                <a:lnTo>
                  <a:pt x="45" y="88"/>
                </a:lnTo>
                <a:moveTo>
                  <a:pt x="39" y="77"/>
                </a:moveTo>
                <a:lnTo>
                  <a:pt x="33" y="66"/>
                </a:lnTo>
                <a:lnTo>
                  <a:pt x="44" y="60"/>
                </a:lnTo>
                <a:lnTo>
                  <a:pt x="50" y="71"/>
                </a:lnTo>
                <a:lnTo>
                  <a:pt x="39" y="77"/>
                </a:lnTo>
                <a:moveTo>
                  <a:pt x="33" y="66"/>
                </a:moveTo>
                <a:lnTo>
                  <a:pt x="26" y="56"/>
                </a:lnTo>
                <a:lnTo>
                  <a:pt x="37" y="49"/>
                </a:lnTo>
                <a:lnTo>
                  <a:pt x="44" y="60"/>
                </a:lnTo>
                <a:lnTo>
                  <a:pt x="33" y="66"/>
                </a:lnTo>
                <a:moveTo>
                  <a:pt x="26" y="56"/>
                </a:moveTo>
                <a:lnTo>
                  <a:pt x="20" y="45"/>
                </a:lnTo>
                <a:lnTo>
                  <a:pt x="31" y="38"/>
                </a:lnTo>
                <a:lnTo>
                  <a:pt x="37" y="49"/>
                </a:lnTo>
                <a:lnTo>
                  <a:pt x="26" y="56"/>
                </a:lnTo>
                <a:moveTo>
                  <a:pt x="20" y="45"/>
                </a:moveTo>
                <a:lnTo>
                  <a:pt x="14" y="34"/>
                </a:lnTo>
                <a:lnTo>
                  <a:pt x="25" y="27"/>
                </a:lnTo>
                <a:lnTo>
                  <a:pt x="31" y="38"/>
                </a:lnTo>
                <a:lnTo>
                  <a:pt x="20" y="45"/>
                </a:lnTo>
                <a:moveTo>
                  <a:pt x="14" y="34"/>
                </a:moveTo>
                <a:lnTo>
                  <a:pt x="7" y="23"/>
                </a:lnTo>
                <a:lnTo>
                  <a:pt x="18" y="17"/>
                </a:lnTo>
                <a:lnTo>
                  <a:pt x="25" y="27"/>
                </a:lnTo>
                <a:lnTo>
                  <a:pt x="14" y="34"/>
                </a:lnTo>
                <a:moveTo>
                  <a:pt x="7" y="23"/>
                </a:moveTo>
                <a:lnTo>
                  <a:pt x="0" y="10"/>
                </a:lnTo>
                <a:lnTo>
                  <a:pt x="23" y="9"/>
                </a:lnTo>
                <a:lnTo>
                  <a:pt x="24" y="21"/>
                </a:lnTo>
                <a:lnTo>
                  <a:pt x="11" y="22"/>
                </a:lnTo>
                <a:lnTo>
                  <a:pt x="11" y="16"/>
                </a:lnTo>
                <a:lnTo>
                  <a:pt x="16" y="13"/>
                </a:lnTo>
                <a:lnTo>
                  <a:pt x="18" y="17"/>
                </a:lnTo>
                <a:lnTo>
                  <a:pt x="7" y="2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4314600" y="1476720"/>
            <a:ext cx="7171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Een organisatie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19144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2744280" y="24458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3574080" y="167508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3380760" y="24872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439452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69868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5214960" y="253656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885240" y="2026440"/>
            <a:ext cx="662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Kernapplicatie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2440440" y="2026440"/>
            <a:ext cx="7732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Verkoopplatform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4100040" y="2536560"/>
            <a:ext cx="7444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Rapportage-app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5740920" y="2026440"/>
            <a:ext cx="878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Marketinginzichten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456840" y="3114360"/>
            <a:ext cx="7744320" cy="771840"/>
          </a:xfrm>
          <a:custGeom>
            <a:avLst/>
            <a:gdLst/>
            <a:ahLst/>
            <a:rect l="0" t="0" r="r" b="b"/>
            <a:pathLst>
              <a:path w="21512" h="2144">
                <a:moveTo>
                  <a:pt x="0" y="0"/>
                </a:moveTo>
                <a:lnTo>
                  <a:pt x="21512" y="0"/>
                </a:lnTo>
                <a:lnTo>
                  <a:pt x="21512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456840" y="311436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456840" y="387648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8191440" y="311436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11436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7512840" y="2026440"/>
            <a:ext cx="950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Socialmediaplatform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634320" y="3327480"/>
            <a:ext cx="808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Vijf applicaties, zeven koppelingen. Niet meer een applicatie met een paar lagen, maar tientallen applicaties naast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404784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7"/>
                </a:moveTo>
                <a:cubicBezTo>
                  <a:pt x="0" y="334"/>
                  <a:pt x="3" y="311"/>
                  <a:pt x="7" y="288"/>
                </a:cubicBezTo>
                <a:cubicBezTo>
                  <a:pt x="12" y="265"/>
                  <a:pt x="19" y="242"/>
                  <a:pt x="28" y="221"/>
                </a:cubicBezTo>
                <a:cubicBezTo>
                  <a:pt x="37" y="199"/>
                  <a:pt x="48" y="179"/>
                  <a:pt x="61" y="159"/>
                </a:cubicBezTo>
                <a:cubicBezTo>
                  <a:pt x="74" y="140"/>
                  <a:pt x="89" y="121"/>
                  <a:pt x="105" y="105"/>
                </a:cubicBezTo>
                <a:cubicBezTo>
                  <a:pt x="122" y="88"/>
                  <a:pt x="140" y="74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1"/>
                  <a:pt x="2151" y="140"/>
                  <a:pt x="2164" y="159"/>
                </a:cubicBezTo>
                <a:cubicBezTo>
                  <a:pt x="2177" y="179"/>
                  <a:pt x="2188" y="199"/>
                  <a:pt x="2197" y="221"/>
                </a:cubicBezTo>
                <a:cubicBezTo>
                  <a:pt x="2206" y="242"/>
                  <a:pt x="2213" y="265"/>
                  <a:pt x="2217" y="288"/>
                </a:cubicBezTo>
                <a:cubicBezTo>
                  <a:pt x="2222" y="311"/>
                  <a:pt x="2224" y="334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2"/>
                  <a:pt x="2197" y="494"/>
                </a:cubicBezTo>
                <a:cubicBezTo>
                  <a:pt x="2188" y="516"/>
                  <a:pt x="2177" y="536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8"/>
                  <a:pt x="2085" y="642"/>
                  <a:pt x="2065" y="655"/>
                </a:cubicBezTo>
                <a:cubicBezTo>
                  <a:pt x="2045" y="668"/>
                  <a:pt x="2024" y="680"/>
                  <a:pt x="2003" y="688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80"/>
                  <a:pt x="179" y="668"/>
                  <a:pt x="159" y="655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6"/>
                  <a:pt x="37" y="516"/>
                  <a:pt x="28" y="494"/>
                </a:cubicBezTo>
                <a:cubicBezTo>
                  <a:pt x="19" y="472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34320" y="3537000"/>
            <a:ext cx="30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elkaar, elk met eigen verwerking en opslag.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563760" y="41065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1367280" y="3994200"/>
            <a:ext cx="668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instelling met tientallen pakketten naast elkaar: rooster, leeromgeving, studentinformatie,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1367280" y="4184640"/>
            <a:ext cx="1661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aanmeldportaal, wallet.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5" name=""/>
          <p:cNvSpPr/>
          <p:nvPr/>
        </p:nvSpPr>
        <p:spPr>
          <a:xfrm>
            <a:off x="6477840" y="2642040"/>
            <a:ext cx="462600" cy="0"/>
          </a:xfrm>
          <a:custGeom>
            <a:avLst/>
            <a:gdLst/>
            <a:ahLst/>
            <a:rect l="0" t="0" r="r" b="b"/>
            <a:pathLst>
              <a:path fill="none" w="1285" h="0">
                <a:moveTo>
                  <a:pt x="0" y="0"/>
                </a:moveTo>
                <a:lnTo>
                  <a:pt x="107" y="0"/>
                </a:lnTo>
                <a:cubicBezTo>
                  <a:pt x="214" y="0"/>
                  <a:pt x="428" y="0"/>
                  <a:pt x="642" y="0"/>
                </a:cubicBezTo>
                <a:cubicBezTo>
                  <a:pt x="856" y="0"/>
                  <a:pt x="1071" y="0"/>
                  <a:pt x="1178" y="0"/>
                </a:cubicBezTo>
                <a:lnTo>
                  <a:pt x="1285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-6480" bIns="-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646380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43"/>
                </a:moveTo>
                <a:lnTo>
                  <a:pt x="87" y="87"/>
                </a:lnTo>
                <a:lnTo>
                  <a:pt x="87" y="0"/>
                </a:lnTo>
                <a:lnTo>
                  <a:pt x="0" y="4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6460200" y="2624040"/>
            <a:ext cx="36360" cy="36360"/>
          </a:xfrm>
          <a:custGeom>
            <a:avLst/>
            <a:gdLst/>
            <a:ahLst/>
            <a:rect l="0" t="0" r="r" b="b"/>
            <a:pathLst>
              <a:path w="101" h="101">
                <a:moveTo>
                  <a:pt x="19" y="50"/>
                </a:moveTo>
                <a:lnTo>
                  <a:pt x="28" y="54"/>
                </a:lnTo>
                <a:lnTo>
                  <a:pt x="23" y="61"/>
                </a:lnTo>
                <a:lnTo>
                  <a:pt x="16" y="57"/>
                </a:lnTo>
                <a:lnTo>
                  <a:pt x="19" y="50"/>
                </a:lnTo>
                <a:moveTo>
                  <a:pt x="28" y="54"/>
                </a:moveTo>
                <a:lnTo>
                  <a:pt x="36" y="57"/>
                </a:lnTo>
                <a:lnTo>
                  <a:pt x="32" y="65"/>
                </a:lnTo>
                <a:lnTo>
                  <a:pt x="23" y="61"/>
                </a:lnTo>
                <a:lnTo>
                  <a:pt x="28" y="54"/>
                </a:lnTo>
                <a:moveTo>
                  <a:pt x="36" y="57"/>
                </a:moveTo>
                <a:lnTo>
                  <a:pt x="44" y="61"/>
                </a:lnTo>
                <a:lnTo>
                  <a:pt x="40" y="69"/>
                </a:lnTo>
                <a:lnTo>
                  <a:pt x="32" y="65"/>
                </a:lnTo>
                <a:lnTo>
                  <a:pt x="36" y="57"/>
                </a:lnTo>
                <a:moveTo>
                  <a:pt x="44" y="61"/>
                </a:moveTo>
                <a:lnTo>
                  <a:pt x="51" y="65"/>
                </a:lnTo>
                <a:lnTo>
                  <a:pt x="47" y="73"/>
                </a:lnTo>
                <a:lnTo>
                  <a:pt x="40" y="69"/>
                </a:lnTo>
                <a:lnTo>
                  <a:pt x="44" y="61"/>
                </a:lnTo>
                <a:moveTo>
                  <a:pt x="51" y="65"/>
                </a:moveTo>
                <a:lnTo>
                  <a:pt x="59" y="69"/>
                </a:lnTo>
                <a:lnTo>
                  <a:pt x="55" y="77"/>
                </a:lnTo>
                <a:lnTo>
                  <a:pt x="47" y="73"/>
                </a:lnTo>
                <a:lnTo>
                  <a:pt x="51" y="65"/>
                </a:lnTo>
                <a:moveTo>
                  <a:pt x="59" y="69"/>
                </a:moveTo>
                <a:lnTo>
                  <a:pt x="67" y="73"/>
                </a:lnTo>
                <a:lnTo>
                  <a:pt x="63" y="80"/>
                </a:lnTo>
                <a:lnTo>
                  <a:pt x="55" y="77"/>
                </a:lnTo>
                <a:lnTo>
                  <a:pt x="59" y="69"/>
                </a:lnTo>
                <a:moveTo>
                  <a:pt x="67" y="73"/>
                </a:moveTo>
                <a:lnTo>
                  <a:pt x="74" y="77"/>
                </a:lnTo>
                <a:lnTo>
                  <a:pt x="70" y="84"/>
                </a:lnTo>
                <a:lnTo>
                  <a:pt x="63" y="80"/>
                </a:lnTo>
                <a:lnTo>
                  <a:pt x="67" y="73"/>
                </a:lnTo>
                <a:moveTo>
                  <a:pt x="74" y="77"/>
                </a:moveTo>
                <a:lnTo>
                  <a:pt x="82" y="80"/>
                </a:lnTo>
                <a:lnTo>
                  <a:pt x="78" y="89"/>
                </a:lnTo>
                <a:lnTo>
                  <a:pt x="70" y="84"/>
                </a:lnTo>
                <a:lnTo>
                  <a:pt x="74" y="77"/>
                </a:lnTo>
                <a:moveTo>
                  <a:pt x="82" y="80"/>
                </a:moveTo>
                <a:lnTo>
                  <a:pt x="90" y="84"/>
                </a:lnTo>
                <a:lnTo>
                  <a:pt x="86" y="93"/>
                </a:lnTo>
                <a:lnTo>
                  <a:pt x="78" y="89"/>
                </a:lnTo>
                <a:lnTo>
                  <a:pt x="82" y="80"/>
                </a:lnTo>
                <a:moveTo>
                  <a:pt x="90" y="84"/>
                </a:moveTo>
                <a:lnTo>
                  <a:pt x="97" y="89"/>
                </a:lnTo>
                <a:lnTo>
                  <a:pt x="93" y="97"/>
                </a:lnTo>
                <a:lnTo>
                  <a:pt x="86" y="93"/>
                </a:lnTo>
                <a:lnTo>
                  <a:pt x="90" y="84"/>
                </a:lnTo>
                <a:moveTo>
                  <a:pt x="97" y="89"/>
                </a:moveTo>
                <a:lnTo>
                  <a:pt x="99" y="90"/>
                </a:lnTo>
                <a:lnTo>
                  <a:pt x="97" y="94"/>
                </a:lnTo>
                <a:lnTo>
                  <a:pt x="92" y="94"/>
                </a:lnTo>
                <a:lnTo>
                  <a:pt x="92" y="86"/>
                </a:lnTo>
                <a:lnTo>
                  <a:pt x="101" y="86"/>
                </a:lnTo>
                <a:lnTo>
                  <a:pt x="101" y="101"/>
                </a:lnTo>
                <a:lnTo>
                  <a:pt x="93" y="97"/>
                </a:lnTo>
                <a:lnTo>
                  <a:pt x="97" y="89"/>
                </a:lnTo>
                <a:moveTo>
                  <a:pt x="92" y="86"/>
                </a:moveTo>
                <a:lnTo>
                  <a:pt x="92" y="77"/>
                </a:lnTo>
                <a:lnTo>
                  <a:pt x="101" y="77"/>
                </a:lnTo>
                <a:lnTo>
                  <a:pt x="101" y="86"/>
                </a:lnTo>
                <a:lnTo>
                  <a:pt x="92" y="86"/>
                </a:lnTo>
                <a:moveTo>
                  <a:pt x="92" y="77"/>
                </a:moveTo>
                <a:lnTo>
                  <a:pt x="92" y="69"/>
                </a:lnTo>
                <a:lnTo>
                  <a:pt x="101" y="69"/>
                </a:lnTo>
                <a:lnTo>
                  <a:pt x="101" y="77"/>
                </a:lnTo>
                <a:lnTo>
                  <a:pt x="92" y="77"/>
                </a:lnTo>
                <a:moveTo>
                  <a:pt x="92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2" y="69"/>
                </a:lnTo>
                <a:moveTo>
                  <a:pt x="92" y="60"/>
                </a:moveTo>
                <a:lnTo>
                  <a:pt x="92" y="51"/>
                </a:lnTo>
                <a:lnTo>
                  <a:pt x="101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1"/>
                </a:moveTo>
                <a:lnTo>
                  <a:pt x="92" y="43"/>
                </a:lnTo>
                <a:lnTo>
                  <a:pt x="101" y="43"/>
                </a:lnTo>
                <a:lnTo>
                  <a:pt x="101" y="51"/>
                </a:lnTo>
                <a:lnTo>
                  <a:pt x="92" y="51"/>
                </a:lnTo>
                <a:moveTo>
                  <a:pt x="92" y="43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3"/>
                </a:lnTo>
                <a:moveTo>
                  <a:pt x="92" y="34"/>
                </a:moveTo>
                <a:lnTo>
                  <a:pt x="92" y="26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2" y="26"/>
                </a:moveTo>
                <a:lnTo>
                  <a:pt x="92" y="17"/>
                </a:lnTo>
                <a:lnTo>
                  <a:pt x="101" y="17"/>
                </a:lnTo>
                <a:lnTo>
                  <a:pt x="101" y="26"/>
                </a:lnTo>
                <a:lnTo>
                  <a:pt x="92" y="26"/>
                </a:lnTo>
                <a:moveTo>
                  <a:pt x="92" y="17"/>
                </a:moveTo>
                <a:lnTo>
                  <a:pt x="92" y="8"/>
                </a:lnTo>
                <a:lnTo>
                  <a:pt x="101" y="8"/>
                </a:lnTo>
                <a:lnTo>
                  <a:pt x="101" y="17"/>
                </a:lnTo>
                <a:lnTo>
                  <a:pt x="92" y="17"/>
                </a:lnTo>
                <a:moveTo>
                  <a:pt x="92" y="8"/>
                </a:moveTo>
                <a:lnTo>
                  <a:pt x="92" y="7"/>
                </a:lnTo>
                <a:lnTo>
                  <a:pt x="97" y="7"/>
                </a:lnTo>
                <a:lnTo>
                  <a:pt x="99" y="11"/>
                </a:lnTo>
                <a:lnTo>
                  <a:pt x="92" y="14"/>
                </a:lnTo>
                <a:lnTo>
                  <a:pt x="89" y="6"/>
                </a:lnTo>
                <a:lnTo>
                  <a:pt x="101" y="0"/>
                </a:lnTo>
                <a:lnTo>
                  <a:pt x="101" y="8"/>
                </a:lnTo>
                <a:lnTo>
                  <a:pt x="92" y="8"/>
                </a:lnTo>
                <a:moveTo>
                  <a:pt x="92" y="14"/>
                </a:moveTo>
                <a:lnTo>
                  <a:pt x="85" y="18"/>
                </a:lnTo>
                <a:lnTo>
                  <a:pt x="81" y="10"/>
                </a:lnTo>
                <a:lnTo>
                  <a:pt x="89" y="6"/>
                </a:lnTo>
                <a:lnTo>
                  <a:pt x="92" y="14"/>
                </a:lnTo>
                <a:moveTo>
                  <a:pt x="85" y="18"/>
                </a:moveTo>
                <a:lnTo>
                  <a:pt x="77" y="22"/>
                </a:lnTo>
                <a:lnTo>
                  <a:pt x="73" y="14"/>
                </a:lnTo>
                <a:lnTo>
                  <a:pt x="81" y="10"/>
                </a:lnTo>
                <a:lnTo>
                  <a:pt x="85" y="18"/>
                </a:lnTo>
                <a:moveTo>
                  <a:pt x="77" y="22"/>
                </a:moveTo>
                <a:lnTo>
                  <a:pt x="69" y="25"/>
                </a:lnTo>
                <a:lnTo>
                  <a:pt x="65" y="18"/>
                </a:lnTo>
                <a:lnTo>
                  <a:pt x="73" y="14"/>
                </a:lnTo>
                <a:lnTo>
                  <a:pt x="77" y="22"/>
                </a:lnTo>
                <a:moveTo>
                  <a:pt x="69" y="25"/>
                </a:moveTo>
                <a:lnTo>
                  <a:pt x="62" y="29"/>
                </a:lnTo>
                <a:lnTo>
                  <a:pt x="58" y="22"/>
                </a:lnTo>
                <a:lnTo>
                  <a:pt x="65" y="18"/>
                </a:lnTo>
                <a:lnTo>
                  <a:pt x="69" y="25"/>
                </a:lnTo>
                <a:moveTo>
                  <a:pt x="62" y="29"/>
                </a:moveTo>
                <a:lnTo>
                  <a:pt x="54" y="33"/>
                </a:lnTo>
                <a:lnTo>
                  <a:pt x="50" y="25"/>
                </a:lnTo>
                <a:lnTo>
                  <a:pt x="58" y="22"/>
                </a:lnTo>
                <a:lnTo>
                  <a:pt x="62" y="29"/>
                </a:lnTo>
                <a:moveTo>
                  <a:pt x="54" y="33"/>
                </a:moveTo>
                <a:lnTo>
                  <a:pt x="46" y="37"/>
                </a:lnTo>
                <a:lnTo>
                  <a:pt x="42" y="29"/>
                </a:lnTo>
                <a:lnTo>
                  <a:pt x="50" y="25"/>
                </a:lnTo>
                <a:lnTo>
                  <a:pt x="54" y="33"/>
                </a:lnTo>
                <a:moveTo>
                  <a:pt x="46" y="37"/>
                </a:moveTo>
                <a:lnTo>
                  <a:pt x="39" y="41"/>
                </a:lnTo>
                <a:lnTo>
                  <a:pt x="35" y="33"/>
                </a:lnTo>
                <a:lnTo>
                  <a:pt x="42" y="29"/>
                </a:lnTo>
                <a:lnTo>
                  <a:pt x="46" y="37"/>
                </a:lnTo>
                <a:moveTo>
                  <a:pt x="39" y="41"/>
                </a:moveTo>
                <a:lnTo>
                  <a:pt x="31" y="45"/>
                </a:lnTo>
                <a:lnTo>
                  <a:pt x="27" y="37"/>
                </a:lnTo>
                <a:lnTo>
                  <a:pt x="35" y="33"/>
                </a:lnTo>
                <a:lnTo>
                  <a:pt x="39" y="41"/>
                </a:lnTo>
                <a:moveTo>
                  <a:pt x="31" y="45"/>
                </a:moveTo>
                <a:lnTo>
                  <a:pt x="22" y="48"/>
                </a:lnTo>
                <a:lnTo>
                  <a:pt x="18" y="41"/>
                </a:lnTo>
                <a:lnTo>
                  <a:pt x="27" y="37"/>
                </a:lnTo>
                <a:lnTo>
                  <a:pt x="31" y="45"/>
                </a:lnTo>
                <a:moveTo>
                  <a:pt x="22" y="48"/>
                </a:moveTo>
                <a:lnTo>
                  <a:pt x="15" y="52"/>
                </a:lnTo>
                <a:lnTo>
                  <a:pt x="11" y="45"/>
                </a:lnTo>
                <a:lnTo>
                  <a:pt x="18" y="41"/>
                </a:lnTo>
                <a:lnTo>
                  <a:pt x="22" y="48"/>
                </a:lnTo>
                <a:moveTo>
                  <a:pt x="15" y="52"/>
                </a:moveTo>
                <a:lnTo>
                  <a:pt x="12" y="54"/>
                </a:lnTo>
                <a:lnTo>
                  <a:pt x="10" y="50"/>
                </a:lnTo>
                <a:lnTo>
                  <a:pt x="12" y="46"/>
                </a:lnTo>
                <a:lnTo>
                  <a:pt x="19" y="50"/>
                </a:lnTo>
                <a:lnTo>
                  <a:pt x="16" y="57"/>
                </a:lnTo>
                <a:lnTo>
                  <a:pt x="0" y="50"/>
                </a:lnTo>
                <a:lnTo>
                  <a:pt x="11" y="45"/>
                </a:lnTo>
                <a:lnTo>
                  <a:pt x="15" y="5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692496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0"/>
                </a:moveTo>
                <a:lnTo>
                  <a:pt x="87" y="43"/>
                </a:lnTo>
                <a:lnTo>
                  <a:pt x="0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6923520" y="2624040"/>
            <a:ext cx="36000" cy="36360"/>
          </a:xfrm>
          <a:custGeom>
            <a:avLst/>
            <a:gdLst/>
            <a:ahLst/>
            <a:rect l="0" t="0" r="r" b="b"/>
            <a:pathLst>
              <a:path w="100" h="101">
                <a:moveTo>
                  <a:pt x="13" y="7"/>
                </a:moveTo>
                <a:lnTo>
                  <a:pt x="21" y="11"/>
                </a:lnTo>
                <a:lnTo>
                  <a:pt x="17" y="18"/>
                </a:lnTo>
                <a:lnTo>
                  <a:pt x="10" y="15"/>
                </a:lnTo>
                <a:lnTo>
                  <a:pt x="13" y="7"/>
                </a:lnTo>
                <a:moveTo>
                  <a:pt x="21" y="11"/>
                </a:moveTo>
                <a:lnTo>
                  <a:pt x="30" y="15"/>
                </a:lnTo>
                <a:lnTo>
                  <a:pt x="26" y="22"/>
                </a:lnTo>
                <a:lnTo>
                  <a:pt x="17" y="18"/>
                </a:lnTo>
                <a:lnTo>
                  <a:pt x="21" y="11"/>
                </a:lnTo>
                <a:moveTo>
                  <a:pt x="30" y="15"/>
                </a:moveTo>
                <a:lnTo>
                  <a:pt x="37" y="18"/>
                </a:lnTo>
                <a:lnTo>
                  <a:pt x="34" y="26"/>
                </a:lnTo>
                <a:lnTo>
                  <a:pt x="26" y="22"/>
                </a:lnTo>
                <a:lnTo>
                  <a:pt x="30" y="15"/>
                </a:lnTo>
                <a:moveTo>
                  <a:pt x="37" y="18"/>
                </a:moveTo>
                <a:lnTo>
                  <a:pt x="45" y="22"/>
                </a:lnTo>
                <a:lnTo>
                  <a:pt x="41" y="30"/>
                </a:lnTo>
                <a:lnTo>
                  <a:pt x="34" y="26"/>
                </a:lnTo>
                <a:lnTo>
                  <a:pt x="37" y="18"/>
                </a:lnTo>
                <a:moveTo>
                  <a:pt x="45" y="22"/>
                </a:moveTo>
                <a:lnTo>
                  <a:pt x="53" y="26"/>
                </a:lnTo>
                <a:lnTo>
                  <a:pt x="49" y="34"/>
                </a:lnTo>
                <a:lnTo>
                  <a:pt x="41" y="30"/>
                </a:lnTo>
                <a:lnTo>
                  <a:pt x="45" y="22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49" y="34"/>
                </a:lnTo>
                <a:lnTo>
                  <a:pt x="53" y="26"/>
                </a:lnTo>
                <a:moveTo>
                  <a:pt x="61" y="30"/>
                </a:moveTo>
                <a:lnTo>
                  <a:pt x="68" y="34"/>
                </a:lnTo>
                <a:lnTo>
                  <a:pt x="64" y="41"/>
                </a:lnTo>
                <a:lnTo>
                  <a:pt x="57" y="38"/>
                </a:lnTo>
                <a:lnTo>
                  <a:pt x="61" y="30"/>
                </a:lnTo>
                <a:moveTo>
                  <a:pt x="68" y="34"/>
                </a:moveTo>
                <a:lnTo>
                  <a:pt x="76" y="38"/>
                </a:lnTo>
                <a:lnTo>
                  <a:pt x="72" y="45"/>
                </a:lnTo>
                <a:lnTo>
                  <a:pt x="64" y="41"/>
                </a:lnTo>
                <a:lnTo>
                  <a:pt x="68" y="34"/>
                </a:lnTo>
                <a:moveTo>
                  <a:pt x="76" y="38"/>
                </a:moveTo>
                <a:lnTo>
                  <a:pt x="84" y="41"/>
                </a:lnTo>
                <a:lnTo>
                  <a:pt x="80" y="49"/>
                </a:lnTo>
                <a:lnTo>
                  <a:pt x="72" y="45"/>
                </a:lnTo>
                <a:lnTo>
                  <a:pt x="76" y="38"/>
                </a:lnTo>
                <a:moveTo>
                  <a:pt x="84" y="41"/>
                </a:moveTo>
                <a:lnTo>
                  <a:pt x="91" y="45"/>
                </a:lnTo>
                <a:lnTo>
                  <a:pt x="87" y="53"/>
                </a:lnTo>
                <a:lnTo>
                  <a:pt x="80" y="49"/>
                </a:lnTo>
                <a:lnTo>
                  <a:pt x="84" y="41"/>
                </a:lnTo>
                <a:moveTo>
                  <a:pt x="91" y="45"/>
                </a:moveTo>
                <a:lnTo>
                  <a:pt x="100" y="50"/>
                </a:lnTo>
                <a:lnTo>
                  <a:pt x="86" y="57"/>
                </a:lnTo>
                <a:lnTo>
                  <a:pt x="82" y="49"/>
                </a:lnTo>
                <a:lnTo>
                  <a:pt x="89" y="46"/>
                </a:lnTo>
                <a:lnTo>
                  <a:pt x="91" y="50"/>
                </a:lnTo>
                <a:lnTo>
                  <a:pt x="89" y="54"/>
                </a:lnTo>
                <a:lnTo>
                  <a:pt x="87" y="53"/>
                </a:lnTo>
                <a:lnTo>
                  <a:pt x="91" y="45"/>
                </a:lnTo>
                <a:moveTo>
                  <a:pt x="86" y="57"/>
                </a:moveTo>
                <a:lnTo>
                  <a:pt x="79" y="61"/>
                </a:lnTo>
                <a:lnTo>
                  <a:pt x="75" y="53"/>
                </a:lnTo>
                <a:lnTo>
                  <a:pt x="82" y="49"/>
                </a:lnTo>
                <a:lnTo>
                  <a:pt x="86" y="57"/>
                </a:lnTo>
                <a:moveTo>
                  <a:pt x="79" y="61"/>
                </a:moveTo>
                <a:lnTo>
                  <a:pt x="71" y="64"/>
                </a:lnTo>
                <a:lnTo>
                  <a:pt x="67" y="57"/>
                </a:lnTo>
                <a:lnTo>
                  <a:pt x="75" y="53"/>
                </a:lnTo>
                <a:lnTo>
                  <a:pt x="79" y="61"/>
                </a:lnTo>
                <a:moveTo>
                  <a:pt x="71" y="64"/>
                </a:moveTo>
                <a:lnTo>
                  <a:pt x="63" y="68"/>
                </a:lnTo>
                <a:lnTo>
                  <a:pt x="59" y="61"/>
                </a:lnTo>
                <a:lnTo>
                  <a:pt x="67" y="57"/>
                </a:lnTo>
                <a:lnTo>
                  <a:pt x="71" y="64"/>
                </a:lnTo>
                <a:moveTo>
                  <a:pt x="63" y="68"/>
                </a:moveTo>
                <a:lnTo>
                  <a:pt x="56" y="72"/>
                </a:lnTo>
                <a:lnTo>
                  <a:pt x="52" y="64"/>
                </a:lnTo>
                <a:lnTo>
                  <a:pt x="59" y="61"/>
                </a:lnTo>
                <a:lnTo>
                  <a:pt x="63" y="68"/>
                </a:lnTo>
                <a:moveTo>
                  <a:pt x="56" y="72"/>
                </a:moveTo>
                <a:lnTo>
                  <a:pt x="48" y="76"/>
                </a:lnTo>
                <a:lnTo>
                  <a:pt x="44" y="68"/>
                </a:lnTo>
                <a:lnTo>
                  <a:pt x="52" y="64"/>
                </a:lnTo>
                <a:lnTo>
                  <a:pt x="56" y="72"/>
                </a:lnTo>
                <a:moveTo>
                  <a:pt x="48" y="76"/>
                </a:moveTo>
                <a:lnTo>
                  <a:pt x="40" y="80"/>
                </a:lnTo>
                <a:lnTo>
                  <a:pt x="36" y="72"/>
                </a:lnTo>
                <a:lnTo>
                  <a:pt x="44" y="68"/>
                </a:lnTo>
                <a:lnTo>
                  <a:pt x="48" y="76"/>
                </a:lnTo>
                <a:moveTo>
                  <a:pt x="40" y="80"/>
                </a:moveTo>
                <a:lnTo>
                  <a:pt x="33" y="84"/>
                </a:lnTo>
                <a:lnTo>
                  <a:pt x="29" y="76"/>
                </a:lnTo>
                <a:lnTo>
                  <a:pt x="36" y="72"/>
                </a:lnTo>
                <a:lnTo>
                  <a:pt x="40" y="80"/>
                </a:lnTo>
                <a:moveTo>
                  <a:pt x="33" y="84"/>
                </a:moveTo>
                <a:lnTo>
                  <a:pt x="25" y="88"/>
                </a:lnTo>
                <a:lnTo>
                  <a:pt x="20" y="80"/>
                </a:lnTo>
                <a:lnTo>
                  <a:pt x="29" y="76"/>
                </a:lnTo>
                <a:lnTo>
                  <a:pt x="33" y="84"/>
                </a:lnTo>
                <a:moveTo>
                  <a:pt x="25" y="88"/>
                </a:moveTo>
                <a:lnTo>
                  <a:pt x="16" y="92"/>
                </a:lnTo>
                <a:lnTo>
                  <a:pt x="12" y="84"/>
                </a:lnTo>
                <a:lnTo>
                  <a:pt x="20" y="80"/>
                </a:lnTo>
                <a:lnTo>
                  <a:pt x="25" y="88"/>
                </a:lnTo>
                <a:moveTo>
                  <a:pt x="16" y="92"/>
                </a:moveTo>
                <a:lnTo>
                  <a:pt x="9" y="96"/>
                </a:lnTo>
                <a:lnTo>
                  <a:pt x="5" y="88"/>
                </a:lnTo>
                <a:lnTo>
                  <a:pt x="12" y="84"/>
                </a:lnTo>
                <a:lnTo>
                  <a:pt x="16" y="92"/>
                </a:lnTo>
                <a:moveTo>
                  <a:pt x="9" y="96"/>
                </a:moveTo>
                <a:lnTo>
                  <a:pt x="0" y="101"/>
                </a:lnTo>
                <a:lnTo>
                  <a:pt x="0" y="88"/>
                </a:lnTo>
                <a:lnTo>
                  <a:pt x="8" y="88"/>
                </a:lnTo>
                <a:lnTo>
                  <a:pt x="8" y="94"/>
                </a:lnTo>
                <a:lnTo>
                  <a:pt x="4" y="94"/>
                </a:lnTo>
                <a:lnTo>
                  <a:pt x="2" y="90"/>
                </a:lnTo>
                <a:lnTo>
                  <a:pt x="5" y="88"/>
                </a:lnTo>
                <a:lnTo>
                  <a:pt x="9" y="96"/>
                </a:lnTo>
                <a:moveTo>
                  <a:pt x="0" y="88"/>
                </a:moveTo>
                <a:lnTo>
                  <a:pt x="0" y="79"/>
                </a:lnTo>
                <a:lnTo>
                  <a:pt x="8" y="79"/>
                </a:lnTo>
                <a:lnTo>
                  <a:pt x="8" y="88"/>
                </a:lnTo>
                <a:lnTo>
                  <a:pt x="0" y="88"/>
                </a:lnTo>
                <a:moveTo>
                  <a:pt x="0" y="79"/>
                </a:moveTo>
                <a:lnTo>
                  <a:pt x="0" y="70"/>
                </a:lnTo>
                <a:lnTo>
                  <a:pt x="8" y="70"/>
                </a:lnTo>
                <a:lnTo>
                  <a:pt x="8" y="79"/>
                </a:lnTo>
                <a:lnTo>
                  <a:pt x="0" y="79"/>
                </a:lnTo>
                <a:moveTo>
                  <a:pt x="0" y="70"/>
                </a:moveTo>
                <a:lnTo>
                  <a:pt x="0" y="61"/>
                </a:lnTo>
                <a:lnTo>
                  <a:pt x="8" y="61"/>
                </a:lnTo>
                <a:lnTo>
                  <a:pt x="8" y="70"/>
                </a:lnTo>
                <a:lnTo>
                  <a:pt x="0" y="70"/>
                </a:lnTo>
                <a:moveTo>
                  <a:pt x="0" y="61"/>
                </a:moveTo>
                <a:lnTo>
                  <a:pt x="0" y="53"/>
                </a:lnTo>
                <a:lnTo>
                  <a:pt x="8" y="53"/>
                </a:lnTo>
                <a:lnTo>
                  <a:pt x="8" y="61"/>
                </a:lnTo>
                <a:lnTo>
                  <a:pt x="0" y="61"/>
                </a:lnTo>
                <a:moveTo>
                  <a:pt x="0" y="53"/>
                </a:moveTo>
                <a:lnTo>
                  <a:pt x="0" y="44"/>
                </a:lnTo>
                <a:lnTo>
                  <a:pt x="8" y="44"/>
                </a:lnTo>
                <a:lnTo>
                  <a:pt x="8" y="53"/>
                </a:lnTo>
                <a:lnTo>
                  <a:pt x="0" y="53"/>
                </a:lnTo>
                <a:moveTo>
                  <a:pt x="0" y="44"/>
                </a:moveTo>
                <a:lnTo>
                  <a:pt x="0" y="36"/>
                </a:lnTo>
                <a:lnTo>
                  <a:pt x="8" y="36"/>
                </a:lnTo>
                <a:lnTo>
                  <a:pt x="8" y="44"/>
                </a:lnTo>
                <a:lnTo>
                  <a:pt x="0" y="44"/>
                </a:lnTo>
                <a:moveTo>
                  <a:pt x="0" y="36"/>
                </a:moveTo>
                <a:lnTo>
                  <a:pt x="0" y="27"/>
                </a:lnTo>
                <a:lnTo>
                  <a:pt x="8" y="27"/>
                </a:lnTo>
                <a:lnTo>
                  <a:pt x="8" y="36"/>
                </a:lnTo>
                <a:lnTo>
                  <a:pt x="0" y="36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3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3724920" y="256104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9"/>
                </a:moveTo>
                <a:lnTo>
                  <a:pt x="107" y="14"/>
                </a:lnTo>
                <a:cubicBezTo>
                  <a:pt x="214" y="8"/>
                  <a:pt x="428" y="-1"/>
                  <a:pt x="644" y="0"/>
                </a:cubicBezTo>
                <a:cubicBezTo>
                  <a:pt x="858" y="2"/>
                  <a:pt x="1072" y="16"/>
                  <a:pt x="1179" y="23"/>
                </a:cubicBezTo>
                <a:lnTo>
                  <a:pt x="1286" y="29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3710880" y="255132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48"/>
                </a:moveTo>
                <a:lnTo>
                  <a:pt x="89" y="87"/>
                </a:lnTo>
                <a:lnTo>
                  <a:pt x="85" y="0"/>
                </a:lnTo>
                <a:lnTo>
                  <a:pt x="0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3707640" y="254880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54"/>
                </a:moveTo>
                <a:lnTo>
                  <a:pt x="27" y="57"/>
                </a:lnTo>
                <a:lnTo>
                  <a:pt x="23" y="65"/>
                </a:lnTo>
                <a:lnTo>
                  <a:pt x="15" y="61"/>
                </a:lnTo>
                <a:lnTo>
                  <a:pt x="19" y="54"/>
                </a:lnTo>
                <a:moveTo>
                  <a:pt x="27" y="57"/>
                </a:moveTo>
                <a:lnTo>
                  <a:pt x="35" y="61"/>
                </a:lnTo>
                <a:lnTo>
                  <a:pt x="31" y="68"/>
                </a:lnTo>
                <a:lnTo>
                  <a:pt x="23" y="65"/>
                </a:lnTo>
                <a:lnTo>
                  <a:pt x="27" y="57"/>
                </a:lnTo>
                <a:moveTo>
                  <a:pt x="35" y="61"/>
                </a:moveTo>
                <a:lnTo>
                  <a:pt x="42" y="64"/>
                </a:lnTo>
                <a:lnTo>
                  <a:pt x="39" y="72"/>
                </a:lnTo>
                <a:lnTo>
                  <a:pt x="31" y="68"/>
                </a:lnTo>
                <a:lnTo>
                  <a:pt x="35" y="61"/>
                </a:lnTo>
                <a:moveTo>
                  <a:pt x="42" y="64"/>
                </a:moveTo>
                <a:lnTo>
                  <a:pt x="50" y="67"/>
                </a:lnTo>
                <a:lnTo>
                  <a:pt x="47" y="75"/>
                </a:lnTo>
                <a:lnTo>
                  <a:pt x="39" y="72"/>
                </a:lnTo>
                <a:lnTo>
                  <a:pt x="42" y="64"/>
                </a:lnTo>
                <a:moveTo>
                  <a:pt x="50" y="67"/>
                </a:moveTo>
                <a:lnTo>
                  <a:pt x="59" y="71"/>
                </a:lnTo>
                <a:lnTo>
                  <a:pt x="56" y="79"/>
                </a:lnTo>
                <a:lnTo>
                  <a:pt x="47" y="75"/>
                </a:lnTo>
                <a:lnTo>
                  <a:pt x="50" y="67"/>
                </a:lnTo>
                <a:moveTo>
                  <a:pt x="59" y="71"/>
                </a:moveTo>
                <a:lnTo>
                  <a:pt x="67" y="74"/>
                </a:lnTo>
                <a:lnTo>
                  <a:pt x="64" y="82"/>
                </a:lnTo>
                <a:lnTo>
                  <a:pt x="56" y="79"/>
                </a:lnTo>
                <a:lnTo>
                  <a:pt x="59" y="71"/>
                </a:lnTo>
                <a:moveTo>
                  <a:pt x="67" y="74"/>
                </a:moveTo>
                <a:lnTo>
                  <a:pt x="75" y="78"/>
                </a:lnTo>
                <a:lnTo>
                  <a:pt x="71" y="86"/>
                </a:lnTo>
                <a:lnTo>
                  <a:pt x="64" y="82"/>
                </a:lnTo>
                <a:lnTo>
                  <a:pt x="67" y="74"/>
                </a:lnTo>
                <a:moveTo>
                  <a:pt x="75" y="78"/>
                </a:moveTo>
                <a:lnTo>
                  <a:pt x="83" y="81"/>
                </a:lnTo>
                <a:lnTo>
                  <a:pt x="79" y="89"/>
                </a:lnTo>
                <a:lnTo>
                  <a:pt x="71" y="86"/>
                </a:lnTo>
                <a:lnTo>
                  <a:pt x="75" y="78"/>
                </a:lnTo>
                <a:moveTo>
                  <a:pt x="83" y="81"/>
                </a:moveTo>
                <a:lnTo>
                  <a:pt x="91" y="85"/>
                </a:lnTo>
                <a:lnTo>
                  <a:pt x="87" y="93"/>
                </a:lnTo>
                <a:lnTo>
                  <a:pt x="79" y="89"/>
                </a:lnTo>
                <a:lnTo>
                  <a:pt x="83" y="81"/>
                </a:lnTo>
                <a:moveTo>
                  <a:pt x="91" y="85"/>
                </a:moveTo>
                <a:lnTo>
                  <a:pt x="98" y="88"/>
                </a:lnTo>
                <a:lnTo>
                  <a:pt x="95" y="96"/>
                </a:lnTo>
                <a:lnTo>
                  <a:pt x="87" y="93"/>
                </a:lnTo>
                <a:lnTo>
                  <a:pt x="91" y="85"/>
                </a:lnTo>
                <a:moveTo>
                  <a:pt x="98" y="88"/>
                </a:moveTo>
                <a:lnTo>
                  <a:pt x="100" y="89"/>
                </a:lnTo>
                <a:lnTo>
                  <a:pt x="98" y="93"/>
                </a:lnTo>
                <a:lnTo>
                  <a:pt x="94" y="93"/>
                </a:lnTo>
                <a:lnTo>
                  <a:pt x="93" y="86"/>
                </a:lnTo>
                <a:lnTo>
                  <a:pt x="102" y="86"/>
                </a:lnTo>
                <a:lnTo>
                  <a:pt x="103" y="101"/>
                </a:lnTo>
                <a:lnTo>
                  <a:pt x="95" y="96"/>
                </a:lnTo>
                <a:lnTo>
                  <a:pt x="98" y="88"/>
                </a:lnTo>
                <a:moveTo>
                  <a:pt x="93" y="86"/>
                </a:moveTo>
                <a:lnTo>
                  <a:pt x="93" y="78"/>
                </a:lnTo>
                <a:lnTo>
                  <a:pt x="102" y="77"/>
                </a:lnTo>
                <a:lnTo>
                  <a:pt x="102" y="86"/>
                </a:lnTo>
                <a:lnTo>
                  <a:pt x="93" y="86"/>
                </a:lnTo>
                <a:moveTo>
                  <a:pt x="93" y="78"/>
                </a:moveTo>
                <a:lnTo>
                  <a:pt x="93" y="69"/>
                </a:lnTo>
                <a:lnTo>
                  <a:pt x="101" y="69"/>
                </a:lnTo>
                <a:lnTo>
                  <a:pt x="102" y="77"/>
                </a:lnTo>
                <a:lnTo>
                  <a:pt x="93" y="78"/>
                </a:lnTo>
                <a:moveTo>
                  <a:pt x="93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3" y="69"/>
                </a:lnTo>
                <a:moveTo>
                  <a:pt x="92" y="60"/>
                </a:moveTo>
                <a:lnTo>
                  <a:pt x="92" y="52"/>
                </a:lnTo>
                <a:lnTo>
                  <a:pt x="100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2"/>
                </a:moveTo>
                <a:lnTo>
                  <a:pt x="91" y="43"/>
                </a:lnTo>
                <a:lnTo>
                  <a:pt x="100" y="43"/>
                </a:lnTo>
                <a:lnTo>
                  <a:pt x="100" y="51"/>
                </a:lnTo>
                <a:lnTo>
                  <a:pt x="92" y="52"/>
                </a:lnTo>
                <a:moveTo>
                  <a:pt x="91" y="43"/>
                </a:moveTo>
                <a:lnTo>
                  <a:pt x="91" y="35"/>
                </a:lnTo>
                <a:lnTo>
                  <a:pt x="100" y="34"/>
                </a:lnTo>
                <a:lnTo>
                  <a:pt x="100" y="43"/>
                </a:lnTo>
                <a:lnTo>
                  <a:pt x="91" y="43"/>
                </a:lnTo>
                <a:moveTo>
                  <a:pt x="91" y="35"/>
                </a:moveTo>
                <a:lnTo>
                  <a:pt x="91" y="26"/>
                </a:lnTo>
                <a:lnTo>
                  <a:pt x="99" y="26"/>
                </a:lnTo>
                <a:lnTo>
                  <a:pt x="100" y="34"/>
                </a:lnTo>
                <a:lnTo>
                  <a:pt x="91" y="35"/>
                </a:lnTo>
                <a:moveTo>
                  <a:pt x="91" y="26"/>
                </a:moveTo>
                <a:lnTo>
                  <a:pt x="90" y="18"/>
                </a:lnTo>
                <a:lnTo>
                  <a:pt x="99" y="17"/>
                </a:lnTo>
                <a:lnTo>
                  <a:pt x="99" y="26"/>
                </a:lnTo>
                <a:lnTo>
                  <a:pt x="91" y="26"/>
                </a:lnTo>
                <a:moveTo>
                  <a:pt x="90" y="18"/>
                </a:moveTo>
                <a:lnTo>
                  <a:pt x="90" y="9"/>
                </a:lnTo>
                <a:lnTo>
                  <a:pt x="98" y="9"/>
                </a:lnTo>
                <a:lnTo>
                  <a:pt x="99" y="17"/>
                </a:lnTo>
                <a:lnTo>
                  <a:pt x="90" y="18"/>
                </a:lnTo>
                <a:moveTo>
                  <a:pt x="90" y="9"/>
                </a:moveTo>
                <a:lnTo>
                  <a:pt x="90" y="7"/>
                </a:lnTo>
                <a:lnTo>
                  <a:pt x="94" y="7"/>
                </a:lnTo>
                <a:lnTo>
                  <a:pt x="96" y="11"/>
                </a:lnTo>
                <a:lnTo>
                  <a:pt x="90" y="14"/>
                </a:lnTo>
                <a:lnTo>
                  <a:pt x="86" y="7"/>
                </a:lnTo>
                <a:lnTo>
                  <a:pt x="98" y="0"/>
                </a:lnTo>
                <a:lnTo>
                  <a:pt x="98" y="9"/>
                </a:lnTo>
                <a:lnTo>
                  <a:pt x="90" y="9"/>
                </a:lnTo>
                <a:moveTo>
                  <a:pt x="90" y="14"/>
                </a:moveTo>
                <a:lnTo>
                  <a:pt x="83" y="19"/>
                </a:lnTo>
                <a:lnTo>
                  <a:pt x="78" y="11"/>
                </a:lnTo>
                <a:lnTo>
                  <a:pt x="86" y="7"/>
                </a:lnTo>
                <a:lnTo>
                  <a:pt x="90" y="14"/>
                </a:lnTo>
                <a:moveTo>
                  <a:pt x="83" y="19"/>
                </a:moveTo>
                <a:lnTo>
                  <a:pt x="75" y="23"/>
                </a:lnTo>
                <a:lnTo>
                  <a:pt x="71" y="15"/>
                </a:lnTo>
                <a:lnTo>
                  <a:pt x="78" y="11"/>
                </a:lnTo>
                <a:lnTo>
                  <a:pt x="83" y="19"/>
                </a:lnTo>
                <a:moveTo>
                  <a:pt x="75" y="23"/>
                </a:moveTo>
                <a:lnTo>
                  <a:pt x="68" y="27"/>
                </a:lnTo>
                <a:lnTo>
                  <a:pt x="63" y="19"/>
                </a:lnTo>
                <a:lnTo>
                  <a:pt x="71" y="15"/>
                </a:lnTo>
                <a:lnTo>
                  <a:pt x="75" y="23"/>
                </a:lnTo>
                <a:moveTo>
                  <a:pt x="68" y="27"/>
                </a:moveTo>
                <a:lnTo>
                  <a:pt x="60" y="31"/>
                </a:lnTo>
                <a:lnTo>
                  <a:pt x="56" y="24"/>
                </a:lnTo>
                <a:lnTo>
                  <a:pt x="63" y="19"/>
                </a:lnTo>
                <a:lnTo>
                  <a:pt x="68" y="27"/>
                </a:lnTo>
                <a:moveTo>
                  <a:pt x="60" y="31"/>
                </a:moveTo>
                <a:lnTo>
                  <a:pt x="52" y="35"/>
                </a:lnTo>
                <a:lnTo>
                  <a:pt x="47" y="28"/>
                </a:lnTo>
                <a:lnTo>
                  <a:pt x="56" y="24"/>
                </a:lnTo>
                <a:lnTo>
                  <a:pt x="60" y="31"/>
                </a:lnTo>
                <a:moveTo>
                  <a:pt x="52" y="35"/>
                </a:moveTo>
                <a:lnTo>
                  <a:pt x="44" y="39"/>
                </a:lnTo>
                <a:lnTo>
                  <a:pt x="40" y="32"/>
                </a:lnTo>
                <a:lnTo>
                  <a:pt x="47" y="28"/>
                </a:lnTo>
                <a:lnTo>
                  <a:pt x="52" y="35"/>
                </a:lnTo>
                <a:moveTo>
                  <a:pt x="44" y="39"/>
                </a:moveTo>
                <a:lnTo>
                  <a:pt x="37" y="44"/>
                </a:lnTo>
                <a:lnTo>
                  <a:pt x="32" y="36"/>
                </a:lnTo>
                <a:lnTo>
                  <a:pt x="40" y="32"/>
                </a:lnTo>
                <a:lnTo>
                  <a:pt x="44" y="39"/>
                </a:lnTo>
                <a:moveTo>
                  <a:pt x="37" y="44"/>
                </a:moveTo>
                <a:lnTo>
                  <a:pt x="29" y="48"/>
                </a:lnTo>
                <a:lnTo>
                  <a:pt x="25" y="40"/>
                </a:lnTo>
                <a:lnTo>
                  <a:pt x="32" y="36"/>
                </a:lnTo>
                <a:lnTo>
                  <a:pt x="37" y="44"/>
                </a:lnTo>
                <a:moveTo>
                  <a:pt x="29" y="48"/>
                </a:moveTo>
                <a:lnTo>
                  <a:pt x="22" y="52"/>
                </a:lnTo>
                <a:lnTo>
                  <a:pt x="17" y="45"/>
                </a:lnTo>
                <a:lnTo>
                  <a:pt x="25" y="40"/>
                </a:lnTo>
                <a:lnTo>
                  <a:pt x="29" y="48"/>
                </a:lnTo>
                <a:moveTo>
                  <a:pt x="22" y="52"/>
                </a:moveTo>
                <a:lnTo>
                  <a:pt x="14" y="56"/>
                </a:lnTo>
                <a:lnTo>
                  <a:pt x="10" y="49"/>
                </a:lnTo>
                <a:lnTo>
                  <a:pt x="17" y="45"/>
                </a:lnTo>
                <a:lnTo>
                  <a:pt x="22" y="52"/>
                </a:lnTo>
                <a:moveTo>
                  <a:pt x="14" y="56"/>
                </a:moveTo>
                <a:lnTo>
                  <a:pt x="11" y="58"/>
                </a:lnTo>
                <a:lnTo>
                  <a:pt x="9" y="54"/>
                </a:lnTo>
                <a:lnTo>
                  <a:pt x="11" y="50"/>
                </a:lnTo>
                <a:lnTo>
                  <a:pt x="19" y="54"/>
                </a:lnTo>
                <a:lnTo>
                  <a:pt x="15" y="61"/>
                </a:lnTo>
                <a:lnTo>
                  <a:pt x="0" y="54"/>
                </a:lnTo>
                <a:lnTo>
                  <a:pt x="10" y="49"/>
                </a:lnTo>
                <a:lnTo>
                  <a:pt x="14" y="5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171320" y="2554920"/>
            <a:ext cx="32040" cy="31680"/>
          </a:xfrm>
          <a:custGeom>
            <a:avLst/>
            <a:gdLst/>
            <a:ahLst/>
            <a:rect l="0" t="0" r="r" b="b"/>
            <a:pathLst>
              <a:path w="89" h="88">
                <a:moveTo>
                  <a:pt x="5" y="0"/>
                </a:moveTo>
                <a:lnTo>
                  <a:pt x="89" y="49"/>
                </a:lnTo>
                <a:lnTo>
                  <a:pt x="0" y="88"/>
                </a:lnTo>
                <a:lnTo>
                  <a:pt x="5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169520" y="2552400"/>
            <a:ext cx="37440" cy="36000"/>
          </a:xfrm>
          <a:custGeom>
            <a:avLst/>
            <a:gdLst/>
            <a:ahLst/>
            <a:rect l="0" t="0" r="r" b="b"/>
            <a:pathLst>
              <a:path w="104" h="100">
                <a:moveTo>
                  <a:pt x="20" y="8"/>
                </a:moveTo>
                <a:lnTo>
                  <a:pt x="27" y="12"/>
                </a:lnTo>
                <a:lnTo>
                  <a:pt x="23" y="19"/>
                </a:lnTo>
                <a:lnTo>
                  <a:pt x="15" y="15"/>
                </a:lnTo>
                <a:lnTo>
                  <a:pt x="20" y="8"/>
                </a:lnTo>
                <a:moveTo>
                  <a:pt x="27" y="12"/>
                </a:moveTo>
                <a:lnTo>
                  <a:pt x="35" y="16"/>
                </a:lnTo>
                <a:lnTo>
                  <a:pt x="30" y="24"/>
                </a:lnTo>
                <a:lnTo>
                  <a:pt x="23" y="19"/>
                </a:lnTo>
                <a:lnTo>
                  <a:pt x="27" y="12"/>
                </a:lnTo>
                <a:moveTo>
                  <a:pt x="35" y="16"/>
                </a:moveTo>
                <a:lnTo>
                  <a:pt x="42" y="21"/>
                </a:lnTo>
                <a:lnTo>
                  <a:pt x="38" y="28"/>
                </a:lnTo>
                <a:lnTo>
                  <a:pt x="30" y="24"/>
                </a:lnTo>
                <a:lnTo>
                  <a:pt x="35" y="16"/>
                </a:lnTo>
                <a:moveTo>
                  <a:pt x="42" y="21"/>
                </a:moveTo>
                <a:lnTo>
                  <a:pt x="49" y="25"/>
                </a:lnTo>
                <a:lnTo>
                  <a:pt x="45" y="32"/>
                </a:lnTo>
                <a:lnTo>
                  <a:pt x="38" y="28"/>
                </a:lnTo>
                <a:lnTo>
                  <a:pt x="42" y="21"/>
                </a:lnTo>
                <a:moveTo>
                  <a:pt x="49" y="25"/>
                </a:moveTo>
                <a:lnTo>
                  <a:pt x="57" y="29"/>
                </a:lnTo>
                <a:lnTo>
                  <a:pt x="53" y="37"/>
                </a:lnTo>
                <a:lnTo>
                  <a:pt x="45" y="32"/>
                </a:lnTo>
                <a:lnTo>
                  <a:pt x="49" y="25"/>
                </a:lnTo>
                <a:moveTo>
                  <a:pt x="57" y="29"/>
                </a:moveTo>
                <a:lnTo>
                  <a:pt x="64" y="33"/>
                </a:lnTo>
                <a:lnTo>
                  <a:pt x="60" y="41"/>
                </a:lnTo>
                <a:lnTo>
                  <a:pt x="53" y="37"/>
                </a:lnTo>
                <a:lnTo>
                  <a:pt x="57" y="29"/>
                </a:lnTo>
                <a:moveTo>
                  <a:pt x="64" y="33"/>
                </a:moveTo>
                <a:lnTo>
                  <a:pt x="72" y="38"/>
                </a:lnTo>
                <a:lnTo>
                  <a:pt x="67" y="45"/>
                </a:lnTo>
                <a:lnTo>
                  <a:pt x="60" y="41"/>
                </a:lnTo>
                <a:lnTo>
                  <a:pt x="64" y="33"/>
                </a:lnTo>
                <a:moveTo>
                  <a:pt x="72" y="38"/>
                </a:moveTo>
                <a:lnTo>
                  <a:pt x="79" y="42"/>
                </a:lnTo>
                <a:lnTo>
                  <a:pt x="75" y="49"/>
                </a:lnTo>
                <a:lnTo>
                  <a:pt x="67" y="45"/>
                </a:lnTo>
                <a:lnTo>
                  <a:pt x="72" y="38"/>
                </a:lnTo>
                <a:moveTo>
                  <a:pt x="79" y="42"/>
                </a:moveTo>
                <a:lnTo>
                  <a:pt x="87" y="46"/>
                </a:lnTo>
                <a:lnTo>
                  <a:pt x="82" y="54"/>
                </a:lnTo>
                <a:lnTo>
                  <a:pt x="75" y="49"/>
                </a:lnTo>
                <a:lnTo>
                  <a:pt x="79" y="42"/>
                </a:lnTo>
                <a:moveTo>
                  <a:pt x="87" y="46"/>
                </a:moveTo>
                <a:lnTo>
                  <a:pt x="94" y="51"/>
                </a:lnTo>
                <a:lnTo>
                  <a:pt x="90" y="58"/>
                </a:lnTo>
                <a:lnTo>
                  <a:pt x="82" y="54"/>
                </a:lnTo>
                <a:lnTo>
                  <a:pt x="87" y="46"/>
                </a:lnTo>
                <a:moveTo>
                  <a:pt x="94" y="51"/>
                </a:moveTo>
                <a:lnTo>
                  <a:pt x="104" y="56"/>
                </a:lnTo>
                <a:lnTo>
                  <a:pt x="88" y="62"/>
                </a:lnTo>
                <a:lnTo>
                  <a:pt x="85" y="54"/>
                </a:lnTo>
                <a:lnTo>
                  <a:pt x="91" y="51"/>
                </a:lnTo>
                <a:lnTo>
                  <a:pt x="93" y="55"/>
                </a:lnTo>
                <a:lnTo>
                  <a:pt x="91" y="59"/>
                </a:lnTo>
                <a:lnTo>
                  <a:pt x="90" y="58"/>
                </a:lnTo>
                <a:lnTo>
                  <a:pt x="94" y="51"/>
                </a:lnTo>
                <a:moveTo>
                  <a:pt x="88" y="62"/>
                </a:moveTo>
                <a:lnTo>
                  <a:pt x="80" y="65"/>
                </a:lnTo>
                <a:lnTo>
                  <a:pt x="77" y="57"/>
                </a:lnTo>
                <a:lnTo>
                  <a:pt x="85" y="54"/>
                </a:lnTo>
                <a:lnTo>
                  <a:pt x="88" y="62"/>
                </a:lnTo>
                <a:moveTo>
                  <a:pt x="80" y="65"/>
                </a:moveTo>
                <a:lnTo>
                  <a:pt x="73" y="69"/>
                </a:lnTo>
                <a:lnTo>
                  <a:pt x="69" y="61"/>
                </a:lnTo>
                <a:lnTo>
                  <a:pt x="77" y="57"/>
                </a:lnTo>
                <a:lnTo>
                  <a:pt x="80" y="65"/>
                </a:lnTo>
                <a:moveTo>
                  <a:pt x="73" y="69"/>
                </a:moveTo>
                <a:lnTo>
                  <a:pt x="65" y="72"/>
                </a:lnTo>
                <a:lnTo>
                  <a:pt x="61" y="64"/>
                </a:lnTo>
                <a:lnTo>
                  <a:pt x="69" y="61"/>
                </a:lnTo>
                <a:lnTo>
                  <a:pt x="73" y="69"/>
                </a:lnTo>
                <a:moveTo>
                  <a:pt x="65" y="72"/>
                </a:moveTo>
                <a:lnTo>
                  <a:pt x="57" y="75"/>
                </a:lnTo>
                <a:lnTo>
                  <a:pt x="53" y="67"/>
                </a:lnTo>
                <a:lnTo>
                  <a:pt x="61" y="64"/>
                </a:lnTo>
                <a:lnTo>
                  <a:pt x="65" y="72"/>
                </a:lnTo>
                <a:moveTo>
                  <a:pt x="57" y="75"/>
                </a:moveTo>
                <a:lnTo>
                  <a:pt x="49" y="79"/>
                </a:lnTo>
                <a:lnTo>
                  <a:pt x="46" y="71"/>
                </a:lnTo>
                <a:lnTo>
                  <a:pt x="53" y="67"/>
                </a:lnTo>
                <a:lnTo>
                  <a:pt x="57" y="75"/>
                </a:lnTo>
                <a:moveTo>
                  <a:pt x="49" y="79"/>
                </a:moveTo>
                <a:lnTo>
                  <a:pt x="41" y="82"/>
                </a:lnTo>
                <a:lnTo>
                  <a:pt x="38" y="74"/>
                </a:lnTo>
                <a:lnTo>
                  <a:pt x="46" y="71"/>
                </a:lnTo>
                <a:lnTo>
                  <a:pt x="49" y="79"/>
                </a:lnTo>
                <a:moveTo>
                  <a:pt x="41" y="82"/>
                </a:moveTo>
                <a:lnTo>
                  <a:pt x="33" y="85"/>
                </a:lnTo>
                <a:lnTo>
                  <a:pt x="30" y="77"/>
                </a:lnTo>
                <a:lnTo>
                  <a:pt x="38" y="74"/>
                </a:lnTo>
                <a:lnTo>
                  <a:pt x="41" y="82"/>
                </a:lnTo>
                <a:moveTo>
                  <a:pt x="33" y="85"/>
                </a:moveTo>
                <a:lnTo>
                  <a:pt x="25" y="90"/>
                </a:lnTo>
                <a:lnTo>
                  <a:pt x="22" y="81"/>
                </a:lnTo>
                <a:lnTo>
                  <a:pt x="30" y="77"/>
                </a:lnTo>
                <a:lnTo>
                  <a:pt x="33" y="85"/>
                </a:lnTo>
                <a:moveTo>
                  <a:pt x="25" y="90"/>
                </a:moveTo>
                <a:lnTo>
                  <a:pt x="17" y="93"/>
                </a:lnTo>
                <a:lnTo>
                  <a:pt x="14" y="84"/>
                </a:lnTo>
                <a:lnTo>
                  <a:pt x="22" y="81"/>
                </a:lnTo>
                <a:lnTo>
                  <a:pt x="25" y="90"/>
                </a:lnTo>
                <a:moveTo>
                  <a:pt x="17" y="93"/>
                </a:moveTo>
                <a:lnTo>
                  <a:pt x="9" y="96"/>
                </a:lnTo>
                <a:lnTo>
                  <a:pt x="6" y="89"/>
                </a:lnTo>
                <a:lnTo>
                  <a:pt x="14" y="84"/>
                </a:lnTo>
                <a:lnTo>
                  <a:pt x="17" y="93"/>
                </a:lnTo>
                <a:moveTo>
                  <a:pt x="9" y="96"/>
                </a:moveTo>
                <a:lnTo>
                  <a:pt x="0" y="100"/>
                </a:lnTo>
                <a:lnTo>
                  <a:pt x="1" y="87"/>
                </a:lnTo>
                <a:lnTo>
                  <a:pt x="9" y="87"/>
                </a:lnTo>
                <a:lnTo>
                  <a:pt x="9" y="94"/>
                </a:lnTo>
                <a:lnTo>
                  <a:pt x="5" y="94"/>
                </a:lnTo>
                <a:lnTo>
                  <a:pt x="3" y="90"/>
                </a:lnTo>
                <a:lnTo>
                  <a:pt x="6" y="89"/>
                </a:lnTo>
                <a:lnTo>
                  <a:pt x="9" y="96"/>
                </a:lnTo>
                <a:moveTo>
                  <a:pt x="1" y="87"/>
                </a:moveTo>
                <a:lnTo>
                  <a:pt x="1" y="78"/>
                </a:lnTo>
                <a:lnTo>
                  <a:pt x="10" y="79"/>
                </a:lnTo>
                <a:lnTo>
                  <a:pt x="9" y="87"/>
                </a:lnTo>
                <a:lnTo>
                  <a:pt x="1" y="87"/>
                </a:lnTo>
                <a:moveTo>
                  <a:pt x="1" y="78"/>
                </a:moveTo>
                <a:lnTo>
                  <a:pt x="2" y="70"/>
                </a:lnTo>
                <a:lnTo>
                  <a:pt x="11" y="70"/>
                </a:lnTo>
                <a:lnTo>
                  <a:pt x="10" y="79"/>
                </a:lnTo>
                <a:lnTo>
                  <a:pt x="1" y="78"/>
                </a:lnTo>
                <a:moveTo>
                  <a:pt x="2" y="70"/>
                </a:moveTo>
                <a:lnTo>
                  <a:pt x="2" y="61"/>
                </a:lnTo>
                <a:lnTo>
                  <a:pt x="11" y="62"/>
                </a:lnTo>
                <a:lnTo>
                  <a:pt x="11" y="70"/>
                </a:lnTo>
                <a:lnTo>
                  <a:pt x="2" y="70"/>
                </a:lnTo>
                <a:moveTo>
                  <a:pt x="2" y="61"/>
                </a:moveTo>
                <a:lnTo>
                  <a:pt x="3" y="53"/>
                </a:lnTo>
                <a:lnTo>
                  <a:pt x="12" y="53"/>
                </a:lnTo>
                <a:lnTo>
                  <a:pt x="11" y="62"/>
                </a:lnTo>
                <a:lnTo>
                  <a:pt x="2" y="61"/>
                </a:lnTo>
                <a:moveTo>
                  <a:pt x="3" y="53"/>
                </a:moveTo>
                <a:lnTo>
                  <a:pt x="4" y="44"/>
                </a:lnTo>
                <a:lnTo>
                  <a:pt x="12" y="45"/>
                </a:lnTo>
                <a:lnTo>
                  <a:pt x="12" y="53"/>
                </a:lnTo>
                <a:lnTo>
                  <a:pt x="3" y="53"/>
                </a:lnTo>
                <a:moveTo>
                  <a:pt x="4" y="44"/>
                </a:moveTo>
                <a:lnTo>
                  <a:pt x="4" y="36"/>
                </a:lnTo>
                <a:lnTo>
                  <a:pt x="13" y="36"/>
                </a:lnTo>
                <a:lnTo>
                  <a:pt x="12" y="45"/>
                </a:lnTo>
                <a:lnTo>
                  <a:pt x="4" y="44"/>
                </a:lnTo>
                <a:moveTo>
                  <a:pt x="4" y="36"/>
                </a:moveTo>
                <a:lnTo>
                  <a:pt x="5" y="27"/>
                </a:lnTo>
                <a:lnTo>
                  <a:pt x="13" y="28"/>
                </a:lnTo>
                <a:lnTo>
                  <a:pt x="13" y="36"/>
                </a:lnTo>
                <a:lnTo>
                  <a:pt x="4" y="36"/>
                </a:lnTo>
                <a:moveTo>
                  <a:pt x="5" y="27"/>
                </a:moveTo>
                <a:lnTo>
                  <a:pt x="5" y="18"/>
                </a:lnTo>
                <a:lnTo>
                  <a:pt x="14" y="19"/>
                </a:lnTo>
                <a:lnTo>
                  <a:pt x="13" y="28"/>
                </a:lnTo>
                <a:lnTo>
                  <a:pt x="5" y="27"/>
                </a:lnTo>
                <a:moveTo>
                  <a:pt x="5" y="18"/>
                </a:moveTo>
                <a:lnTo>
                  <a:pt x="6" y="10"/>
                </a:lnTo>
                <a:lnTo>
                  <a:pt x="14" y="10"/>
                </a:lnTo>
                <a:lnTo>
                  <a:pt x="14" y="19"/>
                </a:lnTo>
                <a:lnTo>
                  <a:pt x="5" y="18"/>
                </a:lnTo>
                <a:moveTo>
                  <a:pt x="6" y="10"/>
                </a:moveTo>
                <a:lnTo>
                  <a:pt x="6" y="0"/>
                </a:lnTo>
                <a:lnTo>
                  <a:pt x="20" y="8"/>
                </a:lnTo>
                <a:lnTo>
                  <a:pt x="15" y="15"/>
                </a:lnTo>
                <a:lnTo>
                  <a:pt x="8" y="11"/>
                </a:lnTo>
                <a:lnTo>
                  <a:pt x="10" y="7"/>
                </a:lnTo>
                <a:lnTo>
                  <a:pt x="14" y="7"/>
                </a:lnTo>
                <a:lnTo>
                  <a:pt x="14" y="10"/>
                </a:lnTo>
                <a:lnTo>
                  <a:pt x="6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3724920" y="271260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0"/>
                </a:moveTo>
                <a:lnTo>
                  <a:pt x="107" y="16"/>
                </a:lnTo>
                <a:cubicBezTo>
                  <a:pt x="214" y="21"/>
                  <a:pt x="428" y="31"/>
                  <a:pt x="644" y="29"/>
                </a:cubicBezTo>
                <a:cubicBezTo>
                  <a:pt x="858" y="28"/>
                  <a:pt x="1072" y="14"/>
                  <a:pt x="1179" y="7"/>
                </a:cubicBezTo>
                <a:lnTo>
                  <a:pt x="1286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3710880" y="2701800"/>
            <a:ext cx="32040" cy="30960"/>
          </a:xfrm>
          <a:custGeom>
            <a:avLst/>
            <a:gdLst/>
            <a:ahLst/>
            <a:rect l="0" t="0" r="r" b="b"/>
            <a:pathLst>
              <a:path w="89" h="86">
                <a:moveTo>
                  <a:pt x="0" y="40"/>
                </a:moveTo>
                <a:lnTo>
                  <a:pt x="85" y="86"/>
                </a:lnTo>
                <a:lnTo>
                  <a:pt x="89" y="0"/>
                </a:lnTo>
                <a:lnTo>
                  <a:pt x="0" y="4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3707640" y="269928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46"/>
                </a:moveTo>
                <a:lnTo>
                  <a:pt x="26" y="50"/>
                </a:lnTo>
                <a:lnTo>
                  <a:pt x="22" y="58"/>
                </a:lnTo>
                <a:lnTo>
                  <a:pt x="15" y="54"/>
                </a:lnTo>
                <a:lnTo>
                  <a:pt x="19" y="46"/>
                </a:lnTo>
                <a:moveTo>
                  <a:pt x="26" y="50"/>
                </a:moveTo>
                <a:lnTo>
                  <a:pt x="34" y="54"/>
                </a:lnTo>
                <a:lnTo>
                  <a:pt x="30" y="62"/>
                </a:lnTo>
                <a:lnTo>
                  <a:pt x="22" y="58"/>
                </a:lnTo>
                <a:lnTo>
                  <a:pt x="26" y="50"/>
                </a:lnTo>
                <a:moveTo>
                  <a:pt x="34" y="54"/>
                </a:moveTo>
                <a:lnTo>
                  <a:pt x="41" y="59"/>
                </a:lnTo>
                <a:lnTo>
                  <a:pt x="37" y="66"/>
                </a:lnTo>
                <a:lnTo>
                  <a:pt x="30" y="62"/>
                </a:lnTo>
                <a:lnTo>
                  <a:pt x="34" y="54"/>
                </a:lnTo>
                <a:moveTo>
                  <a:pt x="41" y="59"/>
                </a:moveTo>
                <a:lnTo>
                  <a:pt x="49" y="63"/>
                </a:lnTo>
                <a:lnTo>
                  <a:pt x="45" y="70"/>
                </a:lnTo>
                <a:lnTo>
                  <a:pt x="37" y="66"/>
                </a:lnTo>
                <a:lnTo>
                  <a:pt x="41" y="59"/>
                </a:lnTo>
                <a:moveTo>
                  <a:pt x="49" y="63"/>
                </a:moveTo>
                <a:lnTo>
                  <a:pt x="57" y="67"/>
                </a:lnTo>
                <a:lnTo>
                  <a:pt x="52" y="74"/>
                </a:lnTo>
                <a:lnTo>
                  <a:pt x="45" y="70"/>
                </a:lnTo>
                <a:lnTo>
                  <a:pt x="49" y="63"/>
                </a:lnTo>
                <a:moveTo>
                  <a:pt x="57" y="67"/>
                </a:moveTo>
                <a:lnTo>
                  <a:pt x="65" y="71"/>
                </a:lnTo>
                <a:lnTo>
                  <a:pt x="61" y="80"/>
                </a:lnTo>
                <a:lnTo>
                  <a:pt x="52" y="74"/>
                </a:lnTo>
                <a:lnTo>
                  <a:pt x="57" y="67"/>
                </a:lnTo>
                <a:moveTo>
                  <a:pt x="65" y="71"/>
                </a:moveTo>
                <a:lnTo>
                  <a:pt x="72" y="75"/>
                </a:lnTo>
                <a:lnTo>
                  <a:pt x="68" y="84"/>
                </a:lnTo>
                <a:lnTo>
                  <a:pt x="61" y="80"/>
                </a:lnTo>
                <a:lnTo>
                  <a:pt x="65" y="71"/>
                </a:lnTo>
                <a:moveTo>
                  <a:pt x="72" y="75"/>
                </a:moveTo>
                <a:lnTo>
                  <a:pt x="80" y="81"/>
                </a:lnTo>
                <a:lnTo>
                  <a:pt x="76" y="88"/>
                </a:lnTo>
                <a:lnTo>
                  <a:pt x="68" y="84"/>
                </a:lnTo>
                <a:lnTo>
                  <a:pt x="72" y="75"/>
                </a:lnTo>
                <a:moveTo>
                  <a:pt x="80" y="81"/>
                </a:moveTo>
                <a:lnTo>
                  <a:pt x="87" y="85"/>
                </a:lnTo>
                <a:lnTo>
                  <a:pt x="83" y="92"/>
                </a:lnTo>
                <a:lnTo>
                  <a:pt x="76" y="88"/>
                </a:lnTo>
                <a:lnTo>
                  <a:pt x="80" y="81"/>
                </a:lnTo>
                <a:moveTo>
                  <a:pt x="87" y="85"/>
                </a:moveTo>
                <a:lnTo>
                  <a:pt x="95" y="89"/>
                </a:lnTo>
                <a:lnTo>
                  <a:pt x="91" y="96"/>
                </a:lnTo>
                <a:lnTo>
                  <a:pt x="83" y="92"/>
                </a:lnTo>
                <a:lnTo>
                  <a:pt x="87" y="85"/>
                </a:lnTo>
                <a:moveTo>
                  <a:pt x="95" y="89"/>
                </a:moveTo>
                <a:lnTo>
                  <a:pt x="96" y="90"/>
                </a:lnTo>
                <a:lnTo>
                  <a:pt x="94" y="93"/>
                </a:lnTo>
                <a:lnTo>
                  <a:pt x="90" y="93"/>
                </a:lnTo>
                <a:lnTo>
                  <a:pt x="90" y="86"/>
                </a:lnTo>
                <a:lnTo>
                  <a:pt x="99" y="87"/>
                </a:lnTo>
                <a:lnTo>
                  <a:pt x="98" y="101"/>
                </a:lnTo>
                <a:lnTo>
                  <a:pt x="91" y="96"/>
                </a:lnTo>
                <a:lnTo>
                  <a:pt x="95" y="89"/>
                </a:lnTo>
                <a:moveTo>
                  <a:pt x="90" y="86"/>
                </a:moveTo>
                <a:lnTo>
                  <a:pt x="91" y="78"/>
                </a:lnTo>
                <a:lnTo>
                  <a:pt x="99" y="78"/>
                </a:lnTo>
                <a:lnTo>
                  <a:pt x="99" y="87"/>
                </a:lnTo>
                <a:lnTo>
                  <a:pt x="90" y="86"/>
                </a:lnTo>
                <a:moveTo>
                  <a:pt x="91" y="78"/>
                </a:moveTo>
                <a:lnTo>
                  <a:pt x="91" y="68"/>
                </a:lnTo>
                <a:lnTo>
                  <a:pt x="100" y="68"/>
                </a:lnTo>
                <a:lnTo>
                  <a:pt x="99" y="78"/>
                </a:lnTo>
                <a:lnTo>
                  <a:pt x="91" y="78"/>
                </a:lnTo>
                <a:moveTo>
                  <a:pt x="91" y="68"/>
                </a:moveTo>
                <a:lnTo>
                  <a:pt x="91" y="59"/>
                </a:lnTo>
                <a:lnTo>
                  <a:pt x="100" y="60"/>
                </a:lnTo>
                <a:lnTo>
                  <a:pt x="100" y="68"/>
                </a:lnTo>
                <a:lnTo>
                  <a:pt x="91" y="68"/>
                </a:lnTo>
                <a:moveTo>
                  <a:pt x="91" y="59"/>
                </a:moveTo>
                <a:lnTo>
                  <a:pt x="92" y="51"/>
                </a:lnTo>
                <a:lnTo>
                  <a:pt x="100" y="51"/>
                </a:lnTo>
                <a:lnTo>
                  <a:pt x="100" y="60"/>
                </a:lnTo>
                <a:lnTo>
                  <a:pt x="91" y="59"/>
                </a:lnTo>
                <a:moveTo>
                  <a:pt x="92" y="51"/>
                </a:moveTo>
                <a:lnTo>
                  <a:pt x="92" y="42"/>
                </a:lnTo>
                <a:lnTo>
                  <a:pt x="101" y="43"/>
                </a:lnTo>
                <a:lnTo>
                  <a:pt x="100" y="51"/>
                </a:lnTo>
                <a:lnTo>
                  <a:pt x="92" y="51"/>
                </a:lnTo>
                <a:moveTo>
                  <a:pt x="92" y="42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2"/>
                </a:lnTo>
                <a:moveTo>
                  <a:pt x="92" y="34"/>
                </a:moveTo>
                <a:lnTo>
                  <a:pt x="93" y="25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3" y="25"/>
                </a:moveTo>
                <a:lnTo>
                  <a:pt x="93" y="17"/>
                </a:lnTo>
                <a:lnTo>
                  <a:pt x="102" y="17"/>
                </a:lnTo>
                <a:lnTo>
                  <a:pt x="101" y="26"/>
                </a:lnTo>
                <a:lnTo>
                  <a:pt x="93" y="25"/>
                </a:lnTo>
                <a:moveTo>
                  <a:pt x="93" y="17"/>
                </a:moveTo>
                <a:lnTo>
                  <a:pt x="94" y="8"/>
                </a:lnTo>
                <a:lnTo>
                  <a:pt x="102" y="8"/>
                </a:lnTo>
                <a:lnTo>
                  <a:pt x="102" y="17"/>
                </a:lnTo>
                <a:lnTo>
                  <a:pt x="93" y="17"/>
                </a:lnTo>
                <a:moveTo>
                  <a:pt x="94" y="8"/>
                </a:moveTo>
                <a:lnTo>
                  <a:pt x="94" y="6"/>
                </a:lnTo>
                <a:lnTo>
                  <a:pt x="98" y="7"/>
                </a:lnTo>
                <a:lnTo>
                  <a:pt x="100" y="11"/>
                </a:lnTo>
                <a:lnTo>
                  <a:pt x="93" y="13"/>
                </a:lnTo>
                <a:lnTo>
                  <a:pt x="90" y="6"/>
                </a:lnTo>
                <a:lnTo>
                  <a:pt x="103" y="0"/>
                </a:lnTo>
                <a:lnTo>
                  <a:pt x="102" y="8"/>
                </a:lnTo>
                <a:lnTo>
                  <a:pt x="94" y="8"/>
                </a:lnTo>
                <a:moveTo>
                  <a:pt x="93" y="13"/>
                </a:moveTo>
                <a:lnTo>
                  <a:pt x="85" y="17"/>
                </a:lnTo>
                <a:lnTo>
                  <a:pt x="82" y="9"/>
                </a:lnTo>
                <a:lnTo>
                  <a:pt x="90" y="6"/>
                </a:lnTo>
                <a:lnTo>
                  <a:pt x="93" y="13"/>
                </a:lnTo>
                <a:moveTo>
                  <a:pt x="85" y="17"/>
                </a:moveTo>
                <a:lnTo>
                  <a:pt x="78" y="20"/>
                </a:lnTo>
                <a:lnTo>
                  <a:pt x="74" y="13"/>
                </a:lnTo>
                <a:lnTo>
                  <a:pt x="82" y="9"/>
                </a:lnTo>
                <a:lnTo>
                  <a:pt x="85" y="17"/>
                </a:lnTo>
                <a:moveTo>
                  <a:pt x="78" y="20"/>
                </a:moveTo>
                <a:lnTo>
                  <a:pt x="70" y="24"/>
                </a:lnTo>
                <a:lnTo>
                  <a:pt x="66" y="16"/>
                </a:lnTo>
                <a:lnTo>
                  <a:pt x="74" y="13"/>
                </a:lnTo>
                <a:lnTo>
                  <a:pt x="78" y="20"/>
                </a:lnTo>
                <a:moveTo>
                  <a:pt x="70" y="24"/>
                </a:moveTo>
                <a:lnTo>
                  <a:pt x="62" y="27"/>
                </a:lnTo>
                <a:lnTo>
                  <a:pt x="58" y="20"/>
                </a:lnTo>
                <a:lnTo>
                  <a:pt x="66" y="16"/>
                </a:lnTo>
                <a:lnTo>
                  <a:pt x="70" y="24"/>
                </a:lnTo>
                <a:moveTo>
                  <a:pt x="62" y="27"/>
                </a:moveTo>
                <a:lnTo>
                  <a:pt x="53" y="31"/>
                </a:lnTo>
                <a:lnTo>
                  <a:pt x="50" y="23"/>
                </a:lnTo>
                <a:lnTo>
                  <a:pt x="58" y="20"/>
                </a:lnTo>
                <a:lnTo>
                  <a:pt x="62" y="27"/>
                </a:lnTo>
                <a:moveTo>
                  <a:pt x="53" y="31"/>
                </a:moveTo>
                <a:lnTo>
                  <a:pt x="45" y="34"/>
                </a:lnTo>
                <a:lnTo>
                  <a:pt x="42" y="27"/>
                </a:lnTo>
                <a:lnTo>
                  <a:pt x="50" y="23"/>
                </a:lnTo>
                <a:lnTo>
                  <a:pt x="53" y="31"/>
                </a:lnTo>
                <a:moveTo>
                  <a:pt x="45" y="34"/>
                </a:moveTo>
                <a:lnTo>
                  <a:pt x="37" y="38"/>
                </a:lnTo>
                <a:lnTo>
                  <a:pt x="34" y="30"/>
                </a:lnTo>
                <a:lnTo>
                  <a:pt x="42" y="27"/>
                </a:lnTo>
                <a:lnTo>
                  <a:pt x="45" y="34"/>
                </a:lnTo>
                <a:moveTo>
                  <a:pt x="37" y="38"/>
                </a:moveTo>
                <a:lnTo>
                  <a:pt x="30" y="41"/>
                </a:lnTo>
                <a:lnTo>
                  <a:pt x="26" y="33"/>
                </a:lnTo>
                <a:lnTo>
                  <a:pt x="34" y="30"/>
                </a:lnTo>
                <a:lnTo>
                  <a:pt x="37" y="38"/>
                </a:lnTo>
                <a:moveTo>
                  <a:pt x="30" y="41"/>
                </a:moveTo>
                <a:lnTo>
                  <a:pt x="22" y="45"/>
                </a:lnTo>
                <a:lnTo>
                  <a:pt x="18" y="37"/>
                </a:lnTo>
                <a:lnTo>
                  <a:pt x="26" y="33"/>
                </a:lnTo>
                <a:lnTo>
                  <a:pt x="30" y="41"/>
                </a:lnTo>
                <a:moveTo>
                  <a:pt x="22" y="45"/>
                </a:moveTo>
                <a:lnTo>
                  <a:pt x="14" y="48"/>
                </a:lnTo>
                <a:lnTo>
                  <a:pt x="10" y="40"/>
                </a:lnTo>
                <a:lnTo>
                  <a:pt x="18" y="37"/>
                </a:lnTo>
                <a:lnTo>
                  <a:pt x="22" y="45"/>
                </a:lnTo>
                <a:moveTo>
                  <a:pt x="14" y="48"/>
                </a:moveTo>
                <a:lnTo>
                  <a:pt x="11" y="50"/>
                </a:lnTo>
                <a:lnTo>
                  <a:pt x="9" y="46"/>
                </a:lnTo>
                <a:lnTo>
                  <a:pt x="11" y="42"/>
                </a:lnTo>
                <a:lnTo>
                  <a:pt x="19" y="46"/>
                </a:lnTo>
                <a:lnTo>
                  <a:pt x="15" y="54"/>
                </a:lnTo>
                <a:lnTo>
                  <a:pt x="0" y="45"/>
                </a:lnTo>
                <a:lnTo>
                  <a:pt x="10" y="40"/>
                </a:lnTo>
                <a:lnTo>
                  <a:pt x="14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171320" y="269820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0"/>
                </a:moveTo>
                <a:lnTo>
                  <a:pt x="89" y="38"/>
                </a:lnTo>
                <a:lnTo>
                  <a:pt x="5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4169520" y="2695680"/>
            <a:ext cx="37440" cy="36360"/>
          </a:xfrm>
          <a:custGeom>
            <a:avLst/>
            <a:gdLst/>
            <a:ahLst/>
            <a:rect l="0" t="0" r="r" b="b"/>
            <a:pathLst>
              <a:path w="104" h="101">
                <a:moveTo>
                  <a:pt x="14" y="6"/>
                </a:moveTo>
                <a:lnTo>
                  <a:pt x="22" y="10"/>
                </a:lnTo>
                <a:lnTo>
                  <a:pt x="19" y="18"/>
                </a:lnTo>
                <a:lnTo>
                  <a:pt x="11" y="14"/>
                </a:lnTo>
                <a:lnTo>
                  <a:pt x="14" y="6"/>
                </a:lnTo>
                <a:moveTo>
                  <a:pt x="22" y="10"/>
                </a:moveTo>
                <a:lnTo>
                  <a:pt x="30" y="13"/>
                </a:lnTo>
                <a:lnTo>
                  <a:pt x="27" y="21"/>
                </a:lnTo>
                <a:lnTo>
                  <a:pt x="19" y="18"/>
                </a:lnTo>
                <a:lnTo>
                  <a:pt x="22" y="10"/>
                </a:lnTo>
                <a:moveTo>
                  <a:pt x="30" y="13"/>
                </a:moveTo>
                <a:lnTo>
                  <a:pt x="38" y="16"/>
                </a:lnTo>
                <a:lnTo>
                  <a:pt x="35" y="24"/>
                </a:lnTo>
                <a:lnTo>
                  <a:pt x="27" y="21"/>
                </a:lnTo>
                <a:lnTo>
                  <a:pt x="30" y="13"/>
                </a:lnTo>
                <a:moveTo>
                  <a:pt x="38" y="16"/>
                </a:moveTo>
                <a:lnTo>
                  <a:pt x="46" y="20"/>
                </a:lnTo>
                <a:lnTo>
                  <a:pt x="43" y="28"/>
                </a:lnTo>
                <a:lnTo>
                  <a:pt x="35" y="24"/>
                </a:lnTo>
                <a:lnTo>
                  <a:pt x="38" y="16"/>
                </a:lnTo>
                <a:moveTo>
                  <a:pt x="46" y="20"/>
                </a:moveTo>
                <a:lnTo>
                  <a:pt x="54" y="23"/>
                </a:lnTo>
                <a:lnTo>
                  <a:pt x="51" y="31"/>
                </a:lnTo>
                <a:lnTo>
                  <a:pt x="43" y="28"/>
                </a:lnTo>
                <a:lnTo>
                  <a:pt x="46" y="20"/>
                </a:lnTo>
                <a:moveTo>
                  <a:pt x="54" y="23"/>
                </a:moveTo>
                <a:lnTo>
                  <a:pt x="62" y="26"/>
                </a:lnTo>
                <a:lnTo>
                  <a:pt x="58" y="34"/>
                </a:lnTo>
                <a:lnTo>
                  <a:pt x="51" y="31"/>
                </a:lnTo>
                <a:lnTo>
                  <a:pt x="54" y="23"/>
                </a:lnTo>
                <a:moveTo>
                  <a:pt x="62" y="26"/>
                </a:moveTo>
                <a:lnTo>
                  <a:pt x="70" y="30"/>
                </a:lnTo>
                <a:lnTo>
                  <a:pt x="66" y="38"/>
                </a:lnTo>
                <a:lnTo>
                  <a:pt x="58" y="34"/>
                </a:lnTo>
                <a:lnTo>
                  <a:pt x="62" y="26"/>
                </a:lnTo>
                <a:moveTo>
                  <a:pt x="70" y="30"/>
                </a:moveTo>
                <a:lnTo>
                  <a:pt x="78" y="33"/>
                </a:lnTo>
                <a:lnTo>
                  <a:pt x="74" y="41"/>
                </a:lnTo>
                <a:lnTo>
                  <a:pt x="66" y="38"/>
                </a:lnTo>
                <a:lnTo>
                  <a:pt x="70" y="30"/>
                </a:lnTo>
                <a:moveTo>
                  <a:pt x="78" y="33"/>
                </a:moveTo>
                <a:lnTo>
                  <a:pt x="85" y="37"/>
                </a:lnTo>
                <a:lnTo>
                  <a:pt x="82" y="44"/>
                </a:lnTo>
                <a:lnTo>
                  <a:pt x="74" y="41"/>
                </a:lnTo>
                <a:lnTo>
                  <a:pt x="78" y="33"/>
                </a:lnTo>
                <a:moveTo>
                  <a:pt x="85" y="37"/>
                </a:moveTo>
                <a:lnTo>
                  <a:pt x="93" y="40"/>
                </a:lnTo>
                <a:lnTo>
                  <a:pt x="90" y="48"/>
                </a:lnTo>
                <a:lnTo>
                  <a:pt x="82" y="44"/>
                </a:lnTo>
                <a:lnTo>
                  <a:pt x="85" y="37"/>
                </a:lnTo>
                <a:moveTo>
                  <a:pt x="93" y="40"/>
                </a:moveTo>
                <a:lnTo>
                  <a:pt x="104" y="44"/>
                </a:lnTo>
                <a:lnTo>
                  <a:pt x="89" y="52"/>
                </a:lnTo>
                <a:lnTo>
                  <a:pt x="85" y="44"/>
                </a:lnTo>
                <a:lnTo>
                  <a:pt x="91" y="41"/>
                </a:lnTo>
                <a:lnTo>
                  <a:pt x="93" y="44"/>
                </a:lnTo>
                <a:lnTo>
                  <a:pt x="91" y="48"/>
                </a:lnTo>
                <a:lnTo>
                  <a:pt x="90" y="48"/>
                </a:lnTo>
                <a:lnTo>
                  <a:pt x="93" y="40"/>
                </a:lnTo>
                <a:moveTo>
                  <a:pt x="89" y="52"/>
                </a:moveTo>
                <a:lnTo>
                  <a:pt x="82" y="56"/>
                </a:lnTo>
                <a:lnTo>
                  <a:pt x="77" y="49"/>
                </a:lnTo>
                <a:lnTo>
                  <a:pt x="85" y="44"/>
                </a:lnTo>
                <a:lnTo>
                  <a:pt x="89" y="52"/>
                </a:lnTo>
                <a:moveTo>
                  <a:pt x="82" y="56"/>
                </a:moveTo>
                <a:lnTo>
                  <a:pt x="74" y="60"/>
                </a:lnTo>
                <a:lnTo>
                  <a:pt x="70" y="53"/>
                </a:lnTo>
                <a:lnTo>
                  <a:pt x="77" y="49"/>
                </a:lnTo>
                <a:lnTo>
                  <a:pt x="82" y="56"/>
                </a:lnTo>
                <a:moveTo>
                  <a:pt x="74" y="60"/>
                </a:moveTo>
                <a:lnTo>
                  <a:pt x="67" y="65"/>
                </a:lnTo>
                <a:lnTo>
                  <a:pt x="63" y="57"/>
                </a:lnTo>
                <a:lnTo>
                  <a:pt x="70" y="53"/>
                </a:lnTo>
                <a:lnTo>
                  <a:pt x="74" y="60"/>
                </a:lnTo>
                <a:moveTo>
                  <a:pt x="67" y="65"/>
                </a:moveTo>
                <a:lnTo>
                  <a:pt x="60" y="69"/>
                </a:lnTo>
                <a:lnTo>
                  <a:pt x="55" y="61"/>
                </a:lnTo>
                <a:lnTo>
                  <a:pt x="63" y="57"/>
                </a:lnTo>
                <a:lnTo>
                  <a:pt x="67" y="65"/>
                </a:lnTo>
                <a:moveTo>
                  <a:pt x="60" y="69"/>
                </a:moveTo>
                <a:lnTo>
                  <a:pt x="52" y="73"/>
                </a:lnTo>
                <a:lnTo>
                  <a:pt x="48" y="66"/>
                </a:lnTo>
                <a:lnTo>
                  <a:pt x="55" y="61"/>
                </a:lnTo>
                <a:lnTo>
                  <a:pt x="60" y="69"/>
                </a:lnTo>
                <a:moveTo>
                  <a:pt x="52" y="73"/>
                </a:moveTo>
                <a:lnTo>
                  <a:pt x="45" y="78"/>
                </a:lnTo>
                <a:lnTo>
                  <a:pt x="40" y="70"/>
                </a:lnTo>
                <a:lnTo>
                  <a:pt x="48" y="66"/>
                </a:lnTo>
                <a:lnTo>
                  <a:pt x="52" y="73"/>
                </a:lnTo>
                <a:moveTo>
                  <a:pt x="45" y="78"/>
                </a:moveTo>
                <a:lnTo>
                  <a:pt x="37" y="82"/>
                </a:lnTo>
                <a:lnTo>
                  <a:pt x="33" y="74"/>
                </a:lnTo>
                <a:lnTo>
                  <a:pt x="40" y="70"/>
                </a:lnTo>
                <a:lnTo>
                  <a:pt x="45" y="78"/>
                </a:lnTo>
                <a:moveTo>
                  <a:pt x="37" y="82"/>
                </a:moveTo>
                <a:lnTo>
                  <a:pt x="30" y="87"/>
                </a:lnTo>
                <a:lnTo>
                  <a:pt x="26" y="79"/>
                </a:lnTo>
                <a:lnTo>
                  <a:pt x="33" y="74"/>
                </a:lnTo>
                <a:lnTo>
                  <a:pt x="37" y="82"/>
                </a:lnTo>
                <a:moveTo>
                  <a:pt x="30" y="87"/>
                </a:moveTo>
                <a:lnTo>
                  <a:pt x="22" y="91"/>
                </a:lnTo>
                <a:lnTo>
                  <a:pt x="18" y="83"/>
                </a:lnTo>
                <a:lnTo>
                  <a:pt x="26" y="79"/>
                </a:lnTo>
                <a:lnTo>
                  <a:pt x="30" y="87"/>
                </a:lnTo>
                <a:moveTo>
                  <a:pt x="22" y="91"/>
                </a:moveTo>
                <a:lnTo>
                  <a:pt x="15" y="96"/>
                </a:lnTo>
                <a:lnTo>
                  <a:pt x="11" y="88"/>
                </a:lnTo>
                <a:lnTo>
                  <a:pt x="18" y="83"/>
                </a:lnTo>
                <a:lnTo>
                  <a:pt x="22" y="91"/>
                </a:lnTo>
                <a:moveTo>
                  <a:pt x="15" y="96"/>
                </a:moveTo>
                <a:lnTo>
                  <a:pt x="6" y="101"/>
                </a:lnTo>
                <a:lnTo>
                  <a:pt x="6" y="88"/>
                </a:lnTo>
                <a:lnTo>
                  <a:pt x="14" y="88"/>
                </a:lnTo>
                <a:lnTo>
                  <a:pt x="14" y="93"/>
                </a:lnTo>
                <a:lnTo>
                  <a:pt x="10" y="94"/>
                </a:lnTo>
                <a:lnTo>
                  <a:pt x="8" y="90"/>
                </a:lnTo>
                <a:lnTo>
                  <a:pt x="11" y="88"/>
                </a:lnTo>
                <a:lnTo>
                  <a:pt x="15" y="96"/>
                </a:lnTo>
                <a:moveTo>
                  <a:pt x="6" y="88"/>
                </a:moveTo>
                <a:lnTo>
                  <a:pt x="5" y="79"/>
                </a:lnTo>
                <a:lnTo>
                  <a:pt x="14" y="78"/>
                </a:lnTo>
                <a:lnTo>
                  <a:pt x="14" y="88"/>
                </a:lnTo>
                <a:lnTo>
                  <a:pt x="6" y="88"/>
                </a:lnTo>
                <a:moveTo>
                  <a:pt x="5" y="79"/>
                </a:moveTo>
                <a:lnTo>
                  <a:pt x="4" y="70"/>
                </a:lnTo>
                <a:lnTo>
                  <a:pt x="13" y="70"/>
                </a:lnTo>
                <a:lnTo>
                  <a:pt x="14" y="78"/>
                </a:lnTo>
                <a:lnTo>
                  <a:pt x="5" y="79"/>
                </a:lnTo>
                <a:moveTo>
                  <a:pt x="4" y="70"/>
                </a:moveTo>
                <a:lnTo>
                  <a:pt x="4" y="62"/>
                </a:lnTo>
                <a:lnTo>
                  <a:pt x="12" y="61"/>
                </a:lnTo>
                <a:lnTo>
                  <a:pt x="13" y="70"/>
                </a:lnTo>
                <a:lnTo>
                  <a:pt x="4" y="70"/>
                </a:lnTo>
                <a:moveTo>
                  <a:pt x="4" y="62"/>
                </a:moveTo>
                <a:lnTo>
                  <a:pt x="3" y="53"/>
                </a:lnTo>
                <a:lnTo>
                  <a:pt x="12" y="53"/>
                </a:lnTo>
                <a:lnTo>
                  <a:pt x="12" y="61"/>
                </a:lnTo>
                <a:lnTo>
                  <a:pt x="4" y="62"/>
                </a:lnTo>
                <a:moveTo>
                  <a:pt x="3" y="53"/>
                </a:moveTo>
                <a:lnTo>
                  <a:pt x="3" y="45"/>
                </a:lnTo>
                <a:lnTo>
                  <a:pt x="11" y="44"/>
                </a:lnTo>
                <a:lnTo>
                  <a:pt x="12" y="53"/>
                </a:lnTo>
                <a:lnTo>
                  <a:pt x="3" y="53"/>
                </a:lnTo>
                <a:moveTo>
                  <a:pt x="3" y="45"/>
                </a:moveTo>
                <a:lnTo>
                  <a:pt x="2" y="36"/>
                </a:lnTo>
                <a:lnTo>
                  <a:pt x="11" y="35"/>
                </a:lnTo>
                <a:lnTo>
                  <a:pt x="11" y="44"/>
                </a:lnTo>
                <a:lnTo>
                  <a:pt x="3" y="45"/>
                </a:lnTo>
                <a:moveTo>
                  <a:pt x="2" y="36"/>
                </a:moveTo>
                <a:lnTo>
                  <a:pt x="2" y="27"/>
                </a:lnTo>
                <a:lnTo>
                  <a:pt x="10" y="27"/>
                </a:lnTo>
                <a:lnTo>
                  <a:pt x="11" y="35"/>
                </a:lnTo>
                <a:lnTo>
                  <a:pt x="2" y="36"/>
                </a:lnTo>
                <a:moveTo>
                  <a:pt x="2" y="27"/>
                </a:moveTo>
                <a:lnTo>
                  <a:pt x="1" y="19"/>
                </a:lnTo>
                <a:lnTo>
                  <a:pt x="10" y="18"/>
                </a:lnTo>
                <a:lnTo>
                  <a:pt x="10" y="27"/>
                </a:lnTo>
                <a:lnTo>
                  <a:pt x="2" y="27"/>
                </a:lnTo>
                <a:moveTo>
                  <a:pt x="1" y="19"/>
                </a:moveTo>
                <a:lnTo>
                  <a:pt x="1" y="10"/>
                </a:lnTo>
                <a:lnTo>
                  <a:pt x="9" y="10"/>
                </a:lnTo>
                <a:lnTo>
                  <a:pt x="10" y="18"/>
                </a:lnTo>
                <a:lnTo>
                  <a:pt x="1" y="19"/>
                </a:lnTo>
                <a:moveTo>
                  <a:pt x="1" y="10"/>
                </a:moveTo>
                <a:lnTo>
                  <a:pt x="0" y="0"/>
                </a:lnTo>
                <a:lnTo>
                  <a:pt x="14" y="6"/>
                </a:lnTo>
                <a:lnTo>
                  <a:pt x="11" y="14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1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439920" y="1824840"/>
            <a:ext cx="7921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Ecosystemen koppelen aan ecosystemen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6558840" y="260424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3806280" y="251928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3806280" y="268920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7731000" y="2401560"/>
            <a:ext cx="3405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Vervoerder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7206840" y="2604240"/>
            <a:ext cx="4258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Kaartsysteem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057880" y="2604240"/>
            <a:ext cx="535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Reisadministratie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4984200" y="2401560"/>
            <a:ext cx="68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Uitvoeringsorganisatie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4454280" y="2604240"/>
            <a:ext cx="66060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Inschrijvingenregister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549040" y="2604240"/>
            <a:ext cx="659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Rechtenadministratie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1805040" y="2401560"/>
            <a:ext cx="578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Onderwijsinstelling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739440" y="2604240"/>
            <a:ext cx="59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1770840" y="2604240"/>
            <a:ext cx="814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456840" y="310500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9"/>
                  <a:pt x="48" y="178"/>
                  <a:pt x="61" y="159"/>
                </a:cubicBezTo>
                <a:cubicBezTo>
                  <a:pt x="74" y="139"/>
                  <a:pt x="89" y="121"/>
                  <a:pt x="105" y="105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5"/>
                </a:cubicBezTo>
                <a:cubicBezTo>
                  <a:pt x="2136" y="121"/>
                  <a:pt x="2151" y="139"/>
                  <a:pt x="2164" y="159"/>
                </a:cubicBezTo>
                <a:cubicBezTo>
                  <a:pt x="2177" y="178"/>
                  <a:pt x="2188" y="199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3017880" y="2604240"/>
            <a:ext cx="436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563760" y="31633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1367280" y="3051360"/>
            <a:ext cx="7387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studentenreisproduct. Instelling, uitvoeringsorganisatie en vervoerder moeten het eens zijn over wie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367280" y="32511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 is en vanaf wanneer.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1" name=""/>
          <p:cNvSpPr/>
          <p:nvPr/>
        </p:nvSpPr>
        <p:spPr>
          <a:xfrm>
            <a:off x="456840" y="1800000"/>
            <a:ext cx="3582000" cy="1362600"/>
          </a:xfrm>
          <a:custGeom>
            <a:avLst/>
            <a:gdLst/>
            <a:ahLst/>
            <a:rect l="0" t="0" r="r" b="b"/>
            <a:pathLst>
              <a:path w="9950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9685" y="0"/>
                </a:lnTo>
                <a:cubicBezTo>
                  <a:pt x="9703" y="0"/>
                  <a:pt x="9720" y="2"/>
                  <a:pt x="9737" y="5"/>
                </a:cubicBezTo>
                <a:cubicBezTo>
                  <a:pt x="9754" y="9"/>
                  <a:pt x="9770" y="14"/>
                  <a:pt x="9786" y="20"/>
                </a:cubicBezTo>
                <a:cubicBezTo>
                  <a:pt x="9803" y="27"/>
                  <a:pt x="9818" y="35"/>
                  <a:pt x="9832" y="45"/>
                </a:cubicBezTo>
                <a:cubicBezTo>
                  <a:pt x="9847" y="54"/>
                  <a:pt x="9860" y="65"/>
                  <a:pt x="9872" y="78"/>
                </a:cubicBezTo>
                <a:cubicBezTo>
                  <a:pt x="9885" y="90"/>
                  <a:pt x="9896" y="103"/>
                  <a:pt x="9905" y="118"/>
                </a:cubicBezTo>
                <a:cubicBezTo>
                  <a:pt x="9915" y="132"/>
                  <a:pt x="9923" y="147"/>
                  <a:pt x="9930" y="163"/>
                </a:cubicBezTo>
                <a:cubicBezTo>
                  <a:pt x="9936" y="180"/>
                  <a:pt x="9941" y="196"/>
                  <a:pt x="9945" y="213"/>
                </a:cubicBezTo>
                <a:cubicBezTo>
                  <a:pt x="9948" y="230"/>
                  <a:pt x="9950" y="247"/>
                  <a:pt x="9950" y="265"/>
                </a:cubicBezTo>
                <a:lnTo>
                  <a:pt x="9950" y="3520"/>
                </a:lnTo>
                <a:cubicBezTo>
                  <a:pt x="9950" y="3537"/>
                  <a:pt x="9948" y="3555"/>
                  <a:pt x="9945" y="3572"/>
                </a:cubicBezTo>
                <a:cubicBezTo>
                  <a:pt x="9941" y="3589"/>
                  <a:pt x="9936" y="3605"/>
                  <a:pt x="9930" y="3621"/>
                </a:cubicBezTo>
                <a:cubicBezTo>
                  <a:pt x="9923" y="3637"/>
                  <a:pt x="9915" y="3653"/>
                  <a:pt x="9905" y="3667"/>
                </a:cubicBezTo>
                <a:cubicBezTo>
                  <a:pt x="9896" y="3682"/>
                  <a:pt x="9885" y="3695"/>
                  <a:pt x="9872" y="3707"/>
                </a:cubicBezTo>
                <a:cubicBezTo>
                  <a:pt x="9860" y="3719"/>
                  <a:pt x="9847" y="3730"/>
                  <a:pt x="9832" y="3740"/>
                </a:cubicBezTo>
                <a:cubicBezTo>
                  <a:pt x="9818" y="3750"/>
                  <a:pt x="9803" y="3758"/>
                  <a:pt x="9786" y="3765"/>
                </a:cubicBezTo>
                <a:cubicBezTo>
                  <a:pt x="9770" y="3771"/>
                  <a:pt x="9754" y="3776"/>
                  <a:pt x="9737" y="3780"/>
                </a:cubicBezTo>
                <a:cubicBezTo>
                  <a:pt x="9720" y="3783"/>
                  <a:pt x="9703" y="3785"/>
                  <a:pt x="9685" y="3785"/>
                </a:cubicBezTo>
                <a:lnTo>
                  <a:pt x="265" y="3785"/>
                </a:lnTo>
                <a:cubicBezTo>
                  <a:pt x="248" y="3785"/>
                  <a:pt x="231" y="3783"/>
                  <a:pt x="213" y="3780"/>
                </a:cubicBezTo>
                <a:cubicBezTo>
                  <a:pt x="196" y="3776"/>
                  <a:pt x="180" y="3771"/>
                  <a:pt x="164" y="3765"/>
                </a:cubicBezTo>
                <a:cubicBezTo>
                  <a:pt x="148" y="3758"/>
                  <a:pt x="133" y="3750"/>
                  <a:pt x="118" y="3740"/>
                </a:cubicBezTo>
                <a:cubicBezTo>
                  <a:pt x="104" y="3730"/>
                  <a:pt x="90" y="3719"/>
                  <a:pt x="78" y="3707"/>
                </a:cubicBezTo>
                <a:cubicBezTo>
                  <a:pt x="66" y="3695"/>
                  <a:pt x="55" y="3682"/>
                  <a:pt x="45" y="3667"/>
                </a:cubicBezTo>
                <a:cubicBezTo>
                  <a:pt x="35" y="3653"/>
                  <a:pt x="27" y="3637"/>
                  <a:pt x="21" y="3621"/>
                </a:cubicBezTo>
                <a:cubicBezTo>
                  <a:pt x="14" y="3605"/>
                  <a:pt x="9" y="3589"/>
                  <a:pt x="6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439920" y="1110600"/>
            <a:ext cx="7642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Hetzelfde woord, een andere betekenis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55200" y="1994400"/>
            <a:ext cx="1497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Onderwijsontwerper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65520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655200" y="2599200"/>
            <a:ext cx="3156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Studenten die samen dezelfde leeruitkomst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655200" y="2808720"/>
            <a:ext cx="2835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nastreven, ongeacht waar en wanneer.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4952880" y="1800000"/>
            <a:ext cx="3591360" cy="1362600"/>
          </a:xfrm>
          <a:custGeom>
            <a:avLst/>
            <a:gdLst/>
            <a:ahLst/>
            <a:rect l="0" t="0" r="r" b="b"/>
            <a:pathLst>
              <a:path w="9976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9711" y="0"/>
                </a:lnTo>
                <a:cubicBezTo>
                  <a:pt x="9728" y="0"/>
                  <a:pt x="9746" y="2"/>
                  <a:pt x="9763" y="5"/>
                </a:cubicBezTo>
                <a:cubicBezTo>
                  <a:pt x="9780" y="9"/>
                  <a:pt x="9796" y="14"/>
                  <a:pt x="9812" y="20"/>
                </a:cubicBezTo>
                <a:cubicBezTo>
                  <a:pt x="9828" y="27"/>
                  <a:pt x="9844" y="35"/>
                  <a:pt x="9858" y="45"/>
                </a:cubicBezTo>
                <a:cubicBezTo>
                  <a:pt x="9872" y="54"/>
                  <a:pt x="9886" y="65"/>
                  <a:pt x="9898" y="78"/>
                </a:cubicBezTo>
                <a:cubicBezTo>
                  <a:pt x="9910" y="90"/>
                  <a:pt x="9921" y="103"/>
                  <a:pt x="9931" y="118"/>
                </a:cubicBezTo>
                <a:cubicBezTo>
                  <a:pt x="9941" y="132"/>
                  <a:pt x="9949" y="147"/>
                  <a:pt x="9955" y="163"/>
                </a:cubicBezTo>
                <a:cubicBezTo>
                  <a:pt x="9962" y="180"/>
                  <a:pt x="9967" y="196"/>
                  <a:pt x="9971" y="213"/>
                </a:cubicBezTo>
                <a:cubicBezTo>
                  <a:pt x="9974" y="230"/>
                  <a:pt x="9976" y="247"/>
                  <a:pt x="9976" y="265"/>
                </a:cubicBezTo>
                <a:lnTo>
                  <a:pt x="9976" y="3520"/>
                </a:lnTo>
                <a:cubicBezTo>
                  <a:pt x="9976" y="3537"/>
                  <a:pt x="9974" y="3555"/>
                  <a:pt x="9971" y="3572"/>
                </a:cubicBezTo>
                <a:cubicBezTo>
                  <a:pt x="9967" y="3589"/>
                  <a:pt x="9962" y="3605"/>
                  <a:pt x="9955" y="3621"/>
                </a:cubicBezTo>
                <a:cubicBezTo>
                  <a:pt x="9949" y="3637"/>
                  <a:pt x="9941" y="3653"/>
                  <a:pt x="9931" y="3667"/>
                </a:cubicBezTo>
                <a:cubicBezTo>
                  <a:pt x="9921" y="3682"/>
                  <a:pt x="9910" y="3695"/>
                  <a:pt x="9898" y="3707"/>
                </a:cubicBezTo>
                <a:cubicBezTo>
                  <a:pt x="9886" y="3719"/>
                  <a:pt x="9872" y="3730"/>
                  <a:pt x="9858" y="3740"/>
                </a:cubicBezTo>
                <a:cubicBezTo>
                  <a:pt x="9844" y="3750"/>
                  <a:pt x="9828" y="3758"/>
                  <a:pt x="9812" y="3765"/>
                </a:cubicBezTo>
                <a:cubicBezTo>
                  <a:pt x="9796" y="3771"/>
                  <a:pt x="9780" y="3776"/>
                  <a:pt x="9763" y="3780"/>
                </a:cubicBezTo>
                <a:cubicBezTo>
                  <a:pt x="9746" y="3783"/>
                  <a:pt x="9728" y="3785"/>
                  <a:pt x="9711" y="3785"/>
                </a:cubicBezTo>
                <a:lnTo>
                  <a:pt x="264" y="3785"/>
                </a:lnTo>
                <a:cubicBezTo>
                  <a:pt x="247" y="3785"/>
                  <a:pt x="230" y="3783"/>
                  <a:pt x="213" y="3780"/>
                </a:cubicBezTo>
                <a:cubicBezTo>
                  <a:pt x="196" y="3776"/>
                  <a:pt x="179" y="3771"/>
                  <a:pt x="163" y="3765"/>
                </a:cubicBezTo>
                <a:cubicBezTo>
                  <a:pt x="147" y="3758"/>
                  <a:pt x="132" y="3750"/>
                  <a:pt x="117" y="3740"/>
                </a:cubicBezTo>
                <a:cubicBezTo>
                  <a:pt x="103" y="3730"/>
                  <a:pt x="90" y="3719"/>
                  <a:pt x="77" y="3707"/>
                </a:cubicBezTo>
                <a:cubicBezTo>
                  <a:pt x="65" y="3695"/>
                  <a:pt x="54" y="3682"/>
                  <a:pt x="44" y="3667"/>
                </a:cubicBezTo>
                <a:cubicBezTo>
                  <a:pt x="35" y="3653"/>
                  <a:pt x="27" y="3637"/>
                  <a:pt x="20" y="3621"/>
                </a:cubicBezTo>
                <a:cubicBezTo>
                  <a:pt x="13" y="3605"/>
                  <a:pt x="8" y="3589"/>
                  <a:pt x="5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4370040" y="2270880"/>
            <a:ext cx="396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a8481f"/>
                </a:solidFill>
                <a:latin typeface="Arial"/>
                <a:ea typeface="Arial"/>
              </a:rPr>
              <a:t>≠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5154120" y="1994400"/>
            <a:ext cx="5644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Planner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515412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154120" y="2599200"/>
            <a:ext cx="331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aantal studenten dat op dat tijdstip in dat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456840" y="3314520"/>
            <a:ext cx="8087400" cy="829080"/>
          </a:xfrm>
          <a:custGeom>
            <a:avLst/>
            <a:gdLst/>
            <a:ahLst/>
            <a:rect l="0" t="0" r="r" b="b"/>
            <a:pathLst>
              <a:path w="22465" h="2303">
                <a:moveTo>
                  <a:pt x="0" y="0"/>
                </a:moveTo>
                <a:lnTo>
                  <a:pt x="22465" y="0"/>
                </a:lnTo>
                <a:lnTo>
                  <a:pt x="22465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56840" y="33145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456840" y="413352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853416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45684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5154120" y="2808720"/>
            <a:ext cx="831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lokaal past.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634320" y="3535200"/>
            <a:ext cx="848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Twee systemen die allebei werken, en toch niet samenwerken. De leiding leggen is techniek. Het eens worden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634320" y="3773520"/>
            <a:ext cx="31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over wat het woord betekent, is dat niet.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7" name=""/>
          <p:cNvSpPr/>
          <p:nvPr/>
        </p:nvSpPr>
        <p:spPr>
          <a:xfrm>
            <a:off x="825840" y="2360520"/>
            <a:ext cx="629280" cy="35280"/>
          </a:xfrm>
          <a:custGeom>
            <a:avLst/>
            <a:gdLst/>
            <a:ahLst/>
            <a:rect l="0" t="0" r="r" b="b"/>
            <a:pathLst>
              <a:path fill="none" w="1748" h="98">
                <a:moveTo>
                  <a:pt x="0" y="98"/>
                </a:moveTo>
                <a:lnTo>
                  <a:pt x="149" y="76"/>
                </a:lnTo>
                <a:cubicBezTo>
                  <a:pt x="298" y="54"/>
                  <a:pt x="598" y="8"/>
                  <a:pt x="889" y="1"/>
                </a:cubicBezTo>
                <a:cubicBezTo>
                  <a:pt x="1181" y="-5"/>
                  <a:pt x="1464" y="28"/>
                  <a:pt x="1606" y="44"/>
                </a:cubicBezTo>
                <a:lnTo>
                  <a:pt x="1748" y="6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1438560" y="236520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436760" y="236268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5" y="19"/>
                </a:lnTo>
                <a:lnTo>
                  <a:pt x="19" y="15"/>
                </a:lnTo>
                <a:lnTo>
                  <a:pt x="23" y="8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5" y="19"/>
                </a:lnTo>
                <a:lnTo>
                  <a:pt x="30" y="13"/>
                </a:lnTo>
                <a:moveTo>
                  <a:pt x="37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7" y="17"/>
                </a:lnTo>
                <a:moveTo>
                  <a:pt x="43" y="21"/>
                </a:moveTo>
                <a:lnTo>
                  <a:pt x="50" y="26"/>
                </a:lnTo>
                <a:lnTo>
                  <a:pt x="46" y="33"/>
                </a:lnTo>
                <a:lnTo>
                  <a:pt x="39" y="28"/>
                </a:lnTo>
                <a:lnTo>
                  <a:pt x="43" y="21"/>
                </a:lnTo>
                <a:moveTo>
                  <a:pt x="50" y="26"/>
                </a:moveTo>
                <a:lnTo>
                  <a:pt x="57" y="30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7" y="30"/>
                </a:moveTo>
                <a:lnTo>
                  <a:pt x="64" y="35"/>
                </a:lnTo>
                <a:lnTo>
                  <a:pt x="59" y="41"/>
                </a:lnTo>
                <a:lnTo>
                  <a:pt x="53" y="37"/>
                </a:lnTo>
                <a:lnTo>
                  <a:pt x="57" y="30"/>
                </a:lnTo>
                <a:moveTo>
                  <a:pt x="64" y="35"/>
                </a:moveTo>
                <a:lnTo>
                  <a:pt x="71" y="39"/>
                </a:lnTo>
                <a:lnTo>
                  <a:pt x="66" y="46"/>
                </a:lnTo>
                <a:lnTo>
                  <a:pt x="59" y="41"/>
                </a:lnTo>
                <a:lnTo>
                  <a:pt x="64" y="35"/>
                </a:lnTo>
                <a:moveTo>
                  <a:pt x="71" y="39"/>
                </a:moveTo>
                <a:lnTo>
                  <a:pt x="78" y="43"/>
                </a:lnTo>
                <a:lnTo>
                  <a:pt x="73" y="50"/>
                </a:lnTo>
                <a:lnTo>
                  <a:pt x="66" y="46"/>
                </a:lnTo>
                <a:lnTo>
                  <a:pt x="71" y="39"/>
                </a:lnTo>
                <a:moveTo>
                  <a:pt x="78" y="43"/>
                </a:moveTo>
                <a:lnTo>
                  <a:pt x="85" y="48"/>
                </a:lnTo>
                <a:lnTo>
                  <a:pt x="81" y="55"/>
                </a:lnTo>
                <a:lnTo>
                  <a:pt x="73" y="50"/>
                </a:lnTo>
                <a:lnTo>
                  <a:pt x="78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59"/>
                </a:lnTo>
                <a:lnTo>
                  <a:pt x="81" y="55"/>
                </a:lnTo>
                <a:lnTo>
                  <a:pt x="85" y="48"/>
                </a:lnTo>
                <a:moveTo>
                  <a:pt x="92" y="52"/>
                </a:moveTo>
                <a:lnTo>
                  <a:pt x="100" y="57"/>
                </a:lnTo>
                <a:lnTo>
                  <a:pt x="86" y="62"/>
                </a:lnTo>
                <a:lnTo>
                  <a:pt x="83" y="55"/>
                </a:lnTo>
                <a:lnTo>
                  <a:pt x="90" y="53"/>
                </a:lnTo>
                <a:lnTo>
                  <a:pt x="91" y="56"/>
                </a:lnTo>
                <a:lnTo>
                  <a:pt x="89" y="60"/>
                </a:lnTo>
                <a:lnTo>
                  <a:pt x="87" y="59"/>
                </a:lnTo>
                <a:lnTo>
                  <a:pt x="92" y="52"/>
                </a:lnTo>
                <a:moveTo>
                  <a:pt x="86" y="62"/>
                </a:moveTo>
                <a:lnTo>
                  <a:pt x="78" y="65"/>
                </a:lnTo>
                <a:lnTo>
                  <a:pt x="75" y="58"/>
                </a:lnTo>
                <a:lnTo>
                  <a:pt x="83" y="55"/>
                </a:lnTo>
                <a:lnTo>
                  <a:pt x="86" y="62"/>
                </a:lnTo>
                <a:moveTo>
                  <a:pt x="78" y="65"/>
                </a:moveTo>
                <a:lnTo>
                  <a:pt x="70" y="68"/>
                </a:lnTo>
                <a:lnTo>
                  <a:pt x="67" y="60"/>
                </a:lnTo>
                <a:lnTo>
                  <a:pt x="75" y="58"/>
                </a:lnTo>
                <a:lnTo>
                  <a:pt x="78" y="65"/>
                </a:lnTo>
                <a:moveTo>
                  <a:pt x="70" y="68"/>
                </a:moveTo>
                <a:lnTo>
                  <a:pt x="62" y="71"/>
                </a:lnTo>
                <a:lnTo>
                  <a:pt x="60" y="63"/>
                </a:lnTo>
                <a:lnTo>
                  <a:pt x="67" y="60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60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6"/>
                </a:lnTo>
                <a:lnTo>
                  <a:pt x="44" y="69"/>
                </a:lnTo>
                <a:lnTo>
                  <a:pt x="52" y="66"/>
                </a:lnTo>
                <a:lnTo>
                  <a:pt x="55" y="74"/>
                </a:lnTo>
                <a:moveTo>
                  <a:pt x="47" y="76"/>
                </a:moveTo>
                <a:lnTo>
                  <a:pt x="40" y="79"/>
                </a:lnTo>
                <a:lnTo>
                  <a:pt x="37" y="72"/>
                </a:lnTo>
                <a:lnTo>
                  <a:pt x="44" y="69"/>
                </a:lnTo>
                <a:lnTo>
                  <a:pt x="47" y="76"/>
                </a:lnTo>
                <a:moveTo>
                  <a:pt x="40" y="79"/>
                </a:moveTo>
                <a:lnTo>
                  <a:pt x="32" y="82"/>
                </a:lnTo>
                <a:lnTo>
                  <a:pt x="29" y="74"/>
                </a:lnTo>
                <a:lnTo>
                  <a:pt x="37" y="72"/>
                </a:lnTo>
                <a:lnTo>
                  <a:pt x="40" y="79"/>
                </a:lnTo>
                <a:moveTo>
                  <a:pt x="32" y="82"/>
                </a:moveTo>
                <a:lnTo>
                  <a:pt x="24" y="85"/>
                </a:lnTo>
                <a:lnTo>
                  <a:pt x="22" y="77"/>
                </a:lnTo>
                <a:lnTo>
                  <a:pt x="29" y="74"/>
                </a:lnTo>
                <a:lnTo>
                  <a:pt x="32" y="82"/>
                </a:lnTo>
                <a:moveTo>
                  <a:pt x="24" y="85"/>
                </a:moveTo>
                <a:lnTo>
                  <a:pt x="17" y="89"/>
                </a:lnTo>
                <a:lnTo>
                  <a:pt x="14" y="80"/>
                </a:lnTo>
                <a:lnTo>
                  <a:pt x="22" y="77"/>
                </a:lnTo>
                <a:lnTo>
                  <a:pt x="24" y="85"/>
                </a:lnTo>
                <a:moveTo>
                  <a:pt x="17" y="89"/>
                </a:moveTo>
                <a:lnTo>
                  <a:pt x="9" y="91"/>
                </a:lnTo>
                <a:lnTo>
                  <a:pt x="6" y="83"/>
                </a:lnTo>
                <a:lnTo>
                  <a:pt x="14" y="80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2" y="82"/>
                </a:lnTo>
                <a:lnTo>
                  <a:pt x="10" y="83"/>
                </a:lnTo>
                <a:lnTo>
                  <a:pt x="9" y="89"/>
                </a:lnTo>
                <a:lnTo>
                  <a:pt x="5" y="89"/>
                </a:lnTo>
                <a:lnTo>
                  <a:pt x="4" y="84"/>
                </a:lnTo>
                <a:lnTo>
                  <a:pt x="6" y="83"/>
                </a:lnTo>
                <a:lnTo>
                  <a:pt x="9" y="91"/>
                </a:lnTo>
                <a:moveTo>
                  <a:pt x="2" y="82"/>
                </a:moveTo>
                <a:lnTo>
                  <a:pt x="2" y="74"/>
                </a:lnTo>
                <a:lnTo>
                  <a:pt x="11" y="75"/>
                </a:lnTo>
                <a:lnTo>
                  <a:pt x="10" y="83"/>
                </a:lnTo>
                <a:lnTo>
                  <a:pt x="2" y="82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1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0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0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135880" y="2355480"/>
            <a:ext cx="442080" cy="21600"/>
          </a:xfrm>
          <a:custGeom>
            <a:avLst/>
            <a:gdLst/>
            <a:ahLst/>
            <a:rect l="0" t="0" r="r" b="b"/>
            <a:pathLst>
              <a:path fill="none" w="1228" h="60">
                <a:moveTo>
                  <a:pt x="0" y="60"/>
                </a:moveTo>
                <a:lnTo>
                  <a:pt x="106" y="46"/>
                </a:lnTo>
                <a:cubicBezTo>
                  <a:pt x="211" y="31"/>
                  <a:pt x="423" y="4"/>
                  <a:pt x="627" y="0"/>
                </a:cubicBezTo>
                <a:cubicBezTo>
                  <a:pt x="833" y="-3"/>
                  <a:pt x="1031" y="18"/>
                  <a:pt x="1129" y="28"/>
                </a:cubicBezTo>
                <a:lnTo>
                  <a:pt x="1228" y="3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2561760" y="235332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8" y="0"/>
                </a:moveTo>
                <a:lnTo>
                  <a:pt x="86" y="49"/>
                </a:lnTo>
                <a:lnTo>
                  <a:pt x="0" y="81"/>
                </a:lnTo>
                <a:lnTo>
                  <a:pt x="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2559960" y="235080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2" y="8"/>
                </a:moveTo>
                <a:lnTo>
                  <a:pt x="29" y="12"/>
                </a:lnTo>
                <a:lnTo>
                  <a:pt x="25" y="19"/>
                </a:lnTo>
                <a:lnTo>
                  <a:pt x="18" y="15"/>
                </a:lnTo>
                <a:lnTo>
                  <a:pt x="22" y="8"/>
                </a:lnTo>
                <a:moveTo>
                  <a:pt x="29" y="12"/>
                </a:moveTo>
                <a:lnTo>
                  <a:pt x="36" y="17"/>
                </a:lnTo>
                <a:lnTo>
                  <a:pt x="32" y="23"/>
                </a:lnTo>
                <a:lnTo>
                  <a:pt x="25" y="19"/>
                </a:lnTo>
                <a:lnTo>
                  <a:pt x="29" y="12"/>
                </a:lnTo>
                <a:moveTo>
                  <a:pt x="36" y="17"/>
                </a:moveTo>
                <a:lnTo>
                  <a:pt x="43" y="21"/>
                </a:lnTo>
                <a:lnTo>
                  <a:pt x="38" y="29"/>
                </a:lnTo>
                <a:lnTo>
                  <a:pt x="32" y="23"/>
                </a:lnTo>
                <a:lnTo>
                  <a:pt x="36" y="17"/>
                </a:lnTo>
                <a:moveTo>
                  <a:pt x="43" y="21"/>
                </a:moveTo>
                <a:lnTo>
                  <a:pt x="50" y="25"/>
                </a:lnTo>
                <a:lnTo>
                  <a:pt x="45" y="33"/>
                </a:lnTo>
                <a:lnTo>
                  <a:pt x="38" y="29"/>
                </a:lnTo>
                <a:lnTo>
                  <a:pt x="43" y="21"/>
                </a:lnTo>
                <a:moveTo>
                  <a:pt x="50" y="25"/>
                </a:moveTo>
                <a:lnTo>
                  <a:pt x="56" y="31"/>
                </a:lnTo>
                <a:lnTo>
                  <a:pt x="52" y="37"/>
                </a:lnTo>
                <a:lnTo>
                  <a:pt x="45" y="33"/>
                </a:lnTo>
                <a:lnTo>
                  <a:pt x="50" y="25"/>
                </a:lnTo>
                <a:moveTo>
                  <a:pt x="56" y="31"/>
                </a:moveTo>
                <a:lnTo>
                  <a:pt x="63" y="35"/>
                </a:lnTo>
                <a:lnTo>
                  <a:pt x="59" y="42"/>
                </a:lnTo>
                <a:lnTo>
                  <a:pt x="52" y="37"/>
                </a:lnTo>
                <a:lnTo>
                  <a:pt x="56" y="31"/>
                </a:lnTo>
                <a:moveTo>
                  <a:pt x="63" y="35"/>
                </a:moveTo>
                <a:lnTo>
                  <a:pt x="70" y="39"/>
                </a:lnTo>
                <a:lnTo>
                  <a:pt x="66" y="46"/>
                </a:lnTo>
                <a:lnTo>
                  <a:pt x="59" y="42"/>
                </a:lnTo>
                <a:lnTo>
                  <a:pt x="63" y="35"/>
                </a:lnTo>
                <a:moveTo>
                  <a:pt x="70" y="39"/>
                </a:moveTo>
                <a:lnTo>
                  <a:pt x="77" y="44"/>
                </a:lnTo>
                <a:lnTo>
                  <a:pt x="73" y="51"/>
                </a:lnTo>
                <a:lnTo>
                  <a:pt x="66" y="46"/>
                </a:lnTo>
                <a:lnTo>
                  <a:pt x="70" y="39"/>
                </a:lnTo>
                <a:moveTo>
                  <a:pt x="77" y="44"/>
                </a:moveTo>
                <a:lnTo>
                  <a:pt x="84" y="48"/>
                </a:lnTo>
                <a:lnTo>
                  <a:pt x="79" y="55"/>
                </a:lnTo>
                <a:lnTo>
                  <a:pt x="73" y="51"/>
                </a:lnTo>
                <a:lnTo>
                  <a:pt x="77" y="44"/>
                </a:lnTo>
                <a:moveTo>
                  <a:pt x="84" y="48"/>
                </a:moveTo>
                <a:lnTo>
                  <a:pt x="91" y="52"/>
                </a:lnTo>
                <a:lnTo>
                  <a:pt x="86" y="59"/>
                </a:lnTo>
                <a:lnTo>
                  <a:pt x="79" y="55"/>
                </a:lnTo>
                <a:lnTo>
                  <a:pt x="84" y="48"/>
                </a:lnTo>
                <a:moveTo>
                  <a:pt x="91" y="52"/>
                </a:moveTo>
                <a:lnTo>
                  <a:pt x="100" y="58"/>
                </a:lnTo>
                <a:lnTo>
                  <a:pt x="85" y="63"/>
                </a:lnTo>
                <a:lnTo>
                  <a:pt x="82" y="55"/>
                </a:lnTo>
                <a:lnTo>
                  <a:pt x="88" y="53"/>
                </a:lnTo>
                <a:lnTo>
                  <a:pt x="90" y="57"/>
                </a:lnTo>
                <a:lnTo>
                  <a:pt x="87" y="60"/>
                </a:lnTo>
                <a:lnTo>
                  <a:pt x="86" y="59"/>
                </a:lnTo>
                <a:lnTo>
                  <a:pt x="91" y="52"/>
                </a:lnTo>
                <a:moveTo>
                  <a:pt x="85" y="63"/>
                </a:moveTo>
                <a:lnTo>
                  <a:pt x="77" y="66"/>
                </a:lnTo>
                <a:lnTo>
                  <a:pt x="74" y="58"/>
                </a:lnTo>
                <a:lnTo>
                  <a:pt x="82" y="55"/>
                </a:lnTo>
                <a:lnTo>
                  <a:pt x="85" y="63"/>
                </a:lnTo>
                <a:moveTo>
                  <a:pt x="77" y="66"/>
                </a:moveTo>
                <a:lnTo>
                  <a:pt x="70" y="68"/>
                </a:lnTo>
                <a:lnTo>
                  <a:pt x="67" y="61"/>
                </a:lnTo>
                <a:lnTo>
                  <a:pt x="74" y="58"/>
                </a:lnTo>
                <a:lnTo>
                  <a:pt x="77" y="66"/>
                </a:lnTo>
                <a:moveTo>
                  <a:pt x="70" y="68"/>
                </a:moveTo>
                <a:lnTo>
                  <a:pt x="62" y="71"/>
                </a:lnTo>
                <a:lnTo>
                  <a:pt x="59" y="64"/>
                </a:lnTo>
                <a:lnTo>
                  <a:pt x="67" y="61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7"/>
                </a:lnTo>
                <a:lnTo>
                  <a:pt x="59" y="64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9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69"/>
                </a:lnTo>
                <a:lnTo>
                  <a:pt x="47" y="77"/>
                </a:lnTo>
                <a:moveTo>
                  <a:pt x="39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3"/>
                </a:moveTo>
                <a:lnTo>
                  <a:pt x="24" y="85"/>
                </a:lnTo>
                <a:lnTo>
                  <a:pt x="21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8"/>
                </a:lnTo>
                <a:lnTo>
                  <a:pt x="14" y="81"/>
                </a:lnTo>
                <a:lnTo>
                  <a:pt x="21" y="78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1" y="83"/>
                </a:lnTo>
                <a:lnTo>
                  <a:pt x="9" y="84"/>
                </a:lnTo>
                <a:lnTo>
                  <a:pt x="9" y="89"/>
                </a:lnTo>
                <a:lnTo>
                  <a:pt x="5" y="88"/>
                </a:lnTo>
                <a:lnTo>
                  <a:pt x="3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9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1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3"/>
                </a:lnTo>
                <a:lnTo>
                  <a:pt x="13" y="51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5"/>
                </a:lnTo>
                <a:lnTo>
                  <a:pt x="14" y="43"/>
                </a:lnTo>
                <a:lnTo>
                  <a:pt x="6" y="43"/>
                </a:lnTo>
                <a:moveTo>
                  <a:pt x="7" y="35"/>
                </a:moveTo>
                <a:lnTo>
                  <a:pt x="7" y="26"/>
                </a:lnTo>
                <a:lnTo>
                  <a:pt x="15" y="26"/>
                </a:lnTo>
                <a:lnTo>
                  <a:pt x="15" y="35"/>
                </a:lnTo>
                <a:lnTo>
                  <a:pt x="7" y="35"/>
                </a:lnTo>
                <a:moveTo>
                  <a:pt x="7" y="26"/>
                </a:moveTo>
                <a:lnTo>
                  <a:pt x="8" y="17"/>
                </a:lnTo>
                <a:lnTo>
                  <a:pt x="16" y="18"/>
                </a:lnTo>
                <a:lnTo>
                  <a:pt x="15" y="26"/>
                </a:lnTo>
                <a:lnTo>
                  <a:pt x="7" y="26"/>
                </a:lnTo>
                <a:moveTo>
                  <a:pt x="8" y="17"/>
                </a:moveTo>
                <a:lnTo>
                  <a:pt x="9" y="9"/>
                </a:lnTo>
                <a:lnTo>
                  <a:pt x="17" y="10"/>
                </a:lnTo>
                <a:lnTo>
                  <a:pt x="16" y="18"/>
                </a:lnTo>
                <a:lnTo>
                  <a:pt x="8" y="17"/>
                </a:lnTo>
                <a:moveTo>
                  <a:pt x="9" y="9"/>
                </a:moveTo>
                <a:lnTo>
                  <a:pt x="10" y="0"/>
                </a:lnTo>
                <a:lnTo>
                  <a:pt x="22" y="8"/>
                </a:lnTo>
                <a:lnTo>
                  <a:pt x="18" y="15"/>
                </a:lnTo>
                <a:lnTo>
                  <a:pt x="11" y="10"/>
                </a:lnTo>
                <a:lnTo>
                  <a:pt x="13" y="7"/>
                </a:lnTo>
                <a:lnTo>
                  <a:pt x="17" y="7"/>
                </a:lnTo>
                <a:lnTo>
                  <a:pt x="17" y="10"/>
                </a:lnTo>
                <a:lnTo>
                  <a:pt x="9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3538800" y="2280600"/>
            <a:ext cx="816840" cy="55800"/>
          </a:xfrm>
          <a:custGeom>
            <a:avLst/>
            <a:gdLst/>
            <a:ahLst/>
            <a:rect l="0" t="0" r="r" b="b"/>
            <a:pathLst>
              <a:path fill="none" w="2269" h="155">
                <a:moveTo>
                  <a:pt x="0" y="155"/>
                </a:moveTo>
                <a:lnTo>
                  <a:pt x="192" y="120"/>
                </a:lnTo>
                <a:cubicBezTo>
                  <a:pt x="385" y="84"/>
                  <a:pt x="770" y="15"/>
                  <a:pt x="1148" y="2"/>
                </a:cubicBezTo>
                <a:cubicBezTo>
                  <a:pt x="1526" y="-11"/>
                  <a:pt x="1897" y="33"/>
                  <a:pt x="2083" y="54"/>
                </a:cubicBezTo>
                <a:lnTo>
                  <a:pt x="2269" y="7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339080" y="229104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4337280" y="22885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6" y="20"/>
                </a:lnTo>
                <a:lnTo>
                  <a:pt x="19" y="16"/>
                </a:lnTo>
                <a:lnTo>
                  <a:pt x="23" y="8"/>
                </a:lnTo>
                <a:moveTo>
                  <a:pt x="30" y="13"/>
                </a:moveTo>
                <a:lnTo>
                  <a:pt x="37" y="18"/>
                </a:lnTo>
                <a:lnTo>
                  <a:pt x="32" y="25"/>
                </a:lnTo>
                <a:lnTo>
                  <a:pt x="26" y="20"/>
                </a:lnTo>
                <a:lnTo>
                  <a:pt x="30" y="13"/>
                </a:lnTo>
                <a:moveTo>
                  <a:pt x="37" y="18"/>
                </a:moveTo>
                <a:lnTo>
                  <a:pt x="44" y="23"/>
                </a:lnTo>
                <a:lnTo>
                  <a:pt x="39" y="29"/>
                </a:lnTo>
                <a:lnTo>
                  <a:pt x="32" y="25"/>
                </a:lnTo>
                <a:lnTo>
                  <a:pt x="37" y="18"/>
                </a:lnTo>
                <a:moveTo>
                  <a:pt x="44" y="23"/>
                </a:moveTo>
                <a:lnTo>
                  <a:pt x="50" y="27"/>
                </a:lnTo>
                <a:lnTo>
                  <a:pt x="46" y="34"/>
                </a:lnTo>
                <a:lnTo>
                  <a:pt x="39" y="29"/>
                </a:lnTo>
                <a:lnTo>
                  <a:pt x="44" y="23"/>
                </a:lnTo>
                <a:moveTo>
                  <a:pt x="50" y="27"/>
                </a:moveTo>
                <a:lnTo>
                  <a:pt x="58" y="31"/>
                </a:lnTo>
                <a:lnTo>
                  <a:pt x="53" y="38"/>
                </a:lnTo>
                <a:lnTo>
                  <a:pt x="46" y="34"/>
                </a:lnTo>
                <a:lnTo>
                  <a:pt x="50" y="27"/>
                </a:lnTo>
                <a:moveTo>
                  <a:pt x="58" y="31"/>
                </a:moveTo>
                <a:lnTo>
                  <a:pt x="65" y="36"/>
                </a:lnTo>
                <a:lnTo>
                  <a:pt x="60" y="43"/>
                </a:lnTo>
                <a:lnTo>
                  <a:pt x="53" y="38"/>
                </a:lnTo>
                <a:lnTo>
                  <a:pt x="58" y="31"/>
                </a:lnTo>
                <a:moveTo>
                  <a:pt x="65" y="36"/>
                </a:moveTo>
                <a:lnTo>
                  <a:pt x="72" y="40"/>
                </a:lnTo>
                <a:lnTo>
                  <a:pt x="67" y="47"/>
                </a:lnTo>
                <a:lnTo>
                  <a:pt x="60" y="43"/>
                </a:lnTo>
                <a:lnTo>
                  <a:pt x="65" y="36"/>
                </a:lnTo>
                <a:moveTo>
                  <a:pt x="72" y="40"/>
                </a:moveTo>
                <a:lnTo>
                  <a:pt x="78" y="45"/>
                </a:lnTo>
                <a:lnTo>
                  <a:pt x="74" y="52"/>
                </a:lnTo>
                <a:lnTo>
                  <a:pt x="67" y="47"/>
                </a:lnTo>
                <a:lnTo>
                  <a:pt x="72" y="40"/>
                </a:lnTo>
                <a:moveTo>
                  <a:pt x="78" y="45"/>
                </a:moveTo>
                <a:lnTo>
                  <a:pt x="85" y="49"/>
                </a:lnTo>
                <a:lnTo>
                  <a:pt x="81" y="56"/>
                </a:lnTo>
                <a:lnTo>
                  <a:pt x="74" y="52"/>
                </a:lnTo>
                <a:lnTo>
                  <a:pt x="78" y="45"/>
                </a:lnTo>
                <a:moveTo>
                  <a:pt x="85" y="49"/>
                </a:moveTo>
                <a:lnTo>
                  <a:pt x="92" y="54"/>
                </a:lnTo>
                <a:lnTo>
                  <a:pt x="88" y="60"/>
                </a:lnTo>
                <a:lnTo>
                  <a:pt x="81" y="56"/>
                </a:lnTo>
                <a:lnTo>
                  <a:pt x="85" y="49"/>
                </a:lnTo>
                <a:moveTo>
                  <a:pt x="92" y="54"/>
                </a:moveTo>
                <a:lnTo>
                  <a:pt x="100" y="59"/>
                </a:lnTo>
                <a:lnTo>
                  <a:pt x="86" y="64"/>
                </a:lnTo>
                <a:lnTo>
                  <a:pt x="83" y="56"/>
                </a:lnTo>
                <a:lnTo>
                  <a:pt x="90" y="54"/>
                </a:lnTo>
                <a:lnTo>
                  <a:pt x="91" y="58"/>
                </a:lnTo>
                <a:lnTo>
                  <a:pt x="89" y="61"/>
                </a:lnTo>
                <a:lnTo>
                  <a:pt x="88" y="60"/>
                </a:lnTo>
                <a:lnTo>
                  <a:pt x="92" y="54"/>
                </a:lnTo>
                <a:moveTo>
                  <a:pt x="86" y="64"/>
                </a:moveTo>
                <a:lnTo>
                  <a:pt x="78" y="67"/>
                </a:lnTo>
                <a:lnTo>
                  <a:pt x="76" y="59"/>
                </a:lnTo>
                <a:lnTo>
                  <a:pt x="83" y="56"/>
                </a:lnTo>
                <a:lnTo>
                  <a:pt x="86" y="64"/>
                </a:lnTo>
                <a:moveTo>
                  <a:pt x="78" y="67"/>
                </a:moveTo>
                <a:lnTo>
                  <a:pt x="71" y="69"/>
                </a:lnTo>
                <a:lnTo>
                  <a:pt x="68" y="62"/>
                </a:lnTo>
                <a:lnTo>
                  <a:pt x="76" y="59"/>
                </a:lnTo>
                <a:lnTo>
                  <a:pt x="78" y="67"/>
                </a:lnTo>
                <a:moveTo>
                  <a:pt x="71" y="69"/>
                </a:moveTo>
                <a:lnTo>
                  <a:pt x="63" y="72"/>
                </a:lnTo>
                <a:lnTo>
                  <a:pt x="61" y="65"/>
                </a:lnTo>
                <a:lnTo>
                  <a:pt x="68" y="62"/>
                </a:lnTo>
                <a:lnTo>
                  <a:pt x="71" y="69"/>
                </a:lnTo>
                <a:moveTo>
                  <a:pt x="63" y="72"/>
                </a:moveTo>
                <a:lnTo>
                  <a:pt x="55" y="75"/>
                </a:lnTo>
                <a:lnTo>
                  <a:pt x="52" y="67"/>
                </a:lnTo>
                <a:lnTo>
                  <a:pt x="61" y="65"/>
                </a:lnTo>
                <a:lnTo>
                  <a:pt x="63" y="72"/>
                </a:lnTo>
                <a:moveTo>
                  <a:pt x="55" y="75"/>
                </a:moveTo>
                <a:lnTo>
                  <a:pt x="47" y="78"/>
                </a:lnTo>
                <a:lnTo>
                  <a:pt x="44" y="70"/>
                </a:lnTo>
                <a:lnTo>
                  <a:pt x="52" y="67"/>
                </a:lnTo>
                <a:lnTo>
                  <a:pt x="55" y="75"/>
                </a:lnTo>
                <a:moveTo>
                  <a:pt x="47" y="78"/>
                </a:moveTo>
                <a:lnTo>
                  <a:pt x="39" y="80"/>
                </a:lnTo>
                <a:lnTo>
                  <a:pt x="37" y="73"/>
                </a:lnTo>
                <a:lnTo>
                  <a:pt x="44" y="70"/>
                </a:lnTo>
                <a:lnTo>
                  <a:pt x="47" y="78"/>
                </a:lnTo>
                <a:moveTo>
                  <a:pt x="39" y="80"/>
                </a:moveTo>
                <a:lnTo>
                  <a:pt x="32" y="83"/>
                </a:lnTo>
                <a:lnTo>
                  <a:pt x="29" y="76"/>
                </a:lnTo>
                <a:lnTo>
                  <a:pt x="37" y="73"/>
                </a:lnTo>
                <a:lnTo>
                  <a:pt x="39" y="80"/>
                </a:lnTo>
                <a:moveTo>
                  <a:pt x="32" y="83"/>
                </a:moveTo>
                <a:lnTo>
                  <a:pt x="24" y="86"/>
                </a:lnTo>
                <a:lnTo>
                  <a:pt x="21" y="78"/>
                </a:lnTo>
                <a:lnTo>
                  <a:pt x="29" y="76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1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1" y="83"/>
                </a:lnTo>
                <a:lnTo>
                  <a:pt x="10" y="84"/>
                </a:lnTo>
                <a:lnTo>
                  <a:pt x="9" y="89"/>
                </a:lnTo>
                <a:lnTo>
                  <a:pt x="5" y="89"/>
                </a:lnTo>
                <a:lnTo>
                  <a:pt x="4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10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2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4"/>
                </a:lnTo>
                <a:lnTo>
                  <a:pt x="13" y="52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6"/>
                </a:lnTo>
                <a:lnTo>
                  <a:pt x="14" y="44"/>
                </a:lnTo>
                <a:lnTo>
                  <a:pt x="6" y="43"/>
                </a:lnTo>
                <a:moveTo>
                  <a:pt x="7" y="35"/>
                </a:moveTo>
                <a:lnTo>
                  <a:pt x="8" y="27"/>
                </a:lnTo>
                <a:lnTo>
                  <a:pt x="16" y="28"/>
                </a:lnTo>
                <a:lnTo>
                  <a:pt x="15" y="36"/>
                </a:lnTo>
                <a:lnTo>
                  <a:pt x="7" y="35"/>
                </a:lnTo>
                <a:moveTo>
                  <a:pt x="8" y="27"/>
                </a:moveTo>
                <a:lnTo>
                  <a:pt x="9" y="19"/>
                </a:lnTo>
                <a:lnTo>
                  <a:pt x="17" y="20"/>
                </a:lnTo>
                <a:lnTo>
                  <a:pt x="16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8" y="11"/>
                </a:lnTo>
                <a:lnTo>
                  <a:pt x="17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6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3553200" y="2372040"/>
            <a:ext cx="816840" cy="48960"/>
          </a:xfrm>
          <a:custGeom>
            <a:avLst/>
            <a:gdLst/>
            <a:ahLst/>
            <a:rect l="0" t="0" r="r" b="b"/>
            <a:pathLst>
              <a:path fill="none" w="2269" h="136">
                <a:moveTo>
                  <a:pt x="2269" y="0"/>
                </a:moveTo>
                <a:lnTo>
                  <a:pt x="2077" y="22"/>
                </a:lnTo>
                <a:cubicBezTo>
                  <a:pt x="1884" y="45"/>
                  <a:pt x="1499" y="90"/>
                  <a:pt x="1121" y="113"/>
                </a:cubicBezTo>
                <a:cubicBezTo>
                  <a:pt x="743" y="136"/>
                  <a:pt x="372" y="136"/>
                  <a:pt x="186" y="136"/>
                </a:cubicBezTo>
                <a:lnTo>
                  <a:pt x="0" y="13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3538800" y="2405880"/>
            <a:ext cx="29160" cy="29520"/>
          </a:xfrm>
          <a:custGeom>
            <a:avLst/>
            <a:gdLst/>
            <a:ahLst/>
            <a:rect l="0" t="0" r="r" b="b"/>
            <a:pathLst>
              <a:path w="81" h="82">
                <a:moveTo>
                  <a:pt x="81" y="82"/>
                </a:moveTo>
                <a:lnTo>
                  <a:pt x="0" y="41"/>
                </a:lnTo>
                <a:lnTo>
                  <a:pt x="81" y="0"/>
                </a:lnTo>
                <a:lnTo>
                  <a:pt x="81" y="8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3535560" y="24037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80" y="88"/>
                </a:moveTo>
                <a:lnTo>
                  <a:pt x="73" y="84"/>
                </a:lnTo>
                <a:lnTo>
                  <a:pt x="77" y="77"/>
                </a:lnTo>
                <a:lnTo>
                  <a:pt x="85" y="81"/>
                </a:lnTo>
                <a:lnTo>
                  <a:pt x="80" y="88"/>
                </a:lnTo>
                <a:moveTo>
                  <a:pt x="73" y="84"/>
                </a:moveTo>
                <a:lnTo>
                  <a:pt x="66" y="81"/>
                </a:lnTo>
                <a:lnTo>
                  <a:pt x="70" y="74"/>
                </a:lnTo>
                <a:lnTo>
                  <a:pt x="77" y="77"/>
                </a:lnTo>
                <a:lnTo>
                  <a:pt x="73" y="84"/>
                </a:lnTo>
                <a:moveTo>
                  <a:pt x="66" y="81"/>
                </a:moveTo>
                <a:lnTo>
                  <a:pt x="59" y="77"/>
                </a:lnTo>
                <a:lnTo>
                  <a:pt x="62" y="70"/>
                </a:lnTo>
                <a:lnTo>
                  <a:pt x="70" y="74"/>
                </a:lnTo>
                <a:lnTo>
                  <a:pt x="66" y="81"/>
                </a:lnTo>
                <a:moveTo>
                  <a:pt x="59" y="77"/>
                </a:moveTo>
                <a:lnTo>
                  <a:pt x="51" y="74"/>
                </a:lnTo>
                <a:lnTo>
                  <a:pt x="55" y="65"/>
                </a:lnTo>
                <a:lnTo>
                  <a:pt x="62" y="70"/>
                </a:lnTo>
                <a:lnTo>
                  <a:pt x="59" y="77"/>
                </a:lnTo>
                <a:moveTo>
                  <a:pt x="51" y="74"/>
                </a:moveTo>
                <a:lnTo>
                  <a:pt x="44" y="70"/>
                </a:lnTo>
                <a:lnTo>
                  <a:pt x="48" y="62"/>
                </a:lnTo>
                <a:lnTo>
                  <a:pt x="55" y="65"/>
                </a:lnTo>
                <a:lnTo>
                  <a:pt x="51" y="74"/>
                </a:lnTo>
                <a:moveTo>
                  <a:pt x="44" y="70"/>
                </a:moveTo>
                <a:lnTo>
                  <a:pt x="37" y="65"/>
                </a:lnTo>
                <a:lnTo>
                  <a:pt x="41" y="58"/>
                </a:lnTo>
                <a:lnTo>
                  <a:pt x="48" y="62"/>
                </a:lnTo>
                <a:lnTo>
                  <a:pt x="44" y="70"/>
                </a:lnTo>
                <a:moveTo>
                  <a:pt x="37" y="65"/>
                </a:moveTo>
                <a:lnTo>
                  <a:pt x="30" y="62"/>
                </a:lnTo>
                <a:lnTo>
                  <a:pt x="33" y="55"/>
                </a:lnTo>
                <a:lnTo>
                  <a:pt x="41" y="58"/>
                </a:lnTo>
                <a:lnTo>
                  <a:pt x="37" y="65"/>
                </a:lnTo>
                <a:moveTo>
                  <a:pt x="30" y="62"/>
                </a:moveTo>
                <a:lnTo>
                  <a:pt x="23" y="58"/>
                </a:lnTo>
                <a:lnTo>
                  <a:pt x="26" y="51"/>
                </a:lnTo>
                <a:lnTo>
                  <a:pt x="33" y="55"/>
                </a:lnTo>
                <a:lnTo>
                  <a:pt x="30" y="62"/>
                </a:lnTo>
                <a:moveTo>
                  <a:pt x="23" y="58"/>
                </a:moveTo>
                <a:lnTo>
                  <a:pt x="15" y="55"/>
                </a:lnTo>
                <a:lnTo>
                  <a:pt x="19" y="47"/>
                </a:lnTo>
                <a:lnTo>
                  <a:pt x="26" y="51"/>
                </a:lnTo>
                <a:lnTo>
                  <a:pt x="23" y="58"/>
                </a:lnTo>
                <a:moveTo>
                  <a:pt x="15" y="55"/>
                </a:moveTo>
                <a:lnTo>
                  <a:pt x="8" y="51"/>
                </a:lnTo>
                <a:lnTo>
                  <a:pt x="12" y="44"/>
                </a:lnTo>
                <a:lnTo>
                  <a:pt x="19" y="47"/>
                </a:lnTo>
                <a:lnTo>
                  <a:pt x="15" y="55"/>
                </a:lnTo>
                <a:moveTo>
                  <a:pt x="8" y="51"/>
                </a:moveTo>
                <a:lnTo>
                  <a:pt x="0" y="47"/>
                </a:lnTo>
                <a:lnTo>
                  <a:pt x="13" y="40"/>
                </a:lnTo>
                <a:lnTo>
                  <a:pt x="16" y="47"/>
                </a:lnTo>
                <a:lnTo>
                  <a:pt x="10" y="50"/>
                </a:lnTo>
                <a:lnTo>
                  <a:pt x="9" y="47"/>
                </a:lnTo>
                <a:lnTo>
                  <a:pt x="10" y="43"/>
                </a:lnTo>
                <a:lnTo>
                  <a:pt x="12" y="44"/>
                </a:lnTo>
                <a:lnTo>
                  <a:pt x="8" y="51"/>
                </a:lnTo>
                <a:moveTo>
                  <a:pt x="13" y="40"/>
                </a:moveTo>
                <a:lnTo>
                  <a:pt x="20" y="36"/>
                </a:lnTo>
                <a:lnTo>
                  <a:pt x="24" y="44"/>
                </a:lnTo>
                <a:lnTo>
                  <a:pt x="16" y="47"/>
                </a:lnTo>
                <a:lnTo>
                  <a:pt x="13" y="40"/>
                </a:lnTo>
                <a:moveTo>
                  <a:pt x="20" y="36"/>
                </a:moveTo>
                <a:lnTo>
                  <a:pt x="27" y="33"/>
                </a:lnTo>
                <a:lnTo>
                  <a:pt x="31" y="40"/>
                </a:lnTo>
                <a:lnTo>
                  <a:pt x="24" y="44"/>
                </a:lnTo>
                <a:lnTo>
                  <a:pt x="20" y="36"/>
                </a:lnTo>
                <a:moveTo>
                  <a:pt x="27" y="33"/>
                </a:moveTo>
                <a:lnTo>
                  <a:pt x="34" y="29"/>
                </a:lnTo>
                <a:lnTo>
                  <a:pt x="38" y="36"/>
                </a:lnTo>
                <a:lnTo>
                  <a:pt x="31" y="40"/>
                </a:lnTo>
                <a:lnTo>
                  <a:pt x="27" y="33"/>
                </a:lnTo>
                <a:moveTo>
                  <a:pt x="34" y="29"/>
                </a:moveTo>
                <a:lnTo>
                  <a:pt x="42" y="26"/>
                </a:lnTo>
                <a:lnTo>
                  <a:pt x="45" y="33"/>
                </a:lnTo>
                <a:lnTo>
                  <a:pt x="38" y="36"/>
                </a:lnTo>
                <a:lnTo>
                  <a:pt x="34" y="29"/>
                </a:lnTo>
                <a:moveTo>
                  <a:pt x="42" y="26"/>
                </a:moveTo>
                <a:lnTo>
                  <a:pt x="49" y="22"/>
                </a:lnTo>
                <a:lnTo>
                  <a:pt x="52" y="29"/>
                </a:lnTo>
                <a:lnTo>
                  <a:pt x="45" y="33"/>
                </a:lnTo>
                <a:lnTo>
                  <a:pt x="42" y="26"/>
                </a:lnTo>
                <a:moveTo>
                  <a:pt x="49" y="22"/>
                </a:moveTo>
                <a:lnTo>
                  <a:pt x="56" y="18"/>
                </a:lnTo>
                <a:lnTo>
                  <a:pt x="60" y="26"/>
                </a:lnTo>
                <a:lnTo>
                  <a:pt x="52" y="29"/>
                </a:lnTo>
                <a:lnTo>
                  <a:pt x="49" y="22"/>
                </a:lnTo>
                <a:moveTo>
                  <a:pt x="56" y="18"/>
                </a:moveTo>
                <a:lnTo>
                  <a:pt x="63" y="15"/>
                </a:lnTo>
                <a:lnTo>
                  <a:pt x="67" y="22"/>
                </a:lnTo>
                <a:lnTo>
                  <a:pt x="60" y="26"/>
                </a:lnTo>
                <a:lnTo>
                  <a:pt x="56" y="18"/>
                </a:lnTo>
                <a:moveTo>
                  <a:pt x="63" y="15"/>
                </a:moveTo>
                <a:lnTo>
                  <a:pt x="71" y="11"/>
                </a:lnTo>
                <a:lnTo>
                  <a:pt x="74" y="18"/>
                </a:lnTo>
                <a:lnTo>
                  <a:pt x="67" y="22"/>
                </a:lnTo>
                <a:lnTo>
                  <a:pt x="63" y="15"/>
                </a:lnTo>
                <a:moveTo>
                  <a:pt x="71" y="11"/>
                </a:moveTo>
                <a:lnTo>
                  <a:pt x="78" y="8"/>
                </a:lnTo>
                <a:lnTo>
                  <a:pt x="81" y="15"/>
                </a:lnTo>
                <a:lnTo>
                  <a:pt x="74" y="18"/>
                </a:lnTo>
                <a:lnTo>
                  <a:pt x="71" y="11"/>
                </a:lnTo>
                <a:moveTo>
                  <a:pt x="78" y="8"/>
                </a:moveTo>
                <a:lnTo>
                  <a:pt x="86" y="4"/>
                </a:lnTo>
                <a:lnTo>
                  <a:pt x="90" y="11"/>
                </a:lnTo>
                <a:lnTo>
                  <a:pt x="81" y="15"/>
                </a:lnTo>
                <a:lnTo>
                  <a:pt x="78" y="8"/>
                </a:lnTo>
                <a:moveTo>
                  <a:pt x="86" y="4"/>
                </a:moveTo>
                <a:lnTo>
                  <a:pt x="94" y="0"/>
                </a:lnTo>
                <a:lnTo>
                  <a:pt x="94" y="11"/>
                </a:lnTo>
                <a:lnTo>
                  <a:pt x="86" y="11"/>
                </a:lnTo>
                <a:lnTo>
                  <a:pt x="86" y="6"/>
                </a:lnTo>
                <a:lnTo>
                  <a:pt x="90" y="6"/>
                </a:lnTo>
                <a:lnTo>
                  <a:pt x="92" y="10"/>
                </a:lnTo>
                <a:lnTo>
                  <a:pt x="90" y="11"/>
                </a:lnTo>
                <a:lnTo>
                  <a:pt x="86" y="4"/>
                </a:lnTo>
                <a:moveTo>
                  <a:pt x="94" y="11"/>
                </a:moveTo>
                <a:lnTo>
                  <a:pt x="94" y="19"/>
                </a:lnTo>
                <a:lnTo>
                  <a:pt x="86" y="19"/>
                </a:lnTo>
                <a:lnTo>
                  <a:pt x="86" y="11"/>
                </a:lnTo>
                <a:lnTo>
                  <a:pt x="94" y="11"/>
                </a:lnTo>
                <a:moveTo>
                  <a:pt x="94" y="19"/>
                </a:moveTo>
                <a:lnTo>
                  <a:pt x="94" y="28"/>
                </a:lnTo>
                <a:lnTo>
                  <a:pt x="86" y="28"/>
                </a:lnTo>
                <a:lnTo>
                  <a:pt x="86" y="19"/>
                </a:lnTo>
                <a:lnTo>
                  <a:pt x="94" y="19"/>
                </a:lnTo>
                <a:moveTo>
                  <a:pt x="94" y="28"/>
                </a:moveTo>
                <a:lnTo>
                  <a:pt x="94" y="36"/>
                </a:lnTo>
                <a:lnTo>
                  <a:pt x="86" y="36"/>
                </a:lnTo>
                <a:lnTo>
                  <a:pt x="86" y="28"/>
                </a:lnTo>
                <a:lnTo>
                  <a:pt x="94" y="28"/>
                </a:lnTo>
                <a:moveTo>
                  <a:pt x="94" y="36"/>
                </a:moveTo>
                <a:lnTo>
                  <a:pt x="94" y="44"/>
                </a:lnTo>
                <a:lnTo>
                  <a:pt x="86" y="44"/>
                </a:lnTo>
                <a:lnTo>
                  <a:pt x="86" y="36"/>
                </a:lnTo>
                <a:lnTo>
                  <a:pt x="94" y="36"/>
                </a:lnTo>
                <a:moveTo>
                  <a:pt x="94" y="44"/>
                </a:moveTo>
                <a:lnTo>
                  <a:pt x="94" y="52"/>
                </a:lnTo>
                <a:lnTo>
                  <a:pt x="86" y="52"/>
                </a:lnTo>
                <a:lnTo>
                  <a:pt x="86" y="44"/>
                </a:lnTo>
                <a:lnTo>
                  <a:pt x="94" y="44"/>
                </a:lnTo>
                <a:moveTo>
                  <a:pt x="94" y="52"/>
                </a:moveTo>
                <a:lnTo>
                  <a:pt x="94" y="60"/>
                </a:lnTo>
                <a:lnTo>
                  <a:pt x="86" y="60"/>
                </a:lnTo>
                <a:lnTo>
                  <a:pt x="86" y="52"/>
                </a:lnTo>
                <a:lnTo>
                  <a:pt x="94" y="52"/>
                </a:lnTo>
                <a:moveTo>
                  <a:pt x="94" y="60"/>
                </a:moveTo>
                <a:lnTo>
                  <a:pt x="94" y="69"/>
                </a:lnTo>
                <a:lnTo>
                  <a:pt x="86" y="69"/>
                </a:lnTo>
                <a:lnTo>
                  <a:pt x="86" y="60"/>
                </a:lnTo>
                <a:lnTo>
                  <a:pt x="94" y="60"/>
                </a:lnTo>
                <a:moveTo>
                  <a:pt x="94" y="69"/>
                </a:moveTo>
                <a:lnTo>
                  <a:pt x="94" y="77"/>
                </a:lnTo>
                <a:lnTo>
                  <a:pt x="86" y="77"/>
                </a:lnTo>
                <a:lnTo>
                  <a:pt x="86" y="69"/>
                </a:lnTo>
                <a:lnTo>
                  <a:pt x="94" y="69"/>
                </a:lnTo>
                <a:moveTo>
                  <a:pt x="94" y="77"/>
                </a:moveTo>
                <a:lnTo>
                  <a:pt x="94" y="85"/>
                </a:lnTo>
                <a:lnTo>
                  <a:pt x="86" y="85"/>
                </a:lnTo>
                <a:lnTo>
                  <a:pt x="86" y="77"/>
                </a:lnTo>
                <a:lnTo>
                  <a:pt x="94" y="77"/>
                </a:lnTo>
                <a:moveTo>
                  <a:pt x="94" y="85"/>
                </a:moveTo>
                <a:lnTo>
                  <a:pt x="94" y="95"/>
                </a:lnTo>
                <a:lnTo>
                  <a:pt x="80" y="88"/>
                </a:lnTo>
                <a:lnTo>
                  <a:pt x="85" y="81"/>
                </a:lnTo>
                <a:lnTo>
                  <a:pt x="92" y="84"/>
                </a:lnTo>
                <a:lnTo>
                  <a:pt x="90" y="88"/>
                </a:lnTo>
                <a:lnTo>
                  <a:pt x="86" y="88"/>
                </a:lnTo>
                <a:lnTo>
                  <a:pt x="86" y="85"/>
                </a:lnTo>
                <a:lnTo>
                  <a:pt x="94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2150280" y="2473920"/>
            <a:ext cx="442440" cy="23400"/>
          </a:xfrm>
          <a:custGeom>
            <a:avLst/>
            <a:gdLst/>
            <a:ahLst/>
            <a:rect l="0" t="0" r="r" b="b"/>
            <a:pathLst>
              <a:path fill="none" w="1229" h="65">
                <a:moveTo>
                  <a:pt x="1229" y="14"/>
                </a:moveTo>
                <a:lnTo>
                  <a:pt x="1123" y="28"/>
                </a:lnTo>
                <a:cubicBezTo>
                  <a:pt x="1017" y="41"/>
                  <a:pt x="806" y="67"/>
                  <a:pt x="601" y="65"/>
                </a:cubicBezTo>
                <a:cubicBezTo>
                  <a:pt x="396" y="62"/>
                  <a:pt x="198" y="32"/>
                  <a:pt x="99" y="1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2135880" y="246204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5" y="81"/>
                </a:moveTo>
                <a:lnTo>
                  <a:pt x="0" y="27"/>
                </a:lnTo>
                <a:lnTo>
                  <a:pt x="87" y="0"/>
                </a:lnTo>
                <a:lnTo>
                  <a:pt x="75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2132640" y="245988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75" y="85"/>
                </a:moveTo>
                <a:lnTo>
                  <a:pt x="68" y="81"/>
                </a:lnTo>
                <a:lnTo>
                  <a:pt x="73" y="74"/>
                </a:lnTo>
                <a:lnTo>
                  <a:pt x="80" y="79"/>
                </a:lnTo>
                <a:lnTo>
                  <a:pt x="75" y="85"/>
                </a:lnTo>
                <a:moveTo>
                  <a:pt x="68" y="81"/>
                </a:moveTo>
                <a:lnTo>
                  <a:pt x="62" y="76"/>
                </a:lnTo>
                <a:lnTo>
                  <a:pt x="67" y="69"/>
                </a:lnTo>
                <a:lnTo>
                  <a:pt x="73" y="74"/>
                </a:lnTo>
                <a:lnTo>
                  <a:pt x="68" y="81"/>
                </a:lnTo>
                <a:moveTo>
                  <a:pt x="62" y="76"/>
                </a:moveTo>
                <a:lnTo>
                  <a:pt x="55" y="71"/>
                </a:lnTo>
                <a:lnTo>
                  <a:pt x="60" y="65"/>
                </a:lnTo>
                <a:lnTo>
                  <a:pt x="67" y="69"/>
                </a:lnTo>
                <a:lnTo>
                  <a:pt x="62" y="76"/>
                </a:lnTo>
                <a:moveTo>
                  <a:pt x="55" y="71"/>
                </a:moveTo>
                <a:lnTo>
                  <a:pt x="49" y="67"/>
                </a:lnTo>
                <a:lnTo>
                  <a:pt x="53" y="60"/>
                </a:lnTo>
                <a:lnTo>
                  <a:pt x="60" y="65"/>
                </a:lnTo>
                <a:lnTo>
                  <a:pt x="55" y="71"/>
                </a:lnTo>
                <a:moveTo>
                  <a:pt x="49" y="67"/>
                </a:moveTo>
                <a:lnTo>
                  <a:pt x="42" y="62"/>
                </a:lnTo>
                <a:lnTo>
                  <a:pt x="47" y="55"/>
                </a:lnTo>
                <a:lnTo>
                  <a:pt x="53" y="60"/>
                </a:lnTo>
                <a:lnTo>
                  <a:pt x="49" y="67"/>
                </a:lnTo>
                <a:moveTo>
                  <a:pt x="42" y="62"/>
                </a:moveTo>
                <a:lnTo>
                  <a:pt x="35" y="57"/>
                </a:lnTo>
                <a:lnTo>
                  <a:pt x="40" y="51"/>
                </a:lnTo>
                <a:lnTo>
                  <a:pt x="47" y="55"/>
                </a:lnTo>
                <a:lnTo>
                  <a:pt x="42" y="62"/>
                </a:lnTo>
                <a:moveTo>
                  <a:pt x="35" y="57"/>
                </a:moveTo>
                <a:lnTo>
                  <a:pt x="29" y="53"/>
                </a:lnTo>
                <a:lnTo>
                  <a:pt x="34" y="46"/>
                </a:lnTo>
                <a:lnTo>
                  <a:pt x="40" y="51"/>
                </a:lnTo>
                <a:lnTo>
                  <a:pt x="35" y="57"/>
                </a:lnTo>
                <a:moveTo>
                  <a:pt x="29" y="53"/>
                </a:moveTo>
                <a:lnTo>
                  <a:pt x="21" y="48"/>
                </a:lnTo>
                <a:lnTo>
                  <a:pt x="27" y="41"/>
                </a:lnTo>
                <a:lnTo>
                  <a:pt x="34" y="46"/>
                </a:lnTo>
                <a:lnTo>
                  <a:pt x="29" y="53"/>
                </a:lnTo>
                <a:moveTo>
                  <a:pt x="21" y="48"/>
                </a:moveTo>
                <a:lnTo>
                  <a:pt x="15" y="43"/>
                </a:lnTo>
                <a:lnTo>
                  <a:pt x="19" y="37"/>
                </a:lnTo>
                <a:lnTo>
                  <a:pt x="27" y="41"/>
                </a:lnTo>
                <a:lnTo>
                  <a:pt x="21" y="48"/>
                </a:lnTo>
                <a:moveTo>
                  <a:pt x="15" y="43"/>
                </a:moveTo>
                <a:lnTo>
                  <a:pt x="8" y="38"/>
                </a:lnTo>
                <a:lnTo>
                  <a:pt x="13" y="32"/>
                </a:lnTo>
                <a:lnTo>
                  <a:pt x="19" y="37"/>
                </a:lnTo>
                <a:lnTo>
                  <a:pt x="15" y="43"/>
                </a:lnTo>
                <a:moveTo>
                  <a:pt x="8" y="38"/>
                </a:moveTo>
                <a:lnTo>
                  <a:pt x="0" y="33"/>
                </a:lnTo>
                <a:lnTo>
                  <a:pt x="14" y="28"/>
                </a:lnTo>
                <a:lnTo>
                  <a:pt x="17" y="36"/>
                </a:lnTo>
                <a:lnTo>
                  <a:pt x="10" y="38"/>
                </a:lnTo>
                <a:lnTo>
                  <a:pt x="9" y="34"/>
                </a:lnTo>
                <a:lnTo>
                  <a:pt x="12" y="31"/>
                </a:lnTo>
                <a:lnTo>
                  <a:pt x="13" y="32"/>
                </a:lnTo>
                <a:lnTo>
                  <a:pt x="8" y="38"/>
                </a:lnTo>
                <a:moveTo>
                  <a:pt x="14" y="28"/>
                </a:moveTo>
                <a:lnTo>
                  <a:pt x="22" y="26"/>
                </a:lnTo>
                <a:lnTo>
                  <a:pt x="24" y="34"/>
                </a:lnTo>
                <a:lnTo>
                  <a:pt x="17" y="36"/>
                </a:lnTo>
                <a:lnTo>
                  <a:pt x="14" y="28"/>
                </a:lnTo>
                <a:moveTo>
                  <a:pt x="22" y="26"/>
                </a:moveTo>
                <a:lnTo>
                  <a:pt x="31" y="24"/>
                </a:lnTo>
                <a:lnTo>
                  <a:pt x="33" y="31"/>
                </a:lnTo>
                <a:lnTo>
                  <a:pt x="24" y="34"/>
                </a:lnTo>
                <a:lnTo>
                  <a:pt x="22" y="26"/>
                </a:lnTo>
                <a:moveTo>
                  <a:pt x="31" y="24"/>
                </a:moveTo>
                <a:lnTo>
                  <a:pt x="38" y="20"/>
                </a:lnTo>
                <a:lnTo>
                  <a:pt x="41" y="29"/>
                </a:lnTo>
                <a:lnTo>
                  <a:pt x="33" y="31"/>
                </a:lnTo>
                <a:lnTo>
                  <a:pt x="31" y="24"/>
                </a:lnTo>
                <a:moveTo>
                  <a:pt x="38" y="20"/>
                </a:moveTo>
                <a:lnTo>
                  <a:pt x="46" y="18"/>
                </a:lnTo>
                <a:lnTo>
                  <a:pt x="49" y="26"/>
                </a:lnTo>
                <a:lnTo>
                  <a:pt x="41" y="29"/>
                </a:lnTo>
                <a:lnTo>
                  <a:pt x="38" y="20"/>
                </a:lnTo>
                <a:moveTo>
                  <a:pt x="46" y="18"/>
                </a:moveTo>
                <a:lnTo>
                  <a:pt x="54" y="15"/>
                </a:lnTo>
                <a:lnTo>
                  <a:pt x="56" y="24"/>
                </a:lnTo>
                <a:lnTo>
                  <a:pt x="49" y="26"/>
                </a:lnTo>
                <a:lnTo>
                  <a:pt x="46" y="18"/>
                </a:lnTo>
                <a:moveTo>
                  <a:pt x="54" y="15"/>
                </a:moveTo>
                <a:lnTo>
                  <a:pt x="61" y="13"/>
                </a:lnTo>
                <a:lnTo>
                  <a:pt x="64" y="20"/>
                </a:lnTo>
                <a:lnTo>
                  <a:pt x="56" y="24"/>
                </a:lnTo>
                <a:lnTo>
                  <a:pt x="54" y="15"/>
                </a:lnTo>
                <a:moveTo>
                  <a:pt x="61" y="13"/>
                </a:moveTo>
                <a:lnTo>
                  <a:pt x="69" y="10"/>
                </a:lnTo>
                <a:lnTo>
                  <a:pt x="72" y="18"/>
                </a:lnTo>
                <a:lnTo>
                  <a:pt x="64" y="20"/>
                </a:lnTo>
                <a:lnTo>
                  <a:pt x="61" y="13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0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1" y="0"/>
                </a:lnTo>
                <a:lnTo>
                  <a:pt x="100" y="11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0"/>
                </a:lnTo>
                <a:lnTo>
                  <a:pt x="92" y="3"/>
                </a:lnTo>
                <a:moveTo>
                  <a:pt x="100" y="11"/>
                </a:moveTo>
                <a:lnTo>
                  <a:pt x="98" y="19"/>
                </a:lnTo>
                <a:lnTo>
                  <a:pt x="90" y="18"/>
                </a:lnTo>
                <a:lnTo>
                  <a:pt x="92" y="10"/>
                </a:lnTo>
                <a:lnTo>
                  <a:pt x="100" y="11"/>
                </a:lnTo>
                <a:moveTo>
                  <a:pt x="98" y="19"/>
                </a:moveTo>
                <a:lnTo>
                  <a:pt x="97" y="28"/>
                </a:lnTo>
                <a:lnTo>
                  <a:pt x="89" y="27"/>
                </a:lnTo>
                <a:lnTo>
                  <a:pt x="90" y="18"/>
                </a:lnTo>
                <a:lnTo>
                  <a:pt x="98" y="19"/>
                </a:lnTo>
                <a:moveTo>
                  <a:pt x="97" y="28"/>
                </a:moveTo>
                <a:lnTo>
                  <a:pt x="96" y="36"/>
                </a:lnTo>
                <a:lnTo>
                  <a:pt x="88" y="35"/>
                </a:lnTo>
                <a:lnTo>
                  <a:pt x="89" y="27"/>
                </a:lnTo>
                <a:lnTo>
                  <a:pt x="97" y="28"/>
                </a:lnTo>
                <a:moveTo>
                  <a:pt x="96" y="36"/>
                </a:moveTo>
                <a:lnTo>
                  <a:pt x="95" y="44"/>
                </a:lnTo>
                <a:lnTo>
                  <a:pt x="87" y="43"/>
                </a:lnTo>
                <a:lnTo>
                  <a:pt x="88" y="35"/>
                </a:lnTo>
                <a:lnTo>
                  <a:pt x="96" y="36"/>
                </a:lnTo>
                <a:moveTo>
                  <a:pt x="95" y="44"/>
                </a:moveTo>
                <a:lnTo>
                  <a:pt x="93" y="52"/>
                </a:lnTo>
                <a:lnTo>
                  <a:pt x="85" y="51"/>
                </a:lnTo>
                <a:lnTo>
                  <a:pt x="87" y="43"/>
                </a:lnTo>
                <a:lnTo>
                  <a:pt x="95" y="44"/>
                </a:lnTo>
                <a:moveTo>
                  <a:pt x="93" y="52"/>
                </a:moveTo>
                <a:lnTo>
                  <a:pt x="92" y="60"/>
                </a:lnTo>
                <a:lnTo>
                  <a:pt x="84" y="59"/>
                </a:lnTo>
                <a:lnTo>
                  <a:pt x="85" y="51"/>
                </a:lnTo>
                <a:lnTo>
                  <a:pt x="93" y="52"/>
                </a:lnTo>
                <a:moveTo>
                  <a:pt x="92" y="60"/>
                </a:moveTo>
                <a:lnTo>
                  <a:pt x="91" y="68"/>
                </a:lnTo>
                <a:lnTo>
                  <a:pt x="83" y="67"/>
                </a:lnTo>
                <a:lnTo>
                  <a:pt x="84" y="59"/>
                </a:lnTo>
                <a:lnTo>
                  <a:pt x="92" y="60"/>
                </a:lnTo>
                <a:moveTo>
                  <a:pt x="91" y="68"/>
                </a:moveTo>
                <a:lnTo>
                  <a:pt x="90" y="76"/>
                </a:lnTo>
                <a:lnTo>
                  <a:pt x="82" y="75"/>
                </a:lnTo>
                <a:lnTo>
                  <a:pt x="83" y="67"/>
                </a:lnTo>
                <a:lnTo>
                  <a:pt x="91" y="68"/>
                </a:lnTo>
                <a:moveTo>
                  <a:pt x="90" y="76"/>
                </a:moveTo>
                <a:lnTo>
                  <a:pt x="88" y="84"/>
                </a:lnTo>
                <a:lnTo>
                  <a:pt x="80" y="83"/>
                </a:lnTo>
                <a:lnTo>
                  <a:pt x="82" y="75"/>
                </a:lnTo>
                <a:lnTo>
                  <a:pt x="90" y="76"/>
                </a:lnTo>
                <a:moveTo>
                  <a:pt x="88" y="84"/>
                </a:moveTo>
                <a:lnTo>
                  <a:pt x="87" y="94"/>
                </a:lnTo>
                <a:lnTo>
                  <a:pt x="75" y="85"/>
                </a:lnTo>
                <a:lnTo>
                  <a:pt x="80" y="79"/>
                </a:lnTo>
                <a:lnTo>
                  <a:pt x="86" y="83"/>
                </a:lnTo>
                <a:lnTo>
                  <a:pt x="84" y="87"/>
                </a:lnTo>
                <a:lnTo>
                  <a:pt x="80" y="86"/>
                </a:lnTo>
                <a:lnTo>
                  <a:pt x="80" y="83"/>
                </a:lnTo>
                <a:lnTo>
                  <a:pt x="88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839520" y="2452680"/>
            <a:ext cx="630000" cy="38880"/>
          </a:xfrm>
          <a:custGeom>
            <a:avLst/>
            <a:gdLst/>
            <a:ahLst/>
            <a:rect l="0" t="0" r="r" b="b"/>
            <a:pathLst>
              <a:path fill="none" w="1750" h="108">
                <a:moveTo>
                  <a:pt x="1750" y="34"/>
                </a:moveTo>
                <a:lnTo>
                  <a:pt x="1601" y="54"/>
                </a:lnTo>
                <a:cubicBezTo>
                  <a:pt x="1453" y="73"/>
                  <a:pt x="1156" y="113"/>
                  <a:pt x="864" y="107"/>
                </a:cubicBezTo>
                <a:cubicBezTo>
                  <a:pt x="573" y="102"/>
                  <a:pt x="286" y="51"/>
                  <a:pt x="143" y="2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825120" y="24408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2" y="81"/>
                </a:moveTo>
                <a:lnTo>
                  <a:pt x="0" y="26"/>
                </a:lnTo>
                <a:lnTo>
                  <a:pt x="87" y="0"/>
                </a:lnTo>
                <a:lnTo>
                  <a:pt x="72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821880" y="2438640"/>
            <a:ext cx="36720" cy="33840"/>
          </a:xfrm>
          <a:custGeom>
            <a:avLst/>
            <a:gdLst/>
            <a:ahLst/>
            <a:rect l="0" t="0" r="r" b="b"/>
            <a:pathLst>
              <a:path w="102" h="94">
                <a:moveTo>
                  <a:pt x="74" y="85"/>
                </a:moveTo>
                <a:lnTo>
                  <a:pt x="66" y="79"/>
                </a:lnTo>
                <a:lnTo>
                  <a:pt x="72" y="73"/>
                </a:lnTo>
                <a:lnTo>
                  <a:pt x="78" y="78"/>
                </a:lnTo>
                <a:lnTo>
                  <a:pt x="74" y="85"/>
                </a:lnTo>
                <a:moveTo>
                  <a:pt x="66" y="79"/>
                </a:moveTo>
                <a:lnTo>
                  <a:pt x="60" y="74"/>
                </a:lnTo>
                <a:lnTo>
                  <a:pt x="64" y="68"/>
                </a:lnTo>
                <a:lnTo>
                  <a:pt x="72" y="73"/>
                </a:lnTo>
                <a:lnTo>
                  <a:pt x="66" y="79"/>
                </a:lnTo>
                <a:moveTo>
                  <a:pt x="60" y="74"/>
                </a:moveTo>
                <a:lnTo>
                  <a:pt x="53" y="70"/>
                </a:lnTo>
                <a:lnTo>
                  <a:pt x="58" y="63"/>
                </a:lnTo>
                <a:lnTo>
                  <a:pt x="64" y="68"/>
                </a:lnTo>
                <a:lnTo>
                  <a:pt x="60" y="74"/>
                </a:lnTo>
                <a:moveTo>
                  <a:pt x="53" y="70"/>
                </a:moveTo>
                <a:lnTo>
                  <a:pt x="47" y="65"/>
                </a:lnTo>
                <a:lnTo>
                  <a:pt x="51" y="58"/>
                </a:lnTo>
                <a:lnTo>
                  <a:pt x="58" y="63"/>
                </a:lnTo>
                <a:lnTo>
                  <a:pt x="53" y="70"/>
                </a:lnTo>
                <a:moveTo>
                  <a:pt x="47" y="65"/>
                </a:moveTo>
                <a:lnTo>
                  <a:pt x="40" y="60"/>
                </a:lnTo>
                <a:lnTo>
                  <a:pt x="45" y="54"/>
                </a:lnTo>
                <a:lnTo>
                  <a:pt x="51" y="58"/>
                </a:lnTo>
                <a:lnTo>
                  <a:pt x="47" y="65"/>
                </a:lnTo>
                <a:moveTo>
                  <a:pt x="40" y="60"/>
                </a:moveTo>
                <a:lnTo>
                  <a:pt x="34" y="55"/>
                </a:lnTo>
                <a:lnTo>
                  <a:pt x="38" y="49"/>
                </a:lnTo>
                <a:lnTo>
                  <a:pt x="45" y="54"/>
                </a:lnTo>
                <a:lnTo>
                  <a:pt x="40" y="60"/>
                </a:lnTo>
                <a:moveTo>
                  <a:pt x="34" y="55"/>
                </a:moveTo>
                <a:lnTo>
                  <a:pt x="27" y="50"/>
                </a:lnTo>
                <a:lnTo>
                  <a:pt x="32" y="44"/>
                </a:lnTo>
                <a:lnTo>
                  <a:pt x="38" y="49"/>
                </a:lnTo>
                <a:lnTo>
                  <a:pt x="34" y="55"/>
                </a:lnTo>
                <a:moveTo>
                  <a:pt x="27" y="50"/>
                </a:moveTo>
                <a:lnTo>
                  <a:pt x="21" y="46"/>
                </a:lnTo>
                <a:lnTo>
                  <a:pt x="25" y="39"/>
                </a:lnTo>
                <a:lnTo>
                  <a:pt x="32" y="44"/>
                </a:lnTo>
                <a:lnTo>
                  <a:pt x="27" y="50"/>
                </a:lnTo>
                <a:moveTo>
                  <a:pt x="21" y="46"/>
                </a:moveTo>
                <a:lnTo>
                  <a:pt x="14" y="41"/>
                </a:lnTo>
                <a:lnTo>
                  <a:pt x="19" y="34"/>
                </a:lnTo>
                <a:lnTo>
                  <a:pt x="25" y="39"/>
                </a:lnTo>
                <a:lnTo>
                  <a:pt x="21" y="46"/>
                </a:lnTo>
                <a:moveTo>
                  <a:pt x="14" y="41"/>
                </a:moveTo>
                <a:lnTo>
                  <a:pt x="8" y="36"/>
                </a:lnTo>
                <a:lnTo>
                  <a:pt x="12" y="29"/>
                </a:lnTo>
                <a:lnTo>
                  <a:pt x="19" y="34"/>
                </a:lnTo>
                <a:lnTo>
                  <a:pt x="14" y="41"/>
                </a:lnTo>
                <a:moveTo>
                  <a:pt x="8" y="36"/>
                </a:moveTo>
                <a:lnTo>
                  <a:pt x="0" y="30"/>
                </a:lnTo>
                <a:lnTo>
                  <a:pt x="14" y="26"/>
                </a:lnTo>
                <a:lnTo>
                  <a:pt x="16" y="34"/>
                </a:lnTo>
                <a:lnTo>
                  <a:pt x="10" y="36"/>
                </a:lnTo>
                <a:lnTo>
                  <a:pt x="9" y="32"/>
                </a:lnTo>
                <a:lnTo>
                  <a:pt x="11" y="29"/>
                </a:lnTo>
                <a:lnTo>
                  <a:pt x="12" y="29"/>
                </a:lnTo>
                <a:lnTo>
                  <a:pt x="8" y="36"/>
                </a:lnTo>
                <a:moveTo>
                  <a:pt x="14" y="26"/>
                </a:moveTo>
                <a:lnTo>
                  <a:pt x="22" y="24"/>
                </a:lnTo>
                <a:lnTo>
                  <a:pt x="24" y="31"/>
                </a:lnTo>
                <a:lnTo>
                  <a:pt x="16" y="34"/>
                </a:lnTo>
                <a:lnTo>
                  <a:pt x="14" y="26"/>
                </a:lnTo>
                <a:moveTo>
                  <a:pt x="22" y="24"/>
                </a:moveTo>
                <a:lnTo>
                  <a:pt x="29" y="21"/>
                </a:lnTo>
                <a:lnTo>
                  <a:pt x="32" y="29"/>
                </a:lnTo>
                <a:lnTo>
                  <a:pt x="24" y="31"/>
                </a:lnTo>
                <a:lnTo>
                  <a:pt x="22" y="24"/>
                </a:lnTo>
                <a:moveTo>
                  <a:pt x="29" y="21"/>
                </a:moveTo>
                <a:lnTo>
                  <a:pt x="37" y="19"/>
                </a:lnTo>
                <a:lnTo>
                  <a:pt x="40" y="27"/>
                </a:lnTo>
                <a:lnTo>
                  <a:pt x="32" y="29"/>
                </a:lnTo>
                <a:lnTo>
                  <a:pt x="29" y="21"/>
                </a:lnTo>
                <a:moveTo>
                  <a:pt x="37" y="19"/>
                </a:moveTo>
                <a:lnTo>
                  <a:pt x="45" y="17"/>
                </a:lnTo>
                <a:lnTo>
                  <a:pt x="47" y="25"/>
                </a:lnTo>
                <a:lnTo>
                  <a:pt x="40" y="27"/>
                </a:lnTo>
                <a:lnTo>
                  <a:pt x="37" y="19"/>
                </a:lnTo>
                <a:moveTo>
                  <a:pt x="45" y="17"/>
                </a:moveTo>
                <a:lnTo>
                  <a:pt x="53" y="14"/>
                </a:lnTo>
                <a:lnTo>
                  <a:pt x="55" y="22"/>
                </a:lnTo>
                <a:lnTo>
                  <a:pt x="47" y="25"/>
                </a:lnTo>
                <a:lnTo>
                  <a:pt x="45" y="17"/>
                </a:lnTo>
                <a:moveTo>
                  <a:pt x="53" y="14"/>
                </a:moveTo>
                <a:lnTo>
                  <a:pt x="60" y="12"/>
                </a:lnTo>
                <a:lnTo>
                  <a:pt x="63" y="20"/>
                </a:lnTo>
                <a:lnTo>
                  <a:pt x="55" y="22"/>
                </a:lnTo>
                <a:lnTo>
                  <a:pt x="53" y="14"/>
                </a:lnTo>
                <a:moveTo>
                  <a:pt x="60" y="12"/>
                </a:moveTo>
                <a:lnTo>
                  <a:pt x="69" y="10"/>
                </a:lnTo>
                <a:lnTo>
                  <a:pt x="72" y="18"/>
                </a:lnTo>
                <a:lnTo>
                  <a:pt x="63" y="20"/>
                </a:lnTo>
                <a:lnTo>
                  <a:pt x="60" y="12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1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2" y="0"/>
                </a:lnTo>
                <a:lnTo>
                  <a:pt x="100" y="12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1"/>
                </a:lnTo>
                <a:lnTo>
                  <a:pt x="92" y="3"/>
                </a:lnTo>
                <a:moveTo>
                  <a:pt x="100" y="12"/>
                </a:moveTo>
                <a:lnTo>
                  <a:pt x="98" y="20"/>
                </a:lnTo>
                <a:lnTo>
                  <a:pt x="90" y="18"/>
                </a:lnTo>
                <a:lnTo>
                  <a:pt x="92" y="10"/>
                </a:lnTo>
                <a:lnTo>
                  <a:pt x="100" y="12"/>
                </a:lnTo>
                <a:moveTo>
                  <a:pt x="98" y="20"/>
                </a:moveTo>
                <a:lnTo>
                  <a:pt x="97" y="28"/>
                </a:lnTo>
                <a:lnTo>
                  <a:pt x="89" y="26"/>
                </a:lnTo>
                <a:lnTo>
                  <a:pt x="90" y="18"/>
                </a:lnTo>
                <a:lnTo>
                  <a:pt x="98" y="20"/>
                </a:lnTo>
                <a:moveTo>
                  <a:pt x="97" y="28"/>
                </a:moveTo>
                <a:lnTo>
                  <a:pt x="95" y="36"/>
                </a:lnTo>
                <a:lnTo>
                  <a:pt x="87" y="34"/>
                </a:lnTo>
                <a:lnTo>
                  <a:pt x="89" y="26"/>
                </a:lnTo>
                <a:lnTo>
                  <a:pt x="97" y="28"/>
                </a:lnTo>
                <a:moveTo>
                  <a:pt x="95" y="36"/>
                </a:moveTo>
                <a:lnTo>
                  <a:pt x="94" y="44"/>
                </a:lnTo>
                <a:lnTo>
                  <a:pt x="86" y="42"/>
                </a:lnTo>
                <a:lnTo>
                  <a:pt x="87" y="34"/>
                </a:lnTo>
                <a:lnTo>
                  <a:pt x="95" y="36"/>
                </a:lnTo>
                <a:moveTo>
                  <a:pt x="94" y="44"/>
                </a:moveTo>
                <a:lnTo>
                  <a:pt x="93" y="52"/>
                </a:lnTo>
                <a:lnTo>
                  <a:pt x="85" y="50"/>
                </a:lnTo>
                <a:lnTo>
                  <a:pt x="86" y="42"/>
                </a:lnTo>
                <a:lnTo>
                  <a:pt x="94" y="44"/>
                </a:lnTo>
                <a:moveTo>
                  <a:pt x="93" y="52"/>
                </a:moveTo>
                <a:lnTo>
                  <a:pt x="91" y="60"/>
                </a:lnTo>
                <a:lnTo>
                  <a:pt x="83" y="58"/>
                </a:lnTo>
                <a:lnTo>
                  <a:pt x="85" y="50"/>
                </a:lnTo>
                <a:lnTo>
                  <a:pt x="93" y="52"/>
                </a:lnTo>
                <a:moveTo>
                  <a:pt x="91" y="60"/>
                </a:moveTo>
                <a:lnTo>
                  <a:pt x="90" y="68"/>
                </a:lnTo>
                <a:lnTo>
                  <a:pt x="82" y="66"/>
                </a:lnTo>
                <a:lnTo>
                  <a:pt x="83" y="58"/>
                </a:lnTo>
                <a:lnTo>
                  <a:pt x="91" y="60"/>
                </a:lnTo>
                <a:moveTo>
                  <a:pt x="90" y="68"/>
                </a:moveTo>
                <a:lnTo>
                  <a:pt x="88" y="76"/>
                </a:lnTo>
                <a:lnTo>
                  <a:pt x="80" y="74"/>
                </a:lnTo>
                <a:lnTo>
                  <a:pt x="82" y="66"/>
                </a:lnTo>
                <a:lnTo>
                  <a:pt x="90" y="68"/>
                </a:lnTo>
                <a:moveTo>
                  <a:pt x="88" y="76"/>
                </a:moveTo>
                <a:lnTo>
                  <a:pt x="87" y="84"/>
                </a:lnTo>
                <a:lnTo>
                  <a:pt x="79" y="83"/>
                </a:lnTo>
                <a:lnTo>
                  <a:pt x="80" y="74"/>
                </a:lnTo>
                <a:lnTo>
                  <a:pt x="88" y="76"/>
                </a:lnTo>
                <a:moveTo>
                  <a:pt x="87" y="84"/>
                </a:moveTo>
                <a:lnTo>
                  <a:pt x="85" y="94"/>
                </a:lnTo>
                <a:lnTo>
                  <a:pt x="74" y="85"/>
                </a:lnTo>
                <a:lnTo>
                  <a:pt x="78" y="78"/>
                </a:lnTo>
                <a:lnTo>
                  <a:pt x="85" y="83"/>
                </a:lnTo>
                <a:lnTo>
                  <a:pt x="82" y="87"/>
                </a:lnTo>
                <a:lnTo>
                  <a:pt x="78" y="86"/>
                </a:lnTo>
                <a:lnTo>
                  <a:pt x="79" y="83"/>
                </a:lnTo>
                <a:lnTo>
                  <a:pt x="87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4907520" y="2340360"/>
            <a:ext cx="695880" cy="0"/>
          </a:xfrm>
          <a:custGeom>
            <a:avLst/>
            <a:gdLst/>
            <a:ahLst/>
            <a:rect l="0" t="0" r="r" b="b"/>
            <a:pathLst>
              <a:path fill="none" w="1933" h="0">
                <a:moveTo>
                  <a:pt x="0" y="0"/>
                </a:moveTo>
                <a:lnTo>
                  <a:pt x="153" y="0"/>
                </a:lnTo>
                <a:cubicBezTo>
                  <a:pt x="306" y="0"/>
                  <a:pt x="612" y="0"/>
                  <a:pt x="935" y="0"/>
                </a:cubicBezTo>
                <a:cubicBezTo>
                  <a:pt x="1257" y="0"/>
                  <a:pt x="1595" y="0"/>
                  <a:pt x="1764" y="0"/>
                </a:cubicBezTo>
                <a:lnTo>
                  <a:pt x="1933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5589000" y="232596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0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5587560" y="232344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3" y="7"/>
                </a:moveTo>
                <a:lnTo>
                  <a:pt x="20" y="11"/>
                </a:lnTo>
                <a:lnTo>
                  <a:pt x="17" y="19"/>
                </a:lnTo>
                <a:lnTo>
                  <a:pt x="9" y="15"/>
                </a:lnTo>
                <a:lnTo>
                  <a:pt x="13" y="7"/>
                </a:lnTo>
                <a:moveTo>
                  <a:pt x="20" y="11"/>
                </a:moveTo>
                <a:lnTo>
                  <a:pt x="28" y="15"/>
                </a:lnTo>
                <a:lnTo>
                  <a:pt x="24" y="22"/>
                </a:lnTo>
                <a:lnTo>
                  <a:pt x="17" y="19"/>
                </a:lnTo>
                <a:lnTo>
                  <a:pt x="20" y="11"/>
                </a:lnTo>
                <a:moveTo>
                  <a:pt x="28" y="15"/>
                </a:moveTo>
                <a:lnTo>
                  <a:pt x="35" y="19"/>
                </a:lnTo>
                <a:lnTo>
                  <a:pt x="31" y="26"/>
                </a:lnTo>
                <a:lnTo>
                  <a:pt x="24" y="22"/>
                </a:lnTo>
                <a:lnTo>
                  <a:pt x="28" y="15"/>
                </a:lnTo>
                <a:moveTo>
                  <a:pt x="35" y="19"/>
                </a:moveTo>
                <a:lnTo>
                  <a:pt x="42" y="22"/>
                </a:lnTo>
                <a:lnTo>
                  <a:pt x="38" y="29"/>
                </a:lnTo>
                <a:lnTo>
                  <a:pt x="31" y="26"/>
                </a:lnTo>
                <a:lnTo>
                  <a:pt x="35" y="19"/>
                </a:lnTo>
                <a:moveTo>
                  <a:pt x="42" y="22"/>
                </a:moveTo>
                <a:lnTo>
                  <a:pt x="49" y="26"/>
                </a:lnTo>
                <a:lnTo>
                  <a:pt x="46" y="33"/>
                </a:lnTo>
                <a:lnTo>
                  <a:pt x="38" y="29"/>
                </a:lnTo>
                <a:lnTo>
                  <a:pt x="42" y="22"/>
                </a:lnTo>
                <a:moveTo>
                  <a:pt x="49" y="26"/>
                </a:moveTo>
                <a:lnTo>
                  <a:pt x="56" y="29"/>
                </a:lnTo>
                <a:lnTo>
                  <a:pt x="53" y="37"/>
                </a:lnTo>
                <a:lnTo>
                  <a:pt x="46" y="33"/>
                </a:lnTo>
                <a:lnTo>
                  <a:pt x="49" y="26"/>
                </a:lnTo>
                <a:moveTo>
                  <a:pt x="56" y="29"/>
                </a:moveTo>
                <a:lnTo>
                  <a:pt x="65" y="33"/>
                </a:lnTo>
                <a:lnTo>
                  <a:pt x="61" y="40"/>
                </a:lnTo>
                <a:lnTo>
                  <a:pt x="53" y="37"/>
                </a:lnTo>
                <a:lnTo>
                  <a:pt x="56" y="29"/>
                </a:lnTo>
                <a:moveTo>
                  <a:pt x="65" y="33"/>
                </a:moveTo>
                <a:lnTo>
                  <a:pt x="72" y="37"/>
                </a:lnTo>
                <a:lnTo>
                  <a:pt x="68" y="44"/>
                </a:lnTo>
                <a:lnTo>
                  <a:pt x="61" y="40"/>
                </a:lnTo>
                <a:lnTo>
                  <a:pt x="65" y="33"/>
                </a:lnTo>
                <a:moveTo>
                  <a:pt x="72" y="37"/>
                </a:moveTo>
                <a:lnTo>
                  <a:pt x="79" y="40"/>
                </a:lnTo>
                <a:lnTo>
                  <a:pt x="76" y="48"/>
                </a:lnTo>
                <a:lnTo>
                  <a:pt x="68" y="44"/>
                </a:lnTo>
                <a:lnTo>
                  <a:pt x="72" y="37"/>
                </a:lnTo>
                <a:moveTo>
                  <a:pt x="79" y="40"/>
                </a:moveTo>
                <a:lnTo>
                  <a:pt x="86" y="44"/>
                </a:lnTo>
                <a:lnTo>
                  <a:pt x="83" y="51"/>
                </a:lnTo>
                <a:lnTo>
                  <a:pt x="76" y="48"/>
                </a:lnTo>
                <a:lnTo>
                  <a:pt x="79" y="40"/>
                </a:lnTo>
                <a:moveTo>
                  <a:pt x="86" y="44"/>
                </a:moveTo>
                <a:lnTo>
                  <a:pt x="95" y="48"/>
                </a:lnTo>
                <a:lnTo>
                  <a:pt x="82" y="55"/>
                </a:lnTo>
                <a:lnTo>
                  <a:pt x="78" y="48"/>
                </a:lnTo>
                <a:lnTo>
                  <a:pt x="84" y="45"/>
                </a:lnTo>
                <a:lnTo>
                  <a:pt x="86" y="48"/>
                </a:lnTo>
                <a:lnTo>
                  <a:pt x="84" y="52"/>
                </a:lnTo>
                <a:lnTo>
                  <a:pt x="83" y="51"/>
                </a:lnTo>
                <a:lnTo>
                  <a:pt x="86" y="44"/>
                </a:lnTo>
                <a:moveTo>
                  <a:pt x="82" y="55"/>
                </a:moveTo>
                <a:lnTo>
                  <a:pt x="75" y="58"/>
                </a:lnTo>
                <a:lnTo>
                  <a:pt x="71" y="51"/>
                </a:lnTo>
                <a:lnTo>
                  <a:pt x="78" y="48"/>
                </a:lnTo>
                <a:lnTo>
                  <a:pt x="82" y="55"/>
                </a:lnTo>
                <a:moveTo>
                  <a:pt x="75" y="58"/>
                </a:moveTo>
                <a:lnTo>
                  <a:pt x="67" y="62"/>
                </a:lnTo>
                <a:lnTo>
                  <a:pt x="64" y="55"/>
                </a:lnTo>
                <a:lnTo>
                  <a:pt x="71" y="51"/>
                </a:lnTo>
                <a:lnTo>
                  <a:pt x="75" y="58"/>
                </a:lnTo>
                <a:moveTo>
                  <a:pt x="67" y="62"/>
                </a:moveTo>
                <a:lnTo>
                  <a:pt x="60" y="66"/>
                </a:lnTo>
                <a:lnTo>
                  <a:pt x="55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6"/>
                </a:moveTo>
                <a:lnTo>
                  <a:pt x="52" y="69"/>
                </a:lnTo>
                <a:lnTo>
                  <a:pt x="48" y="62"/>
                </a:lnTo>
                <a:lnTo>
                  <a:pt x="55" y="58"/>
                </a:lnTo>
                <a:lnTo>
                  <a:pt x="60" y="66"/>
                </a:lnTo>
                <a:moveTo>
                  <a:pt x="52" y="69"/>
                </a:moveTo>
                <a:lnTo>
                  <a:pt x="45" y="73"/>
                </a:lnTo>
                <a:lnTo>
                  <a:pt x="41" y="66"/>
                </a:lnTo>
                <a:lnTo>
                  <a:pt x="48" y="62"/>
                </a:lnTo>
                <a:lnTo>
                  <a:pt x="52" y="69"/>
                </a:lnTo>
                <a:moveTo>
                  <a:pt x="45" y="73"/>
                </a:moveTo>
                <a:lnTo>
                  <a:pt x="37" y="76"/>
                </a:lnTo>
                <a:lnTo>
                  <a:pt x="34" y="69"/>
                </a:lnTo>
                <a:lnTo>
                  <a:pt x="41" y="66"/>
                </a:lnTo>
                <a:lnTo>
                  <a:pt x="45" y="73"/>
                </a:lnTo>
                <a:moveTo>
                  <a:pt x="37" y="76"/>
                </a:moveTo>
                <a:lnTo>
                  <a:pt x="30" y="80"/>
                </a:lnTo>
                <a:lnTo>
                  <a:pt x="27" y="73"/>
                </a:lnTo>
                <a:lnTo>
                  <a:pt x="34" y="69"/>
                </a:lnTo>
                <a:lnTo>
                  <a:pt x="37" y="76"/>
                </a:lnTo>
                <a:moveTo>
                  <a:pt x="30" y="80"/>
                </a:moveTo>
                <a:lnTo>
                  <a:pt x="23" y="84"/>
                </a:lnTo>
                <a:lnTo>
                  <a:pt x="19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4"/>
                </a:moveTo>
                <a:lnTo>
                  <a:pt x="16" y="87"/>
                </a:lnTo>
                <a:lnTo>
                  <a:pt x="12" y="80"/>
                </a:lnTo>
                <a:lnTo>
                  <a:pt x="19" y="76"/>
                </a:lnTo>
                <a:lnTo>
                  <a:pt x="23" y="84"/>
                </a:lnTo>
                <a:moveTo>
                  <a:pt x="16" y="87"/>
                </a:moveTo>
                <a:lnTo>
                  <a:pt x="8" y="91"/>
                </a:lnTo>
                <a:lnTo>
                  <a:pt x="5" y="84"/>
                </a:lnTo>
                <a:lnTo>
                  <a:pt x="12" y="80"/>
                </a:lnTo>
                <a:lnTo>
                  <a:pt x="16" y="87"/>
                </a:lnTo>
                <a:moveTo>
                  <a:pt x="8" y="91"/>
                </a:moveTo>
                <a:lnTo>
                  <a:pt x="0" y="95"/>
                </a:lnTo>
                <a:lnTo>
                  <a:pt x="0" y="83"/>
                </a:lnTo>
                <a:lnTo>
                  <a:pt x="8" y="83"/>
                </a:lnTo>
                <a:lnTo>
                  <a:pt x="8" y="89"/>
                </a:lnTo>
                <a:lnTo>
                  <a:pt x="4" y="89"/>
                </a:lnTo>
                <a:lnTo>
                  <a:pt x="2" y="85"/>
                </a:lnTo>
                <a:lnTo>
                  <a:pt x="5" y="84"/>
                </a:lnTo>
                <a:lnTo>
                  <a:pt x="8" y="91"/>
                </a:lnTo>
                <a:moveTo>
                  <a:pt x="0" y="83"/>
                </a:moveTo>
                <a:lnTo>
                  <a:pt x="0" y="75"/>
                </a:lnTo>
                <a:lnTo>
                  <a:pt x="8" y="75"/>
                </a:lnTo>
                <a:lnTo>
                  <a:pt x="8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8" y="67"/>
                </a:lnTo>
                <a:lnTo>
                  <a:pt x="8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8" y="59"/>
                </a:lnTo>
                <a:lnTo>
                  <a:pt x="8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8" y="51"/>
                </a:lnTo>
                <a:lnTo>
                  <a:pt x="8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8" y="43"/>
                </a:lnTo>
                <a:lnTo>
                  <a:pt x="8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5"/>
                </a:lnTo>
                <a:lnTo>
                  <a:pt x="8" y="35"/>
                </a:lnTo>
                <a:lnTo>
                  <a:pt x="8" y="43"/>
                </a:lnTo>
                <a:lnTo>
                  <a:pt x="0" y="43"/>
                </a:lnTo>
                <a:moveTo>
                  <a:pt x="0" y="35"/>
                </a:moveTo>
                <a:lnTo>
                  <a:pt x="0" y="27"/>
                </a:lnTo>
                <a:lnTo>
                  <a:pt x="8" y="27"/>
                </a:lnTo>
                <a:lnTo>
                  <a:pt x="8" y="35"/>
                </a:lnTo>
                <a:lnTo>
                  <a:pt x="0" y="35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1"/>
                </a:lnTo>
                <a:lnTo>
                  <a:pt x="8" y="11"/>
                </a:lnTo>
                <a:lnTo>
                  <a:pt x="8" y="19"/>
                </a:lnTo>
                <a:lnTo>
                  <a:pt x="0" y="19"/>
                </a:lnTo>
                <a:moveTo>
                  <a:pt x="0" y="11"/>
                </a:moveTo>
                <a:lnTo>
                  <a:pt x="0" y="0"/>
                </a:lnTo>
                <a:lnTo>
                  <a:pt x="13" y="7"/>
                </a:lnTo>
                <a:lnTo>
                  <a:pt x="9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6342480" y="2260440"/>
            <a:ext cx="552600" cy="37080"/>
          </a:xfrm>
          <a:custGeom>
            <a:avLst/>
            <a:gdLst/>
            <a:ahLst/>
            <a:rect l="0" t="0" r="r" b="b"/>
            <a:pathLst>
              <a:path fill="none" w="1535" h="103">
                <a:moveTo>
                  <a:pt x="0" y="103"/>
                </a:moveTo>
                <a:lnTo>
                  <a:pt x="143" y="85"/>
                </a:lnTo>
                <a:cubicBezTo>
                  <a:pt x="286" y="68"/>
                  <a:pt x="571" y="34"/>
                  <a:pt x="827" y="17"/>
                </a:cubicBezTo>
                <a:cubicBezTo>
                  <a:pt x="1083" y="0"/>
                  <a:pt x="1309" y="0"/>
                  <a:pt x="1422" y="0"/>
                </a:cubicBezTo>
                <a:lnTo>
                  <a:pt x="1535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/>
          <p:nvPr/>
        </p:nvSpPr>
        <p:spPr>
          <a:xfrm>
            <a:off x="688032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687888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5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6" y="17"/>
                </a:lnTo>
                <a:lnTo>
                  <a:pt x="32" y="24"/>
                </a:lnTo>
                <a:lnTo>
                  <a:pt x="25" y="21"/>
                </a:lnTo>
                <a:lnTo>
                  <a:pt x="28" y="14"/>
                </a:lnTo>
                <a:moveTo>
                  <a:pt x="36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6" y="17"/>
                </a:lnTo>
                <a:moveTo>
                  <a:pt x="43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3" y="21"/>
                </a:lnTo>
                <a:moveTo>
                  <a:pt x="50" y="24"/>
                </a:moveTo>
                <a:lnTo>
                  <a:pt x="57" y="28"/>
                </a:lnTo>
                <a:lnTo>
                  <a:pt x="54" y="35"/>
                </a:lnTo>
                <a:lnTo>
                  <a:pt x="46" y="32"/>
                </a:lnTo>
                <a:lnTo>
                  <a:pt x="50" y="24"/>
                </a:lnTo>
                <a:moveTo>
                  <a:pt x="57" y="28"/>
                </a:moveTo>
                <a:lnTo>
                  <a:pt x="64" y="32"/>
                </a:lnTo>
                <a:lnTo>
                  <a:pt x="61" y="39"/>
                </a:lnTo>
                <a:lnTo>
                  <a:pt x="54" y="35"/>
                </a:lnTo>
                <a:lnTo>
                  <a:pt x="57" y="28"/>
                </a:lnTo>
                <a:moveTo>
                  <a:pt x="64" y="32"/>
                </a:moveTo>
                <a:lnTo>
                  <a:pt x="72" y="35"/>
                </a:lnTo>
                <a:lnTo>
                  <a:pt x="68" y="42"/>
                </a:lnTo>
                <a:lnTo>
                  <a:pt x="61" y="39"/>
                </a:lnTo>
                <a:lnTo>
                  <a:pt x="64" y="32"/>
                </a:lnTo>
                <a:moveTo>
                  <a:pt x="72" y="35"/>
                </a:moveTo>
                <a:lnTo>
                  <a:pt x="79" y="39"/>
                </a:lnTo>
                <a:lnTo>
                  <a:pt x="75" y="47"/>
                </a:lnTo>
                <a:lnTo>
                  <a:pt x="68" y="42"/>
                </a:lnTo>
                <a:lnTo>
                  <a:pt x="72" y="35"/>
                </a:lnTo>
                <a:moveTo>
                  <a:pt x="79" y="39"/>
                </a:moveTo>
                <a:lnTo>
                  <a:pt x="86" y="42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6" y="42"/>
                </a:moveTo>
                <a:lnTo>
                  <a:pt x="95" y="48"/>
                </a:lnTo>
                <a:lnTo>
                  <a:pt x="82" y="54"/>
                </a:lnTo>
                <a:lnTo>
                  <a:pt x="78" y="47"/>
                </a:lnTo>
                <a:lnTo>
                  <a:pt x="84" y="43"/>
                </a:lnTo>
                <a:lnTo>
                  <a:pt x="86" y="48"/>
                </a:lnTo>
                <a:lnTo>
                  <a:pt x="84" y="51"/>
                </a:lnTo>
                <a:lnTo>
                  <a:pt x="83" y="51"/>
                </a:lnTo>
                <a:lnTo>
                  <a:pt x="86" y="42"/>
                </a:lnTo>
                <a:moveTo>
                  <a:pt x="82" y="54"/>
                </a:moveTo>
                <a:lnTo>
                  <a:pt x="74" y="58"/>
                </a:lnTo>
                <a:lnTo>
                  <a:pt x="71" y="51"/>
                </a:lnTo>
                <a:lnTo>
                  <a:pt x="78" y="47"/>
                </a:lnTo>
                <a:lnTo>
                  <a:pt x="82" y="54"/>
                </a:lnTo>
                <a:moveTo>
                  <a:pt x="74" y="58"/>
                </a:moveTo>
                <a:lnTo>
                  <a:pt x="67" y="62"/>
                </a:lnTo>
                <a:lnTo>
                  <a:pt x="63" y="54"/>
                </a:lnTo>
                <a:lnTo>
                  <a:pt x="71" y="51"/>
                </a:lnTo>
                <a:lnTo>
                  <a:pt x="74" y="58"/>
                </a:lnTo>
                <a:moveTo>
                  <a:pt x="67" y="62"/>
                </a:moveTo>
                <a:lnTo>
                  <a:pt x="60" y="65"/>
                </a:lnTo>
                <a:lnTo>
                  <a:pt x="56" y="58"/>
                </a:lnTo>
                <a:lnTo>
                  <a:pt x="63" y="54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6" y="58"/>
                </a:lnTo>
                <a:lnTo>
                  <a:pt x="60" y="65"/>
                </a:lnTo>
                <a:moveTo>
                  <a:pt x="53" y="69"/>
                </a:moveTo>
                <a:lnTo>
                  <a:pt x="45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5" y="72"/>
                </a:moveTo>
                <a:lnTo>
                  <a:pt x="38" y="76"/>
                </a:lnTo>
                <a:lnTo>
                  <a:pt x="35" y="69"/>
                </a:lnTo>
                <a:lnTo>
                  <a:pt x="42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5" y="69"/>
                </a:lnTo>
                <a:lnTo>
                  <a:pt x="38" y="76"/>
                </a:lnTo>
                <a:moveTo>
                  <a:pt x="31" y="80"/>
                </a:moveTo>
                <a:lnTo>
                  <a:pt x="24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4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4" y="83"/>
                </a:lnTo>
                <a:moveTo>
                  <a:pt x="16" y="87"/>
                </a:moveTo>
                <a:lnTo>
                  <a:pt x="9" y="91"/>
                </a:lnTo>
                <a:lnTo>
                  <a:pt x="6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5" y="88"/>
                </a:lnTo>
                <a:lnTo>
                  <a:pt x="2" y="85"/>
                </a:lnTo>
                <a:lnTo>
                  <a:pt x="6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2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7672320" y="2260440"/>
            <a:ext cx="643320" cy="0"/>
          </a:xfrm>
          <a:custGeom>
            <a:avLst/>
            <a:gdLst/>
            <a:ahLst/>
            <a:rect l="0" t="0" r="r" b="b"/>
            <a:pathLst>
              <a:path fill="none" w="1787" h="0">
                <a:moveTo>
                  <a:pt x="0" y="0"/>
                </a:moveTo>
                <a:lnTo>
                  <a:pt x="104" y="0"/>
                </a:lnTo>
                <a:cubicBezTo>
                  <a:pt x="208" y="0"/>
                  <a:pt x="417" y="0"/>
                  <a:pt x="715" y="0"/>
                </a:cubicBezTo>
                <a:cubicBezTo>
                  <a:pt x="1013" y="0"/>
                  <a:pt x="1400" y="0"/>
                  <a:pt x="1593" y="0"/>
                </a:cubicBezTo>
                <a:lnTo>
                  <a:pt x="1787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830088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829944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2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2" y="21"/>
                </a:lnTo>
                <a:moveTo>
                  <a:pt x="50" y="24"/>
                </a:moveTo>
                <a:lnTo>
                  <a:pt x="58" y="28"/>
                </a:lnTo>
                <a:lnTo>
                  <a:pt x="53" y="35"/>
                </a:lnTo>
                <a:lnTo>
                  <a:pt x="46" y="32"/>
                </a:lnTo>
                <a:lnTo>
                  <a:pt x="50" y="24"/>
                </a:lnTo>
                <a:moveTo>
                  <a:pt x="58" y="28"/>
                </a:moveTo>
                <a:lnTo>
                  <a:pt x="65" y="32"/>
                </a:lnTo>
                <a:lnTo>
                  <a:pt x="62" y="39"/>
                </a:lnTo>
                <a:lnTo>
                  <a:pt x="53" y="35"/>
                </a:lnTo>
                <a:lnTo>
                  <a:pt x="58" y="28"/>
                </a:lnTo>
                <a:moveTo>
                  <a:pt x="65" y="32"/>
                </a:moveTo>
                <a:lnTo>
                  <a:pt x="72" y="35"/>
                </a:lnTo>
                <a:lnTo>
                  <a:pt x="69" y="42"/>
                </a:lnTo>
                <a:lnTo>
                  <a:pt x="62" y="39"/>
                </a:lnTo>
                <a:lnTo>
                  <a:pt x="65" y="32"/>
                </a:lnTo>
                <a:moveTo>
                  <a:pt x="72" y="35"/>
                </a:moveTo>
                <a:lnTo>
                  <a:pt x="80" y="39"/>
                </a:lnTo>
                <a:lnTo>
                  <a:pt x="76" y="47"/>
                </a:lnTo>
                <a:lnTo>
                  <a:pt x="69" y="42"/>
                </a:lnTo>
                <a:lnTo>
                  <a:pt x="72" y="35"/>
                </a:lnTo>
                <a:moveTo>
                  <a:pt x="80" y="39"/>
                </a:moveTo>
                <a:lnTo>
                  <a:pt x="87" y="42"/>
                </a:lnTo>
                <a:lnTo>
                  <a:pt x="83" y="51"/>
                </a:lnTo>
                <a:lnTo>
                  <a:pt x="76" y="47"/>
                </a:lnTo>
                <a:lnTo>
                  <a:pt x="80" y="39"/>
                </a:lnTo>
                <a:moveTo>
                  <a:pt x="87" y="42"/>
                </a:moveTo>
                <a:lnTo>
                  <a:pt x="95" y="48"/>
                </a:lnTo>
                <a:lnTo>
                  <a:pt x="82" y="54"/>
                </a:lnTo>
                <a:lnTo>
                  <a:pt x="79" y="47"/>
                </a:lnTo>
                <a:lnTo>
                  <a:pt x="85" y="43"/>
                </a:lnTo>
                <a:lnTo>
                  <a:pt x="86" y="48"/>
                </a:lnTo>
                <a:lnTo>
                  <a:pt x="85" y="51"/>
                </a:lnTo>
                <a:lnTo>
                  <a:pt x="83" y="51"/>
                </a:lnTo>
                <a:lnTo>
                  <a:pt x="87" y="42"/>
                </a:lnTo>
                <a:moveTo>
                  <a:pt x="82" y="54"/>
                </a:moveTo>
                <a:lnTo>
                  <a:pt x="75" y="58"/>
                </a:lnTo>
                <a:lnTo>
                  <a:pt x="71" y="51"/>
                </a:lnTo>
                <a:lnTo>
                  <a:pt x="79" y="47"/>
                </a:lnTo>
                <a:lnTo>
                  <a:pt x="82" y="54"/>
                </a:lnTo>
                <a:moveTo>
                  <a:pt x="75" y="58"/>
                </a:moveTo>
                <a:lnTo>
                  <a:pt x="68" y="62"/>
                </a:lnTo>
                <a:lnTo>
                  <a:pt x="64" y="54"/>
                </a:lnTo>
                <a:lnTo>
                  <a:pt x="71" y="51"/>
                </a:lnTo>
                <a:lnTo>
                  <a:pt x="75" y="58"/>
                </a:lnTo>
                <a:moveTo>
                  <a:pt x="68" y="62"/>
                </a:moveTo>
                <a:lnTo>
                  <a:pt x="61" y="65"/>
                </a:lnTo>
                <a:lnTo>
                  <a:pt x="56" y="58"/>
                </a:lnTo>
                <a:lnTo>
                  <a:pt x="64" y="54"/>
                </a:lnTo>
                <a:lnTo>
                  <a:pt x="68" y="62"/>
                </a:lnTo>
                <a:moveTo>
                  <a:pt x="61" y="65"/>
                </a:moveTo>
                <a:lnTo>
                  <a:pt x="52" y="69"/>
                </a:lnTo>
                <a:lnTo>
                  <a:pt x="49" y="62"/>
                </a:lnTo>
                <a:lnTo>
                  <a:pt x="56" y="58"/>
                </a:lnTo>
                <a:lnTo>
                  <a:pt x="61" y="65"/>
                </a:lnTo>
                <a:moveTo>
                  <a:pt x="52" y="69"/>
                </a:moveTo>
                <a:lnTo>
                  <a:pt x="45" y="72"/>
                </a:lnTo>
                <a:lnTo>
                  <a:pt x="41" y="65"/>
                </a:lnTo>
                <a:lnTo>
                  <a:pt x="49" y="62"/>
                </a:lnTo>
                <a:lnTo>
                  <a:pt x="52" y="69"/>
                </a:lnTo>
                <a:moveTo>
                  <a:pt x="45" y="72"/>
                </a:moveTo>
                <a:lnTo>
                  <a:pt x="38" y="76"/>
                </a:lnTo>
                <a:lnTo>
                  <a:pt x="34" y="69"/>
                </a:lnTo>
                <a:lnTo>
                  <a:pt x="41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4" y="69"/>
                </a:lnTo>
                <a:lnTo>
                  <a:pt x="38" y="76"/>
                </a:lnTo>
                <a:moveTo>
                  <a:pt x="31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3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3" y="83"/>
                </a:lnTo>
                <a:moveTo>
                  <a:pt x="16" y="87"/>
                </a:moveTo>
                <a:lnTo>
                  <a:pt x="9" y="91"/>
                </a:lnTo>
                <a:lnTo>
                  <a:pt x="5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4" y="88"/>
                </a:lnTo>
                <a:lnTo>
                  <a:pt x="3" y="85"/>
                </a:lnTo>
                <a:lnTo>
                  <a:pt x="5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3" y="10"/>
                </a:lnTo>
                <a:lnTo>
                  <a:pt x="4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6342480" y="2481840"/>
            <a:ext cx="563040" cy="278640"/>
          </a:xfrm>
          <a:custGeom>
            <a:avLst/>
            <a:gdLst/>
            <a:ahLst/>
            <a:rect l="0" t="0" r="r" b="b"/>
            <a:pathLst>
              <a:path fill="none" w="1564" h="774">
                <a:moveTo>
                  <a:pt x="0" y="0"/>
                </a:moveTo>
                <a:lnTo>
                  <a:pt x="142" y="56"/>
                </a:lnTo>
                <a:cubicBezTo>
                  <a:pt x="285" y="111"/>
                  <a:pt x="571" y="223"/>
                  <a:pt x="832" y="352"/>
                </a:cubicBezTo>
                <a:cubicBezTo>
                  <a:pt x="1092" y="481"/>
                  <a:pt x="1328" y="627"/>
                  <a:pt x="1446" y="701"/>
                </a:cubicBezTo>
                <a:lnTo>
                  <a:pt x="1564" y="77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6885000" y="2739960"/>
            <a:ext cx="32760" cy="28080"/>
          </a:xfrm>
          <a:custGeom>
            <a:avLst/>
            <a:gdLst/>
            <a:ahLst/>
            <a:rect l="0" t="0" r="r" b="b"/>
            <a:pathLst>
              <a:path w="91" h="78">
                <a:moveTo>
                  <a:pt x="43" y="0"/>
                </a:moveTo>
                <a:lnTo>
                  <a:pt x="91" y="78"/>
                </a:lnTo>
                <a:lnTo>
                  <a:pt x="0" y="70"/>
                </a:lnTo>
                <a:lnTo>
                  <a:pt x="4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6882480" y="2737080"/>
            <a:ext cx="38160" cy="32760"/>
          </a:xfrm>
          <a:custGeom>
            <a:avLst/>
            <a:gdLst/>
            <a:ahLst/>
            <a:rect l="0" t="0" r="r" b="b"/>
            <a:pathLst>
              <a:path w="106" h="91">
                <a:moveTo>
                  <a:pt x="57" y="14"/>
                </a:moveTo>
                <a:lnTo>
                  <a:pt x="62" y="21"/>
                </a:lnTo>
                <a:lnTo>
                  <a:pt x="55" y="25"/>
                </a:lnTo>
                <a:lnTo>
                  <a:pt x="50" y="18"/>
                </a:lnTo>
                <a:lnTo>
                  <a:pt x="57" y="14"/>
                </a:lnTo>
                <a:moveTo>
                  <a:pt x="62" y="21"/>
                </a:moveTo>
                <a:lnTo>
                  <a:pt x="66" y="27"/>
                </a:lnTo>
                <a:lnTo>
                  <a:pt x="59" y="32"/>
                </a:lnTo>
                <a:lnTo>
                  <a:pt x="55" y="25"/>
                </a:lnTo>
                <a:lnTo>
                  <a:pt x="62" y="21"/>
                </a:lnTo>
                <a:moveTo>
                  <a:pt x="66" y="27"/>
                </a:moveTo>
                <a:lnTo>
                  <a:pt x="71" y="34"/>
                </a:lnTo>
                <a:lnTo>
                  <a:pt x="63" y="39"/>
                </a:lnTo>
                <a:lnTo>
                  <a:pt x="59" y="32"/>
                </a:lnTo>
                <a:lnTo>
                  <a:pt x="66" y="27"/>
                </a:lnTo>
                <a:moveTo>
                  <a:pt x="71" y="34"/>
                </a:moveTo>
                <a:lnTo>
                  <a:pt x="75" y="41"/>
                </a:lnTo>
                <a:lnTo>
                  <a:pt x="67" y="45"/>
                </a:lnTo>
                <a:lnTo>
                  <a:pt x="63" y="39"/>
                </a:lnTo>
                <a:lnTo>
                  <a:pt x="71" y="34"/>
                </a:lnTo>
                <a:moveTo>
                  <a:pt x="75" y="41"/>
                </a:moveTo>
                <a:lnTo>
                  <a:pt x="80" y="48"/>
                </a:lnTo>
                <a:lnTo>
                  <a:pt x="73" y="52"/>
                </a:lnTo>
                <a:lnTo>
                  <a:pt x="67" y="45"/>
                </a:lnTo>
                <a:lnTo>
                  <a:pt x="75" y="41"/>
                </a:lnTo>
                <a:moveTo>
                  <a:pt x="80" y="48"/>
                </a:moveTo>
                <a:lnTo>
                  <a:pt x="84" y="55"/>
                </a:lnTo>
                <a:lnTo>
                  <a:pt x="77" y="59"/>
                </a:lnTo>
                <a:lnTo>
                  <a:pt x="73" y="52"/>
                </a:lnTo>
                <a:lnTo>
                  <a:pt x="80" y="48"/>
                </a:lnTo>
                <a:moveTo>
                  <a:pt x="84" y="55"/>
                </a:moveTo>
                <a:lnTo>
                  <a:pt x="88" y="62"/>
                </a:lnTo>
                <a:lnTo>
                  <a:pt x="81" y="66"/>
                </a:lnTo>
                <a:lnTo>
                  <a:pt x="77" y="59"/>
                </a:lnTo>
                <a:lnTo>
                  <a:pt x="84" y="55"/>
                </a:lnTo>
                <a:moveTo>
                  <a:pt x="88" y="62"/>
                </a:moveTo>
                <a:lnTo>
                  <a:pt x="92" y="69"/>
                </a:lnTo>
                <a:lnTo>
                  <a:pt x="85" y="73"/>
                </a:lnTo>
                <a:lnTo>
                  <a:pt x="81" y="66"/>
                </a:lnTo>
                <a:lnTo>
                  <a:pt x="88" y="62"/>
                </a:lnTo>
                <a:moveTo>
                  <a:pt x="92" y="69"/>
                </a:moveTo>
                <a:lnTo>
                  <a:pt x="96" y="76"/>
                </a:lnTo>
                <a:lnTo>
                  <a:pt x="90" y="80"/>
                </a:lnTo>
                <a:lnTo>
                  <a:pt x="85" y="73"/>
                </a:lnTo>
                <a:lnTo>
                  <a:pt x="92" y="69"/>
                </a:lnTo>
                <a:moveTo>
                  <a:pt x="96" y="76"/>
                </a:moveTo>
                <a:lnTo>
                  <a:pt x="101" y="83"/>
                </a:lnTo>
                <a:lnTo>
                  <a:pt x="94" y="87"/>
                </a:lnTo>
                <a:lnTo>
                  <a:pt x="90" y="80"/>
                </a:lnTo>
                <a:lnTo>
                  <a:pt x="96" y="76"/>
                </a:lnTo>
                <a:moveTo>
                  <a:pt x="101" y="83"/>
                </a:moveTo>
                <a:lnTo>
                  <a:pt x="106" y="91"/>
                </a:lnTo>
                <a:lnTo>
                  <a:pt x="91" y="89"/>
                </a:lnTo>
                <a:lnTo>
                  <a:pt x="92" y="81"/>
                </a:lnTo>
                <a:lnTo>
                  <a:pt x="98" y="82"/>
                </a:lnTo>
                <a:lnTo>
                  <a:pt x="98" y="86"/>
                </a:lnTo>
                <a:lnTo>
                  <a:pt x="95" y="88"/>
                </a:lnTo>
                <a:lnTo>
                  <a:pt x="94" y="87"/>
                </a:lnTo>
                <a:lnTo>
                  <a:pt x="101" y="83"/>
                </a:lnTo>
                <a:moveTo>
                  <a:pt x="91" y="89"/>
                </a:moveTo>
                <a:lnTo>
                  <a:pt x="83" y="89"/>
                </a:lnTo>
                <a:lnTo>
                  <a:pt x="84" y="81"/>
                </a:lnTo>
                <a:lnTo>
                  <a:pt x="92" y="81"/>
                </a:lnTo>
                <a:lnTo>
                  <a:pt x="91" y="89"/>
                </a:lnTo>
                <a:moveTo>
                  <a:pt x="83" y="89"/>
                </a:moveTo>
                <a:lnTo>
                  <a:pt x="75" y="88"/>
                </a:lnTo>
                <a:lnTo>
                  <a:pt x="76" y="80"/>
                </a:lnTo>
                <a:lnTo>
                  <a:pt x="84" y="81"/>
                </a:lnTo>
                <a:lnTo>
                  <a:pt x="83" y="89"/>
                </a:lnTo>
                <a:moveTo>
                  <a:pt x="75" y="88"/>
                </a:moveTo>
                <a:lnTo>
                  <a:pt x="66" y="87"/>
                </a:lnTo>
                <a:lnTo>
                  <a:pt x="67" y="79"/>
                </a:lnTo>
                <a:lnTo>
                  <a:pt x="76" y="80"/>
                </a:lnTo>
                <a:lnTo>
                  <a:pt x="75" y="88"/>
                </a:lnTo>
                <a:moveTo>
                  <a:pt x="66" y="87"/>
                </a:moveTo>
                <a:lnTo>
                  <a:pt x="58" y="86"/>
                </a:lnTo>
                <a:lnTo>
                  <a:pt x="59" y="78"/>
                </a:lnTo>
                <a:lnTo>
                  <a:pt x="67" y="79"/>
                </a:lnTo>
                <a:lnTo>
                  <a:pt x="66" y="87"/>
                </a:lnTo>
                <a:moveTo>
                  <a:pt x="58" y="86"/>
                </a:moveTo>
                <a:lnTo>
                  <a:pt x="50" y="86"/>
                </a:lnTo>
                <a:lnTo>
                  <a:pt x="51" y="78"/>
                </a:lnTo>
                <a:lnTo>
                  <a:pt x="59" y="78"/>
                </a:lnTo>
                <a:lnTo>
                  <a:pt x="58" y="86"/>
                </a:lnTo>
                <a:moveTo>
                  <a:pt x="50" y="86"/>
                </a:moveTo>
                <a:lnTo>
                  <a:pt x="42" y="85"/>
                </a:lnTo>
                <a:lnTo>
                  <a:pt x="42" y="77"/>
                </a:lnTo>
                <a:lnTo>
                  <a:pt x="51" y="78"/>
                </a:lnTo>
                <a:lnTo>
                  <a:pt x="50" y="86"/>
                </a:lnTo>
                <a:moveTo>
                  <a:pt x="42" y="85"/>
                </a:moveTo>
                <a:lnTo>
                  <a:pt x="34" y="84"/>
                </a:lnTo>
                <a:lnTo>
                  <a:pt x="34" y="76"/>
                </a:lnTo>
                <a:lnTo>
                  <a:pt x="42" y="77"/>
                </a:lnTo>
                <a:lnTo>
                  <a:pt x="42" y="85"/>
                </a:lnTo>
                <a:moveTo>
                  <a:pt x="34" y="84"/>
                </a:moveTo>
                <a:lnTo>
                  <a:pt x="26" y="83"/>
                </a:lnTo>
                <a:lnTo>
                  <a:pt x="26" y="75"/>
                </a:lnTo>
                <a:lnTo>
                  <a:pt x="34" y="76"/>
                </a:lnTo>
                <a:lnTo>
                  <a:pt x="34" y="84"/>
                </a:lnTo>
                <a:moveTo>
                  <a:pt x="26" y="83"/>
                </a:moveTo>
                <a:lnTo>
                  <a:pt x="18" y="83"/>
                </a:lnTo>
                <a:lnTo>
                  <a:pt x="18" y="75"/>
                </a:lnTo>
                <a:lnTo>
                  <a:pt x="26" y="75"/>
                </a:lnTo>
                <a:lnTo>
                  <a:pt x="26" y="83"/>
                </a:lnTo>
                <a:moveTo>
                  <a:pt x="18" y="83"/>
                </a:moveTo>
                <a:lnTo>
                  <a:pt x="10" y="82"/>
                </a:lnTo>
                <a:lnTo>
                  <a:pt x="10" y="74"/>
                </a:lnTo>
                <a:lnTo>
                  <a:pt x="18" y="75"/>
                </a:lnTo>
                <a:lnTo>
                  <a:pt x="18" y="83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5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11" y="64"/>
                </a:lnTo>
                <a:lnTo>
                  <a:pt x="17" y="69"/>
                </a:lnTo>
                <a:lnTo>
                  <a:pt x="13" y="75"/>
                </a:lnTo>
                <a:lnTo>
                  <a:pt x="6" y="71"/>
                </a:lnTo>
                <a:moveTo>
                  <a:pt x="11" y="64"/>
                </a:moveTo>
                <a:lnTo>
                  <a:pt x="15" y="57"/>
                </a:lnTo>
                <a:lnTo>
                  <a:pt x="22" y="62"/>
                </a:lnTo>
                <a:lnTo>
                  <a:pt x="17" y="69"/>
                </a:lnTo>
                <a:lnTo>
                  <a:pt x="11" y="64"/>
                </a:lnTo>
                <a:moveTo>
                  <a:pt x="15" y="57"/>
                </a:moveTo>
                <a:lnTo>
                  <a:pt x="19" y="51"/>
                </a:lnTo>
                <a:lnTo>
                  <a:pt x="26" y="55"/>
                </a:lnTo>
                <a:lnTo>
                  <a:pt x="22" y="62"/>
                </a:lnTo>
                <a:lnTo>
                  <a:pt x="15" y="57"/>
                </a:lnTo>
                <a:moveTo>
                  <a:pt x="19" y="51"/>
                </a:moveTo>
                <a:lnTo>
                  <a:pt x="23" y="44"/>
                </a:lnTo>
                <a:lnTo>
                  <a:pt x="30" y="48"/>
                </a:lnTo>
                <a:lnTo>
                  <a:pt x="26" y="55"/>
                </a:lnTo>
                <a:lnTo>
                  <a:pt x="19" y="51"/>
                </a:lnTo>
                <a:moveTo>
                  <a:pt x="23" y="44"/>
                </a:moveTo>
                <a:lnTo>
                  <a:pt x="28" y="37"/>
                </a:lnTo>
                <a:lnTo>
                  <a:pt x="34" y="41"/>
                </a:lnTo>
                <a:lnTo>
                  <a:pt x="30" y="48"/>
                </a:lnTo>
                <a:lnTo>
                  <a:pt x="23" y="44"/>
                </a:lnTo>
                <a:moveTo>
                  <a:pt x="28" y="37"/>
                </a:moveTo>
                <a:lnTo>
                  <a:pt x="32" y="30"/>
                </a:lnTo>
                <a:lnTo>
                  <a:pt x="39" y="34"/>
                </a:lnTo>
                <a:lnTo>
                  <a:pt x="34" y="41"/>
                </a:lnTo>
                <a:lnTo>
                  <a:pt x="28" y="37"/>
                </a:lnTo>
                <a:moveTo>
                  <a:pt x="32" y="30"/>
                </a:moveTo>
                <a:lnTo>
                  <a:pt x="36" y="23"/>
                </a:lnTo>
                <a:lnTo>
                  <a:pt x="43" y="27"/>
                </a:lnTo>
                <a:lnTo>
                  <a:pt x="39" y="34"/>
                </a:lnTo>
                <a:lnTo>
                  <a:pt x="32" y="30"/>
                </a:lnTo>
                <a:moveTo>
                  <a:pt x="36" y="23"/>
                </a:moveTo>
                <a:lnTo>
                  <a:pt x="40" y="16"/>
                </a:lnTo>
                <a:lnTo>
                  <a:pt x="47" y="20"/>
                </a:lnTo>
                <a:lnTo>
                  <a:pt x="43" y="27"/>
                </a:lnTo>
                <a:lnTo>
                  <a:pt x="36" y="23"/>
                </a:lnTo>
                <a:moveTo>
                  <a:pt x="40" y="16"/>
                </a:moveTo>
                <a:lnTo>
                  <a:pt x="45" y="9"/>
                </a:lnTo>
                <a:lnTo>
                  <a:pt x="51" y="14"/>
                </a:lnTo>
                <a:lnTo>
                  <a:pt x="47" y="20"/>
                </a:lnTo>
                <a:lnTo>
                  <a:pt x="40" y="16"/>
                </a:lnTo>
                <a:moveTo>
                  <a:pt x="45" y="9"/>
                </a:moveTo>
                <a:lnTo>
                  <a:pt x="50" y="0"/>
                </a:lnTo>
                <a:lnTo>
                  <a:pt x="57" y="14"/>
                </a:lnTo>
                <a:lnTo>
                  <a:pt x="50" y="18"/>
                </a:lnTo>
                <a:lnTo>
                  <a:pt x="46" y="11"/>
                </a:lnTo>
                <a:lnTo>
                  <a:pt x="50" y="9"/>
                </a:lnTo>
                <a:lnTo>
                  <a:pt x="53" y="11"/>
                </a:lnTo>
                <a:lnTo>
                  <a:pt x="51" y="14"/>
                </a:lnTo>
                <a:lnTo>
                  <a:pt x="45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6391440" y="2912040"/>
            <a:ext cx="511920" cy="31680"/>
          </a:xfrm>
          <a:custGeom>
            <a:avLst/>
            <a:gdLst/>
            <a:ahLst/>
            <a:rect l="0" t="0" r="r" b="b"/>
            <a:pathLst>
              <a:path fill="none" w="1422" h="88">
                <a:moveTo>
                  <a:pt x="0" y="88"/>
                </a:moveTo>
                <a:lnTo>
                  <a:pt x="121" y="88"/>
                </a:lnTo>
                <a:cubicBezTo>
                  <a:pt x="241" y="88"/>
                  <a:pt x="480" y="88"/>
                  <a:pt x="717" y="74"/>
                </a:cubicBezTo>
                <a:cubicBezTo>
                  <a:pt x="954" y="59"/>
                  <a:pt x="1188" y="29"/>
                  <a:pt x="1305" y="14"/>
                </a:cubicBezTo>
                <a:lnTo>
                  <a:pt x="1422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6886800" y="289908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0" y="0"/>
                </a:moveTo>
                <a:lnTo>
                  <a:pt x="86" y="31"/>
                </a:lnTo>
                <a:lnTo>
                  <a:pt x="1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6885000" y="28969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14" y="5"/>
                </a:moveTo>
                <a:lnTo>
                  <a:pt x="21" y="8"/>
                </a:lnTo>
                <a:lnTo>
                  <a:pt x="19" y="16"/>
                </a:lnTo>
                <a:lnTo>
                  <a:pt x="11" y="13"/>
                </a:lnTo>
                <a:lnTo>
                  <a:pt x="14" y="5"/>
                </a:lnTo>
                <a:moveTo>
                  <a:pt x="21" y="8"/>
                </a:moveTo>
                <a:lnTo>
                  <a:pt x="29" y="11"/>
                </a:lnTo>
                <a:lnTo>
                  <a:pt x="26" y="18"/>
                </a:lnTo>
                <a:lnTo>
                  <a:pt x="19" y="16"/>
                </a:lnTo>
                <a:lnTo>
                  <a:pt x="21" y="8"/>
                </a:lnTo>
                <a:moveTo>
                  <a:pt x="29" y="11"/>
                </a:moveTo>
                <a:lnTo>
                  <a:pt x="38" y="13"/>
                </a:lnTo>
                <a:lnTo>
                  <a:pt x="35" y="21"/>
                </a:lnTo>
                <a:lnTo>
                  <a:pt x="26" y="18"/>
                </a:lnTo>
                <a:lnTo>
                  <a:pt x="29" y="11"/>
                </a:lnTo>
                <a:moveTo>
                  <a:pt x="38" y="13"/>
                </a:moveTo>
                <a:lnTo>
                  <a:pt x="45" y="16"/>
                </a:lnTo>
                <a:lnTo>
                  <a:pt x="43" y="24"/>
                </a:lnTo>
                <a:lnTo>
                  <a:pt x="35" y="21"/>
                </a:lnTo>
                <a:lnTo>
                  <a:pt x="38" y="13"/>
                </a:lnTo>
                <a:moveTo>
                  <a:pt x="45" y="16"/>
                </a:moveTo>
                <a:lnTo>
                  <a:pt x="53" y="19"/>
                </a:lnTo>
                <a:lnTo>
                  <a:pt x="50" y="26"/>
                </a:lnTo>
                <a:lnTo>
                  <a:pt x="43" y="24"/>
                </a:lnTo>
                <a:lnTo>
                  <a:pt x="45" y="16"/>
                </a:lnTo>
                <a:moveTo>
                  <a:pt x="53" y="19"/>
                </a:moveTo>
                <a:lnTo>
                  <a:pt x="61" y="22"/>
                </a:lnTo>
                <a:lnTo>
                  <a:pt x="58" y="29"/>
                </a:lnTo>
                <a:lnTo>
                  <a:pt x="50" y="26"/>
                </a:lnTo>
                <a:lnTo>
                  <a:pt x="53" y="19"/>
                </a:lnTo>
                <a:moveTo>
                  <a:pt x="61" y="22"/>
                </a:moveTo>
                <a:lnTo>
                  <a:pt x="68" y="24"/>
                </a:lnTo>
                <a:lnTo>
                  <a:pt x="65" y="32"/>
                </a:lnTo>
                <a:lnTo>
                  <a:pt x="58" y="29"/>
                </a:lnTo>
                <a:lnTo>
                  <a:pt x="61" y="22"/>
                </a:lnTo>
                <a:moveTo>
                  <a:pt x="68" y="24"/>
                </a:moveTo>
                <a:lnTo>
                  <a:pt x="76" y="27"/>
                </a:lnTo>
                <a:lnTo>
                  <a:pt x="73" y="35"/>
                </a:lnTo>
                <a:lnTo>
                  <a:pt x="65" y="32"/>
                </a:lnTo>
                <a:lnTo>
                  <a:pt x="68" y="24"/>
                </a:lnTo>
                <a:moveTo>
                  <a:pt x="76" y="27"/>
                </a:moveTo>
                <a:lnTo>
                  <a:pt x="83" y="30"/>
                </a:lnTo>
                <a:lnTo>
                  <a:pt x="81" y="37"/>
                </a:lnTo>
                <a:lnTo>
                  <a:pt x="73" y="35"/>
                </a:lnTo>
                <a:lnTo>
                  <a:pt x="76" y="27"/>
                </a:lnTo>
                <a:moveTo>
                  <a:pt x="83" y="30"/>
                </a:moveTo>
                <a:lnTo>
                  <a:pt x="91" y="32"/>
                </a:lnTo>
                <a:lnTo>
                  <a:pt x="88" y="40"/>
                </a:lnTo>
                <a:lnTo>
                  <a:pt x="81" y="37"/>
                </a:lnTo>
                <a:lnTo>
                  <a:pt x="83" y="30"/>
                </a:lnTo>
                <a:moveTo>
                  <a:pt x="91" y="32"/>
                </a:moveTo>
                <a:lnTo>
                  <a:pt x="100" y="35"/>
                </a:lnTo>
                <a:lnTo>
                  <a:pt x="88" y="44"/>
                </a:lnTo>
                <a:lnTo>
                  <a:pt x="83" y="37"/>
                </a:lnTo>
                <a:lnTo>
                  <a:pt x="89" y="33"/>
                </a:lnTo>
                <a:lnTo>
                  <a:pt x="91" y="37"/>
                </a:lnTo>
                <a:lnTo>
                  <a:pt x="90" y="40"/>
                </a:lnTo>
                <a:lnTo>
                  <a:pt x="88" y="40"/>
                </a:lnTo>
                <a:lnTo>
                  <a:pt x="91" y="32"/>
                </a:lnTo>
                <a:moveTo>
                  <a:pt x="88" y="44"/>
                </a:moveTo>
                <a:lnTo>
                  <a:pt x="81" y="48"/>
                </a:lnTo>
                <a:lnTo>
                  <a:pt x="77" y="41"/>
                </a:lnTo>
                <a:lnTo>
                  <a:pt x="83" y="37"/>
                </a:lnTo>
                <a:lnTo>
                  <a:pt x="88" y="44"/>
                </a:lnTo>
                <a:moveTo>
                  <a:pt x="81" y="48"/>
                </a:moveTo>
                <a:lnTo>
                  <a:pt x="74" y="53"/>
                </a:lnTo>
                <a:lnTo>
                  <a:pt x="70" y="46"/>
                </a:lnTo>
                <a:lnTo>
                  <a:pt x="77" y="41"/>
                </a:lnTo>
                <a:lnTo>
                  <a:pt x="81" y="48"/>
                </a:lnTo>
                <a:moveTo>
                  <a:pt x="74" y="53"/>
                </a:moveTo>
                <a:lnTo>
                  <a:pt x="68" y="57"/>
                </a:lnTo>
                <a:lnTo>
                  <a:pt x="63" y="50"/>
                </a:lnTo>
                <a:lnTo>
                  <a:pt x="70" y="46"/>
                </a:lnTo>
                <a:lnTo>
                  <a:pt x="74" y="53"/>
                </a:lnTo>
                <a:moveTo>
                  <a:pt x="68" y="57"/>
                </a:moveTo>
                <a:lnTo>
                  <a:pt x="61" y="62"/>
                </a:lnTo>
                <a:lnTo>
                  <a:pt x="56" y="55"/>
                </a:lnTo>
                <a:lnTo>
                  <a:pt x="63" y="50"/>
                </a:lnTo>
                <a:lnTo>
                  <a:pt x="68" y="57"/>
                </a:lnTo>
                <a:moveTo>
                  <a:pt x="61" y="62"/>
                </a:moveTo>
                <a:lnTo>
                  <a:pt x="54" y="66"/>
                </a:lnTo>
                <a:lnTo>
                  <a:pt x="50" y="59"/>
                </a:lnTo>
                <a:lnTo>
                  <a:pt x="56" y="55"/>
                </a:lnTo>
                <a:lnTo>
                  <a:pt x="61" y="62"/>
                </a:lnTo>
                <a:moveTo>
                  <a:pt x="54" y="66"/>
                </a:moveTo>
                <a:lnTo>
                  <a:pt x="47" y="71"/>
                </a:lnTo>
                <a:lnTo>
                  <a:pt x="43" y="64"/>
                </a:lnTo>
                <a:lnTo>
                  <a:pt x="50" y="59"/>
                </a:lnTo>
                <a:lnTo>
                  <a:pt x="54" y="66"/>
                </a:lnTo>
                <a:moveTo>
                  <a:pt x="47" y="71"/>
                </a:moveTo>
                <a:lnTo>
                  <a:pt x="41" y="75"/>
                </a:lnTo>
                <a:lnTo>
                  <a:pt x="36" y="68"/>
                </a:lnTo>
                <a:lnTo>
                  <a:pt x="43" y="64"/>
                </a:lnTo>
                <a:lnTo>
                  <a:pt x="47" y="71"/>
                </a:lnTo>
                <a:moveTo>
                  <a:pt x="41" y="75"/>
                </a:moveTo>
                <a:lnTo>
                  <a:pt x="34" y="80"/>
                </a:lnTo>
                <a:lnTo>
                  <a:pt x="28" y="73"/>
                </a:lnTo>
                <a:lnTo>
                  <a:pt x="36" y="68"/>
                </a:lnTo>
                <a:lnTo>
                  <a:pt x="41" y="75"/>
                </a:lnTo>
                <a:moveTo>
                  <a:pt x="34" y="80"/>
                </a:moveTo>
                <a:lnTo>
                  <a:pt x="26" y="84"/>
                </a:lnTo>
                <a:lnTo>
                  <a:pt x="22" y="77"/>
                </a:lnTo>
                <a:lnTo>
                  <a:pt x="28" y="73"/>
                </a:lnTo>
                <a:lnTo>
                  <a:pt x="34" y="80"/>
                </a:lnTo>
                <a:moveTo>
                  <a:pt x="26" y="84"/>
                </a:moveTo>
                <a:lnTo>
                  <a:pt x="19" y="88"/>
                </a:lnTo>
                <a:lnTo>
                  <a:pt x="15" y="82"/>
                </a:lnTo>
                <a:lnTo>
                  <a:pt x="22" y="77"/>
                </a:lnTo>
                <a:lnTo>
                  <a:pt x="26" y="84"/>
                </a:lnTo>
                <a:moveTo>
                  <a:pt x="19" y="88"/>
                </a:moveTo>
                <a:lnTo>
                  <a:pt x="12" y="95"/>
                </a:lnTo>
                <a:lnTo>
                  <a:pt x="10" y="82"/>
                </a:lnTo>
                <a:lnTo>
                  <a:pt x="18" y="81"/>
                </a:lnTo>
                <a:lnTo>
                  <a:pt x="19" y="86"/>
                </a:lnTo>
                <a:lnTo>
                  <a:pt x="15" y="87"/>
                </a:lnTo>
                <a:lnTo>
                  <a:pt x="13" y="83"/>
                </a:lnTo>
                <a:lnTo>
                  <a:pt x="15" y="82"/>
                </a:lnTo>
                <a:lnTo>
                  <a:pt x="19" y="88"/>
                </a:lnTo>
                <a:moveTo>
                  <a:pt x="10" y="82"/>
                </a:moveTo>
                <a:lnTo>
                  <a:pt x="9" y="74"/>
                </a:lnTo>
                <a:lnTo>
                  <a:pt x="17" y="73"/>
                </a:lnTo>
                <a:lnTo>
                  <a:pt x="18" y="81"/>
                </a:lnTo>
                <a:lnTo>
                  <a:pt x="10" y="82"/>
                </a:lnTo>
                <a:moveTo>
                  <a:pt x="9" y="74"/>
                </a:moveTo>
                <a:lnTo>
                  <a:pt x="8" y="66"/>
                </a:lnTo>
                <a:lnTo>
                  <a:pt x="16" y="65"/>
                </a:lnTo>
                <a:lnTo>
                  <a:pt x="17" y="73"/>
                </a:lnTo>
                <a:lnTo>
                  <a:pt x="9" y="74"/>
                </a:lnTo>
                <a:moveTo>
                  <a:pt x="8" y="66"/>
                </a:moveTo>
                <a:lnTo>
                  <a:pt x="7" y="58"/>
                </a:lnTo>
                <a:lnTo>
                  <a:pt x="15" y="57"/>
                </a:lnTo>
                <a:lnTo>
                  <a:pt x="16" y="65"/>
                </a:lnTo>
                <a:lnTo>
                  <a:pt x="8" y="66"/>
                </a:lnTo>
                <a:moveTo>
                  <a:pt x="7" y="58"/>
                </a:moveTo>
                <a:lnTo>
                  <a:pt x="6" y="50"/>
                </a:lnTo>
                <a:lnTo>
                  <a:pt x="14" y="49"/>
                </a:lnTo>
                <a:lnTo>
                  <a:pt x="15" y="57"/>
                </a:lnTo>
                <a:lnTo>
                  <a:pt x="7" y="58"/>
                </a:lnTo>
                <a:moveTo>
                  <a:pt x="6" y="50"/>
                </a:moveTo>
                <a:lnTo>
                  <a:pt x="5" y="42"/>
                </a:lnTo>
                <a:lnTo>
                  <a:pt x="13" y="41"/>
                </a:lnTo>
                <a:lnTo>
                  <a:pt x="14" y="49"/>
                </a:lnTo>
                <a:lnTo>
                  <a:pt x="6" y="50"/>
                </a:lnTo>
                <a:moveTo>
                  <a:pt x="5" y="42"/>
                </a:moveTo>
                <a:lnTo>
                  <a:pt x="4" y="34"/>
                </a:lnTo>
                <a:lnTo>
                  <a:pt x="12" y="33"/>
                </a:lnTo>
                <a:lnTo>
                  <a:pt x="13" y="41"/>
                </a:lnTo>
                <a:lnTo>
                  <a:pt x="5" y="42"/>
                </a:lnTo>
                <a:moveTo>
                  <a:pt x="4" y="34"/>
                </a:moveTo>
                <a:lnTo>
                  <a:pt x="3" y="26"/>
                </a:lnTo>
                <a:lnTo>
                  <a:pt x="11" y="25"/>
                </a:lnTo>
                <a:lnTo>
                  <a:pt x="12" y="33"/>
                </a:lnTo>
                <a:lnTo>
                  <a:pt x="4" y="34"/>
                </a:lnTo>
                <a:moveTo>
                  <a:pt x="3" y="26"/>
                </a:moveTo>
                <a:lnTo>
                  <a:pt x="2" y="18"/>
                </a:lnTo>
                <a:lnTo>
                  <a:pt x="10" y="17"/>
                </a:lnTo>
                <a:lnTo>
                  <a:pt x="11" y="25"/>
                </a:lnTo>
                <a:lnTo>
                  <a:pt x="3" y="26"/>
                </a:lnTo>
                <a:moveTo>
                  <a:pt x="2" y="18"/>
                </a:moveTo>
                <a:lnTo>
                  <a:pt x="1" y="10"/>
                </a:lnTo>
                <a:lnTo>
                  <a:pt x="9" y="9"/>
                </a:lnTo>
                <a:lnTo>
                  <a:pt x="10" y="17"/>
                </a:lnTo>
                <a:lnTo>
                  <a:pt x="2" y="18"/>
                </a:lnTo>
                <a:moveTo>
                  <a:pt x="1" y="10"/>
                </a:moveTo>
                <a:lnTo>
                  <a:pt x="0" y="0"/>
                </a:lnTo>
                <a:lnTo>
                  <a:pt x="14" y="5"/>
                </a:lnTo>
                <a:lnTo>
                  <a:pt x="11" y="13"/>
                </a:lnTo>
                <a:lnTo>
                  <a:pt x="3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1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7664400" y="2863440"/>
            <a:ext cx="444600" cy="59040"/>
          </a:xfrm>
          <a:custGeom>
            <a:avLst/>
            <a:gdLst/>
            <a:ahLst/>
            <a:rect l="0" t="0" r="r" b="b"/>
            <a:pathLst>
              <a:path fill="none" w="1235" h="164">
                <a:moveTo>
                  <a:pt x="0" y="0"/>
                </a:moveTo>
                <a:lnTo>
                  <a:pt x="108" y="0"/>
                </a:lnTo>
                <a:cubicBezTo>
                  <a:pt x="216" y="0"/>
                  <a:pt x="433" y="0"/>
                  <a:pt x="638" y="27"/>
                </a:cubicBezTo>
                <a:cubicBezTo>
                  <a:pt x="844" y="54"/>
                  <a:pt x="1040" y="109"/>
                  <a:pt x="1137" y="137"/>
                </a:cubicBezTo>
                <a:lnTo>
                  <a:pt x="1235" y="16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/>
          <p:nvPr/>
        </p:nvSpPr>
        <p:spPr>
          <a:xfrm>
            <a:off x="8090640" y="2904120"/>
            <a:ext cx="32400" cy="28440"/>
          </a:xfrm>
          <a:custGeom>
            <a:avLst/>
            <a:gdLst/>
            <a:ahLst/>
            <a:rect l="0" t="0" r="r" b="b"/>
            <a:pathLst>
              <a:path w="90" h="79">
                <a:moveTo>
                  <a:pt x="23" y="0"/>
                </a:moveTo>
                <a:lnTo>
                  <a:pt x="90" y="62"/>
                </a:lnTo>
                <a:lnTo>
                  <a:pt x="0" y="79"/>
                </a:lnTo>
                <a:lnTo>
                  <a:pt x="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8088840" y="2901600"/>
            <a:ext cx="37440" cy="32760"/>
          </a:xfrm>
          <a:custGeom>
            <a:avLst/>
            <a:gdLst/>
            <a:ahLst/>
            <a:rect l="0" t="0" r="r" b="b"/>
            <a:pathLst>
              <a:path w="104" h="91">
                <a:moveTo>
                  <a:pt x="36" y="10"/>
                </a:moveTo>
                <a:lnTo>
                  <a:pt x="43" y="15"/>
                </a:lnTo>
                <a:lnTo>
                  <a:pt x="36" y="21"/>
                </a:lnTo>
                <a:lnTo>
                  <a:pt x="30" y="16"/>
                </a:lnTo>
                <a:lnTo>
                  <a:pt x="36" y="10"/>
                </a:lnTo>
                <a:moveTo>
                  <a:pt x="43" y="15"/>
                </a:moveTo>
                <a:lnTo>
                  <a:pt x="49" y="21"/>
                </a:lnTo>
                <a:lnTo>
                  <a:pt x="43" y="27"/>
                </a:lnTo>
                <a:lnTo>
                  <a:pt x="36" y="21"/>
                </a:lnTo>
                <a:lnTo>
                  <a:pt x="43" y="15"/>
                </a:lnTo>
                <a:moveTo>
                  <a:pt x="49" y="21"/>
                </a:moveTo>
                <a:lnTo>
                  <a:pt x="55" y="26"/>
                </a:lnTo>
                <a:lnTo>
                  <a:pt x="49" y="32"/>
                </a:lnTo>
                <a:lnTo>
                  <a:pt x="43" y="27"/>
                </a:lnTo>
                <a:lnTo>
                  <a:pt x="49" y="21"/>
                </a:lnTo>
                <a:moveTo>
                  <a:pt x="55" y="26"/>
                </a:moveTo>
                <a:lnTo>
                  <a:pt x="61" y="31"/>
                </a:lnTo>
                <a:lnTo>
                  <a:pt x="55" y="37"/>
                </a:lnTo>
                <a:lnTo>
                  <a:pt x="49" y="32"/>
                </a:lnTo>
                <a:lnTo>
                  <a:pt x="55" y="26"/>
                </a:lnTo>
                <a:moveTo>
                  <a:pt x="61" y="31"/>
                </a:moveTo>
                <a:lnTo>
                  <a:pt x="67" y="37"/>
                </a:lnTo>
                <a:lnTo>
                  <a:pt x="61" y="43"/>
                </a:lnTo>
                <a:lnTo>
                  <a:pt x="55" y="37"/>
                </a:lnTo>
                <a:lnTo>
                  <a:pt x="61" y="31"/>
                </a:lnTo>
                <a:moveTo>
                  <a:pt x="67" y="37"/>
                </a:moveTo>
                <a:lnTo>
                  <a:pt x="73" y="42"/>
                </a:lnTo>
                <a:lnTo>
                  <a:pt x="67" y="48"/>
                </a:lnTo>
                <a:lnTo>
                  <a:pt x="61" y="43"/>
                </a:lnTo>
                <a:lnTo>
                  <a:pt x="67" y="37"/>
                </a:lnTo>
                <a:moveTo>
                  <a:pt x="73" y="42"/>
                </a:moveTo>
                <a:lnTo>
                  <a:pt x="79" y="48"/>
                </a:lnTo>
                <a:lnTo>
                  <a:pt x="73" y="54"/>
                </a:lnTo>
                <a:lnTo>
                  <a:pt x="67" y="48"/>
                </a:lnTo>
                <a:lnTo>
                  <a:pt x="73" y="42"/>
                </a:lnTo>
                <a:moveTo>
                  <a:pt x="79" y="48"/>
                </a:moveTo>
                <a:lnTo>
                  <a:pt x="85" y="53"/>
                </a:lnTo>
                <a:lnTo>
                  <a:pt x="79" y="59"/>
                </a:lnTo>
                <a:lnTo>
                  <a:pt x="73" y="54"/>
                </a:lnTo>
                <a:lnTo>
                  <a:pt x="79" y="48"/>
                </a:lnTo>
                <a:moveTo>
                  <a:pt x="85" y="53"/>
                </a:moveTo>
                <a:lnTo>
                  <a:pt x="91" y="58"/>
                </a:lnTo>
                <a:lnTo>
                  <a:pt x="85" y="64"/>
                </a:lnTo>
                <a:lnTo>
                  <a:pt x="79" y="59"/>
                </a:lnTo>
                <a:lnTo>
                  <a:pt x="85" y="53"/>
                </a:lnTo>
                <a:moveTo>
                  <a:pt x="91" y="58"/>
                </a:moveTo>
                <a:lnTo>
                  <a:pt x="97" y="64"/>
                </a:lnTo>
                <a:lnTo>
                  <a:pt x="91" y="70"/>
                </a:lnTo>
                <a:lnTo>
                  <a:pt x="85" y="64"/>
                </a:lnTo>
                <a:lnTo>
                  <a:pt x="91" y="58"/>
                </a:lnTo>
                <a:moveTo>
                  <a:pt x="97" y="64"/>
                </a:moveTo>
                <a:lnTo>
                  <a:pt x="104" y="70"/>
                </a:lnTo>
                <a:lnTo>
                  <a:pt x="89" y="73"/>
                </a:lnTo>
                <a:lnTo>
                  <a:pt x="88" y="65"/>
                </a:lnTo>
                <a:lnTo>
                  <a:pt x="94" y="64"/>
                </a:lnTo>
                <a:lnTo>
                  <a:pt x="95" y="68"/>
                </a:lnTo>
                <a:lnTo>
                  <a:pt x="92" y="71"/>
                </a:lnTo>
                <a:lnTo>
                  <a:pt x="91" y="70"/>
                </a:lnTo>
                <a:lnTo>
                  <a:pt x="97" y="64"/>
                </a:lnTo>
                <a:moveTo>
                  <a:pt x="89" y="73"/>
                </a:moveTo>
                <a:lnTo>
                  <a:pt x="81" y="75"/>
                </a:lnTo>
                <a:lnTo>
                  <a:pt x="80" y="67"/>
                </a:lnTo>
                <a:lnTo>
                  <a:pt x="88" y="65"/>
                </a:lnTo>
                <a:lnTo>
                  <a:pt x="89" y="73"/>
                </a:lnTo>
                <a:moveTo>
                  <a:pt x="81" y="75"/>
                </a:moveTo>
                <a:lnTo>
                  <a:pt x="73" y="76"/>
                </a:lnTo>
                <a:lnTo>
                  <a:pt x="72" y="68"/>
                </a:lnTo>
                <a:lnTo>
                  <a:pt x="80" y="67"/>
                </a:lnTo>
                <a:lnTo>
                  <a:pt x="81" y="75"/>
                </a:lnTo>
                <a:moveTo>
                  <a:pt x="73" y="76"/>
                </a:moveTo>
                <a:lnTo>
                  <a:pt x="66" y="78"/>
                </a:lnTo>
                <a:lnTo>
                  <a:pt x="64" y="70"/>
                </a:lnTo>
                <a:lnTo>
                  <a:pt x="72" y="68"/>
                </a:lnTo>
                <a:lnTo>
                  <a:pt x="73" y="76"/>
                </a:lnTo>
                <a:moveTo>
                  <a:pt x="66" y="78"/>
                </a:moveTo>
                <a:lnTo>
                  <a:pt x="58" y="79"/>
                </a:lnTo>
                <a:lnTo>
                  <a:pt x="56" y="71"/>
                </a:lnTo>
                <a:lnTo>
                  <a:pt x="64" y="70"/>
                </a:lnTo>
                <a:lnTo>
                  <a:pt x="66" y="78"/>
                </a:lnTo>
                <a:moveTo>
                  <a:pt x="58" y="79"/>
                </a:moveTo>
                <a:lnTo>
                  <a:pt x="50" y="81"/>
                </a:lnTo>
                <a:lnTo>
                  <a:pt x="48" y="73"/>
                </a:lnTo>
                <a:lnTo>
                  <a:pt x="56" y="71"/>
                </a:lnTo>
                <a:lnTo>
                  <a:pt x="58" y="79"/>
                </a:lnTo>
                <a:moveTo>
                  <a:pt x="50" y="81"/>
                </a:moveTo>
                <a:lnTo>
                  <a:pt x="42" y="82"/>
                </a:lnTo>
                <a:lnTo>
                  <a:pt x="40" y="74"/>
                </a:lnTo>
                <a:lnTo>
                  <a:pt x="48" y="73"/>
                </a:lnTo>
                <a:lnTo>
                  <a:pt x="50" y="81"/>
                </a:lnTo>
                <a:moveTo>
                  <a:pt x="42" y="82"/>
                </a:moveTo>
                <a:lnTo>
                  <a:pt x="33" y="84"/>
                </a:lnTo>
                <a:lnTo>
                  <a:pt x="31" y="76"/>
                </a:lnTo>
                <a:lnTo>
                  <a:pt x="40" y="74"/>
                </a:lnTo>
                <a:lnTo>
                  <a:pt x="42" y="82"/>
                </a:lnTo>
                <a:moveTo>
                  <a:pt x="33" y="84"/>
                </a:moveTo>
                <a:lnTo>
                  <a:pt x="25" y="86"/>
                </a:lnTo>
                <a:lnTo>
                  <a:pt x="23" y="78"/>
                </a:lnTo>
                <a:lnTo>
                  <a:pt x="31" y="76"/>
                </a:lnTo>
                <a:lnTo>
                  <a:pt x="33" y="84"/>
                </a:lnTo>
                <a:moveTo>
                  <a:pt x="25" y="86"/>
                </a:moveTo>
                <a:lnTo>
                  <a:pt x="17" y="88"/>
                </a:lnTo>
                <a:lnTo>
                  <a:pt x="15" y="79"/>
                </a:lnTo>
                <a:lnTo>
                  <a:pt x="23" y="78"/>
                </a:lnTo>
                <a:lnTo>
                  <a:pt x="25" y="86"/>
                </a:lnTo>
                <a:moveTo>
                  <a:pt x="17" y="88"/>
                </a:moveTo>
                <a:lnTo>
                  <a:pt x="9" y="90"/>
                </a:lnTo>
                <a:lnTo>
                  <a:pt x="7" y="81"/>
                </a:lnTo>
                <a:lnTo>
                  <a:pt x="15" y="79"/>
                </a:lnTo>
                <a:lnTo>
                  <a:pt x="17" y="88"/>
                </a:lnTo>
                <a:moveTo>
                  <a:pt x="9" y="90"/>
                </a:moveTo>
                <a:lnTo>
                  <a:pt x="0" y="91"/>
                </a:lnTo>
                <a:lnTo>
                  <a:pt x="3" y="79"/>
                </a:lnTo>
                <a:lnTo>
                  <a:pt x="11" y="81"/>
                </a:lnTo>
                <a:lnTo>
                  <a:pt x="9" y="87"/>
                </a:lnTo>
                <a:lnTo>
                  <a:pt x="5" y="86"/>
                </a:lnTo>
                <a:lnTo>
                  <a:pt x="5" y="81"/>
                </a:lnTo>
                <a:lnTo>
                  <a:pt x="7" y="81"/>
                </a:lnTo>
                <a:lnTo>
                  <a:pt x="9" y="90"/>
                </a:lnTo>
                <a:moveTo>
                  <a:pt x="3" y="79"/>
                </a:moveTo>
                <a:lnTo>
                  <a:pt x="5" y="71"/>
                </a:lnTo>
                <a:lnTo>
                  <a:pt x="13" y="73"/>
                </a:lnTo>
                <a:lnTo>
                  <a:pt x="11" y="81"/>
                </a:lnTo>
                <a:lnTo>
                  <a:pt x="3" y="79"/>
                </a:lnTo>
                <a:moveTo>
                  <a:pt x="5" y="71"/>
                </a:moveTo>
                <a:lnTo>
                  <a:pt x="7" y="64"/>
                </a:lnTo>
                <a:lnTo>
                  <a:pt x="15" y="66"/>
                </a:lnTo>
                <a:lnTo>
                  <a:pt x="13" y="73"/>
                </a:lnTo>
                <a:lnTo>
                  <a:pt x="5" y="71"/>
                </a:lnTo>
                <a:moveTo>
                  <a:pt x="7" y="64"/>
                </a:moveTo>
                <a:lnTo>
                  <a:pt x="9" y="56"/>
                </a:lnTo>
                <a:lnTo>
                  <a:pt x="17" y="58"/>
                </a:lnTo>
                <a:lnTo>
                  <a:pt x="15" y="66"/>
                </a:lnTo>
                <a:lnTo>
                  <a:pt x="7" y="64"/>
                </a:lnTo>
                <a:moveTo>
                  <a:pt x="9" y="56"/>
                </a:moveTo>
                <a:lnTo>
                  <a:pt x="11" y="48"/>
                </a:lnTo>
                <a:lnTo>
                  <a:pt x="19" y="50"/>
                </a:lnTo>
                <a:lnTo>
                  <a:pt x="17" y="58"/>
                </a:lnTo>
                <a:lnTo>
                  <a:pt x="9" y="56"/>
                </a:lnTo>
                <a:moveTo>
                  <a:pt x="11" y="48"/>
                </a:moveTo>
                <a:lnTo>
                  <a:pt x="14" y="40"/>
                </a:lnTo>
                <a:lnTo>
                  <a:pt x="21" y="42"/>
                </a:lnTo>
                <a:lnTo>
                  <a:pt x="19" y="50"/>
                </a:lnTo>
                <a:lnTo>
                  <a:pt x="11" y="48"/>
                </a:lnTo>
                <a:moveTo>
                  <a:pt x="14" y="40"/>
                </a:moveTo>
                <a:lnTo>
                  <a:pt x="16" y="32"/>
                </a:lnTo>
                <a:lnTo>
                  <a:pt x="24" y="35"/>
                </a:lnTo>
                <a:lnTo>
                  <a:pt x="21" y="42"/>
                </a:lnTo>
                <a:lnTo>
                  <a:pt x="14" y="40"/>
                </a:lnTo>
                <a:moveTo>
                  <a:pt x="16" y="32"/>
                </a:moveTo>
                <a:lnTo>
                  <a:pt x="18" y="25"/>
                </a:lnTo>
                <a:lnTo>
                  <a:pt x="26" y="27"/>
                </a:lnTo>
                <a:lnTo>
                  <a:pt x="24" y="35"/>
                </a:lnTo>
                <a:lnTo>
                  <a:pt x="16" y="32"/>
                </a:lnTo>
                <a:moveTo>
                  <a:pt x="18" y="25"/>
                </a:moveTo>
                <a:lnTo>
                  <a:pt x="20" y="17"/>
                </a:lnTo>
                <a:lnTo>
                  <a:pt x="28" y="19"/>
                </a:lnTo>
                <a:lnTo>
                  <a:pt x="26" y="27"/>
                </a:lnTo>
                <a:lnTo>
                  <a:pt x="18" y="25"/>
                </a:lnTo>
                <a:moveTo>
                  <a:pt x="20" y="17"/>
                </a:moveTo>
                <a:lnTo>
                  <a:pt x="22" y="9"/>
                </a:lnTo>
                <a:lnTo>
                  <a:pt x="30" y="11"/>
                </a:lnTo>
                <a:lnTo>
                  <a:pt x="28" y="19"/>
                </a:lnTo>
                <a:lnTo>
                  <a:pt x="20" y="17"/>
                </a:lnTo>
                <a:moveTo>
                  <a:pt x="22" y="9"/>
                </a:moveTo>
                <a:lnTo>
                  <a:pt x="25" y="0"/>
                </a:lnTo>
                <a:lnTo>
                  <a:pt x="36" y="10"/>
                </a:lnTo>
                <a:lnTo>
                  <a:pt x="30" y="16"/>
                </a:lnTo>
                <a:lnTo>
                  <a:pt x="24" y="10"/>
                </a:lnTo>
                <a:lnTo>
                  <a:pt x="27" y="7"/>
                </a:lnTo>
                <a:lnTo>
                  <a:pt x="31" y="8"/>
                </a:lnTo>
                <a:lnTo>
                  <a:pt x="30" y="11"/>
                </a:lnTo>
                <a:lnTo>
                  <a:pt x="22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3271680" y="2616120"/>
            <a:ext cx="4861080" cy="647640"/>
          </a:xfrm>
          <a:custGeom>
            <a:avLst/>
            <a:gdLst/>
            <a:ahLst/>
            <a:rect l="0" t="0" r="r" b="b"/>
            <a:pathLst>
              <a:path fill="none" w="13503" h="1799">
                <a:moveTo>
                  <a:pt x="13503" y="1536"/>
                </a:moveTo>
                <a:lnTo>
                  <a:pt x="13395" y="1580"/>
                </a:lnTo>
                <a:cubicBezTo>
                  <a:pt x="13286" y="1624"/>
                  <a:pt x="13068" y="1711"/>
                  <a:pt x="12678" y="1755"/>
                </a:cubicBezTo>
                <a:cubicBezTo>
                  <a:pt x="12289" y="1799"/>
                  <a:pt x="11727" y="1799"/>
                  <a:pt x="11149" y="1799"/>
                </a:cubicBezTo>
                <a:cubicBezTo>
                  <a:pt x="10571" y="1799"/>
                  <a:pt x="9978" y="1799"/>
                  <a:pt x="9371" y="1799"/>
                </a:cubicBezTo>
                <a:cubicBezTo>
                  <a:pt x="8765" y="1799"/>
                  <a:pt x="8144" y="1799"/>
                  <a:pt x="7491" y="1799"/>
                </a:cubicBezTo>
                <a:cubicBezTo>
                  <a:pt x="6837" y="1799"/>
                  <a:pt x="6150" y="1799"/>
                  <a:pt x="5529" y="1799"/>
                </a:cubicBezTo>
                <a:cubicBezTo>
                  <a:pt x="4907" y="1799"/>
                  <a:pt x="4352" y="1799"/>
                  <a:pt x="3758" y="1799"/>
                </a:cubicBezTo>
                <a:cubicBezTo>
                  <a:pt x="3163" y="1799"/>
                  <a:pt x="2529" y="1799"/>
                  <a:pt x="1897" y="1499"/>
                </a:cubicBezTo>
                <a:cubicBezTo>
                  <a:pt x="1264" y="1200"/>
                  <a:pt x="632" y="599"/>
                  <a:pt x="316" y="300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3261240" y="260604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32" y="86"/>
                </a:moveTo>
                <a:lnTo>
                  <a:pt x="0" y="0"/>
                </a:lnTo>
                <a:lnTo>
                  <a:pt x="87" y="27"/>
                </a:lnTo>
                <a:lnTo>
                  <a:pt x="32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258720" y="2603880"/>
            <a:ext cx="36720" cy="36000"/>
          </a:xfrm>
          <a:custGeom>
            <a:avLst/>
            <a:gdLst/>
            <a:ahLst/>
            <a:rect l="0" t="0" r="r" b="b"/>
            <a:pathLst>
              <a:path w="102" h="100">
                <a:moveTo>
                  <a:pt x="31" y="86"/>
                </a:moveTo>
                <a:lnTo>
                  <a:pt x="28" y="79"/>
                </a:lnTo>
                <a:lnTo>
                  <a:pt x="36" y="76"/>
                </a:lnTo>
                <a:lnTo>
                  <a:pt x="39" y="83"/>
                </a:lnTo>
                <a:lnTo>
                  <a:pt x="31" y="86"/>
                </a:lnTo>
                <a:moveTo>
                  <a:pt x="28" y="79"/>
                </a:moveTo>
                <a:lnTo>
                  <a:pt x="26" y="71"/>
                </a:lnTo>
                <a:lnTo>
                  <a:pt x="33" y="67"/>
                </a:lnTo>
                <a:lnTo>
                  <a:pt x="36" y="76"/>
                </a:lnTo>
                <a:lnTo>
                  <a:pt x="28" y="79"/>
                </a:lnTo>
                <a:moveTo>
                  <a:pt x="26" y="71"/>
                </a:moveTo>
                <a:lnTo>
                  <a:pt x="23" y="62"/>
                </a:lnTo>
                <a:lnTo>
                  <a:pt x="30" y="60"/>
                </a:lnTo>
                <a:lnTo>
                  <a:pt x="33" y="67"/>
                </a:lnTo>
                <a:lnTo>
                  <a:pt x="26" y="71"/>
                </a:lnTo>
                <a:moveTo>
                  <a:pt x="23" y="62"/>
                </a:moveTo>
                <a:lnTo>
                  <a:pt x="20" y="55"/>
                </a:lnTo>
                <a:lnTo>
                  <a:pt x="28" y="52"/>
                </a:lnTo>
                <a:lnTo>
                  <a:pt x="30" y="60"/>
                </a:lnTo>
                <a:lnTo>
                  <a:pt x="23" y="62"/>
                </a:lnTo>
                <a:moveTo>
                  <a:pt x="20" y="55"/>
                </a:moveTo>
                <a:lnTo>
                  <a:pt x="17" y="47"/>
                </a:lnTo>
                <a:lnTo>
                  <a:pt x="25" y="44"/>
                </a:lnTo>
                <a:lnTo>
                  <a:pt x="28" y="52"/>
                </a:lnTo>
                <a:lnTo>
                  <a:pt x="20" y="55"/>
                </a:lnTo>
                <a:moveTo>
                  <a:pt x="17" y="47"/>
                </a:moveTo>
                <a:lnTo>
                  <a:pt x="15" y="40"/>
                </a:lnTo>
                <a:lnTo>
                  <a:pt x="22" y="37"/>
                </a:lnTo>
                <a:lnTo>
                  <a:pt x="25" y="44"/>
                </a:lnTo>
                <a:lnTo>
                  <a:pt x="17" y="47"/>
                </a:lnTo>
                <a:moveTo>
                  <a:pt x="15" y="40"/>
                </a:moveTo>
                <a:lnTo>
                  <a:pt x="12" y="32"/>
                </a:lnTo>
                <a:lnTo>
                  <a:pt x="19" y="29"/>
                </a:lnTo>
                <a:lnTo>
                  <a:pt x="22" y="37"/>
                </a:lnTo>
                <a:lnTo>
                  <a:pt x="15" y="40"/>
                </a:lnTo>
                <a:moveTo>
                  <a:pt x="12" y="32"/>
                </a:moveTo>
                <a:lnTo>
                  <a:pt x="9" y="24"/>
                </a:lnTo>
                <a:lnTo>
                  <a:pt x="17" y="22"/>
                </a:lnTo>
                <a:lnTo>
                  <a:pt x="19" y="29"/>
                </a:lnTo>
                <a:lnTo>
                  <a:pt x="12" y="32"/>
                </a:lnTo>
                <a:moveTo>
                  <a:pt x="9" y="24"/>
                </a:moveTo>
                <a:lnTo>
                  <a:pt x="6" y="17"/>
                </a:lnTo>
                <a:lnTo>
                  <a:pt x="14" y="14"/>
                </a:lnTo>
                <a:lnTo>
                  <a:pt x="17" y="22"/>
                </a:lnTo>
                <a:lnTo>
                  <a:pt x="9" y="24"/>
                </a:lnTo>
                <a:moveTo>
                  <a:pt x="6" y="17"/>
                </a:moveTo>
                <a:lnTo>
                  <a:pt x="3" y="9"/>
                </a:lnTo>
                <a:lnTo>
                  <a:pt x="11" y="6"/>
                </a:lnTo>
                <a:lnTo>
                  <a:pt x="14" y="14"/>
                </a:lnTo>
                <a:lnTo>
                  <a:pt x="6" y="17"/>
                </a:lnTo>
                <a:moveTo>
                  <a:pt x="3" y="9"/>
                </a:moveTo>
                <a:lnTo>
                  <a:pt x="0" y="0"/>
                </a:lnTo>
                <a:lnTo>
                  <a:pt x="14" y="4"/>
                </a:lnTo>
                <a:lnTo>
                  <a:pt x="12" y="12"/>
                </a:lnTo>
                <a:lnTo>
                  <a:pt x="6" y="10"/>
                </a:lnTo>
                <a:lnTo>
                  <a:pt x="7" y="6"/>
                </a:lnTo>
                <a:lnTo>
                  <a:pt x="11" y="5"/>
                </a:lnTo>
                <a:lnTo>
                  <a:pt x="11" y="6"/>
                </a:lnTo>
                <a:lnTo>
                  <a:pt x="3" y="9"/>
                </a:lnTo>
                <a:moveTo>
                  <a:pt x="14" y="4"/>
                </a:moveTo>
                <a:lnTo>
                  <a:pt x="22" y="7"/>
                </a:lnTo>
                <a:lnTo>
                  <a:pt x="20" y="14"/>
                </a:lnTo>
                <a:lnTo>
                  <a:pt x="12" y="12"/>
                </a:lnTo>
                <a:lnTo>
                  <a:pt x="14" y="4"/>
                </a:lnTo>
                <a:moveTo>
                  <a:pt x="22" y="7"/>
                </a:moveTo>
                <a:lnTo>
                  <a:pt x="30" y="9"/>
                </a:lnTo>
                <a:lnTo>
                  <a:pt x="27" y="17"/>
                </a:lnTo>
                <a:lnTo>
                  <a:pt x="20" y="14"/>
                </a:lnTo>
                <a:lnTo>
                  <a:pt x="22" y="7"/>
                </a:lnTo>
                <a:moveTo>
                  <a:pt x="30" y="9"/>
                </a:moveTo>
                <a:lnTo>
                  <a:pt x="38" y="11"/>
                </a:lnTo>
                <a:lnTo>
                  <a:pt x="35" y="19"/>
                </a:lnTo>
                <a:lnTo>
                  <a:pt x="27" y="17"/>
                </a:lnTo>
                <a:lnTo>
                  <a:pt x="30" y="9"/>
                </a:lnTo>
                <a:moveTo>
                  <a:pt x="38" y="11"/>
                </a:moveTo>
                <a:lnTo>
                  <a:pt x="45" y="14"/>
                </a:lnTo>
                <a:lnTo>
                  <a:pt x="43" y="22"/>
                </a:lnTo>
                <a:lnTo>
                  <a:pt x="35" y="19"/>
                </a:lnTo>
                <a:lnTo>
                  <a:pt x="38" y="11"/>
                </a:lnTo>
                <a:moveTo>
                  <a:pt x="45" y="14"/>
                </a:moveTo>
                <a:lnTo>
                  <a:pt x="53" y="16"/>
                </a:lnTo>
                <a:lnTo>
                  <a:pt x="51" y="24"/>
                </a:lnTo>
                <a:lnTo>
                  <a:pt x="43" y="22"/>
                </a:lnTo>
                <a:lnTo>
                  <a:pt x="45" y="14"/>
                </a:lnTo>
                <a:moveTo>
                  <a:pt x="53" y="16"/>
                </a:moveTo>
                <a:lnTo>
                  <a:pt x="61" y="19"/>
                </a:lnTo>
                <a:lnTo>
                  <a:pt x="58" y="26"/>
                </a:lnTo>
                <a:lnTo>
                  <a:pt x="51" y="24"/>
                </a:lnTo>
                <a:lnTo>
                  <a:pt x="53" y="16"/>
                </a:lnTo>
                <a:moveTo>
                  <a:pt x="61" y="19"/>
                </a:moveTo>
                <a:lnTo>
                  <a:pt x="68" y="21"/>
                </a:lnTo>
                <a:lnTo>
                  <a:pt x="66" y="29"/>
                </a:lnTo>
                <a:lnTo>
                  <a:pt x="58" y="26"/>
                </a:lnTo>
                <a:lnTo>
                  <a:pt x="61" y="19"/>
                </a:lnTo>
                <a:moveTo>
                  <a:pt x="68" y="21"/>
                </a:moveTo>
                <a:lnTo>
                  <a:pt x="76" y="23"/>
                </a:lnTo>
                <a:lnTo>
                  <a:pt x="74" y="31"/>
                </a:lnTo>
                <a:lnTo>
                  <a:pt x="66" y="29"/>
                </a:lnTo>
                <a:lnTo>
                  <a:pt x="68" y="21"/>
                </a:lnTo>
                <a:moveTo>
                  <a:pt x="76" y="23"/>
                </a:moveTo>
                <a:lnTo>
                  <a:pt x="84" y="26"/>
                </a:lnTo>
                <a:lnTo>
                  <a:pt x="82" y="33"/>
                </a:lnTo>
                <a:lnTo>
                  <a:pt x="74" y="31"/>
                </a:lnTo>
                <a:lnTo>
                  <a:pt x="76" y="23"/>
                </a:lnTo>
                <a:moveTo>
                  <a:pt x="84" y="26"/>
                </a:moveTo>
                <a:lnTo>
                  <a:pt x="92" y="28"/>
                </a:lnTo>
                <a:lnTo>
                  <a:pt x="89" y="36"/>
                </a:lnTo>
                <a:lnTo>
                  <a:pt x="82" y="33"/>
                </a:lnTo>
                <a:lnTo>
                  <a:pt x="84" y="26"/>
                </a:lnTo>
                <a:moveTo>
                  <a:pt x="92" y="28"/>
                </a:moveTo>
                <a:lnTo>
                  <a:pt x="102" y="31"/>
                </a:lnTo>
                <a:lnTo>
                  <a:pt x="93" y="39"/>
                </a:lnTo>
                <a:lnTo>
                  <a:pt x="87" y="34"/>
                </a:lnTo>
                <a:lnTo>
                  <a:pt x="90" y="30"/>
                </a:lnTo>
                <a:lnTo>
                  <a:pt x="93" y="33"/>
                </a:lnTo>
                <a:lnTo>
                  <a:pt x="92" y="37"/>
                </a:lnTo>
                <a:lnTo>
                  <a:pt x="89" y="36"/>
                </a:lnTo>
                <a:lnTo>
                  <a:pt x="92" y="28"/>
                </a:lnTo>
                <a:moveTo>
                  <a:pt x="93" y="39"/>
                </a:moveTo>
                <a:lnTo>
                  <a:pt x="87" y="45"/>
                </a:lnTo>
                <a:lnTo>
                  <a:pt x="81" y="39"/>
                </a:lnTo>
                <a:lnTo>
                  <a:pt x="87" y="34"/>
                </a:lnTo>
                <a:lnTo>
                  <a:pt x="93" y="39"/>
                </a:lnTo>
                <a:moveTo>
                  <a:pt x="87" y="45"/>
                </a:moveTo>
                <a:lnTo>
                  <a:pt x="82" y="51"/>
                </a:lnTo>
                <a:lnTo>
                  <a:pt x="76" y="45"/>
                </a:lnTo>
                <a:lnTo>
                  <a:pt x="81" y="39"/>
                </a:lnTo>
                <a:lnTo>
                  <a:pt x="87" y="45"/>
                </a:lnTo>
                <a:moveTo>
                  <a:pt x="82" y="51"/>
                </a:moveTo>
                <a:lnTo>
                  <a:pt x="76" y="57"/>
                </a:lnTo>
                <a:lnTo>
                  <a:pt x="70" y="51"/>
                </a:lnTo>
                <a:lnTo>
                  <a:pt x="76" y="45"/>
                </a:lnTo>
                <a:lnTo>
                  <a:pt x="82" y="51"/>
                </a:lnTo>
                <a:moveTo>
                  <a:pt x="76" y="57"/>
                </a:moveTo>
                <a:lnTo>
                  <a:pt x="70" y="63"/>
                </a:lnTo>
                <a:lnTo>
                  <a:pt x="65" y="57"/>
                </a:lnTo>
                <a:lnTo>
                  <a:pt x="70" y="51"/>
                </a:lnTo>
                <a:lnTo>
                  <a:pt x="76" y="57"/>
                </a:lnTo>
                <a:moveTo>
                  <a:pt x="70" y="63"/>
                </a:moveTo>
                <a:lnTo>
                  <a:pt x="65" y="70"/>
                </a:lnTo>
                <a:lnTo>
                  <a:pt x="59" y="63"/>
                </a:lnTo>
                <a:lnTo>
                  <a:pt x="65" y="57"/>
                </a:lnTo>
                <a:lnTo>
                  <a:pt x="70" y="63"/>
                </a:lnTo>
                <a:moveTo>
                  <a:pt x="65" y="70"/>
                </a:moveTo>
                <a:lnTo>
                  <a:pt x="59" y="75"/>
                </a:lnTo>
                <a:lnTo>
                  <a:pt x="53" y="70"/>
                </a:lnTo>
                <a:lnTo>
                  <a:pt x="59" y="63"/>
                </a:lnTo>
                <a:lnTo>
                  <a:pt x="65" y="70"/>
                </a:lnTo>
                <a:moveTo>
                  <a:pt x="59" y="75"/>
                </a:moveTo>
                <a:lnTo>
                  <a:pt x="54" y="81"/>
                </a:lnTo>
                <a:lnTo>
                  <a:pt x="48" y="76"/>
                </a:lnTo>
                <a:lnTo>
                  <a:pt x="53" y="70"/>
                </a:lnTo>
                <a:lnTo>
                  <a:pt x="59" y="75"/>
                </a:lnTo>
                <a:moveTo>
                  <a:pt x="54" y="81"/>
                </a:moveTo>
                <a:lnTo>
                  <a:pt x="48" y="87"/>
                </a:lnTo>
                <a:lnTo>
                  <a:pt x="42" y="82"/>
                </a:lnTo>
                <a:lnTo>
                  <a:pt x="48" y="76"/>
                </a:lnTo>
                <a:lnTo>
                  <a:pt x="54" y="81"/>
                </a:lnTo>
                <a:moveTo>
                  <a:pt x="48" y="87"/>
                </a:moveTo>
                <a:lnTo>
                  <a:pt x="43" y="93"/>
                </a:lnTo>
                <a:lnTo>
                  <a:pt x="37" y="87"/>
                </a:lnTo>
                <a:lnTo>
                  <a:pt x="42" y="82"/>
                </a:lnTo>
                <a:lnTo>
                  <a:pt x="48" y="87"/>
                </a:lnTo>
                <a:moveTo>
                  <a:pt x="43" y="93"/>
                </a:moveTo>
                <a:lnTo>
                  <a:pt x="36" y="100"/>
                </a:lnTo>
                <a:lnTo>
                  <a:pt x="31" y="86"/>
                </a:lnTo>
                <a:lnTo>
                  <a:pt x="39" y="83"/>
                </a:lnTo>
                <a:lnTo>
                  <a:pt x="41" y="91"/>
                </a:lnTo>
                <a:lnTo>
                  <a:pt x="38" y="92"/>
                </a:lnTo>
                <a:lnTo>
                  <a:pt x="35" y="90"/>
                </a:lnTo>
                <a:lnTo>
                  <a:pt x="37" y="87"/>
                </a:lnTo>
                <a:lnTo>
                  <a:pt x="43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439920" y="153900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2010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918720" y="2311200"/>
            <a:ext cx="455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2248920" y="2311200"/>
            <a:ext cx="227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3628080" y="2225160"/>
            <a:ext cx="643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3812760" y="2385000"/>
            <a:ext cx="279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2226960" y="2471400"/>
            <a:ext cx="273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1067760" y="2471400"/>
            <a:ext cx="1609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4998600" y="2304720"/>
            <a:ext cx="4809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563160" y="2224800"/>
            <a:ext cx="176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7763400" y="22248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6474960" y="2563560"/>
            <a:ext cx="335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6508800" y="2907720"/>
            <a:ext cx="284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7793640" y="2827800"/>
            <a:ext cx="208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5802840" y="3227760"/>
            <a:ext cx="354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514080" y="2385000"/>
            <a:ext cx="287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1578600" y="234108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1607400" y="2428560"/>
            <a:ext cx="38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2902320" y="2297520"/>
            <a:ext cx="3297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2782800" y="238500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fill="none"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2904120" y="2472120"/>
            <a:ext cx="322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4397040" y="2297520"/>
            <a:ext cx="47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  <a:lnTo>
                  <a:pt x="0" y="15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fill="none"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4503600" y="23850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5752080" y="2297520"/>
            <a:ext cx="45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5645520" y="2385000"/>
            <a:ext cx="665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7121160" y="2180880"/>
            <a:ext cx="337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7018920" y="2268360"/>
            <a:ext cx="54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fill="none"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8357760" y="2224800"/>
            <a:ext cx="253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 txBox="1"/>
          <p:nvPr/>
        </p:nvSpPr>
        <p:spPr>
          <a:xfrm>
            <a:off x="7064640" y="282060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Data lakehouse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6944760" y="2907720"/>
            <a:ext cx="69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opslag met rekenkracht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8353440" y="2947320"/>
            <a:ext cx="262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Modellen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8232120" y="3034800"/>
            <a:ext cx="505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machine learning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5737320" y="286416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Externe bronnen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456840" y="345744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8"/>
                </a:cubicBezTo>
                <a:cubicBezTo>
                  <a:pt x="12" y="265"/>
                  <a:pt x="19" y="243"/>
                  <a:pt x="28" y="221"/>
                </a:cubicBezTo>
                <a:cubicBezTo>
                  <a:pt x="37" y="200"/>
                  <a:pt x="48" y="179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9"/>
                  <a:pt x="140" y="74"/>
                  <a:pt x="159" y="61"/>
                </a:cubicBezTo>
                <a:cubicBezTo>
                  <a:pt x="179" y="48"/>
                  <a:pt x="199" y="37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9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79"/>
                  <a:pt x="2188" y="200"/>
                  <a:pt x="2197" y="221"/>
                </a:cubicBezTo>
                <a:cubicBezTo>
                  <a:pt x="2206" y="243"/>
                  <a:pt x="2213" y="265"/>
                  <a:pt x="2217" y="288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5678640" y="2951640"/>
            <a:ext cx="60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platformen, partners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563760" y="35157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1367280" y="3498840"/>
            <a:ext cx="6578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Spotify. Wat je te horen krijgt komt uit modellen die op miljarden luisterbeurten zijn getraind.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34" name=""/>
          <p:cNvSpPr/>
          <p:nvPr/>
        </p:nvSpPr>
        <p:spPr>
          <a:xfrm>
            <a:off x="778320" y="2293920"/>
            <a:ext cx="549720" cy="33840"/>
          </a:xfrm>
          <a:custGeom>
            <a:avLst/>
            <a:gdLst/>
            <a:ahLst/>
            <a:rect l="0" t="0" r="r" b="b"/>
            <a:pathLst>
              <a:path fill="none" w="1527" h="94">
                <a:moveTo>
                  <a:pt x="0" y="94"/>
                </a:moveTo>
                <a:lnTo>
                  <a:pt x="132" y="72"/>
                </a:lnTo>
                <a:cubicBezTo>
                  <a:pt x="262" y="51"/>
                  <a:pt x="523" y="7"/>
                  <a:pt x="778" y="1"/>
                </a:cubicBezTo>
                <a:cubicBezTo>
                  <a:pt x="1032" y="-5"/>
                  <a:pt x="1280" y="25"/>
                  <a:pt x="1404" y="41"/>
                </a:cubicBezTo>
                <a:lnTo>
                  <a:pt x="1527" y="57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1313640" y="2299320"/>
            <a:ext cx="27000" cy="25920"/>
          </a:xfrm>
          <a:custGeom>
            <a:avLst/>
            <a:gdLst/>
            <a:ahLst/>
            <a:rect l="0" t="0" r="r" b="b"/>
            <a:pathLst>
              <a:path w="75" h="72">
                <a:moveTo>
                  <a:pt x="9" y="0"/>
                </a:moveTo>
                <a:lnTo>
                  <a:pt x="75" y="45"/>
                </a:lnTo>
                <a:lnTo>
                  <a:pt x="0" y="72"/>
                </a:lnTo>
                <a:lnTo>
                  <a:pt x="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1312200" y="2297160"/>
            <a:ext cx="31320" cy="29880"/>
          </a:xfrm>
          <a:custGeom>
            <a:avLst/>
            <a:gdLst/>
            <a:ahLst/>
            <a:rect l="0" t="0" r="r" b="b"/>
            <a:pathLst>
              <a:path w="87" h="83">
                <a:moveTo>
                  <a:pt x="21" y="7"/>
                </a:moveTo>
                <a:lnTo>
                  <a:pt x="27" y="11"/>
                </a:lnTo>
                <a:lnTo>
                  <a:pt x="23" y="17"/>
                </a:lnTo>
                <a:lnTo>
                  <a:pt x="18" y="13"/>
                </a:lnTo>
                <a:lnTo>
                  <a:pt x="21" y="7"/>
                </a:lnTo>
                <a:moveTo>
                  <a:pt x="27" y="11"/>
                </a:moveTo>
                <a:lnTo>
                  <a:pt x="33" y="15"/>
                </a:lnTo>
                <a:lnTo>
                  <a:pt x="29" y="21"/>
                </a:lnTo>
                <a:lnTo>
                  <a:pt x="23" y="17"/>
                </a:lnTo>
                <a:lnTo>
                  <a:pt x="27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5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3"/>
                </a:lnTo>
                <a:lnTo>
                  <a:pt x="41" y="29"/>
                </a:lnTo>
                <a:lnTo>
                  <a:pt x="35" y="25"/>
                </a:lnTo>
                <a:lnTo>
                  <a:pt x="39" y="19"/>
                </a:lnTo>
                <a:moveTo>
                  <a:pt x="45" y="23"/>
                </a:moveTo>
                <a:lnTo>
                  <a:pt x="51" y="27"/>
                </a:lnTo>
                <a:lnTo>
                  <a:pt x="47" y="33"/>
                </a:lnTo>
                <a:lnTo>
                  <a:pt x="41" y="29"/>
                </a:lnTo>
                <a:lnTo>
                  <a:pt x="45" y="23"/>
                </a:lnTo>
                <a:moveTo>
                  <a:pt x="51" y="27"/>
                </a:moveTo>
                <a:lnTo>
                  <a:pt x="57" y="31"/>
                </a:lnTo>
                <a:lnTo>
                  <a:pt x="53" y="37"/>
                </a:lnTo>
                <a:lnTo>
                  <a:pt x="47" y="33"/>
                </a:lnTo>
                <a:lnTo>
                  <a:pt x="51" y="27"/>
                </a:lnTo>
                <a:moveTo>
                  <a:pt x="57" y="31"/>
                </a:moveTo>
                <a:lnTo>
                  <a:pt x="63" y="35"/>
                </a:lnTo>
                <a:lnTo>
                  <a:pt x="59" y="41"/>
                </a:lnTo>
                <a:lnTo>
                  <a:pt x="53" y="37"/>
                </a:lnTo>
                <a:lnTo>
                  <a:pt x="57" y="31"/>
                </a:lnTo>
                <a:moveTo>
                  <a:pt x="63" y="35"/>
                </a:moveTo>
                <a:lnTo>
                  <a:pt x="69" y="39"/>
                </a:lnTo>
                <a:lnTo>
                  <a:pt x="65" y="45"/>
                </a:lnTo>
                <a:lnTo>
                  <a:pt x="59" y="41"/>
                </a:lnTo>
                <a:lnTo>
                  <a:pt x="63" y="35"/>
                </a:lnTo>
                <a:moveTo>
                  <a:pt x="69" y="39"/>
                </a:moveTo>
                <a:lnTo>
                  <a:pt x="74" y="43"/>
                </a:lnTo>
                <a:lnTo>
                  <a:pt x="71" y="48"/>
                </a:lnTo>
                <a:lnTo>
                  <a:pt x="65" y="45"/>
                </a:lnTo>
                <a:lnTo>
                  <a:pt x="69" y="39"/>
                </a:lnTo>
                <a:moveTo>
                  <a:pt x="74" y="43"/>
                </a:moveTo>
                <a:lnTo>
                  <a:pt x="80" y="46"/>
                </a:lnTo>
                <a:lnTo>
                  <a:pt x="76" y="52"/>
                </a:lnTo>
                <a:lnTo>
                  <a:pt x="71" y="48"/>
                </a:lnTo>
                <a:lnTo>
                  <a:pt x="74" y="43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9"/>
                </a:lnTo>
                <a:lnTo>
                  <a:pt x="78" y="47"/>
                </a:lnTo>
                <a:lnTo>
                  <a:pt x="79" y="50"/>
                </a:lnTo>
                <a:lnTo>
                  <a:pt x="78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9" y="58"/>
                </a:lnTo>
                <a:lnTo>
                  <a:pt x="66" y="51"/>
                </a:lnTo>
                <a:lnTo>
                  <a:pt x="73" y="49"/>
                </a:lnTo>
                <a:lnTo>
                  <a:pt x="75" y="55"/>
                </a:lnTo>
                <a:moveTo>
                  <a:pt x="69" y="58"/>
                </a:moveTo>
                <a:lnTo>
                  <a:pt x="62" y="61"/>
                </a:lnTo>
                <a:lnTo>
                  <a:pt x="60" y="53"/>
                </a:lnTo>
                <a:lnTo>
                  <a:pt x="66" y="51"/>
                </a:lnTo>
                <a:lnTo>
                  <a:pt x="69" y="58"/>
                </a:lnTo>
                <a:moveTo>
                  <a:pt x="62" y="61"/>
                </a:moveTo>
                <a:lnTo>
                  <a:pt x="55" y="63"/>
                </a:lnTo>
                <a:lnTo>
                  <a:pt x="53" y="56"/>
                </a:lnTo>
                <a:lnTo>
                  <a:pt x="60" y="53"/>
                </a:lnTo>
                <a:lnTo>
                  <a:pt x="62" y="61"/>
                </a:lnTo>
                <a:moveTo>
                  <a:pt x="55" y="63"/>
                </a:moveTo>
                <a:lnTo>
                  <a:pt x="49" y="66"/>
                </a:lnTo>
                <a:lnTo>
                  <a:pt x="46" y="58"/>
                </a:lnTo>
                <a:lnTo>
                  <a:pt x="53" y="56"/>
                </a:lnTo>
                <a:lnTo>
                  <a:pt x="55" y="63"/>
                </a:lnTo>
                <a:moveTo>
                  <a:pt x="49" y="66"/>
                </a:moveTo>
                <a:lnTo>
                  <a:pt x="42" y="68"/>
                </a:lnTo>
                <a:lnTo>
                  <a:pt x="40" y="62"/>
                </a:lnTo>
                <a:lnTo>
                  <a:pt x="46" y="58"/>
                </a:lnTo>
                <a:lnTo>
                  <a:pt x="49" y="66"/>
                </a:lnTo>
                <a:moveTo>
                  <a:pt x="42" y="68"/>
                </a:moveTo>
                <a:lnTo>
                  <a:pt x="35" y="71"/>
                </a:lnTo>
                <a:lnTo>
                  <a:pt x="33" y="64"/>
                </a:lnTo>
                <a:lnTo>
                  <a:pt x="40" y="62"/>
                </a:lnTo>
                <a:lnTo>
                  <a:pt x="42" y="68"/>
                </a:lnTo>
                <a:moveTo>
                  <a:pt x="35" y="71"/>
                </a:moveTo>
                <a:lnTo>
                  <a:pt x="29" y="73"/>
                </a:lnTo>
                <a:lnTo>
                  <a:pt x="26" y="66"/>
                </a:lnTo>
                <a:lnTo>
                  <a:pt x="33" y="64"/>
                </a:lnTo>
                <a:lnTo>
                  <a:pt x="35" y="71"/>
                </a:lnTo>
                <a:moveTo>
                  <a:pt x="29" y="73"/>
                </a:moveTo>
                <a:lnTo>
                  <a:pt x="22" y="75"/>
                </a:lnTo>
                <a:lnTo>
                  <a:pt x="20" y="69"/>
                </a:lnTo>
                <a:lnTo>
                  <a:pt x="26" y="66"/>
                </a:lnTo>
                <a:lnTo>
                  <a:pt x="29" y="73"/>
                </a:lnTo>
                <a:moveTo>
                  <a:pt x="22" y="75"/>
                </a:moveTo>
                <a:lnTo>
                  <a:pt x="15" y="78"/>
                </a:lnTo>
                <a:lnTo>
                  <a:pt x="13" y="71"/>
                </a:lnTo>
                <a:lnTo>
                  <a:pt x="20" y="69"/>
                </a:lnTo>
                <a:lnTo>
                  <a:pt x="22" y="75"/>
                </a:lnTo>
                <a:moveTo>
                  <a:pt x="15" y="78"/>
                </a:moveTo>
                <a:lnTo>
                  <a:pt x="8" y="80"/>
                </a:lnTo>
                <a:lnTo>
                  <a:pt x="5" y="73"/>
                </a:lnTo>
                <a:lnTo>
                  <a:pt x="13" y="71"/>
                </a:lnTo>
                <a:lnTo>
                  <a:pt x="15" y="78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4"/>
                </a:lnTo>
                <a:lnTo>
                  <a:pt x="8" y="78"/>
                </a:lnTo>
                <a:lnTo>
                  <a:pt x="4" y="78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2" y="66"/>
                </a:lnTo>
                <a:lnTo>
                  <a:pt x="9" y="66"/>
                </a:lnTo>
                <a:lnTo>
                  <a:pt x="8" y="74"/>
                </a:lnTo>
                <a:lnTo>
                  <a:pt x="1" y="73"/>
                </a:lnTo>
                <a:moveTo>
                  <a:pt x="2" y="66"/>
                </a:moveTo>
                <a:lnTo>
                  <a:pt x="3" y="58"/>
                </a:lnTo>
                <a:lnTo>
                  <a:pt x="11" y="58"/>
                </a:lnTo>
                <a:lnTo>
                  <a:pt x="9" y="66"/>
                </a:lnTo>
                <a:lnTo>
                  <a:pt x="2" y="66"/>
                </a:lnTo>
                <a:moveTo>
                  <a:pt x="3" y="58"/>
                </a:moveTo>
                <a:lnTo>
                  <a:pt x="4" y="51"/>
                </a:lnTo>
                <a:lnTo>
                  <a:pt x="12" y="51"/>
                </a:lnTo>
                <a:lnTo>
                  <a:pt x="11" y="58"/>
                </a:lnTo>
                <a:lnTo>
                  <a:pt x="3" y="58"/>
                </a:lnTo>
                <a:moveTo>
                  <a:pt x="4" y="51"/>
                </a:moveTo>
                <a:lnTo>
                  <a:pt x="5" y="44"/>
                </a:lnTo>
                <a:lnTo>
                  <a:pt x="13" y="44"/>
                </a:lnTo>
                <a:lnTo>
                  <a:pt x="12" y="51"/>
                </a:lnTo>
                <a:lnTo>
                  <a:pt x="4" y="51"/>
                </a:lnTo>
                <a:moveTo>
                  <a:pt x="5" y="44"/>
                </a:moveTo>
                <a:lnTo>
                  <a:pt x="5" y="37"/>
                </a:lnTo>
                <a:lnTo>
                  <a:pt x="13" y="37"/>
                </a:lnTo>
                <a:lnTo>
                  <a:pt x="13" y="44"/>
                </a:lnTo>
                <a:lnTo>
                  <a:pt x="5" y="44"/>
                </a:lnTo>
                <a:moveTo>
                  <a:pt x="5" y="37"/>
                </a:moveTo>
                <a:lnTo>
                  <a:pt x="6" y="30"/>
                </a:lnTo>
                <a:lnTo>
                  <a:pt x="14" y="30"/>
                </a:lnTo>
                <a:lnTo>
                  <a:pt x="13" y="37"/>
                </a:lnTo>
                <a:lnTo>
                  <a:pt x="5" y="37"/>
                </a:lnTo>
                <a:moveTo>
                  <a:pt x="6" y="30"/>
                </a:moveTo>
                <a:lnTo>
                  <a:pt x="7" y="23"/>
                </a:lnTo>
                <a:lnTo>
                  <a:pt x="15" y="23"/>
                </a:lnTo>
                <a:lnTo>
                  <a:pt x="14" y="30"/>
                </a:lnTo>
                <a:lnTo>
                  <a:pt x="6" y="30"/>
                </a:lnTo>
                <a:moveTo>
                  <a:pt x="7" y="23"/>
                </a:moveTo>
                <a:lnTo>
                  <a:pt x="8" y="16"/>
                </a:lnTo>
                <a:lnTo>
                  <a:pt x="16" y="16"/>
                </a:lnTo>
                <a:lnTo>
                  <a:pt x="15" y="23"/>
                </a:lnTo>
                <a:lnTo>
                  <a:pt x="7" y="23"/>
                </a:lnTo>
                <a:moveTo>
                  <a:pt x="8" y="16"/>
                </a:moveTo>
                <a:lnTo>
                  <a:pt x="9" y="9"/>
                </a:lnTo>
                <a:lnTo>
                  <a:pt x="17" y="9"/>
                </a:lnTo>
                <a:lnTo>
                  <a:pt x="16" y="16"/>
                </a:lnTo>
                <a:lnTo>
                  <a:pt x="8" y="16"/>
                </a:lnTo>
                <a:moveTo>
                  <a:pt x="9" y="9"/>
                </a:moveTo>
                <a:lnTo>
                  <a:pt x="11" y="0"/>
                </a:lnTo>
                <a:lnTo>
                  <a:pt x="21" y="7"/>
                </a:lnTo>
                <a:lnTo>
                  <a:pt x="18" y="13"/>
                </a:lnTo>
                <a:lnTo>
                  <a:pt x="12" y="9"/>
                </a:lnTo>
                <a:lnTo>
                  <a:pt x="14" y="6"/>
                </a:lnTo>
                <a:lnTo>
                  <a:pt x="17" y="7"/>
                </a:lnTo>
                <a:lnTo>
                  <a:pt x="17" y="9"/>
                </a:lnTo>
                <a:lnTo>
                  <a:pt x="9" y="9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1922760" y="2221920"/>
            <a:ext cx="385920" cy="46440"/>
          </a:xfrm>
          <a:custGeom>
            <a:avLst/>
            <a:gdLst/>
            <a:ahLst/>
            <a:rect l="0" t="0" r="r" b="b"/>
            <a:pathLst>
              <a:path fill="none" w="1072" h="129">
                <a:moveTo>
                  <a:pt x="0" y="129"/>
                </a:moveTo>
                <a:lnTo>
                  <a:pt x="92" y="102"/>
                </a:lnTo>
                <a:cubicBezTo>
                  <a:pt x="184" y="76"/>
                  <a:pt x="369" y="23"/>
                  <a:pt x="547" y="7"/>
                </a:cubicBezTo>
                <a:cubicBezTo>
                  <a:pt x="727" y="-10"/>
                  <a:pt x="899" y="10"/>
                  <a:pt x="986" y="20"/>
                </a:cubicBezTo>
                <a:lnTo>
                  <a:pt x="1072" y="3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2294280" y="22183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2292840" y="22161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0"/>
                </a:lnTo>
                <a:lnTo>
                  <a:pt x="22" y="16"/>
                </a:lnTo>
                <a:lnTo>
                  <a:pt x="16" y="13"/>
                </a:lnTo>
                <a:lnTo>
                  <a:pt x="20" y="7"/>
                </a:lnTo>
                <a:moveTo>
                  <a:pt x="26" y="10"/>
                </a:moveTo>
                <a:lnTo>
                  <a:pt x="32" y="14"/>
                </a:lnTo>
                <a:lnTo>
                  <a:pt x="28" y="20"/>
                </a:lnTo>
                <a:lnTo>
                  <a:pt x="22" y="16"/>
                </a:lnTo>
                <a:lnTo>
                  <a:pt x="26" y="10"/>
                </a:lnTo>
                <a:moveTo>
                  <a:pt x="32" y="14"/>
                </a:moveTo>
                <a:lnTo>
                  <a:pt x="39" y="18"/>
                </a:lnTo>
                <a:lnTo>
                  <a:pt x="34" y="24"/>
                </a:lnTo>
                <a:lnTo>
                  <a:pt x="28" y="20"/>
                </a:lnTo>
                <a:lnTo>
                  <a:pt x="32" y="14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4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2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2" y="34"/>
                </a:moveTo>
                <a:lnTo>
                  <a:pt x="68" y="37"/>
                </a:lnTo>
                <a:lnTo>
                  <a:pt x="64" y="44"/>
                </a:lnTo>
                <a:lnTo>
                  <a:pt x="59" y="40"/>
                </a:lnTo>
                <a:lnTo>
                  <a:pt x="62" y="34"/>
                </a:lnTo>
                <a:moveTo>
                  <a:pt x="68" y="37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7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50"/>
                </a:lnTo>
                <a:lnTo>
                  <a:pt x="77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8"/>
                </a:lnTo>
                <a:lnTo>
                  <a:pt x="66" y="51"/>
                </a:lnTo>
                <a:lnTo>
                  <a:pt x="73" y="48"/>
                </a:lnTo>
                <a:lnTo>
                  <a:pt x="75" y="55"/>
                </a:lnTo>
                <a:moveTo>
                  <a:pt x="68" y="58"/>
                </a:moveTo>
                <a:lnTo>
                  <a:pt x="62" y="60"/>
                </a:lnTo>
                <a:lnTo>
                  <a:pt x="59" y="53"/>
                </a:lnTo>
                <a:lnTo>
                  <a:pt x="66" y="51"/>
                </a:lnTo>
                <a:lnTo>
                  <a:pt x="68" y="58"/>
                </a:lnTo>
                <a:moveTo>
                  <a:pt x="62" y="60"/>
                </a:moveTo>
                <a:lnTo>
                  <a:pt x="55" y="62"/>
                </a:lnTo>
                <a:lnTo>
                  <a:pt x="53" y="56"/>
                </a:lnTo>
                <a:lnTo>
                  <a:pt x="59" y="53"/>
                </a:lnTo>
                <a:lnTo>
                  <a:pt x="62" y="60"/>
                </a:lnTo>
                <a:moveTo>
                  <a:pt x="55" y="62"/>
                </a:moveTo>
                <a:lnTo>
                  <a:pt x="49" y="65"/>
                </a:lnTo>
                <a:lnTo>
                  <a:pt x="46" y="58"/>
                </a:lnTo>
                <a:lnTo>
                  <a:pt x="53" y="56"/>
                </a:lnTo>
                <a:lnTo>
                  <a:pt x="55" y="62"/>
                </a:lnTo>
                <a:moveTo>
                  <a:pt x="49" y="65"/>
                </a:moveTo>
                <a:lnTo>
                  <a:pt x="42" y="67"/>
                </a:lnTo>
                <a:lnTo>
                  <a:pt x="39" y="61"/>
                </a:lnTo>
                <a:lnTo>
                  <a:pt x="46" y="58"/>
                </a:lnTo>
                <a:lnTo>
                  <a:pt x="49" y="65"/>
                </a:lnTo>
                <a:moveTo>
                  <a:pt x="42" y="67"/>
                </a:moveTo>
                <a:lnTo>
                  <a:pt x="34" y="70"/>
                </a:lnTo>
                <a:lnTo>
                  <a:pt x="32" y="63"/>
                </a:lnTo>
                <a:lnTo>
                  <a:pt x="39" y="61"/>
                </a:lnTo>
                <a:lnTo>
                  <a:pt x="42" y="67"/>
                </a:lnTo>
                <a:moveTo>
                  <a:pt x="34" y="70"/>
                </a:moveTo>
                <a:lnTo>
                  <a:pt x="28" y="72"/>
                </a:lnTo>
                <a:lnTo>
                  <a:pt x="25" y="65"/>
                </a:lnTo>
                <a:lnTo>
                  <a:pt x="32" y="63"/>
                </a:lnTo>
                <a:lnTo>
                  <a:pt x="34" y="70"/>
                </a:lnTo>
                <a:moveTo>
                  <a:pt x="28" y="72"/>
                </a:moveTo>
                <a:lnTo>
                  <a:pt x="21" y="74"/>
                </a:lnTo>
                <a:lnTo>
                  <a:pt x="19" y="68"/>
                </a:lnTo>
                <a:lnTo>
                  <a:pt x="25" y="65"/>
                </a:lnTo>
                <a:lnTo>
                  <a:pt x="28" y="72"/>
                </a:lnTo>
                <a:moveTo>
                  <a:pt x="21" y="74"/>
                </a:moveTo>
                <a:lnTo>
                  <a:pt x="14" y="77"/>
                </a:lnTo>
                <a:lnTo>
                  <a:pt x="12" y="70"/>
                </a:lnTo>
                <a:lnTo>
                  <a:pt x="19" y="68"/>
                </a:lnTo>
                <a:lnTo>
                  <a:pt x="21" y="74"/>
                </a:lnTo>
                <a:moveTo>
                  <a:pt x="14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4" y="77"/>
                </a:lnTo>
                <a:moveTo>
                  <a:pt x="8" y="79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2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2" y="65"/>
                </a:moveTo>
                <a:lnTo>
                  <a:pt x="3" y="58"/>
                </a:lnTo>
                <a:lnTo>
                  <a:pt x="10" y="59"/>
                </a:lnTo>
                <a:lnTo>
                  <a:pt x="9" y="66"/>
                </a:lnTo>
                <a:lnTo>
                  <a:pt x="2" y="65"/>
                </a:lnTo>
                <a:moveTo>
                  <a:pt x="3" y="58"/>
                </a:moveTo>
                <a:lnTo>
                  <a:pt x="4" y="51"/>
                </a:lnTo>
                <a:lnTo>
                  <a:pt x="11" y="52"/>
                </a:lnTo>
                <a:lnTo>
                  <a:pt x="10" y="59"/>
                </a:lnTo>
                <a:lnTo>
                  <a:pt x="3" y="58"/>
                </a:lnTo>
                <a:moveTo>
                  <a:pt x="4" y="51"/>
                </a:moveTo>
                <a:lnTo>
                  <a:pt x="4" y="44"/>
                </a:lnTo>
                <a:lnTo>
                  <a:pt x="11" y="45"/>
                </a:lnTo>
                <a:lnTo>
                  <a:pt x="11" y="52"/>
                </a:lnTo>
                <a:lnTo>
                  <a:pt x="4" y="51"/>
                </a:lnTo>
                <a:moveTo>
                  <a:pt x="4" y="44"/>
                </a:moveTo>
                <a:lnTo>
                  <a:pt x="5" y="36"/>
                </a:lnTo>
                <a:lnTo>
                  <a:pt x="12" y="37"/>
                </a:lnTo>
                <a:lnTo>
                  <a:pt x="11" y="45"/>
                </a:lnTo>
                <a:lnTo>
                  <a:pt x="4" y="44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2980440" y="1797480"/>
            <a:ext cx="880200" cy="321840"/>
          </a:xfrm>
          <a:custGeom>
            <a:avLst/>
            <a:gdLst/>
            <a:ahLst/>
            <a:rect l="0" t="0" r="r" b="b"/>
            <a:pathLst>
              <a:path fill="none" w="2445" h="894">
                <a:moveTo>
                  <a:pt x="0" y="894"/>
                </a:moveTo>
                <a:lnTo>
                  <a:pt x="245" y="731"/>
                </a:lnTo>
                <a:cubicBezTo>
                  <a:pt x="492" y="570"/>
                  <a:pt x="982" y="247"/>
                  <a:pt x="1389" y="105"/>
                </a:cubicBezTo>
                <a:cubicBezTo>
                  <a:pt x="1797" y="-38"/>
                  <a:pt x="2121" y="0"/>
                  <a:pt x="2283" y="19"/>
                </a:cubicBezTo>
                <a:lnTo>
                  <a:pt x="2445" y="38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3846240" y="1797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3844800" y="17949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1"/>
                </a:lnTo>
                <a:lnTo>
                  <a:pt x="22" y="17"/>
                </a:lnTo>
                <a:lnTo>
                  <a:pt x="16" y="13"/>
                </a:lnTo>
                <a:lnTo>
                  <a:pt x="20" y="7"/>
                </a:lnTo>
                <a:moveTo>
                  <a:pt x="26" y="11"/>
                </a:moveTo>
                <a:lnTo>
                  <a:pt x="33" y="15"/>
                </a:lnTo>
                <a:lnTo>
                  <a:pt x="29" y="21"/>
                </a:lnTo>
                <a:lnTo>
                  <a:pt x="22" y="17"/>
                </a:lnTo>
                <a:lnTo>
                  <a:pt x="26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4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2"/>
                </a:lnTo>
                <a:lnTo>
                  <a:pt x="41" y="28"/>
                </a:lnTo>
                <a:lnTo>
                  <a:pt x="35" y="24"/>
                </a:lnTo>
                <a:lnTo>
                  <a:pt x="39" y="19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6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6" y="30"/>
                </a:moveTo>
                <a:lnTo>
                  <a:pt x="62" y="34"/>
                </a:lnTo>
                <a:lnTo>
                  <a:pt x="58" y="40"/>
                </a:lnTo>
                <a:lnTo>
                  <a:pt x="53" y="36"/>
                </a:lnTo>
                <a:lnTo>
                  <a:pt x="56" y="30"/>
                </a:lnTo>
                <a:moveTo>
                  <a:pt x="62" y="34"/>
                </a:moveTo>
                <a:lnTo>
                  <a:pt x="68" y="38"/>
                </a:lnTo>
                <a:lnTo>
                  <a:pt x="64" y="44"/>
                </a:lnTo>
                <a:lnTo>
                  <a:pt x="58" y="40"/>
                </a:lnTo>
                <a:lnTo>
                  <a:pt x="62" y="34"/>
                </a:lnTo>
                <a:moveTo>
                  <a:pt x="68" y="38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8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7" y="52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7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8" y="57"/>
                </a:moveTo>
                <a:lnTo>
                  <a:pt x="62" y="59"/>
                </a:lnTo>
                <a:lnTo>
                  <a:pt x="59" y="53"/>
                </a:lnTo>
                <a:lnTo>
                  <a:pt x="66" y="50"/>
                </a:lnTo>
                <a:lnTo>
                  <a:pt x="68" y="57"/>
                </a:lnTo>
                <a:moveTo>
                  <a:pt x="62" y="59"/>
                </a:moveTo>
                <a:lnTo>
                  <a:pt x="55" y="62"/>
                </a:lnTo>
                <a:lnTo>
                  <a:pt x="53" y="55"/>
                </a:lnTo>
                <a:lnTo>
                  <a:pt x="59" y="53"/>
                </a:lnTo>
                <a:lnTo>
                  <a:pt x="62" y="59"/>
                </a:lnTo>
                <a:moveTo>
                  <a:pt x="55" y="62"/>
                </a:moveTo>
                <a:lnTo>
                  <a:pt x="48" y="64"/>
                </a:lnTo>
                <a:lnTo>
                  <a:pt x="46" y="58"/>
                </a:lnTo>
                <a:lnTo>
                  <a:pt x="53" y="55"/>
                </a:lnTo>
                <a:lnTo>
                  <a:pt x="55" y="62"/>
                </a:lnTo>
                <a:moveTo>
                  <a:pt x="48" y="64"/>
                </a:moveTo>
                <a:lnTo>
                  <a:pt x="42" y="67"/>
                </a:lnTo>
                <a:lnTo>
                  <a:pt x="39" y="60"/>
                </a:lnTo>
                <a:lnTo>
                  <a:pt x="46" y="58"/>
                </a:lnTo>
                <a:lnTo>
                  <a:pt x="48" y="64"/>
                </a:lnTo>
                <a:moveTo>
                  <a:pt x="42" y="67"/>
                </a:moveTo>
                <a:lnTo>
                  <a:pt x="35" y="69"/>
                </a:lnTo>
                <a:lnTo>
                  <a:pt x="33" y="62"/>
                </a:lnTo>
                <a:lnTo>
                  <a:pt x="39" y="60"/>
                </a:lnTo>
                <a:lnTo>
                  <a:pt x="42" y="67"/>
                </a:lnTo>
                <a:moveTo>
                  <a:pt x="35" y="69"/>
                </a:moveTo>
                <a:lnTo>
                  <a:pt x="28" y="71"/>
                </a:lnTo>
                <a:lnTo>
                  <a:pt x="25" y="65"/>
                </a:lnTo>
                <a:lnTo>
                  <a:pt x="33" y="62"/>
                </a:lnTo>
                <a:lnTo>
                  <a:pt x="35" y="69"/>
                </a:lnTo>
                <a:moveTo>
                  <a:pt x="28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8" y="71"/>
                </a:lnTo>
                <a:moveTo>
                  <a:pt x="21" y="74"/>
                </a:moveTo>
                <a:lnTo>
                  <a:pt x="14" y="76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4" y="76"/>
                </a:moveTo>
                <a:lnTo>
                  <a:pt x="8" y="80"/>
                </a:lnTo>
                <a:lnTo>
                  <a:pt x="5" y="72"/>
                </a:lnTo>
                <a:lnTo>
                  <a:pt x="12" y="70"/>
                </a:lnTo>
                <a:lnTo>
                  <a:pt x="14" y="76"/>
                </a:lnTo>
                <a:moveTo>
                  <a:pt x="8" y="80"/>
                </a:moveTo>
                <a:lnTo>
                  <a:pt x="0" y="82"/>
                </a:lnTo>
                <a:lnTo>
                  <a:pt x="1" y="71"/>
                </a:lnTo>
                <a:lnTo>
                  <a:pt x="8" y="72"/>
                </a:lnTo>
                <a:lnTo>
                  <a:pt x="7" y="78"/>
                </a:lnTo>
                <a:lnTo>
                  <a:pt x="4" y="76"/>
                </a:lnTo>
                <a:lnTo>
                  <a:pt x="3" y="73"/>
                </a:lnTo>
                <a:lnTo>
                  <a:pt x="5" y="72"/>
                </a:lnTo>
                <a:lnTo>
                  <a:pt x="8" y="80"/>
                </a:lnTo>
                <a:moveTo>
                  <a:pt x="1" y="71"/>
                </a:moveTo>
                <a:lnTo>
                  <a:pt x="2" y="64"/>
                </a:lnTo>
                <a:lnTo>
                  <a:pt x="9" y="65"/>
                </a:lnTo>
                <a:lnTo>
                  <a:pt x="8" y="72"/>
                </a:lnTo>
                <a:lnTo>
                  <a:pt x="1" y="71"/>
                </a:lnTo>
                <a:moveTo>
                  <a:pt x="2" y="64"/>
                </a:moveTo>
                <a:lnTo>
                  <a:pt x="3" y="57"/>
                </a:lnTo>
                <a:lnTo>
                  <a:pt x="10" y="58"/>
                </a:lnTo>
                <a:lnTo>
                  <a:pt x="9" y="65"/>
                </a:lnTo>
                <a:lnTo>
                  <a:pt x="2" y="64"/>
                </a:lnTo>
                <a:moveTo>
                  <a:pt x="3" y="57"/>
                </a:moveTo>
                <a:lnTo>
                  <a:pt x="3" y="50"/>
                </a:lnTo>
                <a:lnTo>
                  <a:pt x="10" y="51"/>
                </a:lnTo>
                <a:lnTo>
                  <a:pt x="10" y="58"/>
                </a:lnTo>
                <a:lnTo>
                  <a:pt x="3" y="57"/>
                </a:lnTo>
                <a:moveTo>
                  <a:pt x="3" y="50"/>
                </a:moveTo>
                <a:lnTo>
                  <a:pt x="4" y="43"/>
                </a:lnTo>
                <a:lnTo>
                  <a:pt x="11" y="44"/>
                </a:lnTo>
                <a:lnTo>
                  <a:pt x="10" y="51"/>
                </a:lnTo>
                <a:lnTo>
                  <a:pt x="3" y="50"/>
                </a:lnTo>
                <a:moveTo>
                  <a:pt x="4" y="43"/>
                </a:moveTo>
                <a:lnTo>
                  <a:pt x="5" y="36"/>
                </a:lnTo>
                <a:lnTo>
                  <a:pt x="12" y="37"/>
                </a:lnTo>
                <a:lnTo>
                  <a:pt x="11" y="44"/>
                </a:lnTo>
                <a:lnTo>
                  <a:pt x="4" y="43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3084840" y="1867680"/>
            <a:ext cx="788400" cy="245880"/>
          </a:xfrm>
          <a:custGeom>
            <a:avLst/>
            <a:gdLst/>
            <a:ahLst/>
            <a:rect l="0" t="0" r="r" b="b"/>
            <a:pathLst>
              <a:path fill="none" w="2190" h="683">
                <a:moveTo>
                  <a:pt x="2190" y="0"/>
                </a:moveTo>
                <a:lnTo>
                  <a:pt x="2022" y="20"/>
                </a:lnTo>
                <a:cubicBezTo>
                  <a:pt x="1854" y="39"/>
                  <a:pt x="1518" y="79"/>
                  <a:pt x="1153" y="192"/>
                </a:cubicBezTo>
                <a:cubicBezTo>
                  <a:pt x="788" y="306"/>
                  <a:pt x="394" y="494"/>
                  <a:pt x="197" y="588"/>
                </a:cubicBezTo>
                <a:lnTo>
                  <a:pt x="0" y="68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/>
          <p:nvPr/>
        </p:nvSpPr>
        <p:spPr>
          <a:xfrm>
            <a:off x="3073320" y="209628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80" y="65"/>
                </a:moveTo>
                <a:lnTo>
                  <a:pt x="0" y="64"/>
                </a:lnTo>
                <a:lnTo>
                  <a:pt x="50" y="0"/>
                </a:lnTo>
                <a:lnTo>
                  <a:pt x="80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/>
          <p:nvPr/>
        </p:nvSpPr>
        <p:spPr>
          <a:xfrm>
            <a:off x="3070800" y="2094120"/>
            <a:ext cx="33480" cy="27000"/>
          </a:xfrm>
          <a:custGeom>
            <a:avLst/>
            <a:gdLst/>
            <a:ahLst/>
            <a:rect l="0" t="0" r="r" b="b"/>
            <a:pathLst>
              <a:path w="93" h="75">
                <a:moveTo>
                  <a:pt x="80" y="74"/>
                </a:moveTo>
                <a:lnTo>
                  <a:pt x="73" y="74"/>
                </a:lnTo>
                <a:lnTo>
                  <a:pt x="73" y="67"/>
                </a:lnTo>
                <a:lnTo>
                  <a:pt x="80" y="67"/>
                </a:lnTo>
                <a:lnTo>
                  <a:pt x="80" y="74"/>
                </a:lnTo>
                <a:moveTo>
                  <a:pt x="73" y="74"/>
                </a:moveTo>
                <a:lnTo>
                  <a:pt x="65" y="74"/>
                </a:lnTo>
                <a:lnTo>
                  <a:pt x="65" y="67"/>
                </a:lnTo>
                <a:lnTo>
                  <a:pt x="73" y="67"/>
                </a:lnTo>
                <a:lnTo>
                  <a:pt x="73" y="74"/>
                </a:lnTo>
                <a:moveTo>
                  <a:pt x="65" y="74"/>
                </a:moveTo>
                <a:lnTo>
                  <a:pt x="58" y="74"/>
                </a:lnTo>
                <a:lnTo>
                  <a:pt x="58" y="67"/>
                </a:lnTo>
                <a:lnTo>
                  <a:pt x="65" y="67"/>
                </a:lnTo>
                <a:lnTo>
                  <a:pt x="65" y="74"/>
                </a:lnTo>
                <a:moveTo>
                  <a:pt x="58" y="74"/>
                </a:moveTo>
                <a:lnTo>
                  <a:pt x="51" y="74"/>
                </a:lnTo>
                <a:lnTo>
                  <a:pt x="51" y="67"/>
                </a:lnTo>
                <a:lnTo>
                  <a:pt x="58" y="67"/>
                </a:lnTo>
                <a:lnTo>
                  <a:pt x="58" y="74"/>
                </a:lnTo>
                <a:moveTo>
                  <a:pt x="51" y="74"/>
                </a:moveTo>
                <a:lnTo>
                  <a:pt x="44" y="74"/>
                </a:lnTo>
                <a:lnTo>
                  <a:pt x="44" y="67"/>
                </a:lnTo>
                <a:lnTo>
                  <a:pt x="51" y="67"/>
                </a:lnTo>
                <a:lnTo>
                  <a:pt x="51" y="74"/>
                </a:lnTo>
                <a:moveTo>
                  <a:pt x="44" y="74"/>
                </a:moveTo>
                <a:lnTo>
                  <a:pt x="37" y="74"/>
                </a:lnTo>
                <a:lnTo>
                  <a:pt x="37" y="67"/>
                </a:lnTo>
                <a:lnTo>
                  <a:pt x="44" y="67"/>
                </a:lnTo>
                <a:lnTo>
                  <a:pt x="44" y="74"/>
                </a:lnTo>
                <a:moveTo>
                  <a:pt x="37" y="74"/>
                </a:moveTo>
                <a:lnTo>
                  <a:pt x="30" y="74"/>
                </a:lnTo>
                <a:lnTo>
                  <a:pt x="30" y="65"/>
                </a:lnTo>
                <a:lnTo>
                  <a:pt x="37" y="67"/>
                </a:lnTo>
                <a:lnTo>
                  <a:pt x="37" y="74"/>
                </a:lnTo>
                <a:moveTo>
                  <a:pt x="30" y="74"/>
                </a:moveTo>
                <a:lnTo>
                  <a:pt x="23" y="73"/>
                </a:lnTo>
                <a:lnTo>
                  <a:pt x="23" y="65"/>
                </a:lnTo>
                <a:lnTo>
                  <a:pt x="30" y="65"/>
                </a:lnTo>
                <a:lnTo>
                  <a:pt x="30" y="74"/>
                </a:lnTo>
                <a:moveTo>
                  <a:pt x="23" y="73"/>
                </a:moveTo>
                <a:lnTo>
                  <a:pt x="16" y="73"/>
                </a:lnTo>
                <a:lnTo>
                  <a:pt x="16" y="65"/>
                </a:lnTo>
                <a:lnTo>
                  <a:pt x="23" y="65"/>
                </a:lnTo>
                <a:lnTo>
                  <a:pt x="23" y="73"/>
                </a:lnTo>
                <a:moveTo>
                  <a:pt x="16" y="73"/>
                </a:moveTo>
                <a:lnTo>
                  <a:pt x="8" y="73"/>
                </a:lnTo>
                <a:lnTo>
                  <a:pt x="9" y="65"/>
                </a:lnTo>
                <a:lnTo>
                  <a:pt x="16" y="65"/>
                </a:lnTo>
                <a:lnTo>
                  <a:pt x="16" y="73"/>
                </a:lnTo>
                <a:moveTo>
                  <a:pt x="8" y="73"/>
                </a:moveTo>
                <a:lnTo>
                  <a:pt x="0" y="73"/>
                </a:lnTo>
                <a:lnTo>
                  <a:pt x="8" y="62"/>
                </a:lnTo>
                <a:lnTo>
                  <a:pt x="14" y="67"/>
                </a:lnTo>
                <a:lnTo>
                  <a:pt x="10" y="72"/>
                </a:lnTo>
                <a:lnTo>
                  <a:pt x="7" y="70"/>
                </a:lnTo>
                <a:lnTo>
                  <a:pt x="7" y="65"/>
                </a:lnTo>
                <a:lnTo>
                  <a:pt x="9" y="65"/>
                </a:lnTo>
                <a:lnTo>
                  <a:pt x="8" y="73"/>
                </a:lnTo>
                <a:moveTo>
                  <a:pt x="8" y="62"/>
                </a:moveTo>
                <a:lnTo>
                  <a:pt x="12" y="56"/>
                </a:lnTo>
                <a:lnTo>
                  <a:pt x="18" y="61"/>
                </a:lnTo>
                <a:lnTo>
                  <a:pt x="14" y="67"/>
                </a:lnTo>
                <a:lnTo>
                  <a:pt x="8" y="62"/>
                </a:lnTo>
                <a:moveTo>
                  <a:pt x="12" y="56"/>
                </a:moveTo>
                <a:lnTo>
                  <a:pt x="17" y="51"/>
                </a:lnTo>
                <a:lnTo>
                  <a:pt x="22" y="55"/>
                </a:lnTo>
                <a:lnTo>
                  <a:pt x="18" y="61"/>
                </a:lnTo>
                <a:lnTo>
                  <a:pt x="12" y="56"/>
                </a:lnTo>
                <a:moveTo>
                  <a:pt x="17" y="51"/>
                </a:moveTo>
                <a:lnTo>
                  <a:pt x="21" y="45"/>
                </a:lnTo>
                <a:lnTo>
                  <a:pt x="27" y="49"/>
                </a:lnTo>
                <a:lnTo>
                  <a:pt x="22" y="55"/>
                </a:lnTo>
                <a:lnTo>
                  <a:pt x="17" y="51"/>
                </a:lnTo>
                <a:moveTo>
                  <a:pt x="21" y="45"/>
                </a:moveTo>
                <a:lnTo>
                  <a:pt x="25" y="40"/>
                </a:lnTo>
                <a:lnTo>
                  <a:pt x="31" y="44"/>
                </a:lnTo>
                <a:lnTo>
                  <a:pt x="27" y="49"/>
                </a:lnTo>
                <a:lnTo>
                  <a:pt x="21" y="45"/>
                </a:lnTo>
                <a:moveTo>
                  <a:pt x="25" y="40"/>
                </a:moveTo>
                <a:lnTo>
                  <a:pt x="30" y="34"/>
                </a:lnTo>
                <a:lnTo>
                  <a:pt x="35" y="38"/>
                </a:lnTo>
                <a:lnTo>
                  <a:pt x="31" y="44"/>
                </a:lnTo>
                <a:lnTo>
                  <a:pt x="25" y="40"/>
                </a:lnTo>
                <a:moveTo>
                  <a:pt x="30" y="34"/>
                </a:moveTo>
                <a:lnTo>
                  <a:pt x="34" y="28"/>
                </a:lnTo>
                <a:lnTo>
                  <a:pt x="40" y="33"/>
                </a:lnTo>
                <a:lnTo>
                  <a:pt x="35" y="38"/>
                </a:lnTo>
                <a:lnTo>
                  <a:pt x="30" y="34"/>
                </a:lnTo>
                <a:moveTo>
                  <a:pt x="34" y="28"/>
                </a:moveTo>
                <a:lnTo>
                  <a:pt x="38" y="23"/>
                </a:lnTo>
                <a:lnTo>
                  <a:pt x="44" y="27"/>
                </a:lnTo>
                <a:lnTo>
                  <a:pt x="40" y="33"/>
                </a:lnTo>
                <a:lnTo>
                  <a:pt x="34" y="28"/>
                </a:lnTo>
                <a:moveTo>
                  <a:pt x="38" y="23"/>
                </a:moveTo>
                <a:lnTo>
                  <a:pt x="43" y="17"/>
                </a:lnTo>
                <a:lnTo>
                  <a:pt x="48" y="22"/>
                </a:lnTo>
                <a:lnTo>
                  <a:pt x="44" y="27"/>
                </a:lnTo>
                <a:lnTo>
                  <a:pt x="38" y="23"/>
                </a:lnTo>
                <a:moveTo>
                  <a:pt x="43" y="17"/>
                </a:moveTo>
                <a:lnTo>
                  <a:pt x="47" y="12"/>
                </a:lnTo>
                <a:lnTo>
                  <a:pt x="53" y="16"/>
                </a:lnTo>
                <a:lnTo>
                  <a:pt x="48" y="22"/>
                </a:lnTo>
                <a:lnTo>
                  <a:pt x="43" y="17"/>
                </a:lnTo>
                <a:moveTo>
                  <a:pt x="47" y="12"/>
                </a:moveTo>
                <a:lnTo>
                  <a:pt x="51" y="6"/>
                </a:lnTo>
                <a:lnTo>
                  <a:pt x="57" y="10"/>
                </a:lnTo>
                <a:lnTo>
                  <a:pt x="53" y="16"/>
                </a:lnTo>
                <a:lnTo>
                  <a:pt x="47" y="12"/>
                </a:lnTo>
                <a:moveTo>
                  <a:pt x="51" y="6"/>
                </a:moveTo>
                <a:lnTo>
                  <a:pt x="56" y="0"/>
                </a:lnTo>
                <a:lnTo>
                  <a:pt x="61" y="9"/>
                </a:lnTo>
                <a:lnTo>
                  <a:pt x="55" y="12"/>
                </a:lnTo>
                <a:lnTo>
                  <a:pt x="53" y="8"/>
                </a:lnTo>
                <a:lnTo>
                  <a:pt x="56" y="6"/>
                </a:lnTo>
                <a:lnTo>
                  <a:pt x="59" y="8"/>
                </a:lnTo>
                <a:lnTo>
                  <a:pt x="57" y="10"/>
                </a:lnTo>
                <a:lnTo>
                  <a:pt x="51" y="6"/>
                </a:lnTo>
                <a:moveTo>
                  <a:pt x="61" y="9"/>
                </a:moveTo>
                <a:lnTo>
                  <a:pt x="64" y="15"/>
                </a:lnTo>
                <a:lnTo>
                  <a:pt x="58" y="18"/>
                </a:lnTo>
                <a:lnTo>
                  <a:pt x="55" y="12"/>
                </a:lnTo>
                <a:lnTo>
                  <a:pt x="61" y="9"/>
                </a:lnTo>
                <a:moveTo>
                  <a:pt x="64" y="15"/>
                </a:moveTo>
                <a:lnTo>
                  <a:pt x="67" y="22"/>
                </a:lnTo>
                <a:lnTo>
                  <a:pt x="61" y="25"/>
                </a:lnTo>
                <a:lnTo>
                  <a:pt x="58" y="18"/>
                </a:lnTo>
                <a:lnTo>
                  <a:pt x="64" y="15"/>
                </a:lnTo>
                <a:moveTo>
                  <a:pt x="67" y="22"/>
                </a:moveTo>
                <a:lnTo>
                  <a:pt x="71" y="28"/>
                </a:lnTo>
                <a:lnTo>
                  <a:pt x="64" y="31"/>
                </a:lnTo>
                <a:lnTo>
                  <a:pt x="61" y="25"/>
                </a:lnTo>
                <a:lnTo>
                  <a:pt x="67" y="22"/>
                </a:lnTo>
                <a:moveTo>
                  <a:pt x="71" y="28"/>
                </a:moveTo>
                <a:lnTo>
                  <a:pt x="74" y="34"/>
                </a:lnTo>
                <a:lnTo>
                  <a:pt x="67" y="37"/>
                </a:lnTo>
                <a:lnTo>
                  <a:pt x="64" y="31"/>
                </a:lnTo>
                <a:lnTo>
                  <a:pt x="71" y="28"/>
                </a:lnTo>
                <a:moveTo>
                  <a:pt x="74" y="34"/>
                </a:moveTo>
                <a:lnTo>
                  <a:pt x="77" y="41"/>
                </a:lnTo>
                <a:lnTo>
                  <a:pt x="71" y="44"/>
                </a:lnTo>
                <a:lnTo>
                  <a:pt x="67" y="37"/>
                </a:lnTo>
                <a:lnTo>
                  <a:pt x="74" y="34"/>
                </a:lnTo>
                <a:moveTo>
                  <a:pt x="77" y="41"/>
                </a:moveTo>
                <a:lnTo>
                  <a:pt x="80" y="47"/>
                </a:lnTo>
                <a:lnTo>
                  <a:pt x="74" y="50"/>
                </a:lnTo>
                <a:lnTo>
                  <a:pt x="71" y="44"/>
                </a:lnTo>
                <a:lnTo>
                  <a:pt x="77" y="41"/>
                </a:lnTo>
                <a:moveTo>
                  <a:pt x="80" y="47"/>
                </a:moveTo>
                <a:lnTo>
                  <a:pt x="83" y="53"/>
                </a:lnTo>
                <a:lnTo>
                  <a:pt x="77" y="56"/>
                </a:lnTo>
                <a:lnTo>
                  <a:pt x="74" y="50"/>
                </a:lnTo>
                <a:lnTo>
                  <a:pt x="80" y="47"/>
                </a:lnTo>
                <a:moveTo>
                  <a:pt x="83" y="53"/>
                </a:moveTo>
                <a:lnTo>
                  <a:pt x="86" y="60"/>
                </a:lnTo>
                <a:lnTo>
                  <a:pt x="80" y="63"/>
                </a:lnTo>
                <a:lnTo>
                  <a:pt x="77" y="56"/>
                </a:lnTo>
                <a:lnTo>
                  <a:pt x="83" y="53"/>
                </a:lnTo>
                <a:moveTo>
                  <a:pt x="86" y="60"/>
                </a:moveTo>
                <a:lnTo>
                  <a:pt x="89" y="67"/>
                </a:lnTo>
                <a:lnTo>
                  <a:pt x="83" y="70"/>
                </a:lnTo>
                <a:lnTo>
                  <a:pt x="80" y="63"/>
                </a:lnTo>
                <a:lnTo>
                  <a:pt x="86" y="60"/>
                </a:lnTo>
                <a:moveTo>
                  <a:pt x="89" y="67"/>
                </a:moveTo>
                <a:lnTo>
                  <a:pt x="93" y="75"/>
                </a:lnTo>
                <a:lnTo>
                  <a:pt x="80" y="74"/>
                </a:lnTo>
                <a:lnTo>
                  <a:pt x="80" y="67"/>
                </a:lnTo>
                <a:lnTo>
                  <a:pt x="87" y="67"/>
                </a:lnTo>
                <a:lnTo>
                  <a:pt x="87" y="71"/>
                </a:lnTo>
                <a:lnTo>
                  <a:pt x="84" y="73"/>
                </a:lnTo>
                <a:lnTo>
                  <a:pt x="83" y="70"/>
                </a:lnTo>
                <a:lnTo>
                  <a:pt x="89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1876320" y="2442960"/>
            <a:ext cx="557640" cy="119520"/>
          </a:xfrm>
          <a:custGeom>
            <a:avLst/>
            <a:gdLst/>
            <a:ahLst/>
            <a:rect l="0" t="0" r="r" b="b"/>
            <a:pathLst>
              <a:path fill="none" w="1549" h="332">
                <a:moveTo>
                  <a:pt x="1549" y="0"/>
                </a:moveTo>
                <a:lnTo>
                  <a:pt x="1405" y="78"/>
                </a:lnTo>
                <a:cubicBezTo>
                  <a:pt x="1260" y="156"/>
                  <a:pt x="972" y="312"/>
                  <a:pt x="714" y="330"/>
                </a:cubicBezTo>
                <a:cubicBezTo>
                  <a:pt x="456" y="347"/>
                  <a:pt x="228" y="226"/>
                  <a:pt x="114" y="165"/>
                </a:cubicBezTo>
                <a:lnTo>
                  <a:pt x="0" y="10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1865160" y="2474640"/>
            <a:ext cx="28800" cy="23760"/>
          </a:xfrm>
          <a:custGeom>
            <a:avLst/>
            <a:gdLst/>
            <a:ahLst/>
            <a:rect l="0" t="0" r="r" b="b"/>
            <a:pathLst>
              <a:path w="80" h="66">
                <a:moveTo>
                  <a:pt x="46" y="66"/>
                </a:moveTo>
                <a:lnTo>
                  <a:pt x="0" y="0"/>
                </a:lnTo>
                <a:lnTo>
                  <a:pt x="80" y="2"/>
                </a:lnTo>
                <a:lnTo>
                  <a:pt x="46" y="6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1862640" y="24735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5" y="65"/>
                </a:moveTo>
                <a:lnTo>
                  <a:pt x="41" y="59"/>
                </a:lnTo>
                <a:lnTo>
                  <a:pt x="47" y="55"/>
                </a:lnTo>
                <a:lnTo>
                  <a:pt x="51" y="61"/>
                </a:lnTo>
                <a:lnTo>
                  <a:pt x="45" y="65"/>
                </a:lnTo>
                <a:moveTo>
                  <a:pt x="41" y="59"/>
                </a:moveTo>
                <a:lnTo>
                  <a:pt x="37" y="53"/>
                </a:lnTo>
                <a:lnTo>
                  <a:pt x="43" y="49"/>
                </a:lnTo>
                <a:lnTo>
                  <a:pt x="47" y="55"/>
                </a:lnTo>
                <a:lnTo>
                  <a:pt x="41" y="59"/>
                </a:lnTo>
                <a:moveTo>
                  <a:pt x="37" y="53"/>
                </a:moveTo>
                <a:lnTo>
                  <a:pt x="33" y="47"/>
                </a:lnTo>
                <a:lnTo>
                  <a:pt x="39" y="43"/>
                </a:lnTo>
                <a:lnTo>
                  <a:pt x="43" y="49"/>
                </a:lnTo>
                <a:lnTo>
                  <a:pt x="37" y="53"/>
                </a:lnTo>
                <a:moveTo>
                  <a:pt x="33" y="47"/>
                </a:moveTo>
                <a:lnTo>
                  <a:pt x="29" y="41"/>
                </a:lnTo>
                <a:lnTo>
                  <a:pt x="35" y="37"/>
                </a:lnTo>
                <a:lnTo>
                  <a:pt x="39" y="43"/>
                </a:lnTo>
                <a:lnTo>
                  <a:pt x="33" y="47"/>
                </a:lnTo>
                <a:moveTo>
                  <a:pt x="29" y="41"/>
                </a:moveTo>
                <a:lnTo>
                  <a:pt x="25" y="35"/>
                </a:lnTo>
                <a:lnTo>
                  <a:pt x="31" y="31"/>
                </a:lnTo>
                <a:lnTo>
                  <a:pt x="35" y="37"/>
                </a:lnTo>
                <a:lnTo>
                  <a:pt x="29" y="41"/>
                </a:lnTo>
                <a:moveTo>
                  <a:pt x="25" y="35"/>
                </a:moveTo>
                <a:lnTo>
                  <a:pt x="21" y="29"/>
                </a:lnTo>
                <a:lnTo>
                  <a:pt x="27" y="25"/>
                </a:lnTo>
                <a:lnTo>
                  <a:pt x="31" y="31"/>
                </a:lnTo>
                <a:lnTo>
                  <a:pt x="25" y="35"/>
                </a:lnTo>
                <a:moveTo>
                  <a:pt x="21" y="29"/>
                </a:moveTo>
                <a:lnTo>
                  <a:pt x="17" y="24"/>
                </a:lnTo>
                <a:lnTo>
                  <a:pt x="23" y="20"/>
                </a:lnTo>
                <a:lnTo>
                  <a:pt x="27" y="25"/>
                </a:lnTo>
                <a:lnTo>
                  <a:pt x="21" y="29"/>
                </a:lnTo>
                <a:moveTo>
                  <a:pt x="17" y="24"/>
                </a:moveTo>
                <a:lnTo>
                  <a:pt x="13" y="18"/>
                </a:lnTo>
                <a:lnTo>
                  <a:pt x="18" y="14"/>
                </a:lnTo>
                <a:lnTo>
                  <a:pt x="23" y="20"/>
                </a:lnTo>
                <a:lnTo>
                  <a:pt x="17" y="24"/>
                </a:lnTo>
                <a:moveTo>
                  <a:pt x="13" y="18"/>
                </a:moveTo>
                <a:lnTo>
                  <a:pt x="9" y="12"/>
                </a:lnTo>
                <a:lnTo>
                  <a:pt x="14" y="8"/>
                </a:lnTo>
                <a:lnTo>
                  <a:pt x="18" y="14"/>
                </a:lnTo>
                <a:lnTo>
                  <a:pt x="13" y="18"/>
                </a:lnTo>
                <a:moveTo>
                  <a:pt x="9" y="12"/>
                </a:moveTo>
                <a:lnTo>
                  <a:pt x="4" y="6"/>
                </a:lnTo>
                <a:lnTo>
                  <a:pt x="10" y="2"/>
                </a:lnTo>
                <a:lnTo>
                  <a:pt x="14" y="8"/>
                </a:lnTo>
                <a:lnTo>
                  <a:pt x="9" y="12"/>
                </a:lnTo>
                <a:moveTo>
                  <a:pt x="4" y="6"/>
                </a:moveTo>
                <a:lnTo>
                  <a:pt x="0" y="0"/>
                </a:lnTo>
                <a:lnTo>
                  <a:pt x="12" y="0"/>
                </a:lnTo>
                <a:lnTo>
                  <a:pt x="12" y="7"/>
                </a:lnTo>
                <a:lnTo>
                  <a:pt x="7" y="7"/>
                </a:lnTo>
                <a:lnTo>
                  <a:pt x="7" y="3"/>
                </a:lnTo>
                <a:lnTo>
                  <a:pt x="10" y="1"/>
                </a:lnTo>
                <a:lnTo>
                  <a:pt x="10" y="2"/>
                </a:lnTo>
                <a:lnTo>
                  <a:pt x="4" y="6"/>
                </a:lnTo>
                <a:moveTo>
                  <a:pt x="12" y="0"/>
                </a:moveTo>
                <a:lnTo>
                  <a:pt x="20" y="0"/>
                </a:lnTo>
                <a:lnTo>
                  <a:pt x="19" y="7"/>
                </a:lnTo>
                <a:lnTo>
                  <a:pt x="12" y="7"/>
                </a:lnTo>
                <a:lnTo>
                  <a:pt x="12" y="0"/>
                </a:lnTo>
                <a:moveTo>
                  <a:pt x="20" y="0"/>
                </a:moveTo>
                <a:lnTo>
                  <a:pt x="27" y="0"/>
                </a:lnTo>
                <a:lnTo>
                  <a:pt x="26" y="7"/>
                </a:lnTo>
                <a:lnTo>
                  <a:pt x="19" y="7"/>
                </a:lnTo>
                <a:lnTo>
                  <a:pt x="20" y="0"/>
                </a:lnTo>
                <a:moveTo>
                  <a:pt x="27" y="0"/>
                </a:moveTo>
                <a:lnTo>
                  <a:pt x="34" y="1"/>
                </a:lnTo>
                <a:lnTo>
                  <a:pt x="34" y="8"/>
                </a:lnTo>
                <a:lnTo>
                  <a:pt x="26" y="7"/>
                </a:lnTo>
                <a:lnTo>
                  <a:pt x="27" y="0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5" y="1"/>
                </a:lnTo>
                <a:lnTo>
                  <a:pt x="55" y="8"/>
                </a:lnTo>
                <a:lnTo>
                  <a:pt x="48" y="8"/>
                </a:lnTo>
                <a:lnTo>
                  <a:pt x="48" y="1"/>
                </a:lnTo>
                <a:moveTo>
                  <a:pt x="55" y="1"/>
                </a:moveTo>
                <a:lnTo>
                  <a:pt x="63" y="1"/>
                </a:lnTo>
                <a:lnTo>
                  <a:pt x="63" y="8"/>
                </a:lnTo>
                <a:lnTo>
                  <a:pt x="55" y="8"/>
                </a:lnTo>
                <a:lnTo>
                  <a:pt x="55" y="1"/>
                </a:lnTo>
                <a:moveTo>
                  <a:pt x="63" y="1"/>
                </a:moveTo>
                <a:lnTo>
                  <a:pt x="70" y="1"/>
                </a:lnTo>
                <a:lnTo>
                  <a:pt x="70" y="8"/>
                </a:lnTo>
                <a:lnTo>
                  <a:pt x="63" y="8"/>
                </a:lnTo>
                <a:lnTo>
                  <a:pt x="63" y="1"/>
                </a:lnTo>
                <a:moveTo>
                  <a:pt x="70" y="1"/>
                </a:moveTo>
                <a:lnTo>
                  <a:pt x="77" y="2"/>
                </a:lnTo>
                <a:lnTo>
                  <a:pt x="77" y="9"/>
                </a:lnTo>
                <a:lnTo>
                  <a:pt x="70" y="8"/>
                </a:lnTo>
                <a:lnTo>
                  <a:pt x="70" y="1"/>
                </a:lnTo>
                <a:moveTo>
                  <a:pt x="77" y="2"/>
                </a:moveTo>
                <a:lnTo>
                  <a:pt x="84" y="2"/>
                </a:lnTo>
                <a:lnTo>
                  <a:pt x="84" y="9"/>
                </a:lnTo>
                <a:lnTo>
                  <a:pt x="77" y="9"/>
                </a:lnTo>
                <a:lnTo>
                  <a:pt x="77" y="2"/>
                </a:lnTo>
                <a:moveTo>
                  <a:pt x="84" y="2"/>
                </a:moveTo>
                <a:lnTo>
                  <a:pt x="92" y="2"/>
                </a:lnTo>
                <a:lnTo>
                  <a:pt x="88" y="11"/>
                </a:lnTo>
                <a:lnTo>
                  <a:pt x="81" y="8"/>
                </a:lnTo>
                <a:lnTo>
                  <a:pt x="83" y="4"/>
                </a:lnTo>
                <a:lnTo>
                  <a:pt x="87" y="5"/>
                </a:lnTo>
                <a:lnTo>
                  <a:pt x="86" y="9"/>
                </a:lnTo>
                <a:lnTo>
                  <a:pt x="84" y="9"/>
                </a:lnTo>
                <a:lnTo>
                  <a:pt x="84" y="2"/>
                </a:lnTo>
                <a:moveTo>
                  <a:pt x="88" y="11"/>
                </a:moveTo>
                <a:lnTo>
                  <a:pt x="84" y="17"/>
                </a:lnTo>
                <a:lnTo>
                  <a:pt x="78" y="14"/>
                </a:lnTo>
                <a:lnTo>
                  <a:pt x="81" y="8"/>
                </a:lnTo>
                <a:lnTo>
                  <a:pt x="88" y="11"/>
                </a:lnTo>
                <a:moveTo>
                  <a:pt x="84" y="17"/>
                </a:moveTo>
                <a:lnTo>
                  <a:pt x="81" y="23"/>
                </a:lnTo>
                <a:lnTo>
                  <a:pt x="75" y="20"/>
                </a:lnTo>
                <a:lnTo>
                  <a:pt x="78" y="14"/>
                </a:lnTo>
                <a:lnTo>
                  <a:pt x="84" y="17"/>
                </a:lnTo>
                <a:moveTo>
                  <a:pt x="81" y="23"/>
                </a:moveTo>
                <a:lnTo>
                  <a:pt x="78" y="30"/>
                </a:lnTo>
                <a:lnTo>
                  <a:pt x="71" y="26"/>
                </a:lnTo>
                <a:lnTo>
                  <a:pt x="75" y="20"/>
                </a:lnTo>
                <a:lnTo>
                  <a:pt x="81" y="23"/>
                </a:lnTo>
                <a:moveTo>
                  <a:pt x="78" y="30"/>
                </a:moveTo>
                <a:lnTo>
                  <a:pt x="74" y="36"/>
                </a:lnTo>
                <a:lnTo>
                  <a:pt x="68" y="33"/>
                </a:lnTo>
                <a:lnTo>
                  <a:pt x="71" y="26"/>
                </a:lnTo>
                <a:lnTo>
                  <a:pt x="78" y="30"/>
                </a:lnTo>
                <a:moveTo>
                  <a:pt x="74" y="36"/>
                </a:moveTo>
                <a:lnTo>
                  <a:pt x="71" y="42"/>
                </a:lnTo>
                <a:lnTo>
                  <a:pt x="65" y="39"/>
                </a:lnTo>
                <a:lnTo>
                  <a:pt x="68" y="33"/>
                </a:lnTo>
                <a:lnTo>
                  <a:pt x="74" y="36"/>
                </a:lnTo>
                <a:moveTo>
                  <a:pt x="71" y="42"/>
                </a:moveTo>
                <a:lnTo>
                  <a:pt x="68" y="49"/>
                </a:lnTo>
                <a:lnTo>
                  <a:pt x="61" y="45"/>
                </a:lnTo>
                <a:lnTo>
                  <a:pt x="65" y="39"/>
                </a:lnTo>
                <a:lnTo>
                  <a:pt x="71" y="42"/>
                </a:lnTo>
                <a:moveTo>
                  <a:pt x="68" y="49"/>
                </a:moveTo>
                <a:lnTo>
                  <a:pt x="64" y="56"/>
                </a:lnTo>
                <a:lnTo>
                  <a:pt x="57" y="52"/>
                </a:lnTo>
                <a:lnTo>
                  <a:pt x="61" y="45"/>
                </a:lnTo>
                <a:lnTo>
                  <a:pt x="68" y="49"/>
                </a:lnTo>
                <a:moveTo>
                  <a:pt x="64" y="56"/>
                </a:moveTo>
                <a:lnTo>
                  <a:pt x="61" y="62"/>
                </a:lnTo>
                <a:lnTo>
                  <a:pt x="54" y="59"/>
                </a:lnTo>
                <a:lnTo>
                  <a:pt x="57" y="52"/>
                </a:lnTo>
                <a:lnTo>
                  <a:pt x="64" y="56"/>
                </a:lnTo>
                <a:moveTo>
                  <a:pt x="61" y="62"/>
                </a:moveTo>
                <a:lnTo>
                  <a:pt x="57" y="68"/>
                </a:lnTo>
                <a:lnTo>
                  <a:pt x="51" y="65"/>
                </a:lnTo>
                <a:lnTo>
                  <a:pt x="54" y="59"/>
                </a:lnTo>
                <a:lnTo>
                  <a:pt x="61" y="62"/>
                </a:lnTo>
                <a:moveTo>
                  <a:pt x="57" y="68"/>
                </a:moveTo>
                <a:lnTo>
                  <a:pt x="53" y="75"/>
                </a:lnTo>
                <a:lnTo>
                  <a:pt x="45" y="65"/>
                </a:lnTo>
                <a:lnTo>
                  <a:pt x="51" y="61"/>
                </a:lnTo>
                <a:lnTo>
                  <a:pt x="55" y="67"/>
                </a:lnTo>
                <a:lnTo>
                  <a:pt x="52" y="69"/>
                </a:lnTo>
                <a:lnTo>
                  <a:pt x="49" y="67"/>
                </a:lnTo>
                <a:lnTo>
                  <a:pt x="51" y="65"/>
                </a:lnTo>
                <a:lnTo>
                  <a:pt x="57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/>
          <p:nvPr/>
        </p:nvSpPr>
        <p:spPr>
          <a:xfrm>
            <a:off x="790920" y="2376720"/>
            <a:ext cx="549720" cy="31680"/>
          </a:xfrm>
          <a:custGeom>
            <a:avLst/>
            <a:gdLst/>
            <a:ahLst/>
            <a:rect l="0" t="0" r="r" b="b"/>
            <a:pathLst>
              <a:path fill="none" w="1527" h="88">
                <a:moveTo>
                  <a:pt x="1527" y="27"/>
                </a:moveTo>
                <a:lnTo>
                  <a:pt x="1398" y="43"/>
                </a:lnTo>
                <a:cubicBezTo>
                  <a:pt x="1268" y="59"/>
                  <a:pt x="1009" y="92"/>
                  <a:pt x="754" y="87"/>
                </a:cubicBezTo>
                <a:cubicBezTo>
                  <a:pt x="500" y="83"/>
                  <a:pt x="251" y="41"/>
                  <a:pt x="126" y="21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778320" y="2366280"/>
            <a:ext cx="27720" cy="25560"/>
          </a:xfrm>
          <a:custGeom>
            <a:avLst/>
            <a:gdLst/>
            <a:ahLst/>
            <a:rect l="0" t="0" r="r" b="b"/>
            <a:pathLst>
              <a:path w="77" h="71">
                <a:moveTo>
                  <a:pt x="65" y="71"/>
                </a:moveTo>
                <a:lnTo>
                  <a:pt x="0" y="25"/>
                </a:lnTo>
                <a:lnTo>
                  <a:pt x="77" y="0"/>
                </a:lnTo>
                <a:lnTo>
                  <a:pt x="65" y="71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775440" y="2364480"/>
            <a:ext cx="32040" cy="29520"/>
          </a:xfrm>
          <a:custGeom>
            <a:avLst/>
            <a:gdLst/>
            <a:ahLst/>
            <a:rect l="0" t="0" r="r" b="b"/>
            <a:pathLst>
              <a:path w="89" h="82">
                <a:moveTo>
                  <a:pt x="64" y="75"/>
                </a:moveTo>
                <a:lnTo>
                  <a:pt x="59" y="70"/>
                </a:lnTo>
                <a:lnTo>
                  <a:pt x="63" y="65"/>
                </a:lnTo>
                <a:lnTo>
                  <a:pt x="70" y="69"/>
                </a:lnTo>
                <a:lnTo>
                  <a:pt x="64" y="75"/>
                </a:lnTo>
                <a:moveTo>
                  <a:pt x="59" y="70"/>
                </a:moveTo>
                <a:lnTo>
                  <a:pt x="53" y="66"/>
                </a:lnTo>
                <a:lnTo>
                  <a:pt x="57" y="61"/>
                </a:lnTo>
                <a:lnTo>
                  <a:pt x="63" y="65"/>
                </a:lnTo>
                <a:lnTo>
                  <a:pt x="59" y="70"/>
                </a:lnTo>
                <a:moveTo>
                  <a:pt x="53" y="66"/>
                </a:moveTo>
                <a:lnTo>
                  <a:pt x="47" y="62"/>
                </a:lnTo>
                <a:lnTo>
                  <a:pt x="51" y="56"/>
                </a:lnTo>
                <a:lnTo>
                  <a:pt x="57" y="61"/>
                </a:lnTo>
                <a:lnTo>
                  <a:pt x="53" y="66"/>
                </a:lnTo>
                <a:moveTo>
                  <a:pt x="47" y="62"/>
                </a:moveTo>
                <a:lnTo>
                  <a:pt x="42" y="58"/>
                </a:lnTo>
                <a:lnTo>
                  <a:pt x="46" y="52"/>
                </a:lnTo>
                <a:lnTo>
                  <a:pt x="51" y="56"/>
                </a:lnTo>
                <a:lnTo>
                  <a:pt x="47" y="62"/>
                </a:lnTo>
                <a:moveTo>
                  <a:pt x="42" y="58"/>
                </a:moveTo>
                <a:lnTo>
                  <a:pt x="36" y="54"/>
                </a:lnTo>
                <a:lnTo>
                  <a:pt x="40" y="48"/>
                </a:lnTo>
                <a:lnTo>
                  <a:pt x="46" y="52"/>
                </a:lnTo>
                <a:lnTo>
                  <a:pt x="42" y="58"/>
                </a:lnTo>
                <a:moveTo>
                  <a:pt x="36" y="54"/>
                </a:moveTo>
                <a:lnTo>
                  <a:pt x="30" y="50"/>
                </a:lnTo>
                <a:lnTo>
                  <a:pt x="34" y="44"/>
                </a:lnTo>
                <a:lnTo>
                  <a:pt x="40" y="48"/>
                </a:lnTo>
                <a:lnTo>
                  <a:pt x="36" y="54"/>
                </a:lnTo>
                <a:moveTo>
                  <a:pt x="30" y="50"/>
                </a:moveTo>
                <a:lnTo>
                  <a:pt x="24" y="46"/>
                </a:lnTo>
                <a:lnTo>
                  <a:pt x="28" y="40"/>
                </a:lnTo>
                <a:lnTo>
                  <a:pt x="34" y="44"/>
                </a:lnTo>
                <a:lnTo>
                  <a:pt x="30" y="50"/>
                </a:lnTo>
                <a:moveTo>
                  <a:pt x="24" y="46"/>
                </a:moveTo>
                <a:lnTo>
                  <a:pt x="19" y="41"/>
                </a:lnTo>
                <a:lnTo>
                  <a:pt x="23" y="36"/>
                </a:lnTo>
                <a:lnTo>
                  <a:pt x="28" y="40"/>
                </a:lnTo>
                <a:lnTo>
                  <a:pt x="24" y="46"/>
                </a:lnTo>
                <a:moveTo>
                  <a:pt x="19" y="41"/>
                </a:moveTo>
                <a:lnTo>
                  <a:pt x="13" y="37"/>
                </a:lnTo>
                <a:lnTo>
                  <a:pt x="17" y="31"/>
                </a:lnTo>
                <a:lnTo>
                  <a:pt x="23" y="36"/>
                </a:lnTo>
                <a:lnTo>
                  <a:pt x="19" y="41"/>
                </a:lnTo>
                <a:moveTo>
                  <a:pt x="13" y="37"/>
                </a:moveTo>
                <a:lnTo>
                  <a:pt x="7" y="33"/>
                </a:lnTo>
                <a:lnTo>
                  <a:pt x="11" y="26"/>
                </a:lnTo>
                <a:lnTo>
                  <a:pt x="17" y="31"/>
                </a:lnTo>
                <a:lnTo>
                  <a:pt x="13" y="37"/>
                </a:lnTo>
                <a:moveTo>
                  <a:pt x="7" y="33"/>
                </a:moveTo>
                <a:lnTo>
                  <a:pt x="0" y="27"/>
                </a:lnTo>
                <a:lnTo>
                  <a:pt x="13" y="24"/>
                </a:lnTo>
                <a:lnTo>
                  <a:pt x="15" y="30"/>
                </a:lnTo>
                <a:lnTo>
                  <a:pt x="9" y="33"/>
                </a:lnTo>
                <a:lnTo>
                  <a:pt x="8" y="29"/>
                </a:lnTo>
                <a:lnTo>
                  <a:pt x="10" y="26"/>
                </a:lnTo>
                <a:lnTo>
                  <a:pt x="11" y="26"/>
                </a:lnTo>
                <a:lnTo>
                  <a:pt x="7" y="33"/>
                </a:lnTo>
                <a:moveTo>
                  <a:pt x="13" y="24"/>
                </a:moveTo>
                <a:lnTo>
                  <a:pt x="19" y="21"/>
                </a:lnTo>
                <a:lnTo>
                  <a:pt x="22" y="28"/>
                </a:lnTo>
                <a:lnTo>
                  <a:pt x="15" y="30"/>
                </a:lnTo>
                <a:lnTo>
                  <a:pt x="13" y="24"/>
                </a:lnTo>
                <a:moveTo>
                  <a:pt x="19" y="21"/>
                </a:moveTo>
                <a:lnTo>
                  <a:pt x="26" y="19"/>
                </a:lnTo>
                <a:lnTo>
                  <a:pt x="28" y="26"/>
                </a:lnTo>
                <a:lnTo>
                  <a:pt x="22" y="28"/>
                </a:lnTo>
                <a:lnTo>
                  <a:pt x="19" y="21"/>
                </a:lnTo>
                <a:moveTo>
                  <a:pt x="26" y="19"/>
                </a:moveTo>
                <a:lnTo>
                  <a:pt x="33" y="17"/>
                </a:lnTo>
                <a:lnTo>
                  <a:pt x="35" y="24"/>
                </a:lnTo>
                <a:lnTo>
                  <a:pt x="28" y="26"/>
                </a:lnTo>
                <a:lnTo>
                  <a:pt x="26" y="19"/>
                </a:lnTo>
                <a:moveTo>
                  <a:pt x="33" y="17"/>
                </a:moveTo>
                <a:lnTo>
                  <a:pt x="40" y="15"/>
                </a:lnTo>
                <a:lnTo>
                  <a:pt x="42" y="22"/>
                </a:lnTo>
                <a:lnTo>
                  <a:pt x="35" y="24"/>
                </a:lnTo>
                <a:lnTo>
                  <a:pt x="33" y="17"/>
                </a:lnTo>
                <a:moveTo>
                  <a:pt x="40" y="15"/>
                </a:moveTo>
                <a:lnTo>
                  <a:pt x="46" y="13"/>
                </a:lnTo>
                <a:lnTo>
                  <a:pt x="49" y="20"/>
                </a:lnTo>
                <a:lnTo>
                  <a:pt x="42" y="22"/>
                </a:lnTo>
                <a:lnTo>
                  <a:pt x="40" y="15"/>
                </a:lnTo>
                <a:moveTo>
                  <a:pt x="46" y="13"/>
                </a:moveTo>
                <a:lnTo>
                  <a:pt x="53" y="11"/>
                </a:lnTo>
                <a:lnTo>
                  <a:pt x="55" y="18"/>
                </a:lnTo>
                <a:lnTo>
                  <a:pt x="49" y="20"/>
                </a:lnTo>
                <a:lnTo>
                  <a:pt x="46" y="13"/>
                </a:lnTo>
                <a:moveTo>
                  <a:pt x="53" y="11"/>
                </a:moveTo>
                <a:lnTo>
                  <a:pt x="60" y="9"/>
                </a:lnTo>
                <a:lnTo>
                  <a:pt x="62" y="16"/>
                </a:lnTo>
                <a:lnTo>
                  <a:pt x="55" y="18"/>
                </a:lnTo>
                <a:lnTo>
                  <a:pt x="53" y="11"/>
                </a:lnTo>
                <a:moveTo>
                  <a:pt x="60" y="9"/>
                </a:moveTo>
                <a:lnTo>
                  <a:pt x="68" y="7"/>
                </a:lnTo>
                <a:lnTo>
                  <a:pt x="70" y="13"/>
                </a:lnTo>
                <a:lnTo>
                  <a:pt x="62" y="16"/>
                </a:lnTo>
                <a:lnTo>
                  <a:pt x="60" y="9"/>
                </a:lnTo>
                <a:moveTo>
                  <a:pt x="68" y="7"/>
                </a:moveTo>
                <a:lnTo>
                  <a:pt x="74" y="5"/>
                </a:lnTo>
                <a:lnTo>
                  <a:pt x="76" y="11"/>
                </a:lnTo>
                <a:lnTo>
                  <a:pt x="70" y="13"/>
                </a:lnTo>
                <a:lnTo>
                  <a:pt x="68" y="7"/>
                </a:lnTo>
                <a:moveTo>
                  <a:pt x="74" y="5"/>
                </a:moveTo>
                <a:lnTo>
                  <a:pt x="81" y="3"/>
                </a:lnTo>
                <a:lnTo>
                  <a:pt x="83" y="9"/>
                </a:lnTo>
                <a:lnTo>
                  <a:pt x="76" y="11"/>
                </a:lnTo>
                <a:lnTo>
                  <a:pt x="74" y="5"/>
                </a:lnTo>
                <a:moveTo>
                  <a:pt x="81" y="3"/>
                </a:moveTo>
                <a:lnTo>
                  <a:pt x="89" y="0"/>
                </a:lnTo>
                <a:lnTo>
                  <a:pt x="87" y="10"/>
                </a:lnTo>
                <a:lnTo>
                  <a:pt x="80" y="9"/>
                </a:lnTo>
                <a:lnTo>
                  <a:pt x="81" y="5"/>
                </a:lnTo>
                <a:lnTo>
                  <a:pt x="85" y="5"/>
                </a:lnTo>
                <a:lnTo>
                  <a:pt x="86" y="8"/>
                </a:lnTo>
                <a:lnTo>
                  <a:pt x="83" y="9"/>
                </a:lnTo>
                <a:lnTo>
                  <a:pt x="81" y="3"/>
                </a:lnTo>
                <a:moveTo>
                  <a:pt x="87" y="10"/>
                </a:moveTo>
                <a:lnTo>
                  <a:pt x="86" y="17"/>
                </a:lnTo>
                <a:lnTo>
                  <a:pt x="79" y="16"/>
                </a:lnTo>
                <a:lnTo>
                  <a:pt x="80" y="9"/>
                </a:lnTo>
                <a:lnTo>
                  <a:pt x="87" y="10"/>
                </a:lnTo>
                <a:moveTo>
                  <a:pt x="86" y="17"/>
                </a:moveTo>
                <a:lnTo>
                  <a:pt x="85" y="24"/>
                </a:lnTo>
                <a:lnTo>
                  <a:pt x="78" y="23"/>
                </a:lnTo>
                <a:lnTo>
                  <a:pt x="79" y="16"/>
                </a:lnTo>
                <a:lnTo>
                  <a:pt x="86" y="17"/>
                </a:lnTo>
                <a:moveTo>
                  <a:pt x="85" y="24"/>
                </a:moveTo>
                <a:lnTo>
                  <a:pt x="84" y="31"/>
                </a:lnTo>
                <a:lnTo>
                  <a:pt x="77" y="30"/>
                </a:lnTo>
                <a:lnTo>
                  <a:pt x="78" y="23"/>
                </a:lnTo>
                <a:lnTo>
                  <a:pt x="85" y="24"/>
                </a:lnTo>
                <a:moveTo>
                  <a:pt x="84" y="31"/>
                </a:moveTo>
                <a:lnTo>
                  <a:pt x="83" y="39"/>
                </a:lnTo>
                <a:lnTo>
                  <a:pt x="76" y="38"/>
                </a:lnTo>
                <a:lnTo>
                  <a:pt x="77" y="30"/>
                </a:lnTo>
                <a:lnTo>
                  <a:pt x="84" y="31"/>
                </a:lnTo>
                <a:moveTo>
                  <a:pt x="83" y="39"/>
                </a:moveTo>
                <a:lnTo>
                  <a:pt x="82" y="46"/>
                </a:lnTo>
                <a:lnTo>
                  <a:pt x="75" y="45"/>
                </a:lnTo>
                <a:lnTo>
                  <a:pt x="76" y="38"/>
                </a:lnTo>
                <a:lnTo>
                  <a:pt x="83" y="39"/>
                </a:lnTo>
                <a:moveTo>
                  <a:pt x="82" y="46"/>
                </a:moveTo>
                <a:lnTo>
                  <a:pt x="81" y="53"/>
                </a:lnTo>
                <a:lnTo>
                  <a:pt x="74" y="52"/>
                </a:lnTo>
                <a:lnTo>
                  <a:pt x="75" y="45"/>
                </a:lnTo>
                <a:lnTo>
                  <a:pt x="82" y="46"/>
                </a:lnTo>
                <a:moveTo>
                  <a:pt x="81" y="53"/>
                </a:moveTo>
                <a:lnTo>
                  <a:pt x="79" y="60"/>
                </a:lnTo>
                <a:lnTo>
                  <a:pt x="72" y="59"/>
                </a:lnTo>
                <a:lnTo>
                  <a:pt x="74" y="52"/>
                </a:lnTo>
                <a:lnTo>
                  <a:pt x="81" y="53"/>
                </a:lnTo>
                <a:moveTo>
                  <a:pt x="79" y="60"/>
                </a:moveTo>
                <a:lnTo>
                  <a:pt x="78" y="67"/>
                </a:lnTo>
                <a:lnTo>
                  <a:pt x="71" y="66"/>
                </a:lnTo>
                <a:lnTo>
                  <a:pt x="72" y="59"/>
                </a:lnTo>
                <a:lnTo>
                  <a:pt x="79" y="60"/>
                </a:lnTo>
                <a:moveTo>
                  <a:pt x="78" y="67"/>
                </a:moveTo>
                <a:lnTo>
                  <a:pt x="77" y="74"/>
                </a:lnTo>
                <a:lnTo>
                  <a:pt x="70" y="73"/>
                </a:lnTo>
                <a:lnTo>
                  <a:pt x="71" y="66"/>
                </a:lnTo>
                <a:lnTo>
                  <a:pt x="78" y="67"/>
                </a:lnTo>
                <a:moveTo>
                  <a:pt x="77" y="74"/>
                </a:moveTo>
                <a:lnTo>
                  <a:pt x="76" y="82"/>
                </a:lnTo>
                <a:lnTo>
                  <a:pt x="64" y="75"/>
                </a:lnTo>
                <a:lnTo>
                  <a:pt x="70" y="69"/>
                </a:lnTo>
                <a:lnTo>
                  <a:pt x="75" y="73"/>
                </a:lnTo>
                <a:lnTo>
                  <a:pt x="73" y="76"/>
                </a:lnTo>
                <a:lnTo>
                  <a:pt x="70" y="75"/>
                </a:lnTo>
                <a:lnTo>
                  <a:pt x="70" y="73"/>
                </a:lnTo>
                <a:lnTo>
                  <a:pt x="77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4342320" y="1840320"/>
            <a:ext cx="608040" cy="0"/>
          </a:xfrm>
          <a:custGeom>
            <a:avLst/>
            <a:gdLst/>
            <a:ahLst/>
            <a:rect l="0" t="0" r="r" b="b"/>
            <a:pathLst>
              <a:path fill="none" w="1689" h="0">
                <a:moveTo>
                  <a:pt x="0" y="0"/>
                </a:moveTo>
                <a:lnTo>
                  <a:pt x="134" y="0"/>
                </a:lnTo>
                <a:cubicBezTo>
                  <a:pt x="268" y="0"/>
                  <a:pt x="535" y="0"/>
                  <a:pt x="817" y="0"/>
                </a:cubicBezTo>
                <a:cubicBezTo>
                  <a:pt x="1098" y="0"/>
                  <a:pt x="1394" y="0"/>
                  <a:pt x="1541" y="0"/>
                </a:cubicBezTo>
                <a:lnTo>
                  <a:pt x="1689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937760" y="18273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0"/>
                </a:moveTo>
                <a:lnTo>
                  <a:pt x="71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936320" y="18255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1" y="5"/>
                </a:moveTo>
                <a:lnTo>
                  <a:pt x="18" y="8"/>
                </a:lnTo>
                <a:lnTo>
                  <a:pt x="15" y="15"/>
                </a:lnTo>
                <a:lnTo>
                  <a:pt x="8" y="12"/>
                </a:lnTo>
                <a:lnTo>
                  <a:pt x="11" y="5"/>
                </a:lnTo>
                <a:moveTo>
                  <a:pt x="18" y="8"/>
                </a:moveTo>
                <a:lnTo>
                  <a:pt x="25" y="12"/>
                </a:lnTo>
                <a:lnTo>
                  <a:pt x="21" y="18"/>
                </a:lnTo>
                <a:lnTo>
                  <a:pt x="15" y="15"/>
                </a:lnTo>
                <a:lnTo>
                  <a:pt x="18" y="8"/>
                </a:lnTo>
                <a:moveTo>
                  <a:pt x="25" y="12"/>
                </a:moveTo>
                <a:lnTo>
                  <a:pt x="31" y="15"/>
                </a:lnTo>
                <a:lnTo>
                  <a:pt x="28" y="21"/>
                </a:lnTo>
                <a:lnTo>
                  <a:pt x="21" y="18"/>
                </a:lnTo>
                <a:lnTo>
                  <a:pt x="25" y="12"/>
                </a:lnTo>
                <a:moveTo>
                  <a:pt x="31" y="15"/>
                </a:moveTo>
                <a:lnTo>
                  <a:pt x="38" y="18"/>
                </a:lnTo>
                <a:lnTo>
                  <a:pt x="35" y="24"/>
                </a:lnTo>
                <a:lnTo>
                  <a:pt x="28" y="21"/>
                </a:lnTo>
                <a:lnTo>
                  <a:pt x="31" y="15"/>
                </a:lnTo>
                <a:moveTo>
                  <a:pt x="38" y="18"/>
                </a:moveTo>
                <a:lnTo>
                  <a:pt x="44" y="21"/>
                </a:lnTo>
                <a:lnTo>
                  <a:pt x="41" y="27"/>
                </a:lnTo>
                <a:lnTo>
                  <a:pt x="35" y="24"/>
                </a:lnTo>
                <a:lnTo>
                  <a:pt x="38" y="18"/>
                </a:lnTo>
                <a:moveTo>
                  <a:pt x="44" y="21"/>
                </a:moveTo>
                <a:lnTo>
                  <a:pt x="50" y="24"/>
                </a:lnTo>
                <a:lnTo>
                  <a:pt x="47" y="31"/>
                </a:lnTo>
                <a:lnTo>
                  <a:pt x="41" y="27"/>
                </a:lnTo>
                <a:lnTo>
                  <a:pt x="44" y="21"/>
                </a:lnTo>
                <a:moveTo>
                  <a:pt x="50" y="24"/>
                </a:moveTo>
                <a:lnTo>
                  <a:pt x="57" y="27"/>
                </a:lnTo>
                <a:lnTo>
                  <a:pt x="53" y="34"/>
                </a:lnTo>
                <a:lnTo>
                  <a:pt x="47" y="31"/>
                </a:lnTo>
                <a:lnTo>
                  <a:pt x="50" y="24"/>
                </a:lnTo>
                <a:moveTo>
                  <a:pt x="57" y="27"/>
                </a:moveTo>
                <a:lnTo>
                  <a:pt x="63" y="31"/>
                </a:lnTo>
                <a:lnTo>
                  <a:pt x="60" y="37"/>
                </a:lnTo>
                <a:lnTo>
                  <a:pt x="53" y="34"/>
                </a:lnTo>
                <a:lnTo>
                  <a:pt x="57" y="27"/>
                </a:lnTo>
                <a:moveTo>
                  <a:pt x="63" y="31"/>
                </a:moveTo>
                <a:lnTo>
                  <a:pt x="69" y="34"/>
                </a:lnTo>
                <a:lnTo>
                  <a:pt x="66" y="40"/>
                </a:lnTo>
                <a:lnTo>
                  <a:pt x="60" y="37"/>
                </a:lnTo>
                <a:lnTo>
                  <a:pt x="63" y="31"/>
                </a:lnTo>
                <a:moveTo>
                  <a:pt x="69" y="34"/>
                </a:moveTo>
                <a:lnTo>
                  <a:pt x="76" y="37"/>
                </a:lnTo>
                <a:lnTo>
                  <a:pt x="72" y="43"/>
                </a:lnTo>
                <a:lnTo>
                  <a:pt x="66" y="40"/>
                </a:lnTo>
                <a:lnTo>
                  <a:pt x="69" y="34"/>
                </a:lnTo>
                <a:moveTo>
                  <a:pt x="76" y="37"/>
                </a:moveTo>
                <a:lnTo>
                  <a:pt x="83" y="41"/>
                </a:lnTo>
                <a:lnTo>
                  <a:pt x="72" y="46"/>
                </a:lnTo>
                <a:lnTo>
                  <a:pt x="68" y="40"/>
                </a:lnTo>
                <a:lnTo>
                  <a:pt x="74" y="37"/>
                </a:lnTo>
                <a:lnTo>
                  <a:pt x="75" y="41"/>
                </a:lnTo>
                <a:lnTo>
                  <a:pt x="74" y="44"/>
                </a:lnTo>
                <a:lnTo>
                  <a:pt x="72" y="43"/>
                </a:lnTo>
                <a:lnTo>
                  <a:pt x="76" y="37"/>
                </a:lnTo>
                <a:moveTo>
                  <a:pt x="72" y="46"/>
                </a:moveTo>
                <a:lnTo>
                  <a:pt x="65" y="50"/>
                </a:lnTo>
                <a:lnTo>
                  <a:pt x="62" y="43"/>
                </a:lnTo>
                <a:lnTo>
                  <a:pt x="68" y="40"/>
                </a:lnTo>
                <a:lnTo>
                  <a:pt x="72" y="46"/>
                </a:lnTo>
                <a:moveTo>
                  <a:pt x="65" y="50"/>
                </a:moveTo>
                <a:lnTo>
                  <a:pt x="59" y="53"/>
                </a:lnTo>
                <a:lnTo>
                  <a:pt x="56" y="46"/>
                </a:lnTo>
                <a:lnTo>
                  <a:pt x="62" y="43"/>
                </a:lnTo>
                <a:lnTo>
                  <a:pt x="65" y="50"/>
                </a:lnTo>
                <a:moveTo>
                  <a:pt x="59" y="53"/>
                </a:moveTo>
                <a:lnTo>
                  <a:pt x="53" y="57"/>
                </a:lnTo>
                <a:lnTo>
                  <a:pt x="49" y="50"/>
                </a:lnTo>
                <a:lnTo>
                  <a:pt x="56" y="46"/>
                </a:lnTo>
                <a:lnTo>
                  <a:pt x="59" y="53"/>
                </a:lnTo>
                <a:moveTo>
                  <a:pt x="53" y="57"/>
                </a:moveTo>
                <a:lnTo>
                  <a:pt x="46" y="60"/>
                </a:lnTo>
                <a:lnTo>
                  <a:pt x="43" y="53"/>
                </a:lnTo>
                <a:lnTo>
                  <a:pt x="49" y="50"/>
                </a:lnTo>
                <a:lnTo>
                  <a:pt x="53" y="57"/>
                </a:lnTo>
                <a:moveTo>
                  <a:pt x="46" y="60"/>
                </a:moveTo>
                <a:lnTo>
                  <a:pt x="40" y="63"/>
                </a:lnTo>
                <a:lnTo>
                  <a:pt x="37" y="57"/>
                </a:lnTo>
                <a:lnTo>
                  <a:pt x="43" y="53"/>
                </a:lnTo>
                <a:lnTo>
                  <a:pt x="46" y="60"/>
                </a:lnTo>
                <a:moveTo>
                  <a:pt x="40" y="63"/>
                </a:moveTo>
                <a:lnTo>
                  <a:pt x="34" y="66"/>
                </a:lnTo>
                <a:lnTo>
                  <a:pt x="31" y="60"/>
                </a:lnTo>
                <a:lnTo>
                  <a:pt x="37" y="57"/>
                </a:lnTo>
                <a:lnTo>
                  <a:pt x="40" y="63"/>
                </a:lnTo>
                <a:moveTo>
                  <a:pt x="34" y="66"/>
                </a:moveTo>
                <a:lnTo>
                  <a:pt x="27" y="69"/>
                </a:lnTo>
                <a:lnTo>
                  <a:pt x="24" y="63"/>
                </a:lnTo>
                <a:lnTo>
                  <a:pt x="31" y="60"/>
                </a:lnTo>
                <a:lnTo>
                  <a:pt x="34" y="66"/>
                </a:lnTo>
                <a:moveTo>
                  <a:pt x="27" y="69"/>
                </a:moveTo>
                <a:lnTo>
                  <a:pt x="20" y="73"/>
                </a:lnTo>
                <a:lnTo>
                  <a:pt x="17" y="66"/>
                </a:lnTo>
                <a:lnTo>
                  <a:pt x="24" y="63"/>
                </a:lnTo>
                <a:lnTo>
                  <a:pt x="27" y="69"/>
                </a:lnTo>
                <a:moveTo>
                  <a:pt x="20" y="73"/>
                </a:moveTo>
                <a:lnTo>
                  <a:pt x="14" y="76"/>
                </a:lnTo>
                <a:lnTo>
                  <a:pt x="11" y="69"/>
                </a:lnTo>
                <a:lnTo>
                  <a:pt x="17" y="66"/>
                </a:lnTo>
                <a:lnTo>
                  <a:pt x="20" y="73"/>
                </a:lnTo>
                <a:moveTo>
                  <a:pt x="14" y="76"/>
                </a:moveTo>
                <a:lnTo>
                  <a:pt x="7" y="79"/>
                </a:lnTo>
                <a:lnTo>
                  <a:pt x="4" y="73"/>
                </a:lnTo>
                <a:lnTo>
                  <a:pt x="11" y="69"/>
                </a:lnTo>
                <a:lnTo>
                  <a:pt x="14" y="76"/>
                </a:lnTo>
                <a:moveTo>
                  <a:pt x="7" y="79"/>
                </a:moveTo>
                <a:lnTo>
                  <a:pt x="0" y="83"/>
                </a:lnTo>
                <a:lnTo>
                  <a:pt x="0" y="72"/>
                </a:lnTo>
                <a:lnTo>
                  <a:pt x="7" y="72"/>
                </a:lnTo>
                <a:lnTo>
                  <a:pt x="7" y="77"/>
                </a:lnTo>
                <a:lnTo>
                  <a:pt x="4" y="77"/>
                </a:lnTo>
                <a:lnTo>
                  <a:pt x="2" y="74"/>
                </a:lnTo>
                <a:lnTo>
                  <a:pt x="4" y="73"/>
                </a:lnTo>
                <a:lnTo>
                  <a:pt x="7" y="79"/>
                </a:lnTo>
                <a:moveTo>
                  <a:pt x="0" y="72"/>
                </a:moveTo>
                <a:lnTo>
                  <a:pt x="0" y="65"/>
                </a:lnTo>
                <a:lnTo>
                  <a:pt x="7" y="65"/>
                </a:lnTo>
                <a:lnTo>
                  <a:pt x="7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7" y="58"/>
                </a:lnTo>
                <a:lnTo>
                  <a:pt x="7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0"/>
                </a:lnTo>
                <a:lnTo>
                  <a:pt x="7" y="50"/>
                </a:lnTo>
                <a:lnTo>
                  <a:pt x="7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3"/>
                </a:lnTo>
                <a:lnTo>
                  <a:pt x="7" y="43"/>
                </a:lnTo>
                <a:lnTo>
                  <a:pt x="7" y="50"/>
                </a:lnTo>
                <a:lnTo>
                  <a:pt x="0" y="50"/>
                </a:lnTo>
                <a:moveTo>
                  <a:pt x="0" y="43"/>
                </a:moveTo>
                <a:lnTo>
                  <a:pt x="0" y="36"/>
                </a:lnTo>
                <a:lnTo>
                  <a:pt x="7" y="36"/>
                </a:lnTo>
                <a:lnTo>
                  <a:pt x="7" y="43"/>
                </a:lnTo>
                <a:lnTo>
                  <a:pt x="0" y="43"/>
                </a:lnTo>
                <a:moveTo>
                  <a:pt x="0" y="36"/>
                </a:moveTo>
                <a:lnTo>
                  <a:pt x="0" y="29"/>
                </a:lnTo>
                <a:lnTo>
                  <a:pt x="7" y="29"/>
                </a:lnTo>
                <a:lnTo>
                  <a:pt x="7" y="36"/>
                </a:lnTo>
                <a:lnTo>
                  <a:pt x="0" y="36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5"/>
                </a:lnTo>
                <a:lnTo>
                  <a:pt x="7" y="15"/>
                </a:lnTo>
                <a:lnTo>
                  <a:pt x="7" y="22"/>
                </a:lnTo>
                <a:lnTo>
                  <a:pt x="0" y="22"/>
                </a:lnTo>
                <a:moveTo>
                  <a:pt x="0" y="15"/>
                </a:moveTo>
                <a:lnTo>
                  <a:pt x="0" y="8"/>
                </a:lnTo>
                <a:lnTo>
                  <a:pt x="7" y="8"/>
                </a:lnTo>
                <a:lnTo>
                  <a:pt x="7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1" y="5"/>
                </a:lnTo>
                <a:lnTo>
                  <a:pt x="8" y="12"/>
                </a:lnTo>
                <a:lnTo>
                  <a:pt x="2" y="8"/>
                </a:lnTo>
                <a:lnTo>
                  <a:pt x="4" y="5"/>
                </a:lnTo>
                <a:lnTo>
                  <a:pt x="7" y="5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5595480" y="1770120"/>
            <a:ext cx="482760" cy="32760"/>
          </a:xfrm>
          <a:custGeom>
            <a:avLst/>
            <a:gdLst/>
            <a:ahLst/>
            <a:rect l="0" t="0" r="r" b="b"/>
            <a:pathLst>
              <a:path fill="none" w="1341" h="91">
                <a:moveTo>
                  <a:pt x="0" y="91"/>
                </a:moveTo>
                <a:lnTo>
                  <a:pt x="124" y="76"/>
                </a:lnTo>
                <a:cubicBezTo>
                  <a:pt x="249" y="61"/>
                  <a:pt x="498" y="31"/>
                  <a:pt x="721" y="15"/>
                </a:cubicBezTo>
                <a:cubicBezTo>
                  <a:pt x="944" y="0"/>
                  <a:pt x="1142" y="0"/>
                  <a:pt x="1242" y="0"/>
                </a:cubicBezTo>
                <a:lnTo>
                  <a:pt x="1341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606492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606384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1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1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8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8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6756480" y="1770120"/>
            <a:ext cx="561600" cy="0"/>
          </a:xfrm>
          <a:custGeom>
            <a:avLst/>
            <a:gdLst/>
            <a:ahLst/>
            <a:rect l="0" t="0" r="r" b="b"/>
            <a:pathLst>
              <a:path fill="none" w="1560" h="0">
                <a:moveTo>
                  <a:pt x="0" y="0"/>
                </a:moveTo>
                <a:lnTo>
                  <a:pt x="91" y="0"/>
                </a:lnTo>
                <a:cubicBezTo>
                  <a:pt x="182" y="0"/>
                  <a:pt x="364" y="0"/>
                  <a:pt x="624" y="0"/>
                </a:cubicBezTo>
                <a:cubicBezTo>
                  <a:pt x="884" y="0"/>
                  <a:pt x="1222" y="0"/>
                  <a:pt x="1391" y="0"/>
                </a:cubicBezTo>
                <a:lnTo>
                  <a:pt x="156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730548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730440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0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0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7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7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5595480" y="1963800"/>
            <a:ext cx="491400" cy="243000"/>
          </a:xfrm>
          <a:custGeom>
            <a:avLst/>
            <a:gdLst/>
            <a:ahLst/>
            <a:rect l="0" t="0" r="r" b="b"/>
            <a:pathLst>
              <a:path fill="none" w="1365" h="675">
                <a:moveTo>
                  <a:pt x="0" y="0"/>
                </a:moveTo>
                <a:lnTo>
                  <a:pt x="124" y="48"/>
                </a:lnTo>
                <a:cubicBezTo>
                  <a:pt x="250" y="97"/>
                  <a:pt x="499" y="194"/>
                  <a:pt x="726" y="308"/>
                </a:cubicBezTo>
                <a:cubicBezTo>
                  <a:pt x="954" y="420"/>
                  <a:pt x="1159" y="548"/>
                  <a:pt x="1262" y="611"/>
                </a:cubicBezTo>
                <a:lnTo>
                  <a:pt x="1365" y="67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6069240" y="2189160"/>
            <a:ext cx="28440" cy="24480"/>
          </a:xfrm>
          <a:custGeom>
            <a:avLst/>
            <a:gdLst/>
            <a:ahLst/>
            <a:rect l="0" t="0" r="r" b="b"/>
            <a:pathLst>
              <a:path w="79" h="68">
                <a:moveTo>
                  <a:pt x="38" y="0"/>
                </a:moveTo>
                <a:lnTo>
                  <a:pt x="79" y="68"/>
                </a:lnTo>
                <a:lnTo>
                  <a:pt x="0" y="61"/>
                </a:lnTo>
                <a:lnTo>
                  <a:pt x="3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6067080" y="2186640"/>
            <a:ext cx="33120" cy="28440"/>
          </a:xfrm>
          <a:custGeom>
            <a:avLst/>
            <a:gdLst/>
            <a:ahLst/>
            <a:rect l="0" t="0" r="r" b="b"/>
            <a:pathLst>
              <a:path w="92" h="79">
                <a:moveTo>
                  <a:pt x="51" y="11"/>
                </a:moveTo>
                <a:lnTo>
                  <a:pt x="54" y="17"/>
                </a:lnTo>
                <a:lnTo>
                  <a:pt x="48" y="20"/>
                </a:lnTo>
                <a:lnTo>
                  <a:pt x="45" y="14"/>
                </a:lnTo>
                <a:lnTo>
                  <a:pt x="51" y="11"/>
                </a:lnTo>
                <a:moveTo>
                  <a:pt x="54" y="17"/>
                </a:moveTo>
                <a:lnTo>
                  <a:pt x="58" y="23"/>
                </a:lnTo>
                <a:lnTo>
                  <a:pt x="52" y="26"/>
                </a:lnTo>
                <a:lnTo>
                  <a:pt x="48" y="20"/>
                </a:lnTo>
                <a:lnTo>
                  <a:pt x="54" y="17"/>
                </a:lnTo>
                <a:moveTo>
                  <a:pt x="58" y="23"/>
                </a:moveTo>
                <a:lnTo>
                  <a:pt x="62" y="29"/>
                </a:lnTo>
                <a:lnTo>
                  <a:pt x="56" y="32"/>
                </a:lnTo>
                <a:lnTo>
                  <a:pt x="52" y="26"/>
                </a:lnTo>
                <a:lnTo>
                  <a:pt x="58" y="23"/>
                </a:lnTo>
                <a:moveTo>
                  <a:pt x="62" y="29"/>
                </a:moveTo>
                <a:lnTo>
                  <a:pt x="65" y="35"/>
                </a:lnTo>
                <a:lnTo>
                  <a:pt x="59" y="38"/>
                </a:lnTo>
                <a:lnTo>
                  <a:pt x="56" y="32"/>
                </a:lnTo>
                <a:lnTo>
                  <a:pt x="62" y="29"/>
                </a:lnTo>
                <a:moveTo>
                  <a:pt x="65" y="35"/>
                </a:moveTo>
                <a:lnTo>
                  <a:pt x="69" y="41"/>
                </a:lnTo>
                <a:lnTo>
                  <a:pt x="63" y="44"/>
                </a:lnTo>
                <a:lnTo>
                  <a:pt x="59" y="38"/>
                </a:lnTo>
                <a:lnTo>
                  <a:pt x="65" y="35"/>
                </a:lnTo>
                <a:moveTo>
                  <a:pt x="69" y="41"/>
                </a:moveTo>
                <a:lnTo>
                  <a:pt x="73" y="47"/>
                </a:lnTo>
                <a:lnTo>
                  <a:pt x="67" y="51"/>
                </a:lnTo>
                <a:lnTo>
                  <a:pt x="63" y="44"/>
                </a:lnTo>
                <a:lnTo>
                  <a:pt x="69" y="41"/>
                </a:lnTo>
                <a:moveTo>
                  <a:pt x="73" y="47"/>
                </a:moveTo>
                <a:lnTo>
                  <a:pt x="77" y="54"/>
                </a:lnTo>
                <a:lnTo>
                  <a:pt x="71" y="57"/>
                </a:lnTo>
                <a:lnTo>
                  <a:pt x="67" y="51"/>
                </a:lnTo>
                <a:lnTo>
                  <a:pt x="73" y="47"/>
                </a:lnTo>
                <a:moveTo>
                  <a:pt x="77" y="54"/>
                </a:moveTo>
                <a:lnTo>
                  <a:pt x="80" y="60"/>
                </a:lnTo>
                <a:lnTo>
                  <a:pt x="74" y="63"/>
                </a:lnTo>
                <a:lnTo>
                  <a:pt x="71" y="57"/>
                </a:lnTo>
                <a:lnTo>
                  <a:pt x="77" y="54"/>
                </a:lnTo>
                <a:moveTo>
                  <a:pt x="80" y="60"/>
                </a:moveTo>
                <a:lnTo>
                  <a:pt x="84" y="66"/>
                </a:lnTo>
                <a:lnTo>
                  <a:pt x="78" y="70"/>
                </a:lnTo>
                <a:lnTo>
                  <a:pt x="74" y="63"/>
                </a:lnTo>
                <a:lnTo>
                  <a:pt x="80" y="60"/>
                </a:lnTo>
                <a:moveTo>
                  <a:pt x="84" y="66"/>
                </a:moveTo>
                <a:lnTo>
                  <a:pt x="88" y="72"/>
                </a:lnTo>
                <a:lnTo>
                  <a:pt x="82" y="76"/>
                </a:lnTo>
                <a:lnTo>
                  <a:pt x="78" y="70"/>
                </a:lnTo>
                <a:lnTo>
                  <a:pt x="84" y="66"/>
                </a:lnTo>
                <a:moveTo>
                  <a:pt x="88" y="72"/>
                </a:moveTo>
                <a:lnTo>
                  <a:pt x="92" y="79"/>
                </a:lnTo>
                <a:lnTo>
                  <a:pt x="79" y="78"/>
                </a:lnTo>
                <a:lnTo>
                  <a:pt x="80" y="71"/>
                </a:lnTo>
                <a:lnTo>
                  <a:pt x="86" y="71"/>
                </a:lnTo>
                <a:lnTo>
                  <a:pt x="85" y="75"/>
                </a:lnTo>
                <a:lnTo>
                  <a:pt x="82" y="77"/>
                </a:lnTo>
                <a:lnTo>
                  <a:pt x="82" y="76"/>
                </a:lnTo>
                <a:lnTo>
                  <a:pt x="88" y="72"/>
                </a:lnTo>
                <a:moveTo>
                  <a:pt x="79" y="78"/>
                </a:moveTo>
                <a:lnTo>
                  <a:pt x="72" y="77"/>
                </a:lnTo>
                <a:lnTo>
                  <a:pt x="73" y="70"/>
                </a:lnTo>
                <a:lnTo>
                  <a:pt x="80" y="71"/>
                </a:lnTo>
                <a:lnTo>
                  <a:pt x="79" y="78"/>
                </a:lnTo>
                <a:moveTo>
                  <a:pt x="72" y="77"/>
                </a:moveTo>
                <a:lnTo>
                  <a:pt x="65" y="76"/>
                </a:lnTo>
                <a:lnTo>
                  <a:pt x="66" y="69"/>
                </a:lnTo>
                <a:lnTo>
                  <a:pt x="73" y="70"/>
                </a:lnTo>
                <a:lnTo>
                  <a:pt x="72" y="77"/>
                </a:lnTo>
                <a:moveTo>
                  <a:pt x="65" y="76"/>
                </a:moveTo>
                <a:lnTo>
                  <a:pt x="58" y="76"/>
                </a:lnTo>
                <a:lnTo>
                  <a:pt x="59" y="69"/>
                </a:lnTo>
                <a:lnTo>
                  <a:pt x="66" y="69"/>
                </a:lnTo>
                <a:lnTo>
                  <a:pt x="65" y="76"/>
                </a:lnTo>
                <a:moveTo>
                  <a:pt x="58" y="76"/>
                </a:moveTo>
                <a:lnTo>
                  <a:pt x="51" y="75"/>
                </a:lnTo>
                <a:lnTo>
                  <a:pt x="52" y="68"/>
                </a:lnTo>
                <a:lnTo>
                  <a:pt x="59" y="69"/>
                </a:lnTo>
                <a:lnTo>
                  <a:pt x="58" y="76"/>
                </a:lnTo>
                <a:moveTo>
                  <a:pt x="51" y="75"/>
                </a:moveTo>
                <a:lnTo>
                  <a:pt x="44" y="75"/>
                </a:lnTo>
                <a:lnTo>
                  <a:pt x="45" y="67"/>
                </a:lnTo>
                <a:lnTo>
                  <a:pt x="52" y="68"/>
                </a:lnTo>
                <a:lnTo>
                  <a:pt x="51" y="75"/>
                </a:lnTo>
                <a:moveTo>
                  <a:pt x="44" y="75"/>
                </a:moveTo>
                <a:lnTo>
                  <a:pt x="37" y="74"/>
                </a:lnTo>
                <a:lnTo>
                  <a:pt x="38" y="67"/>
                </a:lnTo>
                <a:lnTo>
                  <a:pt x="45" y="67"/>
                </a:lnTo>
                <a:lnTo>
                  <a:pt x="44" y="75"/>
                </a:lnTo>
                <a:moveTo>
                  <a:pt x="37" y="74"/>
                </a:moveTo>
                <a:lnTo>
                  <a:pt x="30" y="73"/>
                </a:lnTo>
                <a:lnTo>
                  <a:pt x="31" y="66"/>
                </a:lnTo>
                <a:lnTo>
                  <a:pt x="38" y="67"/>
                </a:lnTo>
                <a:lnTo>
                  <a:pt x="37" y="74"/>
                </a:lnTo>
                <a:moveTo>
                  <a:pt x="30" y="73"/>
                </a:moveTo>
                <a:lnTo>
                  <a:pt x="22" y="73"/>
                </a:lnTo>
                <a:lnTo>
                  <a:pt x="23" y="66"/>
                </a:lnTo>
                <a:lnTo>
                  <a:pt x="31" y="66"/>
                </a:lnTo>
                <a:lnTo>
                  <a:pt x="30" y="73"/>
                </a:lnTo>
                <a:moveTo>
                  <a:pt x="22" y="73"/>
                </a:moveTo>
                <a:lnTo>
                  <a:pt x="15" y="72"/>
                </a:lnTo>
                <a:lnTo>
                  <a:pt x="16" y="65"/>
                </a:lnTo>
                <a:lnTo>
                  <a:pt x="23" y="66"/>
                </a:lnTo>
                <a:lnTo>
                  <a:pt x="22" y="73"/>
                </a:lnTo>
                <a:moveTo>
                  <a:pt x="15" y="72"/>
                </a:moveTo>
                <a:lnTo>
                  <a:pt x="8" y="71"/>
                </a:lnTo>
                <a:lnTo>
                  <a:pt x="9" y="64"/>
                </a:lnTo>
                <a:lnTo>
                  <a:pt x="16" y="65"/>
                </a:lnTo>
                <a:lnTo>
                  <a:pt x="15" y="72"/>
                </a:lnTo>
                <a:moveTo>
                  <a:pt x="8" y="71"/>
                </a:moveTo>
                <a:lnTo>
                  <a:pt x="0" y="71"/>
                </a:lnTo>
                <a:lnTo>
                  <a:pt x="5" y="62"/>
                </a:lnTo>
                <a:lnTo>
                  <a:pt x="11" y="66"/>
                </a:lnTo>
                <a:lnTo>
                  <a:pt x="9" y="69"/>
                </a:lnTo>
                <a:lnTo>
                  <a:pt x="6" y="68"/>
                </a:lnTo>
                <a:lnTo>
                  <a:pt x="6" y="64"/>
                </a:lnTo>
                <a:lnTo>
                  <a:pt x="9" y="64"/>
                </a:lnTo>
                <a:lnTo>
                  <a:pt x="8" y="71"/>
                </a:lnTo>
                <a:moveTo>
                  <a:pt x="5" y="62"/>
                </a:moveTo>
                <a:lnTo>
                  <a:pt x="9" y="56"/>
                </a:lnTo>
                <a:lnTo>
                  <a:pt x="15" y="60"/>
                </a:lnTo>
                <a:lnTo>
                  <a:pt x="11" y="66"/>
                </a:lnTo>
                <a:lnTo>
                  <a:pt x="5" y="62"/>
                </a:lnTo>
                <a:moveTo>
                  <a:pt x="9" y="56"/>
                </a:moveTo>
                <a:lnTo>
                  <a:pt x="13" y="50"/>
                </a:lnTo>
                <a:lnTo>
                  <a:pt x="19" y="54"/>
                </a:lnTo>
                <a:lnTo>
                  <a:pt x="15" y="60"/>
                </a:lnTo>
                <a:lnTo>
                  <a:pt x="9" y="56"/>
                </a:lnTo>
                <a:moveTo>
                  <a:pt x="13" y="50"/>
                </a:moveTo>
                <a:lnTo>
                  <a:pt x="16" y="43"/>
                </a:lnTo>
                <a:lnTo>
                  <a:pt x="22" y="47"/>
                </a:lnTo>
                <a:lnTo>
                  <a:pt x="19" y="54"/>
                </a:lnTo>
                <a:lnTo>
                  <a:pt x="13" y="50"/>
                </a:lnTo>
                <a:moveTo>
                  <a:pt x="16" y="43"/>
                </a:moveTo>
                <a:lnTo>
                  <a:pt x="20" y="37"/>
                </a:lnTo>
                <a:lnTo>
                  <a:pt x="26" y="41"/>
                </a:lnTo>
                <a:lnTo>
                  <a:pt x="22" y="47"/>
                </a:lnTo>
                <a:lnTo>
                  <a:pt x="16" y="43"/>
                </a:lnTo>
                <a:moveTo>
                  <a:pt x="20" y="37"/>
                </a:moveTo>
                <a:lnTo>
                  <a:pt x="24" y="31"/>
                </a:lnTo>
                <a:lnTo>
                  <a:pt x="31" y="35"/>
                </a:lnTo>
                <a:lnTo>
                  <a:pt x="26" y="41"/>
                </a:lnTo>
                <a:lnTo>
                  <a:pt x="20" y="37"/>
                </a:lnTo>
                <a:moveTo>
                  <a:pt x="24" y="31"/>
                </a:moveTo>
                <a:lnTo>
                  <a:pt x="27" y="25"/>
                </a:lnTo>
                <a:lnTo>
                  <a:pt x="34" y="29"/>
                </a:lnTo>
                <a:lnTo>
                  <a:pt x="31" y="35"/>
                </a:lnTo>
                <a:lnTo>
                  <a:pt x="24" y="31"/>
                </a:lnTo>
                <a:moveTo>
                  <a:pt x="27" y="25"/>
                </a:moveTo>
                <a:lnTo>
                  <a:pt x="32" y="19"/>
                </a:lnTo>
                <a:lnTo>
                  <a:pt x="38" y="23"/>
                </a:lnTo>
                <a:lnTo>
                  <a:pt x="34" y="29"/>
                </a:lnTo>
                <a:lnTo>
                  <a:pt x="27" y="25"/>
                </a:lnTo>
                <a:moveTo>
                  <a:pt x="32" y="19"/>
                </a:moveTo>
                <a:lnTo>
                  <a:pt x="36" y="13"/>
                </a:lnTo>
                <a:lnTo>
                  <a:pt x="42" y="17"/>
                </a:lnTo>
                <a:lnTo>
                  <a:pt x="38" y="23"/>
                </a:lnTo>
                <a:lnTo>
                  <a:pt x="32" y="19"/>
                </a:lnTo>
                <a:moveTo>
                  <a:pt x="36" y="13"/>
                </a:moveTo>
                <a:lnTo>
                  <a:pt x="40" y="7"/>
                </a:lnTo>
                <a:lnTo>
                  <a:pt x="46" y="11"/>
                </a:lnTo>
                <a:lnTo>
                  <a:pt x="42" y="17"/>
                </a:lnTo>
                <a:lnTo>
                  <a:pt x="36" y="13"/>
                </a:lnTo>
                <a:moveTo>
                  <a:pt x="40" y="7"/>
                </a:moveTo>
                <a:lnTo>
                  <a:pt x="44" y="0"/>
                </a:lnTo>
                <a:lnTo>
                  <a:pt x="51" y="11"/>
                </a:lnTo>
                <a:lnTo>
                  <a:pt x="45" y="14"/>
                </a:lnTo>
                <a:lnTo>
                  <a:pt x="41" y="8"/>
                </a:lnTo>
                <a:lnTo>
                  <a:pt x="44" y="7"/>
                </a:lnTo>
                <a:lnTo>
                  <a:pt x="47" y="8"/>
                </a:lnTo>
                <a:lnTo>
                  <a:pt x="46" y="11"/>
                </a:lnTo>
                <a:lnTo>
                  <a:pt x="4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5637960" y="2339280"/>
            <a:ext cx="447120" cy="27720"/>
          </a:xfrm>
          <a:custGeom>
            <a:avLst/>
            <a:gdLst/>
            <a:ahLst/>
            <a:rect l="0" t="0" r="r" b="b"/>
            <a:pathLst>
              <a:path fill="none" w="1242" h="77">
                <a:moveTo>
                  <a:pt x="0" y="77"/>
                </a:moveTo>
                <a:lnTo>
                  <a:pt x="105" y="77"/>
                </a:lnTo>
                <a:cubicBezTo>
                  <a:pt x="210" y="77"/>
                  <a:pt x="419" y="78"/>
                  <a:pt x="626" y="64"/>
                </a:cubicBezTo>
                <a:cubicBezTo>
                  <a:pt x="833" y="52"/>
                  <a:pt x="1037" y="26"/>
                  <a:pt x="1140" y="13"/>
                </a:cubicBezTo>
                <a:lnTo>
                  <a:pt x="1242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6070680" y="2328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0" y="0"/>
                </a:moveTo>
                <a:lnTo>
                  <a:pt x="75" y="27"/>
                </a:lnTo>
                <a:lnTo>
                  <a:pt x="9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6069240" y="232632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12" y="4"/>
                </a:moveTo>
                <a:lnTo>
                  <a:pt x="18" y="6"/>
                </a:lnTo>
                <a:lnTo>
                  <a:pt x="16" y="13"/>
                </a:lnTo>
                <a:lnTo>
                  <a:pt x="9" y="11"/>
                </a:lnTo>
                <a:lnTo>
                  <a:pt x="12" y="4"/>
                </a:lnTo>
                <a:moveTo>
                  <a:pt x="18" y="6"/>
                </a:moveTo>
                <a:lnTo>
                  <a:pt x="25" y="9"/>
                </a:lnTo>
                <a:lnTo>
                  <a:pt x="23" y="15"/>
                </a:lnTo>
                <a:lnTo>
                  <a:pt x="16" y="13"/>
                </a:lnTo>
                <a:lnTo>
                  <a:pt x="18" y="6"/>
                </a:lnTo>
                <a:moveTo>
                  <a:pt x="25" y="9"/>
                </a:moveTo>
                <a:lnTo>
                  <a:pt x="32" y="11"/>
                </a:lnTo>
                <a:lnTo>
                  <a:pt x="29" y="18"/>
                </a:lnTo>
                <a:lnTo>
                  <a:pt x="23" y="15"/>
                </a:lnTo>
                <a:lnTo>
                  <a:pt x="25" y="9"/>
                </a:lnTo>
                <a:moveTo>
                  <a:pt x="32" y="11"/>
                </a:moveTo>
                <a:lnTo>
                  <a:pt x="38" y="13"/>
                </a:lnTo>
                <a:lnTo>
                  <a:pt x="36" y="20"/>
                </a:lnTo>
                <a:lnTo>
                  <a:pt x="29" y="18"/>
                </a:lnTo>
                <a:lnTo>
                  <a:pt x="32" y="11"/>
                </a:lnTo>
                <a:moveTo>
                  <a:pt x="38" y="13"/>
                </a:moveTo>
                <a:lnTo>
                  <a:pt x="46" y="16"/>
                </a:lnTo>
                <a:lnTo>
                  <a:pt x="44" y="22"/>
                </a:lnTo>
                <a:lnTo>
                  <a:pt x="36" y="20"/>
                </a:lnTo>
                <a:lnTo>
                  <a:pt x="38" y="13"/>
                </a:lnTo>
                <a:moveTo>
                  <a:pt x="46" y="16"/>
                </a:moveTo>
                <a:lnTo>
                  <a:pt x="53" y="18"/>
                </a:lnTo>
                <a:lnTo>
                  <a:pt x="50" y="25"/>
                </a:lnTo>
                <a:lnTo>
                  <a:pt x="44" y="22"/>
                </a:lnTo>
                <a:lnTo>
                  <a:pt x="46" y="16"/>
                </a:lnTo>
                <a:moveTo>
                  <a:pt x="53" y="18"/>
                </a:moveTo>
                <a:lnTo>
                  <a:pt x="59" y="20"/>
                </a:lnTo>
                <a:lnTo>
                  <a:pt x="57" y="27"/>
                </a:lnTo>
                <a:lnTo>
                  <a:pt x="50" y="25"/>
                </a:lnTo>
                <a:lnTo>
                  <a:pt x="53" y="18"/>
                </a:lnTo>
                <a:moveTo>
                  <a:pt x="59" y="20"/>
                </a:moveTo>
                <a:lnTo>
                  <a:pt x="66" y="23"/>
                </a:lnTo>
                <a:lnTo>
                  <a:pt x="64" y="29"/>
                </a:lnTo>
                <a:lnTo>
                  <a:pt x="57" y="27"/>
                </a:lnTo>
                <a:lnTo>
                  <a:pt x="59" y="20"/>
                </a:lnTo>
                <a:moveTo>
                  <a:pt x="66" y="23"/>
                </a:moveTo>
                <a:lnTo>
                  <a:pt x="73" y="25"/>
                </a:lnTo>
                <a:lnTo>
                  <a:pt x="70" y="32"/>
                </a:lnTo>
                <a:lnTo>
                  <a:pt x="64" y="29"/>
                </a:lnTo>
                <a:lnTo>
                  <a:pt x="66" y="23"/>
                </a:lnTo>
                <a:moveTo>
                  <a:pt x="73" y="25"/>
                </a:moveTo>
                <a:lnTo>
                  <a:pt x="79" y="27"/>
                </a:lnTo>
                <a:lnTo>
                  <a:pt x="77" y="34"/>
                </a:lnTo>
                <a:lnTo>
                  <a:pt x="70" y="32"/>
                </a:lnTo>
                <a:lnTo>
                  <a:pt x="73" y="25"/>
                </a:lnTo>
                <a:moveTo>
                  <a:pt x="79" y="27"/>
                </a:moveTo>
                <a:lnTo>
                  <a:pt x="87" y="30"/>
                </a:lnTo>
                <a:lnTo>
                  <a:pt x="77" y="37"/>
                </a:lnTo>
                <a:lnTo>
                  <a:pt x="73" y="32"/>
                </a:lnTo>
                <a:lnTo>
                  <a:pt x="77" y="28"/>
                </a:lnTo>
                <a:lnTo>
                  <a:pt x="79" y="31"/>
                </a:lnTo>
                <a:lnTo>
                  <a:pt x="78" y="35"/>
                </a:lnTo>
                <a:lnTo>
                  <a:pt x="77" y="34"/>
                </a:lnTo>
                <a:lnTo>
                  <a:pt x="79" y="27"/>
                </a:lnTo>
                <a:moveTo>
                  <a:pt x="77" y="37"/>
                </a:moveTo>
                <a:lnTo>
                  <a:pt x="71" y="41"/>
                </a:lnTo>
                <a:lnTo>
                  <a:pt x="67" y="35"/>
                </a:lnTo>
                <a:lnTo>
                  <a:pt x="73" y="32"/>
                </a:lnTo>
                <a:lnTo>
                  <a:pt x="77" y="37"/>
                </a:lnTo>
                <a:moveTo>
                  <a:pt x="71" y="41"/>
                </a:moveTo>
                <a:lnTo>
                  <a:pt x="65" y="45"/>
                </a:lnTo>
                <a:lnTo>
                  <a:pt x="61" y="39"/>
                </a:lnTo>
                <a:lnTo>
                  <a:pt x="67" y="35"/>
                </a:lnTo>
                <a:lnTo>
                  <a:pt x="71" y="41"/>
                </a:lnTo>
                <a:moveTo>
                  <a:pt x="65" y="45"/>
                </a:moveTo>
                <a:lnTo>
                  <a:pt x="59" y="49"/>
                </a:lnTo>
                <a:lnTo>
                  <a:pt x="55" y="43"/>
                </a:lnTo>
                <a:lnTo>
                  <a:pt x="61" y="39"/>
                </a:lnTo>
                <a:lnTo>
                  <a:pt x="65" y="45"/>
                </a:lnTo>
                <a:moveTo>
                  <a:pt x="59" y="49"/>
                </a:moveTo>
                <a:lnTo>
                  <a:pt x="53" y="53"/>
                </a:lnTo>
                <a:lnTo>
                  <a:pt x="49" y="47"/>
                </a:lnTo>
                <a:lnTo>
                  <a:pt x="55" y="43"/>
                </a:lnTo>
                <a:lnTo>
                  <a:pt x="59" y="49"/>
                </a:lnTo>
                <a:moveTo>
                  <a:pt x="53" y="53"/>
                </a:moveTo>
                <a:lnTo>
                  <a:pt x="47" y="57"/>
                </a:lnTo>
                <a:lnTo>
                  <a:pt x="43" y="51"/>
                </a:lnTo>
                <a:lnTo>
                  <a:pt x="49" y="47"/>
                </a:lnTo>
                <a:lnTo>
                  <a:pt x="53" y="53"/>
                </a:lnTo>
                <a:moveTo>
                  <a:pt x="47" y="57"/>
                </a:moveTo>
                <a:lnTo>
                  <a:pt x="41" y="62"/>
                </a:lnTo>
                <a:lnTo>
                  <a:pt x="36" y="55"/>
                </a:lnTo>
                <a:lnTo>
                  <a:pt x="43" y="51"/>
                </a:lnTo>
                <a:lnTo>
                  <a:pt x="47" y="57"/>
                </a:lnTo>
                <a:moveTo>
                  <a:pt x="41" y="62"/>
                </a:moveTo>
                <a:lnTo>
                  <a:pt x="34" y="66"/>
                </a:lnTo>
                <a:lnTo>
                  <a:pt x="30" y="60"/>
                </a:lnTo>
                <a:lnTo>
                  <a:pt x="36" y="55"/>
                </a:lnTo>
                <a:lnTo>
                  <a:pt x="41" y="62"/>
                </a:lnTo>
                <a:moveTo>
                  <a:pt x="34" y="66"/>
                </a:moveTo>
                <a:lnTo>
                  <a:pt x="28" y="70"/>
                </a:lnTo>
                <a:lnTo>
                  <a:pt x="25" y="64"/>
                </a:lnTo>
                <a:lnTo>
                  <a:pt x="30" y="60"/>
                </a:lnTo>
                <a:lnTo>
                  <a:pt x="34" y="66"/>
                </a:lnTo>
                <a:moveTo>
                  <a:pt x="28" y="70"/>
                </a:moveTo>
                <a:lnTo>
                  <a:pt x="23" y="74"/>
                </a:lnTo>
                <a:lnTo>
                  <a:pt x="19" y="68"/>
                </a:lnTo>
                <a:lnTo>
                  <a:pt x="25" y="64"/>
                </a:lnTo>
                <a:lnTo>
                  <a:pt x="28" y="70"/>
                </a:lnTo>
                <a:moveTo>
                  <a:pt x="23" y="74"/>
                </a:moveTo>
                <a:lnTo>
                  <a:pt x="17" y="78"/>
                </a:lnTo>
                <a:lnTo>
                  <a:pt x="13" y="72"/>
                </a:lnTo>
                <a:lnTo>
                  <a:pt x="19" y="68"/>
                </a:lnTo>
                <a:lnTo>
                  <a:pt x="23" y="74"/>
                </a:lnTo>
                <a:moveTo>
                  <a:pt x="17" y="78"/>
                </a:moveTo>
                <a:lnTo>
                  <a:pt x="10" y="82"/>
                </a:lnTo>
                <a:lnTo>
                  <a:pt x="9" y="72"/>
                </a:lnTo>
                <a:lnTo>
                  <a:pt x="16" y="71"/>
                </a:lnTo>
                <a:lnTo>
                  <a:pt x="16" y="76"/>
                </a:lnTo>
                <a:lnTo>
                  <a:pt x="13" y="76"/>
                </a:lnTo>
                <a:lnTo>
                  <a:pt x="11" y="73"/>
                </a:lnTo>
                <a:lnTo>
                  <a:pt x="13" y="72"/>
                </a:lnTo>
                <a:lnTo>
                  <a:pt x="17" y="78"/>
                </a:lnTo>
                <a:moveTo>
                  <a:pt x="9" y="72"/>
                </a:moveTo>
                <a:lnTo>
                  <a:pt x="8" y="65"/>
                </a:lnTo>
                <a:lnTo>
                  <a:pt x="15" y="64"/>
                </a:lnTo>
                <a:lnTo>
                  <a:pt x="16" y="71"/>
                </a:lnTo>
                <a:lnTo>
                  <a:pt x="9" y="72"/>
                </a:lnTo>
                <a:moveTo>
                  <a:pt x="8" y="65"/>
                </a:moveTo>
                <a:lnTo>
                  <a:pt x="7" y="57"/>
                </a:lnTo>
                <a:lnTo>
                  <a:pt x="14" y="56"/>
                </a:lnTo>
                <a:lnTo>
                  <a:pt x="15" y="64"/>
                </a:lnTo>
                <a:lnTo>
                  <a:pt x="8" y="65"/>
                </a:lnTo>
                <a:moveTo>
                  <a:pt x="7" y="57"/>
                </a:moveTo>
                <a:lnTo>
                  <a:pt x="6" y="50"/>
                </a:lnTo>
                <a:lnTo>
                  <a:pt x="13" y="49"/>
                </a:lnTo>
                <a:lnTo>
                  <a:pt x="14" y="56"/>
                </a:lnTo>
                <a:lnTo>
                  <a:pt x="7" y="57"/>
                </a:lnTo>
                <a:moveTo>
                  <a:pt x="6" y="50"/>
                </a:moveTo>
                <a:lnTo>
                  <a:pt x="5" y="43"/>
                </a:lnTo>
                <a:lnTo>
                  <a:pt x="12" y="42"/>
                </a:lnTo>
                <a:lnTo>
                  <a:pt x="13" y="49"/>
                </a:lnTo>
                <a:lnTo>
                  <a:pt x="6" y="50"/>
                </a:lnTo>
                <a:moveTo>
                  <a:pt x="5" y="43"/>
                </a:moveTo>
                <a:lnTo>
                  <a:pt x="4" y="36"/>
                </a:lnTo>
                <a:lnTo>
                  <a:pt x="11" y="35"/>
                </a:lnTo>
                <a:lnTo>
                  <a:pt x="12" y="42"/>
                </a:lnTo>
                <a:lnTo>
                  <a:pt x="5" y="43"/>
                </a:lnTo>
                <a:moveTo>
                  <a:pt x="4" y="36"/>
                </a:moveTo>
                <a:lnTo>
                  <a:pt x="3" y="29"/>
                </a:lnTo>
                <a:lnTo>
                  <a:pt x="10" y="28"/>
                </a:lnTo>
                <a:lnTo>
                  <a:pt x="11" y="35"/>
                </a:lnTo>
                <a:lnTo>
                  <a:pt x="4" y="36"/>
                </a:lnTo>
                <a:moveTo>
                  <a:pt x="3" y="29"/>
                </a:moveTo>
                <a:lnTo>
                  <a:pt x="2" y="22"/>
                </a:lnTo>
                <a:lnTo>
                  <a:pt x="9" y="21"/>
                </a:lnTo>
                <a:lnTo>
                  <a:pt x="10" y="28"/>
                </a:lnTo>
                <a:lnTo>
                  <a:pt x="3" y="29"/>
                </a:lnTo>
                <a:moveTo>
                  <a:pt x="2" y="22"/>
                </a:moveTo>
                <a:lnTo>
                  <a:pt x="2" y="15"/>
                </a:lnTo>
                <a:lnTo>
                  <a:pt x="9" y="14"/>
                </a:lnTo>
                <a:lnTo>
                  <a:pt x="9" y="21"/>
                </a:lnTo>
                <a:lnTo>
                  <a:pt x="2" y="22"/>
                </a:lnTo>
                <a:moveTo>
                  <a:pt x="2" y="15"/>
                </a:moveTo>
                <a:lnTo>
                  <a:pt x="1" y="8"/>
                </a:lnTo>
                <a:lnTo>
                  <a:pt x="8" y="7"/>
                </a:lnTo>
                <a:lnTo>
                  <a:pt x="9" y="14"/>
                </a:lnTo>
                <a:lnTo>
                  <a:pt x="2" y="15"/>
                </a:lnTo>
                <a:moveTo>
                  <a:pt x="1" y="8"/>
                </a:moveTo>
                <a:lnTo>
                  <a:pt x="0" y="0"/>
                </a:lnTo>
                <a:lnTo>
                  <a:pt x="12" y="4"/>
                </a:lnTo>
                <a:lnTo>
                  <a:pt x="9" y="11"/>
                </a:lnTo>
                <a:lnTo>
                  <a:pt x="3" y="8"/>
                </a:lnTo>
                <a:lnTo>
                  <a:pt x="4" y="5"/>
                </a:lnTo>
                <a:lnTo>
                  <a:pt x="7" y="5"/>
                </a:lnTo>
                <a:lnTo>
                  <a:pt x="8" y="7"/>
                </a:lnTo>
                <a:lnTo>
                  <a:pt x="1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6749640" y="2382840"/>
            <a:ext cx="388440" cy="105480"/>
          </a:xfrm>
          <a:custGeom>
            <a:avLst/>
            <a:gdLst/>
            <a:ahLst/>
            <a:rect l="0" t="0" r="r" b="b"/>
            <a:pathLst>
              <a:path fill="none" w="1079" h="293">
                <a:moveTo>
                  <a:pt x="0" y="0"/>
                </a:moveTo>
                <a:lnTo>
                  <a:pt x="94" y="25"/>
                </a:lnTo>
                <a:cubicBezTo>
                  <a:pt x="189" y="50"/>
                  <a:pt x="378" y="100"/>
                  <a:pt x="557" y="148"/>
                </a:cubicBezTo>
                <a:cubicBezTo>
                  <a:pt x="737" y="197"/>
                  <a:pt x="908" y="245"/>
                  <a:pt x="993" y="269"/>
                </a:cubicBezTo>
                <a:lnTo>
                  <a:pt x="1079" y="29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7121880" y="2472120"/>
            <a:ext cx="28440" cy="24840"/>
          </a:xfrm>
          <a:custGeom>
            <a:avLst/>
            <a:gdLst/>
            <a:ahLst/>
            <a:rect l="0" t="0" r="r" b="b"/>
            <a:pathLst>
              <a:path w="79" h="69">
                <a:moveTo>
                  <a:pt x="19" y="0"/>
                </a:moveTo>
                <a:lnTo>
                  <a:pt x="79" y="54"/>
                </a:lnTo>
                <a:lnTo>
                  <a:pt x="0" y="69"/>
                </a:lnTo>
                <a:lnTo>
                  <a:pt x="1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7120080" y="246996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32" y="9"/>
                </a:moveTo>
                <a:lnTo>
                  <a:pt x="37" y="13"/>
                </a:lnTo>
                <a:lnTo>
                  <a:pt x="32" y="19"/>
                </a:lnTo>
                <a:lnTo>
                  <a:pt x="27" y="14"/>
                </a:lnTo>
                <a:lnTo>
                  <a:pt x="32" y="9"/>
                </a:lnTo>
                <a:moveTo>
                  <a:pt x="37" y="13"/>
                </a:moveTo>
                <a:lnTo>
                  <a:pt x="42" y="18"/>
                </a:lnTo>
                <a:lnTo>
                  <a:pt x="37" y="23"/>
                </a:lnTo>
                <a:lnTo>
                  <a:pt x="32" y="19"/>
                </a:lnTo>
                <a:lnTo>
                  <a:pt x="37" y="13"/>
                </a:lnTo>
                <a:moveTo>
                  <a:pt x="42" y="18"/>
                </a:moveTo>
                <a:lnTo>
                  <a:pt x="47" y="23"/>
                </a:lnTo>
                <a:lnTo>
                  <a:pt x="43" y="28"/>
                </a:lnTo>
                <a:lnTo>
                  <a:pt x="37" y="23"/>
                </a:lnTo>
                <a:lnTo>
                  <a:pt x="42" y="18"/>
                </a:lnTo>
                <a:moveTo>
                  <a:pt x="47" y="23"/>
                </a:moveTo>
                <a:lnTo>
                  <a:pt x="53" y="27"/>
                </a:lnTo>
                <a:lnTo>
                  <a:pt x="48" y="33"/>
                </a:lnTo>
                <a:lnTo>
                  <a:pt x="43" y="28"/>
                </a:lnTo>
                <a:lnTo>
                  <a:pt x="47" y="23"/>
                </a:lnTo>
                <a:moveTo>
                  <a:pt x="53" y="27"/>
                </a:moveTo>
                <a:lnTo>
                  <a:pt x="58" y="32"/>
                </a:lnTo>
                <a:lnTo>
                  <a:pt x="53" y="37"/>
                </a:lnTo>
                <a:lnTo>
                  <a:pt x="48" y="33"/>
                </a:lnTo>
                <a:lnTo>
                  <a:pt x="53" y="27"/>
                </a:lnTo>
                <a:moveTo>
                  <a:pt x="58" y="32"/>
                </a:moveTo>
                <a:lnTo>
                  <a:pt x="63" y="37"/>
                </a:lnTo>
                <a:lnTo>
                  <a:pt x="58" y="42"/>
                </a:lnTo>
                <a:lnTo>
                  <a:pt x="53" y="37"/>
                </a:lnTo>
                <a:lnTo>
                  <a:pt x="58" y="32"/>
                </a:lnTo>
                <a:moveTo>
                  <a:pt x="63" y="37"/>
                </a:moveTo>
                <a:lnTo>
                  <a:pt x="69" y="42"/>
                </a:lnTo>
                <a:lnTo>
                  <a:pt x="64" y="47"/>
                </a:lnTo>
                <a:lnTo>
                  <a:pt x="58" y="42"/>
                </a:lnTo>
                <a:lnTo>
                  <a:pt x="63" y="37"/>
                </a:lnTo>
                <a:moveTo>
                  <a:pt x="69" y="42"/>
                </a:moveTo>
                <a:lnTo>
                  <a:pt x="75" y="46"/>
                </a:lnTo>
                <a:lnTo>
                  <a:pt x="70" y="53"/>
                </a:lnTo>
                <a:lnTo>
                  <a:pt x="64" y="47"/>
                </a:lnTo>
                <a:lnTo>
                  <a:pt x="69" y="42"/>
                </a:lnTo>
                <a:moveTo>
                  <a:pt x="75" y="46"/>
                </a:moveTo>
                <a:lnTo>
                  <a:pt x="80" y="51"/>
                </a:lnTo>
                <a:lnTo>
                  <a:pt x="75" y="57"/>
                </a:lnTo>
                <a:lnTo>
                  <a:pt x="70" y="53"/>
                </a:lnTo>
                <a:lnTo>
                  <a:pt x="75" y="46"/>
                </a:lnTo>
                <a:moveTo>
                  <a:pt x="80" y="51"/>
                </a:moveTo>
                <a:lnTo>
                  <a:pt x="85" y="57"/>
                </a:lnTo>
                <a:lnTo>
                  <a:pt x="80" y="62"/>
                </a:lnTo>
                <a:lnTo>
                  <a:pt x="75" y="57"/>
                </a:lnTo>
                <a:lnTo>
                  <a:pt x="80" y="51"/>
                </a:lnTo>
                <a:moveTo>
                  <a:pt x="85" y="57"/>
                </a:moveTo>
                <a:lnTo>
                  <a:pt x="91" y="62"/>
                </a:lnTo>
                <a:lnTo>
                  <a:pt x="79" y="65"/>
                </a:lnTo>
                <a:lnTo>
                  <a:pt x="77" y="58"/>
                </a:lnTo>
                <a:lnTo>
                  <a:pt x="83" y="57"/>
                </a:lnTo>
                <a:lnTo>
                  <a:pt x="84" y="60"/>
                </a:lnTo>
                <a:lnTo>
                  <a:pt x="81" y="63"/>
                </a:lnTo>
                <a:lnTo>
                  <a:pt x="80" y="62"/>
                </a:lnTo>
                <a:lnTo>
                  <a:pt x="85" y="57"/>
                </a:lnTo>
                <a:moveTo>
                  <a:pt x="79" y="65"/>
                </a:moveTo>
                <a:lnTo>
                  <a:pt x="72" y="66"/>
                </a:lnTo>
                <a:lnTo>
                  <a:pt x="70" y="59"/>
                </a:lnTo>
                <a:lnTo>
                  <a:pt x="77" y="58"/>
                </a:lnTo>
                <a:lnTo>
                  <a:pt x="79" y="65"/>
                </a:lnTo>
                <a:moveTo>
                  <a:pt x="72" y="66"/>
                </a:moveTo>
                <a:lnTo>
                  <a:pt x="64" y="68"/>
                </a:lnTo>
                <a:lnTo>
                  <a:pt x="62" y="61"/>
                </a:lnTo>
                <a:lnTo>
                  <a:pt x="70" y="59"/>
                </a:lnTo>
                <a:lnTo>
                  <a:pt x="72" y="66"/>
                </a:lnTo>
                <a:moveTo>
                  <a:pt x="64" y="68"/>
                </a:moveTo>
                <a:lnTo>
                  <a:pt x="57" y="69"/>
                </a:lnTo>
                <a:lnTo>
                  <a:pt x="55" y="62"/>
                </a:lnTo>
                <a:lnTo>
                  <a:pt x="62" y="61"/>
                </a:lnTo>
                <a:lnTo>
                  <a:pt x="64" y="68"/>
                </a:lnTo>
                <a:moveTo>
                  <a:pt x="57" y="69"/>
                </a:moveTo>
                <a:lnTo>
                  <a:pt x="50" y="70"/>
                </a:lnTo>
                <a:lnTo>
                  <a:pt x="49" y="63"/>
                </a:lnTo>
                <a:lnTo>
                  <a:pt x="55" y="62"/>
                </a:lnTo>
                <a:lnTo>
                  <a:pt x="57" y="69"/>
                </a:lnTo>
                <a:moveTo>
                  <a:pt x="50" y="70"/>
                </a:moveTo>
                <a:lnTo>
                  <a:pt x="43" y="72"/>
                </a:lnTo>
                <a:lnTo>
                  <a:pt x="42" y="65"/>
                </a:lnTo>
                <a:lnTo>
                  <a:pt x="49" y="63"/>
                </a:lnTo>
                <a:lnTo>
                  <a:pt x="50" y="70"/>
                </a:lnTo>
                <a:moveTo>
                  <a:pt x="43" y="72"/>
                </a:moveTo>
                <a:lnTo>
                  <a:pt x="36" y="73"/>
                </a:lnTo>
                <a:lnTo>
                  <a:pt x="35" y="66"/>
                </a:lnTo>
                <a:lnTo>
                  <a:pt x="42" y="65"/>
                </a:lnTo>
                <a:lnTo>
                  <a:pt x="43" y="72"/>
                </a:lnTo>
                <a:moveTo>
                  <a:pt x="36" y="73"/>
                </a:moveTo>
                <a:lnTo>
                  <a:pt x="29" y="74"/>
                </a:lnTo>
                <a:lnTo>
                  <a:pt x="28" y="67"/>
                </a:lnTo>
                <a:lnTo>
                  <a:pt x="35" y="66"/>
                </a:lnTo>
                <a:lnTo>
                  <a:pt x="36" y="73"/>
                </a:lnTo>
                <a:moveTo>
                  <a:pt x="29" y="74"/>
                </a:moveTo>
                <a:lnTo>
                  <a:pt x="22" y="76"/>
                </a:lnTo>
                <a:lnTo>
                  <a:pt x="21" y="69"/>
                </a:lnTo>
                <a:lnTo>
                  <a:pt x="28" y="67"/>
                </a:lnTo>
                <a:lnTo>
                  <a:pt x="29" y="74"/>
                </a:lnTo>
                <a:moveTo>
                  <a:pt x="22" y="76"/>
                </a:moveTo>
                <a:lnTo>
                  <a:pt x="15" y="77"/>
                </a:lnTo>
                <a:lnTo>
                  <a:pt x="14" y="70"/>
                </a:lnTo>
                <a:lnTo>
                  <a:pt x="21" y="69"/>
                </a:lnTo>
                <a:lnTo>
                  <a:pt x="22" y="76"/>
                </a:lnTo>
                <a:moveTo>
                  <a:pt x="15" y="77"/>
                </a:moveTo>
                <a:lnTo>
                  <a:pt x="8" y="78"/>
                </a:lnTo>
                <a:lnTo>
                  <a:pt x="7" y="72"/>
                </a:lnTo>
                <a:lnTo>
                  <a:pt x="14" y="70"/>
                </a:lnTo>
                <a:lnTo>
                  <a:pt x="15" y="77"/>
                </a:lnTo>
                <a:moveTo>
                  <a:pt x="8" y="78"/>
                </a:moveTo>
                <a:lnTo>
                  <a:pt x="0" y="80"/>
                </a:lnTo>
                <a:lnTo>
                  <a:pt x="3" y="70"/>
                </a:lnTo>
                <a:lnTo>
                  <a:pt x="10" y="72"/>
                </a:lnTo>
                <a:lnTo>
                  <a:pt x="9" y="76"/>
                </a:lnTo>
                <a:lnTo>
                  <a:pt x="5" y="75"/>
                </a:lnTo>
                <a:lnTo>
                  <a:pt x="4" y="72"/>
                </a:lnTo>
                <a:lnTo>
                  <a:pt x="7" y="72"/>
                </a:lnTo>
                <a:lnTo>
                  <a:pt x="8" y="78"/>
                </a:lnTo>
                <a:moveTo>
                  <a:pt x="3" y="70"/>
                </a:moveTo>
                <a:lnTo>
                  <a:pt x="5" y="63"/>
                </a:lnTo>
                <a:lnTo>
                  <a:pt x="12" y="65"/>
                </a:lnTo>
                <a:lnTo>
                  <a:pt x="10" y="72"/>
                </a:lnTo>
                <a:lnTo>
                  <a:pt x="3" y="70"/>
                </a:lnTo>
                <a:moveTo>
                  <a:pt x="5" y="63"/>
                </a:moveTo>
                <a:lnTo>
                  <a:pt x="7" y="57"/>
                </a:lnTo>
                <a:lnTo>
                  <a:pt x="13" y="58"/>
                </a:lnTo>
                <a:lnTo>
                  <a:pt x="12" y="65"/>
                </a:lnTo>
                <a:lnTo>
                  <a:pt x="5" y="63"/>
                </a:lnTo>
                <a:moveTo>
                  <a:pt x="7" y="57"/>
                </a:moveTo>
                <a:lnTo>
                  <a:pt x="9" y="49"/>
                </a:lnTo>
                <a:lnTo>
                  <a:pt x="15" y="51"/>
                </a:lnTo>
                <a:lnTo>
                  <a:pt x="13" y="58"/>
                </a:lnTo>
                <a:lnTo>
                  <a:pt x="7" y="57"/>
                </a:lnTo>
                <a:moveTo>
                  <a:pt x="9" y="49"/>
                </a:moveTo>
                <a:lnTo>
                  <a:pt x="10" y="42"/>
                </a:lnTo>
                <a:lnTo>
                  <a:pt x="17" y="44"/>
                </a:lnTo>
                <a:lnTo>
                  <a:pt x="15" y="51"/>
                </a:lnTo>
                <a:lnTo>
                  <a:pt x="9" y="49"/>
                </a:lnTo>
                <a:moveTo>
                  <a:pt x="10" y="42"/>
                </a:moveTo>
                <a:lnTo>
                  <a:pt x="12" y="35"/>
                </a:lnTo>
                <a:lnTo>
                  <a:pt x="19" y="37"/>
                </a:lnTo>
                <a:lnTo>
                  <a:pt x="17" y="44"/>
                </a:lnTo>
                <a:lnTo>
                  <a:pt x="10" y="42"/>
                </a:lnTo>
                <a:moveTo>
                  <a:pt x="12" y="35"/>
                </a:moveTo>
                <a:lnTo>
                  <a:pt x="14" y="28"/>
                </a:lnTo>
                <a:lnTo>
                  <a:pt x="21" y="30"/>
                </a:lnTo>
                <a:lnTo>
                  <a:pt x="19" y="37"/>
                </a:lnTo>
                <a:lnTo>
                  <a:pt x="12" y="35"/>
                </a:lnTo>
                <a:moveTo>
                  <a:pt x="14" y="28"/>
                </a:moveTo>
                <a:lnTo>
                  <a:pt x="16" y="22"/>
                </a:lnTo>
                <a:lnTo>
                  <a:pt x="23" y="23"/>
                </a:lnTo>
                <a:lnTo>
                  <a:pt x="21" y="30"/>
                </a:lnTo>
                <a:lnTo>
                  <a:pt x="14" y="28"/>
                </a:lnTo>
                <a:moveTo>
                  <a:pt x="16" y="22"/>
                </a:moveTo>
                <a:lnTo>
                  <a:pt x="18" y="15"/>
                </a:lnTo>
                <a:lnTo>
                  <a:pt x="25" y="17"/>
                </a:lnTo>
                <a:lnTo>
                  <a:pt x="23" y="23"/>
                </a:lnTo>
                <a:lnTo>
                  <a:pt x="16" y="22"/>
                </a:lnTo>
                <a:moveTo>
                  <a:pt x="18" y="15"/>
                </a:moveTo>
                <a:lnTo>
                  <a:pt x="20" y="8"/>
                </a:lnTo>
                <a:lnTo>
                  <a:pt x="27" y="10"/>
                </a:lnTo>
                <a:lnTo>
                  <a:pt x="25" y="17"/>
                </a:lnTo>
                <a:lnTo>
                  <a:pt x="18" y="15"/>
                </a:lnTo>
                <a:moveTo>
                  <a:pt x="20" y="8"/>
                </a:moveTo>
                <a:lnTo>
                  <a:pt x="22" y="0"/>
                </a:lnTo>
                <a:lnTo>
                  <a:pt x="32" y="9"/>
                </a:lnTo>
                <a:lnTo>
                  <a:pt x="27" y="14"/>
                </a:lnTo>
                <a:lnTo>
                  <a:pt x="22" y="9"/>
                </a:lnTo>
                <a:lnTo>
                  <a:pt x="24" y="6"/>
                </a:lnTo>
                <a:lnTo>
                  <a:pt x="27" y="7"/>
                </a:lnTo>
                <a:lnTo>
                  <a:pt x="27" y="10"/>
                </a:lnTo>
                <a:lnTo>
                  <a:pt x="2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/>
          <p:nvPr/>
        </p:nvSpPr>
        <p:spPr>
          <a:xfrm>
            <a:off x="3090240" y="2448360"/>
            <a:ext cx="4060080" cy="198000"/>
          </a:xfrm>
          <a:custGeom>
            <a:avLst/>
            <a:gdLst/>
            <a:ahLst/>
            <a:rect l="0" t="0" r="r" b="b"/>
            <a:pathLst>
              <a:path fill="none" w="11278" h="550">
                <a:moveTo>
                  <a:pt x="11278" y="479"/>
                </a:moveTo>
                <a:lnTo>
                  <a:pt x="11187" y="491"/>
                </a:lnTo>
                <a:cubicBezTo>
                  <a:pt x="11096" y="503"/>
                  <a:pt x="10913" y="527"/>
                  <a:pt x="10577" y="538"/>
                </a:cubicBezTo>
                <a:cubicBezTo>
                  <a:pt x="10241" y="550"/>
                  <a:pt x="9750" y="550"/>
                  <a:pt x="9246" y="550"/>
                </a:cubicBezTo>
                <a:cubicBezTo>
                  <a:pt x="8742" y="550"/>
                  <a:pt x="8223" y="550"/>
                  <a:pt x="7694" y="550"/>
                </a:cubicBezTo>
                <a:cubicBezTo>
                  <a:pt x="7164" y="550"/>
                  <a:pt x="6622" y="550"/>
                  <a:pt x="6051" y="550"/>
                </a:cubicBezTo>
                <a:cubicBezTo>
                  <a:pt x="5481" y="550"/>
                  <a:pt x="4881" y="550"/>
                  <a:pt x="4338" y="550"/>
                </a:cubicBezTo>
                <a:cubicBezTo>
                  <a:pt x="3796" y="550"/>
                  <a:pt x="3311" y="550"/>
                  <a:pt x="2792" y="550"/>
                </a:cubicBezTo>
                <a:cubicBezTo>
                  <a:pt x="2273" y="550"/>
                  <a:pt x="1720" y="550"/>
                  <a:pt x="1249" y="459"/>
                </a:cubicBezTo>
                <a:cubicBezTo>
                  <a:pt x="778" y="367"/>
                  <a:pt x="389" y="184"/>
                  <a:pt x="194" y="93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3078720" y="244224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9" y="65"/>
                </a:moveTo>
                <a:lnTo>
                  <a:pt x="0" y="2"/>
                </a:lnTo>
                <a:lnTo>
                  <a:pt x="80" y="0"/>
                </a:lnTo>
                <a:lnTo>
                  <a:pt x="49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3076200" y="24411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8" y="65"/>
                </a:moveTo>
                <a:lnTo>
                  <a:pt x="44" y="58"/>
                </a:lnTo>
                <a:lnTo>
                  <a:pt x="50" y="54"/>
                </a:lnTo>
                <a:lnTo>
                  <a:pt x="54" y="59"/>
                </a:lnTo>
                <a:lnTo>
                  <a:pt x="48" y="65"/>
                </a:lnTo>
                <a:moveTo>
                  <a:pt x="44" y="58"/>
                </a:moveTo>
                <a:lnTo>
                  <a:pt x="40" y="53"/>
                </a:lnTo>
                <a:lnTo>
                  <a:pt x="45" y="48"/>
                </a:lnTo>
                <a:lnTo>
                  <a:pt x="50" y="54"/>
                </a:lnTo>
                <a:lnTo>
                  <a:pt x="44" y="58"/>
                </a:lnTo>
                <a:moveTo>
                  <a:pt x="40" y="53"/>
                </a:moveTo>
                <a:lnTo>
                  <a:pt x="35" y="47"/>
                </a:lnTo>
                <a:lnTo>
                  <a:pt x="41" y="43"/>
                </a:lnTo>
                <a:lnTo>
                  <a:pt x="45" y="48"/>
                </a:lnTo>
                <a:lnTo>
                  <a:pt x="40" y="53"/>
                </a:lnTo>
                <a:moveTo>
                  <a:pt x="35" y="47"/>
                </a:moveTo>
                <a:lnTo>
                  <a:pt x="31" y="42"/>
                </a:lnTo>
                <a:lnTo>
                  <a:pt x="37" y="37"/>
                </a:lnTo>
                <a:lnTo>
                  <a:pt x="41" y="43"/>
                </a:lnTo>
                <a:lnTo>
                  <a:pt x="35" y="47"/>
                </a:lnTo>
                <a:moveTo>
                  <a:pt x="31" y="42"/>
                </a:moveTo>
                <a:lnTo>
                  <a:pt x="27" y="36"/>
                </a:lnTo>
                <a:lnTo>
                  <a:pt x="32" y="32"/>
                </a:lnTo>
                <a:lnTo>
                  <a:pt x="37" y="37"/>
                </a:lnTo>
                <a:lnTo>
                  <a:pt x="31" y="42"/>
                </a:lnTo>
                <a:moveTo>
                  <a:pt x="27" y="36"/>
                </a:moveTo>
                <a:lnTo>
                  <a:pt x="22" y="30"/>
                </a:lnTo>
                <a:lnTo>
                  <a:pt x="28" y="26"/>
                </a:lnTo>
                <a:lnTo>
                  <a:pt x="32" y="32"/>
                </a:lnTo>
                <a:lnTo>
                  <a:pt x="27" y="36"/>
                </a:lnTo>
                <a:moveTo>
                  <a:pt x="22" y="30"/>
                </a:moveTo>
                <a:lnTo>
                  <a:pt x="18" y="25"/>
                </a:lnTo>
                <a:lnTo>
                  <a:pt x="23" y="21"/>
                </a:lnTo>
                <a:lnTo>
                  <a:pt x="28" y="26"/>
                </a:lnTo>
                <a:lnTo>
                  <a:pt x="22" y="30"/>
                </a:lnTo>
                <a:moveTo>
                  <a:pt x="18" y="25"/>
                </a:moveTo>
                <a:lnTo>
                  <a:pt x="13" y="19"/>
                </a:lnTo>
                <a:lnTo>
                  <a:pt x="19" y="15"/>
                </a:lnTo>
                <a:lnTo>
                  <a:pt x="23" y="21"/>
                </a:lnTo>
                <a:lnTo>
                  <a:pt x="18" y="25"/>
                </a:lnTo>
                <a:moveTo>
                  <a:pt x="13" y="19"/>
                </a:moveTo>
                <a:lnTo>
                  <a:pt x="9" y="14"/>
                </a:lnTo>
                <a:lnTo>
                  <a:pt x="15" y="9"/>
                </a:lnTo>
                <a:lnTo>
                  <a:pt x="19" y="15"/>
                </a:lnTo>
                <a:lnTo>
                  <a:pt x="13" y="19"/>
                </a:lnTo>
                <a:moveTo>
                  <a:pt x="9" y="14"/>
                </a:moveTo>
                <a:lnTo>
                  <a:pt x="5" y="8"/>
                </a:lnTo>
                <a:lnTo>
                  <a:pt x="10" y="4"/>
                </a:lnTo>
                <a:lnTo>
                  <a:pt x="15" y="9"/>
                </a:lnTo>
                <a:lnTo>
                  <a:pt x="9" y="14"/>
                </a:lnTo>
                <a:moveTo>
                  <a:pt x="5" y="8"/>
                </a:moveTo>
                <a:lnTo>
                  <a:pt x="0" y="2"/>
                </a:lnTo>
                <a:lnTo>
                  <a:pt x="12" y="1"/>
                </a:lnTo>
                <a:lnTo>
                  <a:pt x="13" y="8"/>
                </a:lnTo>
                <a:lnTo>
                  <a:pt x="7" y="9"/>
                </a:lnTo>
                <a:lnTo>
                  <a:pt x="7" y="5"/>
                </a:lnTo>
                <a:lnTo>
                  <a:pt x="10" y="3"/>
                </a:lnTo>
                <a:lnTo>
                  <a:pt x="10" y="4"/>
                </a:lnTo>
                <a:lnTo>
                  <a:pt x="5" y="8"/>
                </a:lnTo>
                <a:moveTo>
                  <a:pt x="12" y="1"/>
                </a:moveTo>
                <a:lnTo>
                  <a:pt x="19" y="1"/>
                </a:lnTo>
                <a:lnTo>
                  <a:pt x="20" y="8"/>
                </a:lnTo>
                <a:lnTo>
                  <a:pt x="13" y="8"/>
                </a:lnTo>
                <a:lnTo>
                  <a:pt x="12" y="1"/>
                </a:lnTo>
                <a:moveTo>
                  <a:pt x="19" y="1"/>
                </a:moveTo>
                <a:lnTo>
                  <a:pt x="27" y="1"/>
                </a:lnTo>
                <a:lnTo>
                  <a:pt x="27" y="8"/>
                </a:lnTo>
                <a:lnTo>
                  <a:pt x="20" y="8"/>
                </a:lnTo>
                <a:lnTo>
                  <a:pt x="19" y="1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7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6" y="0"/>
                </a:lnTo>
                <a:lnTo>
                  <a:pt x="56" y="7"/>
                </a:lnTo>
                <a:lnTo>
                  <a:pt x="48" y="8"/>
                </a:lnTo>
                <a:lnTo>
                  <a:pt x="48" y="1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7" y="7"/>
                </a:lnTo>
                <a:lnTo>
                  <a:pt x="70" y="7"/>
                </a:lnTo>
                <a:lnTo>
                  <a:pt x="70" y="0"/>
                </a:lnTo>
                <a:moveTo>
                  <a:pt x="77" y="0"/>
                </a:moveTo>
                <a:lnTo>
                  <a:pt x="84" y="0"/>
                </a:lnTo>
                <a:lnTo>
                  <a:pt x="84" y="7"/>
                </a:lnTo>
                <a:lnTo>
                  <a:pt x="77" y="7"/>
                </a:lnTo>
                <a:lnTo>
                  <a:pt x="77" y="0"/>
                </a:lnTo>
                <a:moveTo>
                  <a:pt x="84" y="0"/>
                </a:moveTo>
                <a:lnTo>
                  <a:pt x="92" y="0"/>
                </a:lnTo>
                <a:lnTo>
                  <a:pt x="88" y="9"/>
                </a:lnTo>
                <a:lnTo>
                  <a:pt x="82" y="6"/>
                </a:lnTo>
                <a:lnTo>
                  <a:pt x="83" y="2"/>
                </a:lnTo>
                <a:lnTo>
                  <a:pt x="87" y="3"/>
                </a:lnTo>
                <a:lnTo>
                  <a:pt x="87" y="7"/>
                </a:lnTo>
                <a:lnTo>
                  <a:pt x="84" y="7"/>
                </a:lnTo>
                <a:lnTo>
                  <a:pt x="84" y="0"/>
                </a:lnTo>
                <a:moveTo>
                  <a:pt x="88" y="9"/>
                </a:moveTo>
                <a:lnTo>
                  <a:pt x="85" y="15"/>
                </a:lnTo>
                <a:lnTo>
                  <a:pt x="79" y="12"/>
                </a:lnTo>
                <a:lnTo>
                  <a:pt x="82" y="6"/>
                </a:lnTo>
                <a:lnTo>
                  <a:pt x="88" y="9"/>
                </a:lnTo>
                <a:moveTo>
                  <a:pt x="85" y="15"/>
                </a:moveTo>
                <a:lnTo>
                  <a:pt x="82" y="22"/>
                </a:lnTo>
                <a:lnTo>
                  <a:pt x="76" y="19"/>
                </a:lnTo>
                <a:lnTo>
                  <a:pt x="79" y="12"/>
                </a:lnTo>
                <a:lnTo>
                  <a:pt x="85" y="15"/>
                </a:lnTo>
                <a:moveTo>
                  <a:pt x="82" y="22"/>
                </a:moveTo>
                <a:lnTo>
                  <a:pt x="79" y="28"/>
                </a:lnTo>
                <a:lnTo>
                  <a:pt x="73" y="25"/>
                </a:lnTo>
                <a:lnTo>
                  <a:pt x="76" y="19"/>
                </a:lnTo>
                <a:lnTo>
                  <a:pt x="82" y="22"/>
                </a:lnTo>
                <a:moveTo>
                  <a:pt x="79" y="28"/>
                </a:moveTo>
                <a:lnTo>
                  <a:pt x="76" y="34"/>
                </a:lnTo>
                <a:lnTo>
                  <a:pt x="70" y="31"/>
                </a:lnTo>
                <a:lnTo>
                  <a:pt x="73" y="25"/>
                </a:lnTo>
                <a:lnTo>
                  <a:pt x="79" y="28"/>
                </a:lnTo>
                <a:moveTo>
                  <a:pt x="76" y="34"/>
                </a:moveTo>
                <a:lnTo>
                  <a:pt x="73" y="41"/>
                </a:lnTo>
                <a:lnTo>
                  <a:pt x="67" y="38"/>
                </a:lnTo>
                <a:lnTo>
                  <a:pt x="70" y="31"/>
                </a:lnTo>
                <a:lnTo>
                  <a:pt x="76" y="34"/>
                </a:lnTo>
                <a:moveTo>
                  <a:pt x="73" y="41"/>
                </a:moveTo>
                <a:lnTo>
                  <a:pt x="70" y="47"/>
                </a:lnTo>
                <a:lnTo>
                  <a:pt x="64" y="44"/>
                </a:lnTo>
                <a:lnTo>
                  <a:pt x="67" y="38"/>
                </a:lnTo>
                <a:lnTo>
                  <a:pt x="73" y="41"/>
                </a:lnTo>
                <a:moveTo>
                  <a:pt x="70" y="47"/>
                </a:moveTo>
                <a:lnTo>
                  <a:pt x="67" y="54"/>
                </a:lnTo>
                <a:lnTo>
                  <a:pt x="61" y="51"/>
                </a:lnTo>
                <a:lnTo>
                  <a:pt x="64" y="44"/>
                </a:lnTo>
                <a:lnTo>
                  <a:pt x="70" y="47"/>
                </a:lnTo>
                <a:moveTo>
                  <a:pt x="67" y="54"/>
                </a:moveTo>
                <a:lnTo>
                  <a:pt x="64" y="60"/>
                </a:lnTo>
                <a:lnTo>
                  <a:pt x="57" y="57"/>
                </a:lnTo>
                <a:lnTo>
                  <a:pt x="61" y="51"/>
                </a:lnTo>
                <a:lnTo>
                  <a:pt x="67" y="54"/>
                </a:lnTo>
                <a:moveTo>
                  <a:pt x="64" y="60"/>
                </a:moveTo>
                <a:lnTo>
                  <a:pt x="61" y="67"/>
                </a:lnTo>
                <a:lnTo>
                  <a:pt x="53" y="63"/>
                </a:lnTo>
                <a:lnTo>
                  <a:pt x="57" y="57"/>
                </a:lnTo>
                <a:lnTo>
                  <a:pt x="64" y="60"/>
                </a:lnTo>
                <a:moveTo>
                  <a:pt x="61" y="67"/>
                </a:moveTo>
                <a:lnTo>
                  <a:pt x="57" y="75"/>
                </a:lnTo>
                <a:lnTo>
                  <a:pt x="48" y="65"/>
                </a:lnTo>
                <a:lnTo>
                  <a:pt x="54" y="59"/>
                </a:lnTo>
                <a:lnTo>
                  <a:pt x="59" y="66"/>
                </a:lnTo>
                <a:lnTo>
                  <a:pt x="57" y="68"/>
                </a:lnTo>
                <a:lnTo>
                  <a:pt x="52" y="67"/>
                </a:lnTo>
                <a:lnTo>
                  <a:pt x="53" y="63"/>
                </a:lnTo>
                <a:lnTo>
                  <a:pt x="61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6749640" y="2141280"/>
            <a:ext cx="1576080" cy="338040"/>
          </a:xfrm>
          <a:custGeom>
            <a:avLst/>
            <a:gdLst/>
            <a:ahLst/>
            <a:rect l="0" t="0" r="r" b="b"/>
            <a:pathLst>
              <a:path fill="none" w="4378" h="939">
                <a:moveTo>
                  <a:pt x="0" y="167"/>
                </a:moveTo>
                <a:lnTo>
                  <a:pt x="94" y="138"/>
                </a:lnTo>
                <a:cubicBezTo>
                  <a:pt x="188" y="110"/>
                  <a:pt x="377" y="55"/>
                  <a:pt x="709" y="27"/>
                </a:cubicBezTo>
                <a:cubicBezTo>
                  <a:pt x="1041" y="0"/>
                  <a:pt x="1517" y="0"/>
                  <a:pt x="1974" y="0"/>
                </a:cubicBezTo>
                <a:cubicBezTo>
                  <a:pt x="2431" y="0"/>
                  <a:pt x="2871" y="0"/>
                  <a:pt x="3269" y="157"/>
                </a:cubicBezTo>
                <a:cubicBezTo>
                  <a:pt x="3667" y="313"/>
                  <a:pt x="4022" y="626"/>
                  <a:pt x="4200" y="782"/>
                </a:cubicBezTo>
                <a:lnTo>
                  <a:pt x="4378" y="939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/>
          <p:nvPr/>
        </p:nvSpPr>
        <p:spPr>
          <a:xfrm>
            <a:off x="8307360" y="2460960"/>
            <a:ext cx="27720" cy="26640"/>
          </a:xfrm>
          <a:custGeom>
            <a:avLst/>
            <a:gdLst/>
            <a:ahLst/>
            <a:rect l="0" t="0" r="r" b="b"/>
            <a:pathLst>
              <a:path w="77" h="74">
                <a:moveTo>
                  <a:pt x="47" y="0"/>
                </a:moveTo>
                <a:lnTo>
                  <a:pt x="77" y="74"/>
                </a:lnTo>
                <a:lnTo>
                  <a:pt x="0" y="53"/>
                </a:lnTo>
                <a:lnTo>
                  <a:pt x="47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8304840" y="2458440"/>
            <a:ext cx="32400" cy="30960"/>
          </a:xfrm>
          <a:custGeom>
            <a:avLst/>
            <a:gdLst/>
            <a:ahLst/>
            <a:rect l="0" t="0" r="r" b="b"/>
            <a:pathLst>
              <a:path w="90" h="86">
                <a:moveTo>
                  <a:pt x="60" y="12"/>
                </a:moveTo>
                <a:lnTo>
                  <a:pt x="63" y="19"/>
                </a:lnTo>
                <a:lnTo>
                  <a:pt x="57" y="22"/>
                </a:lnTo>
                <a:lnTo>
                  <a:pt x="54" y="15"/>
                </a:lnTo>
                <a:lnTo>
                  <a:pt x="60" y="12"/>
                </a:lnTo>
                <a:moveTo>
                  <a:pt x="63" y="19"/>
                </a:moveTo>
                <a:lnTo>
                  <a:pt x="66" y="26"/>
                </a:lnTo>
                <a:lnTo>
                  <a:pt x="59" y="29"/>
                </a:lnTo>
                <a:lnTo>
                  <a:pt x="57" y="22"/>
                </a:lnTo>
                <a:lnTo>
                  <a:pt x="63" y="19"/>
                </a:lnTo>
                <a:moveTo>
                  <a:pt x="66" y="26"/>
                </a:moveTo>
                <a:lnTo>
                  <a:pt x="68" y="33"/>
                </a:lnTo>
                <a:lnTo>
                  <a:pt x="62" y="35"/>
                </a:lnTo>
                <a:lnTo>
                  <a:pt x="59" y="29"/>
                </a:lnTo>
                <a:lnTo>
                  <a:pt x="66" y="26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5"/>
                </a:lnTo>
                <a:lnTo>
                  <a:pt x="68" y="33"/>
                </a:lnTo>
                <a:moveTo>
                  <a:pt x="71" y="39"/>
                </a:moveTo>
                <a:lnTo>
                  <a:pt x="74" y="46"/>
                </a:lnTo>
                <a:lnTo>
                  <a:pt x="67" y="48"/>
                </a:lnTo>
                <a:lnTo>
                  <a:pt x="65" y="42"/>
                </a:lnTo>
                <a:lnTo>
                  <a:pt x="71" y="39"/>
                </a:lnTo>
                <a:moveTo>
                  <a:pt x="74" y="46"/>
                </a:moveTo>
                <a:lnTo>
                  <a:pt x="76" y="52"/>
                </a:lnTo>
                <a:lnTo>
                  <a:pt x="70" y="55"/>
                </a:lnTo>
                <a:lnTo>
                  <a:pt x="67" y="48"/>
                </a:lnTo>
                <a:lnTo>
                  <a:pt x="74" y="46"/>
                </a:lnTo>
                <a:moveTo>
                  <a:pt x="76" y="52"/>
                </a:moveTo>
                <a:lnTo>
                  <a:pt x="79" y="59"/>
                </a:lnTo>
                <a:lnTo>
                  <a:pt x="73" y="61"/>
                </a:lnTo>
                <a:lnTo>
                  <a:pt x="70" y="55"/>
                </a:lnTo>
                <a:lnTo>
                  <a:pt x="76" y="52"/>
                </a:lnTo>
                <a:moveTo>
                  <a:pt x="79" y="59"/>
                </a:moveTo>
                <a:lnTo>
                  <a:pt x="82" y="65"/>
                </a:lnTo>
                <a:lnTo>
                  <a:pt x="75" y="68"/>
                </a:lnTo>
                <a:lnTo>
                  <a:pt x="73" y="61"/>
                </a:lnTo>
                <a:lnTo>
                  <a:pt x="79" y="59"/>
                </a:lnTo>
                <a:moveTo>
                  <a:pt x="82" y="65"/>
                </a:moveTo>
                <a:lnTo>
                  <a:pt x="84" y="72"/>
                </a:lnTo>
                <a:lnTo>
                  <a:pt x="78" y="74"/>
                </a:lnTo>
                <a:lnTo>
                  <a:pt x="75" y="68"/>
                </a:lnTo>
                <a:lnTo>
                  <a:pt x="82" y="65"/>
                </a:lnTo>
                <a:moveTo>
                  <a:pt x="84" y="72"/>
                </a:moveTo>
                <a:lnTo>
                  <a:pt x="87" y="78"/>
                </a:lnTo>
                <a:lnTo>
                  <a:pt x="81" y="81"/>
                </a:lnTo>
                <a:lnTo>
                  <a:pt x="78" y="74"/>
                </a:lnTo>
                <a:lnTo>
                  <a:pt x="84" y="72"/>
                </a:lnTo>
                <a:moveTo>
                  <a:pt x="87" y="78"/>
                </a:moveTo>
                <a:lnTo>
                  <a:pt x="90" y="86"/>
                </a:lnTo>
                <a:lnTo>
                  <a:pt x="78" y="83"/>
                </a:lnTo>
                <a:lnTo>
                  <a:pt x="80" y="76"/>
                </a:lnTo>
                <a:lnTo>
                  <a:pt x="85" y="77"/>
                </a:lnTo>
                <a:lnTo>
                  <a:pt x="84" y="81"/>
                </a:lnTo>
                <a:lnTo>
                  <a:pt x="81" y="82"/>
                </a:lnTo>
                <a:lnTo>
                  <a:pt x="81" y="81"/>
                </a:lnTo>
                <a:lnTo>
                  <a:pt x="87" y="78"/>
                </a:lnTo>
                <a:moveTo>
                  <a:pt x="78" y="83"/>
                </a:moveTo>
                <a:lnTo>
                  <a:pt x="71" y="81"/>
                </a:lnTo>
                <a:lnTo>
                  <a:pt x="73" y="74"/>
                </a:lnTo>
                <a:lnTo>
                  <a:pt x="80" y="76"/>
                </a:lnTo>
                <a:lnTo>
                  <a:pt x="78" y="83"/>
                </a:lnTo>
                <a:moveTo>
                  <a:pt x="71" y="81"/>
                </a:moveTo>
                <a:lnTo>
                  <a:pt x="64" y="79"/>
                </a:lnTo>
                <a:lnTo>
                  <a:pt x="66" y="72"/>
                </a:lnTo>
                <a:lnTo>
                  <a:pt x="73" y="74"/>
                </a:lnTo>
                <a:lnTo>
                  <a:pt x="71" y="81"/>
                </a:lnTo>
                <a:moveTo>
                  <a:pt x="64" y="79"/>
                </a:moveTo>
                <a:lnTo>
                  <a:pt x="57" y="77"/>
                </a:lnTo>
                <a:lnTo>
                  <a:pt x="59" y="71"/>
                </a:lnTo>
                <a:lnTo>
                  <a:pt x="66" y="72"/>
                </a:lnTo>
                <a:lnTo>
                  <a:pt x="64" y="79"/>
                </a:lnTo>
                <a:moveTo>
                  <a:pt x="57" y="77"/>
                </a:moveTo>
                <a:lnTo>
                  <a:pt x="50" y="76"/>
                </a:lnTo>
                <a:lnTo>
                  <a:pt x="52" y="69"/>
                </a:lnTo>
                <a:lnTo>
                  <a:pt x="59" y="71"/>
                </a:lnTo>
                <a:lnTo>
                  <a:pt x="57" y="77"/>
                </a:lnTo>
                <a:moveTo>
                  <a:pt x="50" y="76"/>
                </a:moveTo>
                <a:lnTo>
                  <a:pt x="44" y="74"/>
                </a:lnTo>
                <a:lnTo>
                  <a:pt x="45" y="67"/>
                </a:lnTo>
                <a:lnTo>
                  <a:pt x="52" y="69"/>
                </a:lnTo>
                <a:lnTo>
                  <a:pt x="50" y="76"/>
                </a:lnTo>
                <a:moveTo>
                  <a:pt x="44" y="74"/>
                </a:moveTo>
                <a:lnTo>
                  <a:pt x="37" y="72"/>
                </a:lnTo>
                <a:lnTo>
                  <a:pt x="39" y="65"/>
                </a:lnTo>
                <a:lnTo>
                  <a:pt x="45" y="67"/>
                </a:lnTo>
                <a:lnTo>
                  <a:pt x="44" y="74"/>
                </a:lnTo>
                <a:moveTo>
                  <a:pt x="37" y="72"/>
                </a:moveTo>
                <a:lnTo>
                  <a:pt x="29" y="70"/>
                </a:lnTo>
                <a:lnTo>
                  <a:pt x="32" y="63"/>
                </a:lnTo>
                <a:lnTo>
                  <a:pt x="39" y="65"/>
                </a:lnTo>
                <a:lnTo>
                  <a:pt x="37" y="72"/>
                </a:lnTo>
                <a:moveTo>
                  <a:pt x="29" y="70"/>
                </a:moveTo>
                <a:lnTo>
                  <a:pt x="22" y="68"/>
                </a:lnTo>
                <a:lnTo>
                  <a:pt x="24" y="62"/>
                </a:lnTo>
                <a:lnTo>
                  <a:pt x="32" y="63"/>
                </a:lnTo>
                <a:lnTo>
                  <a:pt x="29" y="70"/>
                </a:lnTo>
                <a:moveTo>
                  <a:pt x="22" y="68"/>
                </a:moveTo>
                <a:lnTo>
                  <a:pt x="15" y="67"/>
                </a:lnTo>
                <a:lnTo>
                  <a:pt x="17" y="60"/>
                </a:lnTo>
                <a:lnTo>
                  <a:pt x="24" y="62"/>
                </a:lnTo>
                <a:lnTo>
                  <a:pt x="22" y="68"/>
                </a:lnTo>
                <a:moveTo>
                  <a:pt x="15" y="67"/>
                </a:moveTo>
                <a:lnTo>
                  <a:pt x="8" y="65"/>
                </a:lnTo>
                <a:lnTo>
                  <a:pt x="10" y="58"/>
                </a:lnTo>
                <a:lnTo>
                  <a:pt x="17" y="60"/>
                </a:lnTo>
                <a:lnTo>
                  <a:pt x="15" y="67"/>
                </a:lnTo>
                <a:moveTo>
                  <a:pt x="8" y="65"/>
                </a:moveTo>
                <a:lnTo>
                  <a:pt x="0" y="63"/>
                </a:lnTo>
                <a:lnTo>
                  <a:pt x="7" y="55"/>
                </a:lnTo>
                <a:lnTo>
                  <a:pt x="13" y="60"/>
                </a:lnTo>
                <a:lnTo>
                  <a:pt x="10" y="63"/>
                </a:lnTo>
                <a:lnTo>
                  <a:pt x="7" y="61"/>
                </a:lnTo>
                <a:lnTo>
                  <a:pt x="8" y="57"/>
                </a:lnTo>
                <a:lnTo>
                  <a:pt x="10" y="58"/>
                </a:lnTo>
                <a:lnTo>
                  <a:pt x="8" y="65"/>
                </a:lnTo>
                <a:moveTo>
                  <a:pt x="7" y="55"/>
                </a:moveTo>
                <a:lnTo>
                  <a:pt x="12" y="50"/>
                </a:lnTo>
                <a:lnTo>
                  <a:pt x="17" y="54"/>
                </a:lnTo>
                <a:lnTo>
                  <a:pt x="13" y="60"/>
                </a:lnTo>
                <a:lnTo>
                  <a:pt x="7" y="55"/>
                </a:lnTo>
                <a:moveTo>
                  <a:pt x="12" y="50"/>
                </a:moveTo>
                <a:lnTo>
                  <a:pt x="17" y="44"/>
                </a:lnTo>
                <a:lnTo>
                  <a:pt x="22" y="49"/>
                </a:lnTo>
                <a:lnTo>
                  <a:pt x="17" y="54"/>
                </a:lnTo>
                <a:lnTo>
                  <a:pt x="12" y="50"/>
                </a:lnTo>
                <a:moveTo>
                  <a:pt x="17" y="44"/>
                </a:moveTo>
                <a:lnTo>
                  <a:pt x="21" y="39"/>
                </a:lnTo>
                <a:lnTo>
                  <a:pt x="27" y="44"/>
                </a:lnTo>
                <a:lnTo>
                  <a:pt x="22" y="49"/>
                </a:lnTo>
                <a:lnTo>
                  <a:pt x="17" y="44"/>
                </a:lnTo>
                <a:moveTo>
                  <a:pt x="21" y="39"/>
                </a:moveTo>
                <a:lnTo>
                  <a:pt x="26" y="34"/>
                </a:lnTo>
                <a:lnTo>
                  <a:pt x="32" y="38"/>
                </a:lnTo>
                <a:lnTo>
                  <a:pt x="27" y="44"/>
                </a:lnTo>
                <a:lnTo>
                  <a:pt x="21" y="39"/>
                </a:lnTo>
                <a:moveTo>
                  <a:pt x="26" y="34"/>
                </a:moveTo>
                <a:lnTo>
                  <a:pt x="32" y="28"/>
                </a:lnTo>
                <a:lnTo>
                  <a:pt x="37" y="33"/>
                </a:lnTo>
                <a:lnTo>
                  <a:pt x="32" y="38"/>
                </a:lnTo>
                <a:lnTo>
                  <a:pt x="26" y="34"/>
                </a:lnTo>
                <a:moveTo>
                  <a:pt x="32" y="28"/>
                </a:moveTo>
                <a:lnTo>
                  <a:pt x="36" y="23"/>
                </a:lnTo>
                <a:lnTo>
                  <a:pt x="42" y="28"/>
                </a:lnTo>
                <a:lnTo>
                  <a:pt x="37" y="33"/>
                </a:lnTo>
                <a:lnTo>
                  <a:pt x="32" y="28"/>
                </a:lnTo>
                <a:moveTo>
                  <a:pt x="36" y="23"/>
                </a:moveTo>
                <a:lnTo>
                  <a:pt x="41" y="18"/>
                </a:lnTo>
                <a:lnTo>
                  <a:pt x="46" y="23"/>
                </a:lnTo>
                <a:lnTo>
                  <a:pt x="42" y="28"/>
                </a:lnTo>
                <a:lnTo>
                  <a:pt x="36" y="23"/>
                </a:lnTo>
                <a:moveTo>
                  <a:pt x="41" y="18"/>
                </a:moveTo>
                <a:lnTo>
                  <a:pt x="46" y="12"/>
                </a:lnTo>
                <a:lnTo>
                  <a:pt x="51" y="16"/>
                </a:lnTo>
                <a:lnTo>
                  <a:pt x="46" y="23"/>
                </a:lnTo>
                <a:lnTo>
                  <a:pt x="41" y="18"/>
                </a:lnTo>
                <a:moveTo>
                  <a:pt x="46" y="12"/>
                </a:moveTo>
                <a:lnTo>
                  <a:pt x="50" y="6"/>
                </a:lnTo>
                <a:lnTo>
                  <a:pt x="56" y="11"/>
                </a:lnTo>
                <a:lnTo>
                  <a:pt x="51" y="16"/>
                </a:lnTo>
                <a:lnTo>
                  <a:pt x="46" y="12"/>
                </a:lnTo>
                <a:moveTo>
                  <a:pt x="50" y="6"/>
                </a:moveTo>
                <a:lnTo>
                  <a:pt x="56" y="0"/>
                </a:lnTo>
                <a:lnTo>
                  <a:pt x="60" y="12"/>
                </a:lnTo>
                <a:lnTo>
                  <a:pt x="54" y="15"/>
                </a:lnTo>
                <a:lnTo>
                  <a:pt x="51" y="8"/>
                </a:lnTo>
                <a:lnTo>
                  <a:pt x="55" y="7"/>
                </a:lnTo>
                <a:lnTo>
                  <a:pt x="57" y="9"/>
                </a:lnTo>
                <a:lnTo>
                  <a:pt x="56" y="11"/>
                </a:lnTo>
                <a:lnTo>
                  <a:pt x="50" y="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7782840" y="2579400"/>
            <a:ext cx="304920" cy="9000"/>
          </a:xfrm>
          <a:custGeom>
            <a:avLst/>
            <a:gdLst/>
            <a:ahLst/>
            <a:rect l="0" t="0" r="r" b="b"/>
            <a:pathLst>
              <a:path fill="none" w="847" h="25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3" y="0"/>
                  <a:pt x="434" y="4"/>
                </a:cubicBezTo>
                <a:cubicBezTo>
                  <a:pt x="575" y="8"/>
                  <a:pt x="711" y="16"/>
                  <a:pt x="778" y="20"/>
                </a:cubicBezTo>
                <a:lnTo>
                  <a:pt x="847" y="2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8073720" y="25747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5" y="0"/>
                </a:moveTo>
                <a:lnTo>
                  <a:pt x="75" y="40"/>
                </a:lnTo>
                <a:lnTo>
                  <a:pt x="0" y="71"/>
                </a:lnTo>
                <a:lnTo>
                  <a:pt x="5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8072280" y="2572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16" y="6"/>
                </a:moveTo>
                <a:lnTo>
                  <a:pt x="22" y="10"/>
                </a:lnTo>
                <a:lnTo>
                  <a:pt x="19" y="16"/>
                </a:lnTo>
                <a:lnTo>
                  <a:pt x="13" y="12"/>
                </a:lnTo>
                <a:lnTo>
                  <a:pt x="16" y="6"/>
                </a:lnTo>
                <a:moveTo>
                  <a:pt x="22" y="10"/>
                </a:moveTo>
                <a:lnTo>
                  <a:pt x="29" y="13"/>
                </a:lnTo>
                <a:lnTo>
                  <a:pt x="25" y="19"/>
                </a:lnTo>
                <a:lnTo>
                  <a:pt x="19" y="16"/>
                </a:lnTo>
                <a:lnTo>
                  <a:pt x="22" y="10"/>
                </a:lnTo>
                <a:moveTo>
                  <a:pt x="29" y="13"/>
                </a:moveTo>
                <a:lnTo>
                  <a:pt x="35" y="17"/>
                </a:lnTo>
                <a:lnTo>
                  <a:pt x="31" y="24"/>
                </a:lnTo>
                <a:lnTo>
                  <a:pt x="25" y="19"/>
                </a:lnTo>
                <a:lnTo>
                  <a:pt x="29" y="13"/>
                </a:lnTo>
                <a:moveTo>
                  <a:pt x="35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4"/>
                </a:lnTo>
                <a:lnTo>
                  <a:pt x="35" y="17"/>
                </a:lnTo>
                <a:moveTo>
                  <a:pt x="41" y="20"/>
                </a:moveTo>
                <a:lnTo>
                  <a:pt x="48" y="25"/>
                </a:lnTo>
                <a:lnTo>
                  <a:pt x="43" y="31"/>
                </a:lnTo>
                <a:lnTo>
                  <a:pt x="37" y="27"/>
                </a:lnTo>
                <a:lnTo>
                  <a:pt x="41" y="20"/>
                </a:lnTo>
                <a:moveTo>
                  <a:pt x="48" y="25"/>
                </a:moveTo>
                <a:lnTo>
                  <a:pt x="54" y="28"/>
                </a:lnTo>
                <a:lnTo>
                  <a:pt x="51" y="34"/>
                </a:lnTo>
                <a:lnTo>
                  <a:pt x="43" y="31"/>
                </a:lnTo>
                <a:lnTo>
                  <a:pt x="48" y="25"/>
                </a:lnTo>
                <a:moveTo>
                  <a:pt x="54" y="28"/>
                </a:moveTo>
                <a:lnTo>
                  <a:pt x="60" y="32"/>
                </a:lnTo>
                <a:lnTo>
                  <a:pt x="57" y="38"/>
                </a:lnTo>
                <a:lnTo>
                  <a:pt x="51" y="34"/>
                </a:lnTo>
                <a:lnTo>
                  <a:pt x="54" y="28"/>
                </a:lnTo>
                <a:moveTo>
                  <a:pt x="60" y="32"/>
                </a:moveTo>
                <a:lnTo>
                  <a:pt x="66" y="35"/>
                </a:lnTo>
                <a:lnTo>
                  <a:pt x="63" y="41"/>
                </a:lnTo>
                <a:lnTo>
                  <a:pt x="57" y="38"/>
                </a:lnTo>
                <a:lnTo>
                  <a:pt x="60" y="32"/>
                </a:lnTo>
                <a:moveTo>
                  <a:pt x="66" y="35"/>
                </a:moveTo>
                <a:lnTo>
                  <a:pt x="72" y="39"/>
                </a:lnTo>
                <a:lnTo>
                  <a:pt x="69" y="45"/>
                </a:lnTo>
                <a:lnTo>
                  <a:pt x="63" y="41"/>
                </a:lnTo>
                <a:lnTo>
                  <a:pt x="66" y="35"/>
                </a:lnTo>
                <a:moveTo>
                  <a:pt x="72" y="39"/>
                </a:moveTo>
                <a:lnTo>
                  <a:pt x="79" y="42"/>
                </a:lnTo>
                <a:lnTo>
                  <a:pt x="75" y="48"/>
                </a:lnTo>
                <a:lnTo>
                  <a:pt x="69" y="45"/>
                </a:lnTo>
                <a:lnTo>
                  <a:pt x="72" y="39"/>
                </a:lnTo>
                <a:moveTo>
                  <a:pt x="79" y="42"/>
                </a:moveTo>
                <a:lnTo>
                  <a:pt x="86" y="47"/>
                </a:lnTo>
                <a:lnTo>
                  <a:pt x="74" y="52"/>
                </a:lnTo>
                <a:lnTo>
                  <a:pt x="71" y="45"/>
                </a:lnTo>
                <a:lnTo>
                  <a:pt x="77" y="43"/>
                </a:lnTo>
                <a:lnTo>
                  <a:pt x="78" y="46"/>
                </a:lnTo>
                <a:lnTo>
                  <a:pt x="76" y="49"/>
                </a:lnTo>
                <a:lnTo>
                  <a:pt x="75" y="48"/>
                </a:lnTo>
                <a:lnTo>
                  <a:pt x="79" y="42"/>
                </a:lnTo>
                <a:moveTo>
                  <a:pt x="74" y="52"/>
                </a:moveTo>
                <a:lnTo>
                  <a:pt x="67" y="54"/>
                </a:lnTo>
                <a:lnTo>
                  <a:pt x="65" y="48"/>
                </a:lnTo>
                <a:lnTo>
                  <a:pt x="71" y="45"/>
                </a:lnTo>
                <a:lnTo>
                  <a:pt x="74" y="52"/>
                </a:lnTo>
                <a:moveTo>
                  <a:pt x="67" y="54"/>
                </a:moveTo>
                <a:lnTo>
                  <a:pt x="61" y="57"/>
                </a:lnTo>
                <a:lnTo>
                  <a:pt x="58" y="51"/>
                </a:lnTo>
                <a:lnTo>
                  <a:pt x="65" y="48"/>
                </a:lnTo>
                <a:lnTo>
                  <a:pt x="67" y="54"/>
                </a:lnTo>
                <a:moveTo>
                  <a:pt x="61" y="57"/>
                </a:moveTo>
                <a:lnTo>
                  <a:pt x="54" y="60"/>
                </a:lnTo>
                <a:lnTo>
                  <a:pt x="52" y="53"/>
                </a:lnTo>
                <a:lnTo>
                  <a:pt x="58" y="51"/>
                </a:lnTo>
                <a:lnTo>
                  <a:pt x="61" y="57"/>
                </a:lnTo>
                <a:moveTo>
                  <a:pt x="54" y="60"/>
                </a:moveTo>
                <a:lnTo>
                  <a:pt x="48" y="63"/>
                </a:lnTo>
                <a:lnTo>
                  <a:pt x="44" y="56"/>
                </a:lnTo>
                <a:lnTo>
                  <a:pt x="52" y="53"/>
                </a:lnTo>
                <a:lnTo>
                  <a:pt x="54" y="60"/>
                </a:lnTo>
                <a:moveTo>
                  <a:pt x="48" y="63"/>
                </a:moveTo>
                <a:lnTo>
                  <a:pt x="40" y="65"/>
                </a:lnTo>
                <a:lnTo>
                  <a:pt x="38" y="59"/>
                </a:lnTo>
                <a:lnTo>
                  <a:pt x="44" y="56"/>
                </a:lnTo>
                <a:lnTo>
                  <a:pt x="48" y="63"/>
                </a:lnTo>
                <a:moveTo>
                  <a:pt x="40" y="65"/>
                </a:moveTo>
                <a:lnTo>
                  <a:pt x="34" y="68"/>
                </a:lnTo>
                <a:lnTo>
                  <a:pt x="31" y="62"/>
                </a:lnTo>
                <a:lnTo>
                  <a:pt x="38" y="59"/>
                </a:lnTo>
                <a:lnTo>
                  <a:pt x="40" y="65"/>
                </a:lnTo>
                <a:moveTo>
                  <a:pt x="34" y="68"/>
                </a:moveTo>
                <a:lnTo>
                  <a:pt x="27" y="71"/>
                </a:lnTo>
                <a:lnTo>
                  <a:pt x="25" y="65"/>
                </a:lnTo>
                <a:lnTo>
                  <a:pt x="31" y="62"/>
                </a:lnTo>
                <a:lnTo>
                  <a:pt x="34" y="68"/>
                </a:lnTo>
                <a:moveTo>
                  <a:pt x="27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7" y="71"/>
                </a:lnTo>
                <a:moveTo>
                  <a:pt x="21" y="74"/>
                </a:moveTo>
                <a:lnTo>
                  <a:pt x="15" y="77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5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3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1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1" y="65"/>
                </a:moveTo>
                <a:lnTo>
                  <a:pt x="2" y="58"/>
                </a:lnTo>
                <a:lnTo>
                  <a:pt x="9" y="59"/>
                </a:lnTo>
                <a:lnTo>
                  <a:pt x="9" y="66"/>
                </a:lnTo>
                <a:lnTo>
                  <a:pt x="1" y="65"/>
                </a:lnTo>
                <a:moveTo>
                  <a:pt x="2" y="58"/>
                </a:moveTo>
                <a:lnTo>
                  <a:pt x="2" y="51"/>
                </a:lnTo>
                <a:lnTo>
                  <a:pt x="9" y="52"/>
                </a:lnTo>
                <a:lnTo>
                  <a:pt x="9" y="59"/>
                </a:lnTo>
                <a:lnTo>
                  <a:pt x="2" y="58"/>
                </a:lnTo>
                <a:moveTo>
                  <a:pt x="2" y="51"/>
                </a:moveTo>
                <a:lnTo>
                  <a:pt x="3" y="44"/>
                </a:lnTo>
                <a:lnTo>
                  <a:pt x="10" y="45"/>
                </a:lnTo>
                <a:lnTo>
                  <a:pt x="9" y="52"/>
                </a:lnTo>
                <a:lnTo>
                  <a:pt x="2" y="51"/>
                </a:lnTo>
                <a:moveTo>
                  <a:pt x="3" y="44"/>
                </a:moveTo>
                <a:lnTo>
                  <a:pt x="3" y="37"/>
                </a:lnTo>
                <a:lnTo>
                  <a:pt x="10" y="38"/>
                </a:lnTo>
                <a:lnTo>
                  <a:pt x="10" y="45"/>
                </a:lnTo>
                <a:lnTo>
                  <a:pt x="3" y="44"/>
                </a:lnTo>
                <a:moveTo>
                  <a:pt x="3" y="37"/>
                </a:moveTo>
                <a:lnTo>
                  <a:pt x="4" y="30"/>
                </a:lnTo>
                <a:lnTo>
                  <a:pt x="11" y="31"/>
                </a:lnTo>
                <a:lnTo>
                  <a:pt x="10" y="38"/>
                </a:lnTo>
                <a:lnTo>
                  <a:pt x="3" y="37"/>
                </a:lnTo>
                <a:moveTo>
                  <a:pt x="4" y="30"/>
                </a:moveTo>
                <a:lnTo>
                  <a:pt x="4" y="22"/>
                </a:lnTo>
                <a:lnTo>
                  <a:pt x="11" y="22"/>
                </a:lnTo>
                <a:lnTo>
                  <a:pt x="11" y="31"/>
                </a:lnTo>
                <a:lnTo>
                  <a:pt x="4" y="30"/>
                </a:lnTo>
                <a:moveTo>
                  <a:pt x="4" y="22"/>
                </a:moveTo>
                <a:lnTo>
                  <a:pt x="4" y="15"/>
                </a:lnTo>
                <a:lnTo>
                  <a:pt x="11" y="15"/>
                </a:lnTo>
                <a:lnTo>
                  <a:pt x="11" y="22"/>
                </a:lnTo>
                <a:lnTo>
                  <a:pt x="4" y="22"/>
                </a:lnTo>
                <a:moveTo>
                  <a:pt x="4" y="15"/>
                </a:moveTo>
                <a:lnTo>
                  <a:pt x="5" y="8"/>
                </a:lnTo>
                <a:lnTo>
                  <a:pt x="12" y="8"/>
                </a:lnTo>
                <a:lnTo>
                  <a:pt x="11" y="15"/>
                </a:lnTo>
                <a:lnTo>
                  <a:pt x="4" y="15"/>
                </a:lnTo>
                <a:moveTo>
                  <a:pt x="5" y="8"/>
                </a:moveTo>
                <a:lnTo>
                  <a:pt x="5" y="0"/>
                </a:lnTo>
                <a:lnTo>
                  <a:pt x="16" y="6"/>
                </a:lnTo>
                <a:lnTo>
                  <a:pt x="13" y="12"/>
                </a:lnTo>
                <a:lnTo>
                  <a:pt x="7" y="9"/>
                </a:lnTo>
                <a:lnTo>
                  <a:pt x="8" y="6"/>
                </a:lnTo>
                <a:lnTo>
                  <a:pt x="12" y="6"/>
                </a:lnTo>
                <a:lnTo>
                  <a:pt x="12" y="8"/>
                </a:lnTo>
                <a:lnTo>
                  <a:pt x="5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2980440" y="2450160"/>
            <a:ext cx="5169960" cy="364680"/>
          </a:xfrm>
          <a:custGeom>
            <a:avLst/>
            <a:gdLst/>
            <a:ahLst/>
            <a:rect l="0" t="0" r="r" b="b"/>
            <a:pathLst>
              <a:path fill="none" w="14361" h="1013">
                <a:moveTo>
                  <a:pt x="14361" y="792"/>
                </a:moveTo>
                <a:lnTo>
                  <a:pt x="14264" y="829"/>
                </a:lnTo>
                <a:cubicBezTo>
                  <a:pt x="14168" y="866"/>
                  <a:pt x="13975" y="940"/>
                  <a:pt x="13658" y="976"/>
                </a:cubicBezTo>
                <a:cubicBezTo>
                  <a:pt x="13341" y="1013"/>
                  <a:pt x="12900" y="1013"/>
                  <a:pt x="12443" y="1013"/>
                </a:cubicBezTo>
                <a:cubicBezTo>
                  <a:pt x="11986" y="1013"/>
                  <a:pt x="11510" y="1013"/>
                  <a:pt x="11028" y="1013"/>
                </a:cubicBezTo>
                <a:cubicBezTo>
                  <a:pt x="10545" y="1013"/>
                  <a:pt x="10054" y="1013"/>
                  <a:pt x="9550" y="1013"/>
                </a:cubicBezTo>
                <a:cubicBezTo>
                  <a:pt x="9046" y="1013"/>
                  <a:pt x="8528" y="1013"/>
                  <a:pt x="7999" y="1013"/>
                </a:cubicBezTo>
                <a:cubicBezTo>
                  <a:pt x="7469" y="1013"/>
                  <a:pt x="6927" y="1013"/>
                  <a:pt x="6356" y="1013"/>
                </a:cubicBezTo>
                <a:cubicBezTo>
                  <a:pt x="5786" y="1013"/>
                  <a:pt x="5186" y="1013"/>
                  <a:pt x="4643" y="1013"/>
                </a:cubicBezTo>
                <a:cubicBezTo>
                  <a:pt x="4101" y="1013"/>
                  <a:pt x="3616" y="1013"/>
                  <a:pt x="3097" y="1013"/>
                </a:cubicBezTo>
                <a:cubicBezTo>
                  <a:pt x="2578" y="1013"/>
                  <a:pt x="2025" y="1013"/>
                  <a:pt x="1503" y="844"/>
                </a:cubicBezTo>
                <a:cubicBezTo>
                  <a:pt x="981" y="675"/>
                  <a:pt x="490" y="337"/>
                  <a:pt x="245" y="169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2970000" y="2442960"/>
            <a:ext cx="28440" cy="25200"/>
          </a:xfrm>
          <a:custGeom>
            <a:avLst/>
            <a:gdLst/>
            <a:ahLst/>
            <a:rect l="0" t="0" r="r" b="b"/>
            <a:pathLst>
              <a:path w="79" h="70">
                <a:moveTo>
                  <a:pt x="38" y="70"/>
                </a:moveTo>
                <a:lnTo>
                  <a:pt x="0" y="0"/>
                </a:lnTo>
                <a:lnTo>
                  <a:pt x="79" y="12"/>
                </a:lnTo>
                <a:lnTo>
                  <a:pt x="38" y="7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2967480" y="2441520"/>
            <a:ext cx="33120" cy="29160"/>
          </a:xfrm>
          <a:custGeom>
            <a:avLst/>
            <a:gdLst/>
            <a:ahLst/>
            <a:rect l="0" t="0" r="r" b="b"/>
            <a:pathLst>
              <a:path w="92" h="81">
                <a:moveTo>
                  <a:pt x="38" y="70"/>
                </a:moveTo>
                <a:lnTo>
                  <a:pt x="35" y="64"/>
                </a:lnTo>
                <a:lnTo>
                  <a:pt x="41" y="60"/>
                </a:lnTo>
                <a:lnTo>
                  <a:pt x="45" y="66"/>
                </a:lnTo>
                <a:lnTo>
                  <a:pt x="38" y="70"/>
                </a:lnTo>
                <a:moveTo>
                  <a:pt x="35" y="64"/>
                </a:moveTo>
                <a:lnTo>
                  <a:pt x="32" y="56"/>
                </a:lnTo>
                <a:lnTo>
                  <a:pt x="38" y="53"/>
                </a:lnTo>
                <a:lnTo>
                  <a:pt x="41" y="60"/>
                </a:lnTo>
                <a:lnTo>
                  <a:pt x="35" y="64"/>
                </a:lnTo>
                <a:moveTo>
                  <a:pt x="32" y="56"/>
                </a:moveTo>
                <a:lnTo>
                  <a:pt x="28" y="50"/>
                </a:lnTo>
                <a:lnTo>
                  <a:pt x="34" y="47"/>
                </a:lnTo>
                <a:lnTo>
                  <a:pt x="38" y="53"/>
                </a:lnTo>
                <a:lnTo>
                  <a:pt x="32" y="56"/>
                </a:lnTo>
                <a:moveTo>
                  <a:pt x="28" y="50"/>
                </a:moveTo>
                <a:lnTo>
                  <a:pt x="25" y="44"/>
                </a:lnTo>
                <a:lnTo>
                  <a:pt x="31" y="41"/>
                </a:lnTo>
                <a:lnTo>
                  <a:pt x="34" y="47"/>
                </a:lnTo>
                <a:lnTo>
                  <a:pt x="28" y="50"/>
                </a:lnTo>
                <a:moveTo>
                  <a:pt x="25" y="44"/>
                </a:moveTo>
                <a:lnTo>
                  <a:pt x="21" y="38"/>
                </a:lnTo>
                <a:lnTo>
                  <a:pt x="28" y="34"/>
                </a:lnTo>
                <a:lnTo>
                  <a:pt x="31" y="41"/>
                </a:lnTo>
                <a:lnTo>
                  <a:pt x="25" y="44"/>
                </a:lnTo>
                <a:moveTo>
                  <a:pt x="21" y="38"/>
                </a:moveTo>
                <a:lnTo>
                  <a:pt x="18" y="32"/>
                </a:lnTo>
                <a:lnTo>
                  <a:pt x="24" y="28"/>
                </a:lnTo>
                <a:lnTo>
                  <a:pt x="28" y="34"/>
                </a:lnTo>
                <a:lnTo>
                  <a:pt x="21" y="38"/>
                </a:lnTo>
                <a:moveTo>
                  <a:pt x="18" y="32"/>
                </a:moveTo>
                <a:lnTo>
                  <a:pt x="15" y="25"/>
                </a:lnTo>
                <a:lnTo>
                  <a:pt x="21" y="22"/>
                </a:lnTo>
                <a:lnTo>
                  <a:pt x="24" y="28"/>
                </a:lnTo>
                <a:lnTo>
                  <a:pt x="18" y="32"/>
                </a:lnTo>
                <a:moveTo>
                  <a:pt x="15" y="25"/>
                </a:moveTo>
                <a:lnTo>
                  <a:pt x="11" y="19"/>
                </a:lnTo>
                <a:lnTo>
                  <a:pt x="17" y="16"/>
                </a:lnTo>
                <a:lnTo>
                  <a:pt x="21" y="22"/>
                </a:lnTo>
                <a:lnTo>
                  <a:pt x="15" y="25"/>
                </a:lnTo>
                <a:moveTo>
                  <a:pt x="11" y="19"/>
                </a:moveTo>
                <a:lnTo>
                  <a:pt x="8" y="13"/>
                </a:lnTo>
                <a:lnTo>
                  <a:pt x="14" y="10"/>
                </a:lnTo>
                <a:lnTo>
                  <a:pt x="17" y="16"/>
                </a:lnTo>
                <a:lnTo>
                  <a:pt x="11" y="19"/>
                </a:lnTo>
                <a:moveTo>
                  <a:pt x="8" y="13"/>
                </a:moveTo>
                <a:lnTo>
                  <a:pt x="4" y="7"/>
                </a:lnTo>
                <a:lnTo>
                  <a:pt x="10" y="4"/>
                </a:lnTo>
                <a:lnTo>
                  <a:pt x="14" y="10"/>
                </a:lnTo>
                <a:lnTo>
                  <a:pt x="8" y="13"/>
                </a:lnTo>
                <a:moveTo>
                  <a:pt x="4" y="7"/>
                </a:moveTo>
                <a:lnTo>
                  <a:pt x="0" y="0"/>
                </a:lnTo>
                <a:lnTo>
                  <a:pt x="13" y="1"/>
                </a:lnTo>
                <a:lnTo>
                  <a:pt x="12" y="8"/>
                </a:lnTo>
                <a:lnTo>
                  <a:pt x="6" y="8"/>
                </a:lnTo>
                <a:lnTo>
                  <a:pt x="7" y="4"/>
                </a:lnTo>
                <a:lnTo>
                  <a:pt x="10" y="2"/>
                </a:lnTo>
                <a:lnTo>
                  <a:pt x="10" y="4"/>
                </a:lnTo>
                <a:lnTo>
                  <a:pt x="4" y="7"/>
                </a:lnTo>
                <a:moveTo>
                  <a:pt x="13" y="1"/>
                </a:moveTo>
                <a:lnTo>
                  <a:pt x="20" y="2"/>
                </a:lnTo>
                <a:lnTo>
                  <a:pt x="19" y="9"/>
                </a:lnTo>
                <a:lnTo>
                  <a:pt x="12" y="8"/>
                </a:lnTo>
                <a:lnTo>
                  <a:pt x="13" y="1"/>
                </a:lnTo>
                <a:moveTo>
                  <a:pt x="20" y="2"/>
                </a:moveTo>
                <a:lnTo>
                  <a:pt x="27" y="3"/>
                </a:lnTo>
                <a:lnTo>
                  <a:pt x="26" y="10"/>
                </a:lnTo>
                <a:lnTo>
                  <a:pt x="19" y="9"/>
                </a:lnTo>
                <a:lnTo>
                  <a:pt x="20" y="2"/>
                </a:lnTo>
                <a:moveTo>
                  <a:pt x="27" y="3"/>
                </a:moveTo>
                <a:lnTo>
                  <a:pt x="34" y="4"/>
                </a:lnTo>
                <a:lnTo>
                  <a:pt x="33" y="11"/>
                </a:lnTo>
                <a:lnTo>
                  <a:pt x="26" y="10"/>
                </a:lnTo>
                <a:lnTo>
                  <a:pt x="27" y="3"/>
                </a:lnTo>
                <a:moveTo>
                  <a:pt x="34" y="4"/>
                </a:moveTo>
                <a:lnTo>
                  <a:pt x="41" y="5"/>
                </a:lnTo>
                <a:lnTo>
                  <a:pt x="40" y="12"/>
                </a:lnTo>
                <a:lnTo>
                  <a:pt x="33" y="11"/>
                </a:lnTo>
                <a:lnTo>
                  <a:pt x="34" y="4"/>
                </a:lnTo>
                <a:moveTo>
                  <a:pt x="41" y="5"/>
                </a:moveTo>
                <a:lnTo>
                  <a:pt x="48" y="6"/>
                </a:lnTo>
                <a:lnTo>
                  <a:pt x="47" y="13"/>
                </a:lnTo>
                <a:lnTo>
                  <a:pt x="40" y="12"/>
                </a:lnTo>
                <a:lnTo>
                  <a:pt x="41" y="5"/>
                </a:lnTo>
                <a:moveTo>
                  <a:pt x="48" y="6"/>
                </a:moveTo>
                <a:lnTo>
                  <a:pt x="55" y="7"/>
                </a:lnTo>
                <a:lnTo>
                  <a:pt x="54" y="14"/>
                </a:lnTo>
                <a:lnTo>
                  <a:pt x="47" y="13"/>
                </a:lnTo>
                <a:lnTo>
                  <a:pt x="48" y="6"/>
                </a:lnTo>
                <a:moveTo>
                  <a:pt x="55" y="7"/>
                </a:moveTo>
                <a:lnTo>
                  <a:pt x="62" y="8"/>
                </a:lnTo>
                <a:lnTo>
                  <a:pt x="61" y="15"/>
                </a:lnTo>
                <a:lnTo>
                  <a:pt x="54" y="14"/>
                </a:lnTo>
                <a:lnTo>
                  <a:pt x="55" y="7"/>
                </a:lnTo>
                <a:moveTo>
                  <a:pt x="62" y="8"/>
                </a:moveTo>
                <a:lnTo>
                  <a:pt x="69" y="9"/>
                </a:lnTo>
                <a:lnTo>
                  <a:pt x="68" y="16"/>
                </a:lnTo>
                <a:lnTo>
                  <a:pt x="61" y="15"/>
                </a:lnTo>
                <a:lnTo>
                  <a:pt x="62" y="8"/>
                </a:lnTo>
                <a:moveTo>
                  <a:pt x="69" y="9"/>
                </a:moveTo>
                <a:lnTo>
                  <a:pt x="76" y="10"/>
                </a:lnTo>
                <a:lnTo>
                  <a:pt x="75" y="17"/>
                </a:lnTo>
                <a:lnTo>
                  <a:pt x="68" y="16"/>
                </a:lnTo>
                <a:lnTo>
                  <a:pt x="69" y="9"/>
                </a:lnTo>
                <a:moveTo>
                  <a:pt x="76" y="10"/>
                </a:moveTo>
                <a:lnTo>
                  <a:pt x="84" y="11"/>
                </a:lnTo>
                <a:lnTo>
                  <a:pt x="83" y="18"/>
                </a:lnTo>
                <a:lnTo>
                  <a:pt x="75" y="17"/>
                </a:lnTo>
                <a:lnTo>
                  <a:pt x="76" y="10"/>
                </a:lnTo>
                <a:moveTo>
                  <a:pt x="84" y="11"/>
                </a:moveTo>
                <a:lnTo>
                  <a:pt x="92" y="12"/>
                </a:lnTo>
                <a:lnTo>
                  <a:pt x="86" y="21"/>
                </a:lnTo>
                <a:lnTo>
                  <a:pt x="79" y="17"/>
                </a:lnTo>
                <a:lnTo>
                  <a:pt x="83" y="13"/>
                </a:lnTo>
                <a:lnTo>
                  <a:pt x="86" y="15"/>
                </a:lnTo>
                <a:lnTo>
                  <a:pt x="85" y="19"/>
                </a:lnTo>
                <a:lnTo>
                  <a:pt x="83" y="18"/>
                </a:lnTo>
                <a:lnTo>
                  <a:pt x="84" y="11"/>
                </a:lnTo>
                <a:moveTo>
                  <a:pt x="86" y="21"/>
                </a:moveTo>
                <a:lnTo>
                  <a:pt x="81" y="27"/>
                </a:lnTo>
                <a:lnTo>
                  <a:pt x="75" y="23"/>
                </a:lnTo>
                <a:lnTo>
                  <a:pt x="79" y="17"/>
                </a:lnTo>
                <a:lnTo>
                  <a:pt x="86" y="21"/>
                </a:lnTo>
                <a:moveTo>
                  <a:pt x="81" y="27"/>
                </a:moveTo>
                <a:lnTo>
                  <a:pt x="77" y="32"/>
                </a:lnTo>
                <a:lnTo>
                  <a:pt x="71" y="28"/>
                </a:lnTo>
                <a:lnTo>
                  <a:pt x="75" y="23"/>
                </a:lnTo>
                <a:lnTo>
                  <a:pt x="81" y="27"/>
                </a:lnTo>
                <a:moveTo>
                  <a:pt x="77" y="32"/>
                </a:moveTo>
                <a:lnTo>
                  <a:pt x="73" y="38"/>
                </a:lnTo>
                <a:lnTo>
                  <a:pt x="67" y="34"/>
                </a:lnTo>
                <a:lnTo>
                  <a:pt x="71" y="28"/>
                </a:lnTo>
                <a:lnTo>
                  <a:pt x="77" y="32"/>
                </a:lnTo>
                <a:moveTo>
                  <a:pt x="73" y="38"/>
                </a:moveTo>
                <a:lnTo>
                  <a:pt x="69" y="44"/>
                </a:lnTo>
                <a:lnTo>
                  <a:pt x="63" y="40"/>
                </a:lnTo>
                <a:lnTo>
                  <a:pt x="67" y="34"/>
                </a:lnTo>
                <a:lnTo>
                  <a:pt x="73" y="38"/>
                </a:lnTo>
                <a:moveTo>
                  <a:pt x="69" y="44"/>
                </a:moveTo>
                <a:lnTo>
                  <a:pt x="65" y="50"/>
                </a:lnTo>
                <a:lnTo>
                  <a:pt x="59" y="46"/>
                </a:lnTo>
                <a:lnTo>
                  <a:pt x="63" y="40"/>
                </a:lnTo>
                <a:lnTo>
                  <a:pt x="69" y="44"/>
                </a:lnTo>
                <a:moveTo>
                  <a:pt x="65" y="50"/>
                </a:moveTo>
                <a:lnTo>
                  <a:pt x="61" y="56"/>
                </a:lnTo>
                <a:lnTo>
                  <a:pt x="55" y="52"/>
                </a:lnTo>
                <a:lnTo>
                  <a:pt x="59" y="46"/>
                </a:lnTo>
                <a:lnTo>
                  <a:pt x="65" y="50"/>
                </a:lnTo>
                <a:moveTo>
                  <a:pt x="61" y="56"/>
                </a:moveTo>
                <a:lnTo>
                  <a:pt x="57" y="62"/>
                </a:lnTo>
                <a:lnTo>
                  <a:pt x="51" y="57"/>
                </a:lnTo>
                <a:lnTo>
                  <a:pt x="55" y="52"/>
                </a:lnTo>
                <a:lnTo>
                  <a:pt x="61" y="56"/>
                </a:lnTo>
                <a:moveTo>
                  <a:pt x="57" y="62"/>
                </a:moveTo>
                <a:lnTo>
                  <a:pt x="53" y="68"/>
                </a:lnTo>
                <a:lnTo>
                  <a:pt x="47" y="64"/>
                </a:lnTo>
                <a:lnTo>
                  <a:pt x="51" y="57"/>
                </a:lnTo>
                <a:lnTo>
                  <a:pt x="57" y="62"/>
                </a:lnTo>
                <a:moveTo>
                  <a:pt x="53" y="68"/>
                </a:moveTo>
                <a:lnTo>
                  <a:pt x="49" y="74"/>
                </a:lnTo>
                <a:lnTo>
                  <a:pt x="43" y="70"/>
                </a:lnTo>
                <a:lnTo>
                  <a:pt x="47" y="64"/>
                </a:lnTo>
                <a:lnTo>
                  <a:pt x="53" y="68"/>
                </a:lnTo>
                <a:moveTo>
                  <a:pt x="49" y="74"/>
                </a:moveTo>
                <a:lnTo>
                  <a:pt x="45" y="81"/>
                </a:lnTo>
                <a:lnTo>
                  <a:pt x="38" y="70"/>
                </a:lnTo>
                <a:lnTo>
                  <a:pt x="45" y="66"/>
                </a:lnTo>
                <a:lnTo>
                  <a:pt x="48" y="73"/>
                </a:lnTo>
                <a:lnTo>
                  <a:pt x="45" y="74"/>
                </a:lnTo>
                <a:lnTo>
                  <a:pt x="42" y="72"/>
                </a:lnTo>
                <a:lnTo>
                  <a:pt x="43" y="70"/>
                </a:lnTo>
                <a:lnTo>
                  <a:pt x="49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1747440" y="2484360"/>
            <a:ext cx="6511680" cy="432360"/>
          </a:xfrm>
          <a:custGeom>
            <a:avLst/>
            <a:gdLst/>
            <a:ahLst/>
            <a:rect l="0" t="0" r="r" b="b"/>
            <a:pathLst>
              <a:path fill="none" w="18088" h="1201">
                <a:moveTo>
                  <a:pt x="18088" y="696"/>
                </a:moveTo>
                <a:lnTo>
                  <a:pt x="17941" y="780"/>
                </a:lnTo>
                <a:cubicBezTo>
                  <a:pt x="17794" y="864"/>
                  <a:pt x="17500" y="1033"/>
                  <a:pt x="17133" y="1117"/>
                </a:cubicBezTo>
                <a:cubicBezTo>
                  <a:pt x="16766" y="1201"/>
                  <a:pt x="16326" y="1201"/>
                  <a:pt x="15869" y="1201"/>
                </a:cubicBezTo>
                <a:cubicBezTo>
                  <a:pt x="15412" y="1201"/>
                  <a:pt x="14936" y="1201"/>
                  <a:pt x="14454" y="1201"/>
                </a:cubicBezTo>
                <a:cubicBezTo>
                  <a:pt x="13971" y="1201"/>
                  <a:pt x="13480" y="1201"/>
                  <a:pt x="12976" y="1201"/>
                </a:cubicBezTo>
                <a:cubicBezTo>
                  <a:pt x="12472" y="1201"/>
                  <a:pt x="11954" y="1201"/>
                  <a:pt x="11425" y="1201"/>
                </a:cubicBezTo>
                <a:cubicBezTo>
                  <a:pt x="10895" y="1201"/>
                  <a:pt x="10353" y="1201"/>
                  <a:pt x="9782" y="1201"/>
                </a:cubicBezTo>
                <a:cubicBezTo>
                  <a:pt x="9212" y="1201"/>
                  <a:pt x="8612" y="1201"/>
                  <a:pt x="8069" y="1201"/>
                </a:cubicBezTo>
                <a:cubicBezTo>
                  <a:pt x="7527" y="1201"/>
                  <a:pt x="7042" y="1201"/>
                  <a:pt x="6523" y="1201"/>
                </a:cubicBezTo>
                <a:cubicBezTo>
                  <a:pt x="6004" y="1201"/>
                  <a:pt x="5451" y="1201"/>
                  <a:pt x="4815" y="1201"/>
                </a:cubicBezTo>
                <a:cubicBezTo>
                  <a:pt x="4178" y="1201"/>
                  <a:pt x="3459" y="1201"/>
                  <a:pt x="2817" y="1201"/>
                </a:cubicBezTo>
                <a:cubicBezTo>
                  <a:pt x="2174" y="1201"/>
                  <a:pt x="1607" y="1201"/>
                  <a:pt x="1150" y="1001"/>
                </a:cubicBezTo>
                <a:cubicBezTo>
                  <a:pt x="693" y="800"/>
                  <a:pt x="347" y="400"/>
                  <a:pt x="173" y="200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1739160" y="2474640"/>
            <a:ext cx="26640" cy="28080"/>
          </a:xfrm>
          <a:custGeom>
            <a:avLst/>
            <a:gdLst/>
            <a:ahLst/>
            <a:rect l="0" t="0" r="r" b="b"/>
            <a:pathLst>
              <a:path w="74" h="78">
                <a:moveTo>
                  <a:pt x="19" y="78"/>
                </a:moveTo>
                <a:lnTo>
                  <a:pt x="0" y="0"/>
                </a:lnTo>
                <a:lnTo>
                  <a:pt x="74" y="32"/>
                </a:lnTo>
                <a:lnTo>
                  <a:pt x="19" y="7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1737000" y="2472480"/>
            <a:ext cx="30960" cy="32400"/>
          </a:xfrm>
          <a:custGeom>
            <a:avLst/>
            <a:gdLst/>
            <a:ahLst/>
            <a:rect l="0" t="0" r="r" b="b"/>
            <a:pathLst>
              <a:path w="86" h="90">
                <a:moveTo>
                  <a:pt x="21" y="78"/>
                </a:moveTo>
                <a:lnTo>
                  <a:pt x="19" y="71"/>
                </a:lnTo>
                <a:lnTo>
                  <a:pt x="26" y="69"/>
                </a:lnTo>
                <a:lnTo>
                  <a:pt x="28" y="76"/>
                </a:lnTo>
                <a:lnTo>
                  <a:pt x="21" y="78"/>
                </a:lnTo>
                <a:moveTo>
                  <a:pt x="19" y="71"/>
                </a:moveTo>
                <a:lnTo>
                  <a:pt x="18" y="64"/>
                </a:lnTo>
                <a:lnTo>
                  <a:pt x="24" y="62"/>
                </a:lnTo>
                <a:lnTo>
                  <a:pt x="26" y="69"/>
                </a:lnTo>
                <a:lnTo>
                  <a:pt x="19" y="71"/>
                </a:lnTo>
                <a:moveTo>
                  <a:pt x="18" y="64"/>
                </a:moveTo>
                <a:lnTo>
                  <a:pt x="16" y="57"/>
                </a:lnTo>
                <a:lnTo>
                  <a:pt x="23" y="56"/>
                </a:lnTo>
                <a:lnTo>
                  <a:pt x="24" y="62"/>
                </a:lnTo>
                <a:lnTo>
                  <a:pt x="18" y="64"/>
                </a:lnTo>
                <a:moveTo>
                  <a:pt x="16" y="57"/>
                </a:moveTo>
                <a:lnTo>
                  <a:pt x="14" y="51"/>
                </a:lnTo>
                <a:lnTo>
                  <a:pt x="21" y="49"/>
                </a:lnTo>
                <a:lnTo>
                  <a:pt x="23" y="56"/>
                </a:lnTo>
                <a:lnTo>
                  <a:pt x="16" y="57"/>
                </a:lnTo>
                <a:moveTo>
                  <a:pt x="14" y="51"/>
                </a:moveTo>
                <a:lnTo>
                  <a:pt x="12" y="44"/>
                </a:lnTo>
                <a:lnTo>
                  <a:pt x="19" y="42"/>
                </a:lnTo>
                <a:lnTo>
                  <a:pt x="21" y="49"/>
                </a:lnTo>
                <a:lnTo>
                  <a:pt x="14" y="51"/>
                </a:lnTo>
                <a:moveTo>
                  <a:pt x="12" y="44"/>
                </a:moveTo>
                <a:lnTo>
                  <a:pt x="11" y="36"/>
                </a:lnTo>
                <a:lnTo>
                  <a:pt x="17" y="34"/>
                </a:lnTo>
                <a:lnTo>
                  <a:pt x="19" y="42"/>
                </a:lnTo>
                <a:lnTo>
                  <a:pt x="12" y="44"/>
                </a:lnTo>
                <a:moveTo>
                  <a:pt x="11" y="36"/>
                </a:moveTo>
                <a:lnTo>
                  <a:pt x="9" y="29"/>
                </a:lnTo>
                <a:lnTo>
                  <a:pt x="16" y="27"/>
                </a:lnTo>
                <a:lnTo>
                  <a:pt x="17" y="34"/>
                </a:lnTo>
                <a:lnTo>
                  <a:pt x="11" y="36"/>
                </a:lnTo>
                <a:moveTo>
                  <a:pt x="9" y="29"/>
                </a:moveTo>
                <a:lnTo>
                  <a:pt x="7" y="22"/>
                </a:lnTo>
                <a:lnTo>
                  <a:pt x="14" y="20"/>
                </a:lnTo>
                <a:lnTo>
                  <a:pt x="16" y="27"/>
                </a:lnTo>
                <a:lnTo>
                  <a:pt x="9" y="29"/>
                </a:lnTo>
                <a:moveTo>
                  <a:pt x="7" y="22"/>
                </a:moveTo>
                <a:lnTo>
                  <a:pt x="4" y="15"/>
                </a:lnTo>
                <a:lnTo>
                  <a:pt x="12" y="14"/>
                </a:lnTo>
                <a:lnTo>
                  <a:pt x="14" y="20"/>
                </a:lnTo>
                <a:lnTo>
                  <a:pt x="7" y="22"/>
                </a:lnTo>
                <a:moveTo>
                  <a:pt x="4" y="15"/>
                </a:moveTo>
                <a:lnTo>
                  <a:pt x="3" y="8"/>
                </a:lnTo>
                <a:lnTo>
                  <a:pt x="10" y="7"/>
                </a:lnTo>
                <a:lnTo>
                  <a:pt x="12" y="14"/>
                </a:lnTo>
                <a:lnTo>
                  <a:pt x="4" y="15"/>
                </a:lnTo>
                <a:moveTo>
                  <a:pt x="3" y="8"/>
                </a:moveTo>
                <a:lnTo>
                  <a:pt x="0" y="0"/>
                </a:lnTo>
                <a:lnTo>
                  <a:pt x="13" y="5"/>
                </a:lnTo>
                <a:lnTo>
                  <a:pt x="11" y="12"/>
                </a:lnTo>
                <a:lnTo>
                  <a:pt x="4" y="10"/>
                </a:lnTo>
                <a:lnTo>
                  <a:pt x="7" y="6"/>
                </a:lnTo>
                <a:lnTo>
                  <a:pt x="10" y="6"/>
                </a:lnTo>
                <a:lnTo>
                  <a:pt x="10" y="7"/>
                </a:lnTo>
                <a:lnTo>
                  <a:pt x="3" y="8"/>
                </a:lnTo>
                <a:moveTo>
                  <a:pt x="13" y="5"/>
                </a:moveTo>
                <a:lnTo>
                  <a:pt x="20" y="8"/>
                </a:lnTo>
                <a:lnTo>
                  <a:pt x="17" y="15"/>
                </a:lnTo>
                <a:lnTo>
                  <a:pt x="11" y="12"/>
                </a:lnTo>
                <a:lnTo>
                  <a:pt x="13" y="5"/>
                </a:lnTo>
                <a:moveTo>
                  <a:pt x="20" y="8"/>
                </a:moveTo>
                <a:lnTo>
                  <a:pt x="26" y="11"/>
                </a:lnTo>
                <a:lnTo>
                  <a:pt x="24" y="17"/>
                </a:lnTo>
                <a:lnTo>
                  <a:pt x="17" y="15"/>
                </a:lnTo>
                <a:lnTo>
                  <a:pt x="20" y="8"/>
                </a:lnTo>
                <a:moveTo>
                  <a:pt x="26" y="11"/>
                </a:moveTo>
                <a:lnTo>
                  <a:pt x="33" y="13"/>
                </a:lnTo>
                <a:lnTo>
                  <a:pt x="30" y="20"/>
                </a:lnTo>
                <a:lnTo>
                  <a:pt x="24" y="17"/>
                </a:lnTo>
                <a:lnTo>
                  <a:pt x="26" y="11"/>
                </a:lnTo>
                <a:moveTo>
                  <a:pt x="33" y="13"/>
                </a:moveTo>
                <a:lnTo>
                  <a:pt x="39" y="16"/>
                </a:lnTo>
                <a:lnTo>
                  <a:pt x="37" y="23"/>
                </a:lnTo>
                <a:lnTo>
                  <a:pt x="30" y="20"/>
                </a:lnTo>
                <a:lnTo>
                  <a:pt x="33" y="13"/>
                </a:lnTo>
                <a:moveTo>
                  <a:pt x="39" y="16"/>
                </a:moveTo>
                <a:lnTo>
                  <a:pt x="46" y="19"/>
                </a:lnTo>
                <a:lnTo>
                  <a:pt x="43" y="25"/>
                </a:lnTo>
                <a:lnTo>
                  <a:pt x="37" y="23"/>
                </a:lnTo>
                <a:lnTo>
                  <a:pt x="39" y="16"/>
                </a:lnTo>
                <a:moveTo>
                  <a:pt x="46" y="19"/>
                </a:moveTo>
                <a:lnTo>
                  <a:pt x="53" y="22"/>
                </a:lnTo>
                <a:lnTo>
                  <a:pt x="50" y="28"/>
                </a:lnTo>
                <a:lnTo>
                  <a:pt x="43" y="25"/>
                </a:lnTo>
                <a:lnTo>
                  <a:pt x="46" y="19"/>
                </a:lnTo>
                <a:moveTo>
                  <a:pt x="53" y="22"/>
                </a:moveTo>
                <a:lnTo>
                  <a:pt x="59" y="24"/>
                </a:lnTo>
                <a:lnTo>
                  <a:pt x="56" y="31"/>
                </a:lnTo>
                <a:lnTo>
                  <a:pt x="50" y="28"/>
                </a:lnTo>
                <a:lnTo>
                  <a:pt x="53" y="22"/>
                </a:lnTo>
                <a:moveTo>
                  <a:pt x="59" y="24"/>
                </a:moveTo>
                <a:lnTo>
                  <a:pt x="66" y="27"/>
                </a:lnTo>
                <a:lnTo>
                  <a:pt x="63" y="33"/>
                </a:lnTo>
                <a:lnTo>
                  <a:pt x="56" y="31"/>
                </a:lnTo>
                <a:lnTo>
                  <a:pt x="59" y="24"/>
                </a:lnTo>
                <a:moveTo>
                  <a:pt x="66" y="27"/>
                </a:moveTo>
                <a:lnTo>
                  <a:pt x="72" y="30"/>
                </a:lnTo>
                <a:lnTo>
                  <a:pt x="69" y="36"/>
                </a:lnTo>
                <a:lnTo>
                  <a:pt x="63" y="33"/>
                </a:lnTo>
                <a:lnTo>
                  <a:pt x="66" y="27"/>
                </a:lnTo>
                <a:moveTo>
                  <a:pt x="72" y="30"/>
                </a:moveTo>
                <a:lnTo>
                  <a:pt x="79" y="32"/>
                </a:lnTo>
                <a:lnTo>
                  <a:pt x="76" y="39"/>
                </a:lnTo>
                <a:lnTo>
                  <a:pt x="69" y="36"/>
                </a:lnTo>
                <a:lnTo>
                  <a:pt x="72" y="30"/>
                </a:lnTo>
                <a:moveTo>
                  <a:pt x="79" y="32"/>
                </a:moveTo>
                <a:lnTo>
                  <a:pt x="86" y="36"/>
                </a:lnTo>
                <a:lnTo>
                  <a:pt x="79" y="43"/>
                </a:lnTo>
                <a:lnTo>
                  <a:pt x="74" y="37"/>
                </a:lnTo>
                <a:lnTo>
                  <a:pt x="77" y="34"/>
                </a:lnTo>
                <a:lnTo>
                  <a:pt x="80" y="37"/>
                </a:lnTo>
                <a:lnTo>
                  <a:pt x="78" y="41"/>
                </a:lnTo>
                <a:lnTo>
                  <a:pt x="76" y="39"/>
                </a:lnTo>
                <a:lnTo>
                  <a:pt x="79" y="32"/>
                </a:lnTo>
                <a:moveTo>
                  <a:pt x="79" y="43"/>
                </a:moveTo>
                <a:lnTo>
                  <a:pt x="73" y="48"/>
                </a:lnTo>
                <a:lnTo>
                  <a:pt x="69" y="43"/>
                </a:lnTo>
                <a:lnTo>
                  <a:pt x="74" y="37"/>
                </a:lnTo>
                <a:lnTo>
                  <a:pt x="79" y="43"/>
                </a:lnTo>
                <a:moveTo>
                  <a:pt x="73" y="48"/>
                </a:moveTo>
                <a:lnTo>
                  <a:pt x="68" y="52"/>
                </a:lnTo>
                <a:lnTo>
                  <a:pt x="63" y="47"/>
                </a:lnTo>
                <a:lnTo>
                  <a:pt x="69" y="43"/>
                </a:lnTo>
                <a:lnTo>
                  <a:pt x="73" y="48"/>
                </a:lnTo>
                <a:moveTo>
                  <a:pt x="68" y="52"/>
                </a:moveTo>
                <a:lnTo>
                  <a:pt x="63" y="57"/>
                </a:lnTo>
                <a:lnTo>
                  <a:pt x="58" y="52"/>
                </a:lnTo>
                <a:lnTo>
                  <a:pt x="63" y="47"/>
                </a:lnTo>
                <a:lnTo>
                  <a:pt x="68" y="52"/>
                </a:lnTo>
                <a:moveTo>
                  <a:pt x="63" y="57"/>
                </a:moveTo>
                <a:lnTo>
                  <a:pt x="57" y="62"/>
                </a:lnTo>
                <a:lnTo>
                  <a:pt x="53" y="56"/>
                </a:lnTo>
                <a:lnTo>
                  <a:pt x="58" y="52"/>
                </a:lnTo>
                <a:lnTo>
                  <a:pt x="63" y="57"/>
                </a:lnTo>
                <a:moveTo>
                  <a:pt x="57" y="62"/>
                </a:moveTo>
                <a:lnTo>
                  <a:pt x="52" y="66"/>
                </a:lnTo>
                <a:lnTo>
                  <a:pt x="47" y="61"/>
                </a:lnTo>
                <a:lnTo>
                  <a:pt x="53" y="56"/>
                </a:lnTo>
                <a:lnTo>
                  <a:pt x="57" y="62"/>
                </a:lnTo>
                <a:moveTo>
                  <a:pt x="52" y="66"/>
                </a:moveTo>
                <a:lnTo>
                  <a:pt x="47" y="71"/>
                </a:lnTo>
                <a:lnTo>
                  <a:pt x="42" y="66"/>
                </a:lnTo>
                <a:lnTo>
                  <a:pt x="47" y="61"/>
                </a:lnTo>
                <a:lnTo>
                  <a:pt x="52" y="66"/>
                </a:lnTo>
                <a:moveTo>
                  <a:pt x="47" y="71"/>
                </a:moveTo>
                <a:lnTo>
                  <a:pt x="41" y="76"/>
                </a:lnTo>
                <a:lnTo>
                  <a:pt x="37" y="70"/>
                </a:lnTo>
                <a:lnTo>
                  <a:pt x="42" y="66"/>
                </a:lnTo>
                <a:lnTo>
                  <a:pt x="47" y="71"/>
                </a:lnTo>
                <a:moveTo>
                  <a:pt x="41" y="76"/>
                </a:moveTo>
                <a:lnTo>
                  <a:pt x="36" y="80"/>
                </a:lnTo>
                <a:lnTo>
                  <a:pt x="31" y="75"/>
                </a:lnTo>
                <a:lnTo>
                  <a:pt x="37" y="70"/>
                </a:lnTo>
                <a:lnTo>
                  <a:pt x="41" y="76"/>
                </a:lnTo>
                <a:moveTo>
                  <a:pt x="36" y="80"/>
                </a:moveTo>
                <a:lnTo>
                  <a:pt x="30" y="85"/>
                </a:lnTo>
                <a:lnTo>
                  <a:pt x="26" y="80"/>
                </a:lnTo>
                <a:lnTo>
                  <a:pt x="31" y="75"/>
                </a:lnTo>
                <a:lnTo>
                  <a:pt x="36" y="80"/>
                </a:lnTo>
                <a:moveTo>
                  <a:pt x="30" y="85"/>
                </a:moveTo>
                <a:lnTo>
                  <a:pt x="24" y="90"/>
                </a:lnTo>
                <a:lnTo>
                  <a:pt x="21" y="78"/>
                </a:lnTo>
                <a:lnTo>
                  <a:pt x="28" y="76"/>
                </a:lnTo>
                <a:lnTo>
                  <a:pt x="30" y="83"/>
                </a:lnTo>
                <a:lnTo>
                  <a:pt x="26" y="84"/>
                </a:lnTo>
                <a:lnTo>
                  <a:pt x="24" y="81"/>
                </a:lnTo>
                <a:lnTo>
                  <a:pt x="26" y="80"/>
                </a:lnTo>
                <a:lnTo>
                  <a:pt x="30" y="8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439920" y="1072440"/>
            <a:ext cx="2269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nu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858240" y="2250000"/>
            <a:ext cx="39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2018520" y="2180880"/>
            <a:ext cx="198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3227040" y="1739160"/>
            <a:ext cx="56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3386880" y="1878840"/>
            <a:ext cx="244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2030400" y="2565000"/>
            <a:ext cx="238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990000" y="2389680"/>
            <a:ext cx="139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4422240" y="1809000"/>
            <a:ext cx="41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5788080" y="1739160"/>
            <a:ext cx="151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6836040" y="173916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5711040" y="2035080"/>
            <a:ext cx="291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5740920" y="2335680"/>
            <a:ext cx="24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6862320" y="2405520"/>
            <a:ext cx="180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5124240" y="2615040"/>
            <a:ext cx="30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7370640" y="210996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context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7862400" y="2548080"/>
            <a:ext cx="15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model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5749920" y="2783520"/>
            <a:ext cx="227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bevraagt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5049360" y="2885040"/>
            <a:ext cx="45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 en actie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506520" y="231984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1436040" y="228168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1461240" y="2358000"/>
            <a:ext cx="339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 txBox="1"/>
          <p:nvPr/>
        </p:nvSpPr>
        <p:spPr>
          <a:xfrm>
            <a:off x="2592000" y="2173680"/>
            <a:ext cx="287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2487600" y="2249640"/>
            <a:ext cx="48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  <a:lnTo>
                  <a:pt x="0" y="12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fill="none"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2593440" y="2325960"/>
            <a:ext cx="277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3897000" y="1802880"/>
            <a:ext cx="416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fill="none"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3989880" y="187884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5079960" y="1802880"/>
            <a:ext cx="39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4987080" y="187884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6275160" y="1701000"/>
            <a:ext cx="294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6185880" y="1777320"/>
            <a:ext cx="471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fill="none"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 txBox="1"/>
          <p:nvPr/>
        </p:nvSpPr>
        <p:spPr>
          <a:xfrm>
            <a:off x="7354800" y="173916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 txBox="1"/>
          <p:nvPr/>
        </p:nvSpPr>
        <p:spPr>
          <a:xfrm>
            <a:off x="6226200" y="225936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 txBox="1"/>
          <p:nvPr/>
        </p:nvSpPr>
        <p:spPr>
          <a:xfrm>
            <a:off x="6121440" y="2335680"/>
            <a:ext cx="597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met rekenkracht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7351200" y="2509920"/>
            <a:ext cx="226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7245360" y="2586240"/>
            <a:ext cx="436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machine learning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5067360" y="2297520"/>
            <a:ext cx="423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0e9e7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5015880" y="2373840"/>
            <a:ext cx="522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partners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8387640" y="2541960"/>
            <a:ext cx="17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AI-laag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456840" y="3085920"/>
            <a:ext cx="7915680" cy="743400"/>
          </a:xfrm>
          <a:custGeom>
            <a:avLst/>
            <a:gdLst/>
            <a:ahLst/>
            <a:rect l="0" t="0" r="r" b="b"/>
            <a:pathLst>
              <a:path w="21988" h="2065">
                <a:moveTo>
                  <a:pt x="0" y="0"/>
                </a:moveTo>
                <a:lnTo>
                  <a:pt x="21988" y="0"/>
                </a:lnTo>
                <a:lnTo>
                  <a:pt x="21988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/>
          <p:nvPr/>
        </p:nvSpPr>
        <p:spPr>
          <a:xfrm>
            <a:off x="456840" y="308592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/>
          <p:nvPr/>
        </p:nvSpPr>
        <p:spPr>
          <a:xfrm>
            <a:off x="456840" y="381924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8362800" y="308592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106"/>
                </a:moveTo>
                <a:lnTo>
                  <a:pt x="0" y="2065"/>
                </a:lnTo>
                <a:lnTo>
                  <a:pt x="27" y="2065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456840" y="308592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0"/>
                </a:moveTo>
                <a:lnTo>
                  <a:pt x="0" y="2065"/>
                </a:lnTo>
                <a:lnTo>
                  <a:pt x="28" y="206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8195400" y="2618280"/>
            <a:ext cx="5508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assistenten en agents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634320" y="3301560"/>
            <a:ext cx="86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Elke laag van dertig jaar staat er nog. Wat ze verbindt zijn de pijlen: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informatiestromen, vastgelegd in afspraken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. De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456840" y="392400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3"/>
                  <a:pt x="28" y="222"/>
                </a:cubicBezTo>
                <a:cubicBezTo>
                  <a:pt x="37" y="200"/>
                  <a:pt x="48" y="180"/>
                  <a:pt x="61" y="159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7"/>
                  <a:pt x="199" y="36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6"/>
                  <a:pt x="2045" y="47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59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3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7"/>
                  <a:pt x="2164" y="557"/>
                </a:cubicBezTo>
                <a:cubicBezTo>
                  <a:pt x="2151" y="576"/>
                  <a:pt x="2136" y="595"/>
                  <a:pt x="2119" y="611"/>
                </a:cubicBezTo>
                <a:cubicBezTo>
                  <a:pt x="2103" y="628"/>
                  <a:pt x="2085" y="642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5"/>
                  <a:pt x="74" y="576"/>
                  <a:pt x="61" y="557"/>
                </a:cubicBezTo>
                <a:cubicBezTo>
                  <a:pt x="48" y="537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634320" y="3501720"/>
            <a:ext cx="620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laag heeft zelf geen opslag en bestaat volledig bij de gratie van wat die pijlen aanleveren.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563760" y="39826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1367280" y="3965760"/>
            <a:ext cx="401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assistent die je hele reis boekt terwijl jij een zin typt.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9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97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2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29" name=""/>
          <p:cNvSpPr txBox="1"/>
          <p:nvPr/>
        </p:nvSpPr>
        <p:spPr>
          <a:xfrm>
            <a:off x="439920" y="31032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2168640" y="139032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0"/>
                  <a:pt x="2927" y="665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2137320" y="205596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2129760" y="204876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5"/>
                </a:moveTo>
                <a:lnTo>
                  <a:pt x="64" y="195"/>
                </a:lnTo>
                <a:lnTo>
                  <a:pt x="63" y="216"/>
                </a:lnTo>
                <a:lnTo>
                  <a:pt x="42" y="216"/>
                </a:lnTo>
                <a:lnTo>
                  <a:pt x="43" y="195"/>
                </a:lnTo>
                <a:moveTo>
                  <a:pt x="64" y="195"/>
                </a:moveTo>
                <a:lnTo>
                  <a:pt x="85" y="196"/>
                </a:lnTo>
                <a:lnTo>
                  <a:pt x="84" y="217"/>
                </a:lnTo>
                <a:lnTo>
                  <a:pt x="63" y="216"/>
                </a:lnTo>
                <a:lnTo>
                  <a:pt x="64" y="195"/>
                </a:lnTo>
                <a:moveTo>
                  <a:pt x="85" y="196"/>
                </a:moveTo>
                <a:lnTo>
                  <a:pt x="106" y="197"/>
                </a:lnTo>
                <a:lnTo>
                  <a:pt x="106" y="218"/>
                </a:lnTo>
                <a:lnTo>
                  <a:pt x="84" y="217"/>
                </a:lnTo>
                <a:lnTo>
                  <a:pt x="85" y="196"/>
                </a:lnTo>
                <a:moveTo>
                  <a:pt x="106" y="197"/>
                </a:moveTo>
                <a:lnTo>
                  <a:pt x="127" y="198"/>
                </a:lnTo>
                <a:lnTo>
                  <a:pt x="127" y="220"/>
                </a:lnTo>
                <a:lnTo>
                  <a:pt x="106" y="218"/>
                </a:lnTo>
                <a:lnTo>
                  <a:pt x="106" y="197"/>
                </a:lnTo>
                <a:moveTo>
                  <a:pt x="127" y="198"/>
                </a:moveTo>
                <a:lnTo>
                  <a:pt x="149" y="199"/>
                </a:lnTo>
                <a:lnTo>
                  <a:pt x="148" y="221"/>
                </a:lnTo>
                <a:lnTo>
                  <a:pt x="127" y="220"/>
                </a:lnTo>
                <a:lnTo>
                  <a:pt x="127" y="198"/>
                </a:lnTo>
                <a:moveTo>
                  <a:pt x="149" y="199"/>
                </a:moveTo>
                <a:lnTo>
                  <a:pt x="170" y="199"/>
                </a:lnTo>
                <a:lnTo>
                  <a:pt x="169" y="221"/>
                </a:lnTo>
                <a:lnTo>
                  <a:pt x="148" y="221"/>
                </a:lnTo>
                <a:lnTo>
                  <a:pt x="149" y="199"/>
                </a:lnTo>
                <a:moveTo>
                  <a:pt x="170" y="199"/>
                </a:moveTo>
                <a:lnTo>
                  <a:pt x="191" y="200"/>
                </a:lnTo>
                <a:lnTo>
                  <a:pt x="190" y="222"/>
                </a:lnTo>
                <a:lnTo>
                  <a:pt x="169" y="221"/>
                </a:lnTo>
                <a:lnTo>
                  <a:pt x="170" y="199"/>
                </a:lnTo>
                <a:moveTo>
                  <a:pt x="191" y="200"/>
                </a:moveTo>
                <a:lnTo>
                  <a:pt x="212" y="201"/>
                </a:lnTo>
                <a:lnTo>
                  <a:pt x="211" y="223"/>
                </a:lnTo>
                <a:lnTo>
                  <a:pt x="190" y="222"/>
                </a:lnTo>
                <a:lnTo>
                  <a:pt x="191" y="200"/>
                </a:lnTo>
                <a:moveTo>
                  <a:pt x="212" y="201"/>
                </a:moveTo>
                <a:lnTo>
                  <a:pt x="233" y="202"/>
                </a:lnTo>
                <a:lnTo>
                  <a:pt x="232" y="224"/>
                </a:lnTo>
                <a:lnTo>
                  <a:pt x="211" y="223"/>
                </a:lnTo>
                <a:lnTo>
                  <a:pt x="212" y="201"/>
                </a:lnTo>
                <a:moveTo>
                  <a:pt x="233" y="202"/>
                </a:moveTo>
                <a:lnTo>
                  <a:pt x="255" y="202"/>
                </a:lnTo>
                <a:lnTo>
                  <a:pt x="255" y="225"/>
                </a:lnTo>
                <a:lnTo>
                  <a:pt x="232" y="224"/>
                </a:lnTo>
                <a:lnTo>
                  <a:pt x="233" y="202"/>
                </a:lnTo>
                <a:moveTo>
                  <a:pt x="255" y="202"/>
                </a:moveTo>
                <a:lnTo>
                  <a:pt x="259" y="203"/>
                </a:lnTo>
                <a:lnTo>
                  <a:pt x="259" y="213"/>
                </a:lnTo>
                <a:lnTo>
                  <a:pt x="248" y="218"/>
                </a:lnTo>
                <a:lnTo>
                  <a:pt x="241" y="202"/>
                </a:lnTo>
                <a:lnTo>
                  <a:pt x="261" y="193"/>
                </a:lnTo>
                <a:lnTo>
                  <a:pt x="276" y="225"/>
                </a:lnTo>
                <a:lnTo>
                  <a:pt x="255" y="225"/>
                </a:lnTo>
                <a:lnTo>
                  <a:pt x="255" y="202"/>
                </a:lnTo>
                <a:moveTo>
                  <a:pt x="241" y="202"/>
                </a:moveTo>
                <a:lnTo>
                  <a:pt x="232" y="182"/>
                </a:lnTo>
                <a:lnTo>
                  <a:pt x="253" y="174"/>
                </a:lnTo>
                <a:lnTo>
                  <a:pt x="261" y="193"/>
                </a:lnTo>
                <a:lnTo>
                  <a:pt x="241" y="202"/>
                </a:lnTo>
                <a:moveTo>
                  <a:pt x="232" y="182"/>
                </a:moveTo>
                <a:lnTo>
                  <a:pt x="224" y="163"/>
                </a:lnTo>
                <a:lnTo>
                  <a:pt x="243" y="154"/>
                </a:lnTo>
                <a:lnTo>
                  <a:pt x="253" y="174"/>
                </a:lnTo>
                <a:lnTo>
                  <a:pt x="232" y="182"/>
                </a:lnTo>
                <a:moveTo>
                  <a:pt x="224" y="163"/>
                </a:moveTo>
                <a:lnTo>
                  <a:pt x="215" y="144"/>
                </a:lnTo>
                <a:lnTo>
                  <a:pt x="234" y="135"/>
                </a:lnTo>
                <a:lnTo>
                  <a:pt x="243" y="154"/>
                </a:lnTo>
                <a:lnTo>
                  <a:pt x="224" y="163"/>
                </a:lnTo>
                <a:moveTo>
                  <a:pt x="215" y="144"/>
                </a:moveTo>
                <a:lnTo>
                  <a:pt x="206" y="125"/>
                </a:lnTo>
                <a:lnTo>
                  <a:pt x="225" y="116"/>
                </a:lnTo>
                <a:lnTo>
                  <a:pt x="234" y="135"/>
                </a:lnTo>
                <a:lnTo>
                  <a:pt x="215" y="144"/>
                </a:lnTo>
                <a:moveTo>
                  <a:pt x="206" y="125"/>
                </a:moveTo>
                <a:lnTo>
                  <a:pt x="197" y="105"/>
                </a:lnTo>
                <a:lnTo>
                  <a:pt x="217" y="97"/>
                </a:lnTo>
                <a:lnTo>
                  <a:pt x="225" y="116"/>
                </a:lnTo>
                <a:lnTo>
                  <a:pt x="206" y="125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7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7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7"/>
                </a:moveTo>
                <a:lnTo>
                  <a:pt x="171" y="48"/>
                </a:lnTo>
                <a:lnTo>
                  <a:pt x="190" y="39"/>
                </a:lnTo>
                <a:lnTo>
                  <a:pt x="199" y="58"/>
                </a:lnTo>
                <a:lnTo>
                  <a:pt x="180" y="67"/>
                </a:lnTo>
                <a:moveTo>
                  <a:pt x="171" y="48"/>
                </a:moveTo>
                <a:lnTo>
                  <a:pt x="162" y="28"/>
                </a:lnTo>
                <a:lnTo>
                  <a:pt x="182" y="20"/>
                </a:lnTo>
                <a:lnTo>
                  <a:pt x="190" y="39"/>
                </a:lnTo>
                <a:lnTo>
                  <a:pt x="171" y="48"/>
                </a:lnTo>
                <a:moveTo>
                  <a:pt x="162" y="28"/>
                </a:moveTo>
                <a:lnTo>
                  <a:pt x="161" y="25"/>
                </a:lnTo>
                <a:lnTo>
                  <a:pt x="170" y="20"/>
                </a:lnTo>
                <a:lnTo>
                  <a:pt x="179" y="27"/>
                </a:lnTo>
                <a:lnTo>
                  <a:pt x="168" y="41"/>
                </a:lnTo>
                <a:lnTo>
                  <a:pt x="151" y="27"/>
                </a:lnTo>
                <a:lnTo>
                  <a:pt x="173" y="0"/>
                </a:lnTo>
                <a:lnTo>
                  <a:pt x="182" y="20"/>
                </a:lnTo>
                <a:lnTo>
                  <a:pt x="162" y="28"/>
                </a:lnTo>
                <a:moveTo>
                  <a:pt x="168" y="41"/>
                </a:moveTo>
                <a:lnTo>
                  <a:pt x="154" y="57"/>
                </a:lnTo>
                <a:lnTo>
                  <a:pt x="138" y="44"/>
                </a:lnTo>
                <a:lnTo>
                  <a:pt x="151" y="27"/>
                </a:lnTo>
                <a:lnTo>
                  <a:pt x="168" y="41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4"/>
                </a:lnTo>
                <a:lnTo>
                  <a:pt x="154" y="57"/>
                </a:lnTo>
                <a:moveTo>
                  <a:pt x="141" y="73"/>
                </a:moveTo>
                <a:lnTo>
                  <a:pt x="128" y="90"/>
                </a:lnTo>
                <a:lnTo>
                  <a:pt x="111" y="77"/>
                </a:lnTo>
                <a:lnTo>
                  <a:pt x="125" y="60"/>
                </a:lnTo>
                <a:lnTo>
                  <a:pt x="141" y="73"/>
                </a:lnTo>
                <a:moveTo>
                  <a:pt x="128" y="90"/>
                </a:moveTo>
                <a:lnTo>
                  <a:pt x="114" y="106"/>
                </a:lnTo>
                <a:lnTo>
                  <a:pt x="98" y="93"/>
                </a:lnTo>
                <a:lnTo>
                  <a:pt x="111" y="77"/>
                </a:lnTo>
                <a:lnTo>
                  <a:pt x="128" y="90"/>
                </a:lnTo>
                <a:moveTo>
                  <a:pt x="114" y="106"/>
                </a:moveTo>
                <a:lnTo>
                  <a:pt x="101" y="123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3"/>
                </a:moveTo>
                <a:lnTo>
                  <a:pt x="88" y="139"/>
                </a:lnTo>
                <a:lnTo>
                  <a:pt x="71" y="126"/>
                </a:lnTo>
                <a:lnTo>
                  <a:pt x="85" y="109"/>
                </a:lnTo>
                <a:lnTo>
                  <a:pt x="101" y="123"/>
                </a:lnTo>
                <a:moveTo>
                  <a:pt x="88" y="139"/>
                </a:moveTo>
                <a:lnTo>
                  <a:pt x="74" y="156"/>
                </a:lnTo>
                <a:lnTo>
                  <a:pt x="58" y="142"/>
                </a:lnTo>
                <a:lnTo>
                  <a:pt x="71" y="126"/>
                </a:lnTo>
                <a:lnTo>
                  <a:pt x="88" y="139"/>
                </a:lnTo>
                <a:moveTo>
                  <a:pt x="74" y="156"/>
                </a:moveTo>
                <a:lnTo>
                  <a:pt x="61" y="172"/>
                </a:lnTo>
                <a:lnTo>
                  <a:pt x="45" y="159"/>
                </a:lnTo>
                <a:lnTo>
                  <a:pt x="58" y="142"/>
                </a:lnTo>
                <a:lnTo>
                  <a:pt x="74" y="156"/>
                </a:lnTo>
                <a:moveTo>
                  <a:pt x="61" y="172"/>
                </a:moveTo>
                <a:lnTo>
                  <a:pt x="48" y="189"/>
                </a:lnTo>
                <a:lnTo>
                  <a:pt x="31" y="175"/>
                </a:lnTo>
                <a:lnTo>
                  <a:pt x="45" y="159"/>
                </a:lnTo>
                <a:lnTo>
                  <a:pt x="61" y="172"/>
                </a:lnTo>
                <a:moveTo>
                  <a:pt x="48" y="189"/>
                </a:moveTo>
                <a:lnTo>
                  <a:pt x="34" y="205"/>
                </a:lnTo>
                <a:lnTo>
                  <a:pt x="18" y="192"/>
                </a:lnTo>
                <a:lnTo>
                  <a:pt x="31" y="175"/>
                </a:lnTo>
                <a:lnTo>
                  <a:pt x="48" y="189"/>
                </a:lnTo>
                <a:moveTo>
                  <a:pt x="34" y="205"/>
                </a:moveTo>
                <a:lnTo>
                  <a:pt x="30" y="211"/>
                </a:lnTo>
                <a:lnTo>
                  <a:pt x="21" y="204"/>
                </a:lnTo>
                <a:lnTo>
                  <a:pt x="22" y="194"/>
                </a:lnTo>
                <a:lnTo>
                  <a:pt x="43" y="195"/>
                </a:lnTo>
                <a:lnTo>
                  <a:pt x="42" y="216"/>
                </a:lnTo>
                <a:lnTo>
                  <a:pt x="0" y="214"/>
                </a:lnTo>
                <a:lnTo>
                  <a:pt x="18" y="192"/>
                </a:lnTo>
                <a:lnTo>
                  <a:pt x="34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4974840" y="13525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5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4970880" y="13460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8"/>
                </a:moveTo>
                <a:lnTo>
                  <a:pt x="54" y="27"/>
                </a:lnTo>
                <a:lnTo>
                  <a:pt x="45" y="46"/>
                </a:lnTo>
                <a:lnTo>
                  <a:pt x="25" y="37"/>
                </a:lnTo>
                <a:lnTo>
                  <a:pt x="34" y="18"/>
                </a:lnTo>
                <a:moveTo>
                  <a:pt x="54" y="27"/>
                </a:moveTo>
                <a:lnTo>
                  <a:pt x="73" y="37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7"/>
                </a:moveTo>
                <a:lnTo>
                  <a:pt x="92" y="46"/>
                </a:lnTo>
                <a:lnTo>
                  <a:pt x="83" y="66"/>
                </a:lnTo>
                <a:lnTo>
                  <a:pt x="64" y="55"/>
                </a:lnTo>
                <a:lnTo>
                  <a:pt x="73" y="37"/>
                </a:lnTo>
                <a:moveTo>
                  <a:pt x="92" y="46"/>
                </a:moveTo>
                <a:lnTo>
                  <a:pt x="111" y="55"/>
                </a:lnTo>
                <a:lnTo>
                  <a:pt x="102" y="75"/>
                </a:lnTo>
                <a:lnTo>
                  <a:pt x="83" y="66"/>
                </a:lnTo>
                <a:lnTo>
                  <a:pt x="92" y="46"/>
                </a:lnTo>
                <a:moveTo>
                  <a:pt x="111" y="55"/>
                </a:moveTo>
                <a:lnTo>
                  <a:pt x="130" y="66"/>
                </a:lnTo>
                <a:lnTo>
                  <a:pt x="120" y="85"/>
                </a:lnTo>
                <a:lnTo>
                  <a:pt x="102" y="75"/>
                </a:lnTo>
                <a:lnTo>
                  <a:pt x="111" y="55"/>
                </a:lnTo>
                <a:moveTo>
                  <a:pt x="130" y="66"/>
                </a:moveTo>
                <a:lnTo>
                  <a:pt x="149" y="75"/>
                </a:lnTo>
                <a:lnTo>
                  <a:pt x="139" y="94"/>
                </a:lnTo>
                <a:lnTo>
                  <a:pt x="120" y="85"/>
                </a:lnTo>
                <a:lnTo>
                  <a:pt x="130" y="66"/>
                </a:lnTo>
                <a:moveTo>
                  <a:pt x="149" y="75"/>
                </a:moveTo>
                <a:lnTo>
                  <a:pt x="168" y="85"/>
                </a:lnTo>
                <a:lnTo>
                  <a:pt x="158" y="104"/>
                </a:lnTo>
                <a:lnTo>
                  <a:pt x="139" y="94"/>
                </a:lnTo>
                <a:lnTo>
                  <a:pt x="149" y="75"/>
                </a:lnTo>
                <a:moveTo>
                  <a:pt x="168" y="85"/>
                </a:moveTo>
                <a:lnTo>
                  <a:pt x="187" y="94"/>
                </a:lnTo>
                <a:lnTo>
                  <a:pt x="177" y="113"/>
                </a:lnTo>
                <a:lnTo>
                  <a:pt x="158" y="104"/>
                </a:lnTo>
                <a:lnTo>
                  <a:pt x="168" y="85"/>
                </a:lnTo>
                <a:moveTo>
                  <a:pt x="187" y="94"/>
                </a:moveTo>
                <a:lnTo>
                  <a:pt x="206" y="104"/>
                </a:lnTo>
                <a:lnTo>
                  <a:pt x="196" y="123"/>
                </a:lnTo>
                <a:lnTo>
                  <a:pt x="177" y="113"/>
                </a:lnTo>
                <a:lnTo>
                  <a:pt x="187" y="94"/>
                </a:lnTo>
                <a:moveTo>
                  <a:pt x="206" y="104"/>
                </a:moveTo>
                <a:lnTo>
                  <a:pt x="225" y="113"/>
                </a:lnTo>
                <a:lnTo>
                  <a:pt x="215" y="132"/>
                </a:lnTo>
                <a:lnTo>
                  <a:pt x="196" y="123"/>
                </a:lnTo>
                <a:lnTo>
                  <a:pt x="206" y="104"/>
                </a:lnTo>
                <a:moveTo>
                  <a:pt x="225" y="113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9" y="115"/>
                </a:lnTo>
                <a:lnTo>
                  <a:pt x="223" y="124"/>
                </a:lnTo>
                <a:lnTo>
                  <a:pt x="219" y="134"/>
                </a:lnTo>
                <a:lnTo>
                  <a:pt x="215" y="132"/>
                </a:lnTo>
                <a:lnTo>
                  <a:pt x="225" y="113"/>
                </a:lnTo>
                <a:moveTo>
                  <a:pt x="212" y="142"/>
                </a:moveTo>
                <a:lnTo>
                  <a:pt x="194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4" y="151"/>
                </a:moveTo>
                <a:lnTo>
                  <a:pt x="175" y="161"/>
                </a:lnTo>
                <a:lnTo>
                  <a:pt x="165" y="142"/>
                </a:lnTo>
                <a:lnTo>
                  <a:pt x="184" y="132"/>
                </a:lnTo>
                <a:lnTo>
                  <a:pt x="194" y="151"/>
                </a:lnTo>
                <a:moveTo>
                  <a:pt x="175" y="161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5" y="161"/>
                </a:lnTo>
                <a:moveTo>
                  <a:pt x="156" y="170"/>
                </a:moveTo>
                <a:lnTo>
                  <a:pt x="137" y="180"/>
                </a:lnTo>
                <a:lnTo>
                  <a:pt x="127" y="161"/>
                </a:lnTo>
                <a:lnTo>
                  <a:pt x="146" y="151"/>
                </a:lnTo>
                <a:lnTo>
                  <a:pt x="156" y="170"/>
                </a:lnTo>
                <a:moveTo>
                  <a:pt x="137" y="180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1"/>
                </a:lnTo>
                <a:lnTo>
                  <a:pt x="137" y="180"/>
                </a:lnTo>
                <a:moveTo>
                  <a:pt x="118" y="189"/>
                </a:moveTo>
                <a:lnTo>
                  <a:pt x="99" y="198"/>
                </a:lnTo>
                <a:lnTo>
                  <a:pt x="89" y="180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80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2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2" y="198"/>
                </a:lnTo>
                <a:lnTo>
                  <a:pt x="61" y="217"/>
                </a:lnTo>
                <a:moveTo>
                  <a:pt x="42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2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6"/>
                </a:lnTo>
                <a:lnTo>
                  <a:pt x="21" y="196"/>
                </a:lnTo>
                <a:lnTo>
                  <a:pt x="21" y="217"/>
                </a:lnTo>
                <a:lnTo>
                  <a:pt x="0" y="217"/>
                </a:lnTo>
                <a:moveTo>
                  <a:pt x="0" y="196"/>
                </a:moveTo>
                <a:lnTo>
                  <a:pt x="0" y="174"/>
                </a:lnTo>
                <a:lnTo>
                  <a:pt x="21" y="174"/>
                </a:lnTo>
                <a:lnTo>
                  <a:pt x="21" y="196"/>
                </a:lnTo>
                <a:lnTo>
                  <a:pt x="0" y="196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90"/>
                </a:lnTo>
                <a:lnTo>
                  <a:pt x="21" y="90"/>
                </a:lnTo>
                <a:lnTo>
                  <a:pt x="21" y="111"/>
                </a:lnTo>
                <a:lnTo>
                  <a:pt x="0" y="111"/>
                </a:lnTo>
                <a:moveTo>
                  <a:pt x="0" y="90"/>
                </a:moveTo>
                <a:lnTo>
                  <a:pt x="0" y="69"/>
                </a:lnTo>
                <a:lnTo>
                  <a:pt x="21" y="69"/>
                </a:lnTo>
                <a:lnTo>
                  <a:pt x="21" y="90"/>
                </a:lnTo>
                <a:lnTo>
                  <a:pt x="0" y="90"/>
                </a:lnTo>
                <a:moveTo>
                  <a:pt x="0" y="69"/>
                </a:moveTo>
                <a:lnTo>
                  <a:pt x="0" y="46"/>
                </a:lnTo>
                <a:lnTo>
                  <a:pt x="21" y="46"/>
                </a:lnTo>
                <a:lnTo>
                  <a:pt x="21" y="69"/>
                </a:lnTo>
                <a:lnTo>
                  <a:pt x="0" y="69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8"/>
                </a:lnTo>
                <a:lnTo>
                  <a:pt x="25" y="37"/>
                </a:lnTo>
                <a:lnTo>
                  <a:pt x="6" y="27"/>
                </a:lnTo>
                <a:lnTo>
                  <a:pt x="11" y="18"/>
                </a:lnTo>
                <a:lnTo>
                  <a:pt x="21" y="18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/>
          <p:nvPr/>
        </p:nvSpPr>
        <p:spPr>
          <a:xfrm>
            <a:off x="2639880" y="238104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2605680" y="2342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6"/>
                </a:moveTo>
                <a:lnTo>
                  <a:pt x="212" y="213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2597040" y="23367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4"/>
                </a:moveTo>
                <a:lnTo>
                  <a:pt x="67" y="134"/>
                </a:lnTo>
                <a:lnTo>
                  <a:pt x="58" y="152"/>
                </a:lnTo>
                <a:lnTo>
                  <a:pt x="39" y="143"/>
                </a:lnTo>
                <a:lnTo>
                  <a:pt x="48" y="124"/>
                </a:lnTo>
                <a:moveTo>
                  <a:pt x="67" y="134"/>
                </a:moveTo>
                <a:lnTo>
                  <a:pt x="86" y="143"/>
                </a:lnTo>
                <a:lnTo>
                  <a:pt x="77" y="162"/>
                </a:lnTo>
                <a:lnTo>
                  <a:pt x="58" y="152"/>
                </a:lnTo>
                <a:lnTo>
                  <a:pt x="67" y="134"/>
                </a:lnTo>
                <a:moveTo>
                  <a:pt x="86" y="143"/>
                </a:moveTo>
                <a:lnTo>
                  <a:pt x="105" y="152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2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2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0"/>
                </a:lnTo>
                <a:lnTo>
                  <a:pt x="236" y="230"/>
                </a:lnTo>
                <a:lnTo>
                  <a:pt x="226" y="230"/>
                </a:lnTo>
                <a:lnTo>
                  <a:pt x="226" y="213"/>
                </a:lnTo>
                <a:lnTo>
                  <a:pt x="247" y="213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3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3"/>
                </a:lnTo>
                <a:lnTo>
                  <a:pt x="226" y="213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8"/>
                </a:lnTo>
                <a:lnTo>
                  <a:pt x="247" y="128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8"/>
                </a:moveTo>
                <a:lnTo>
                  <a:pt x="226" y="107"/>
                </a:lnTo>
                <a:lnTo>
                  <a:pt x="247" y="107"/>
                </a:lnTo>
                <a:lnTo>
                  <a:pt x="247" y="128"/>
                </a:lnTo>
                <a:lnTo>
                  <a:pt x="226" y="128"/>
                </a:lnTo>
                <a:moveTo>
                  <a:pt x="226" y="107"/>
                </a:moveTo>
                <a:lnTo>
                  <a:pt x="226" y="86"/>
                </a:lnTo>
                <a:lnTo>
                  <a:pt x="247" y="86"/>
                </a:lnTo>
                <a:lnTo>
                  <a:pt x="247" y="107"/>
                </a:lnTo>
                <a:lnTo>
                  <a:pt x="226" y="107"/>
                </a:lnTo>
                <a:moveTo>
                  <a:pt x="226" y="86"/>
                </a:moveTo>
                <a:lnTo>
                  <a:pt x="226" y="64"/>
                </a:lnTo>
                <a:lnTo>
                  <a:pt x="247" y="64"/>
                </a:lnTo>
                <a:lnTo>
                  <a:pt x="247" y="86"/>
                </a:lnTo>
                <a:lnTo>
                  <a:pt x="226" y="86"/>
                </a:lnTo>
                <a:moveTo>
                  <a:pt x="226" y="64"/>
                </a:moveTo>
                <a:lnTo>
                  <a:pt x="226" y="43"/>
                </a:lnTo>
                <a:lnTo>
                  <a:pt x="247" y="43"/>
                </a:lnTo>
                <a:lnTo>
                  <a:pt x="247" y="64"/>
                </a:lnTo>
                <a:lnTo>
                  <a:pt x="226" y="64"/>
                </a:lnTo>
                <a:moveTo>
                  <a:pt x="226" y="43"/>
                </a:moveTo>
                <a:lnTo>
                  <a:pt x="226" y="22"/>
                </a:lnTo>
                <a:lnTo>
                  <a:pt x="247" y="22"/>
                </a:lnTo>
                <a:lnTo>
                  <a:pt x="247" y="43"/>
                </a:lnTo>
                <a:lnTo>
                  <a:pt x="226" y="43"/>
                </a:lnTo>
                <a:moveTo>
                  <a:pt x="226" y="22"/>
                </a:moveTo>
                <a:lnTo>
                  <a:pt x="226" y="18"/>
                </a:lnTo>
                <a:lnTo>
                  <a:pt x="236" y="18"/>
                </a:lnTo>
                <a:lnTo>
                  <a:pt x="241" y="28"/>
                </a:lnTo>
                <a:lnTo>
                  <a:pt x="226" y="35"/>
                </a:lnTo>
                <a:lnTo>
                  <a:pt x="216" y="17"/>
                </a:lnTo>
                <a:lnTo>
                  <a:pt x="247" y="0"/>
                </a:lnTo>
                <a:lnTo>
                  <a:pt x="247" y="22"/>
                </a:lnTo>
                <a:lnTo>
                  <a:pt x="226" y="22"/>
                </a:lnTo>
                <a:moveTo>
                  <a:pt x="226" y="35"/>
                </a:moveTo>
                <a:lnTo>
                  <a:pt x="207" y="45"/>
                </a:lnTo>
                <a:lnTo>
                  <a:pt x="197" y="26"/>
                </a:lnTo>
                <a:lnTo>
                  <a:pt x="216" y="17"/>
                </a:lnTo>
                <a:lnTo>
                  <a:pt x="226" y="35"/>
                </a:lnTo>
                <a:moveTo>
                  <a:pt x="207" y="45"/>
                </a:moveTo>
                <a:lnTo>
                  <a:pt x="188" y="54"/>
                </a:lnTo>
                <a:lnTo>
                  <a:pt x="178" y="35"/>
                </a:lnTo>
                <a:lnTo>
                  <a:pt x="197" y="26"/>
                </a:lnTo>
                <a:lnTo>
                  <a:pt x="207" y="45"/>
                </a:lnTo>
                <a:moveTo>
                  <a:pt x="188" y="54"/>
                </a:moveTo>
                <a:lnTo>
                  <a:pt x="169" y="64"/>
                </a:lnTo>
                <a:lnTo>
                  <a:pt x="159" y="45"/>
                </a:lnTo>
                <a:lnTo>
                  <a:pt x="178" y="35"/>
                </a:lnTo>
                <a:lnTo>
                  <a:pt x="188" y="54"/>
                </a:lnTo>
                <a:moveTo>
                  <a:pt x="169" y="64"/>
                </a:moveTo>
                <a:lnTo>
                  <a:pt x="150" y="73"/>
                </a:lnTo>
                <a:lnTo>
                  <a:pt x="140" y="54"/>
                </a:lnTo>
                <a:lnTo>
                  <a:pt x="159" y="45"/>
                </a:lnTo>
                <a:lnTo>
                  <a:pt x="169" y="64"/>
                </a:lnTo>
                <a:moveTo>
                  <a:pt x="150" y="73"/>
                </a:moveTo>
                <a:lnTo>
                  <a:pt x="131" y="83"/>
                </a:lnTo>
                <a:lnTo>
                  <a:pt x="122" y="64"/>
                </a:lnTo>
                <a:lnTo>
                  <a:pt x="140" y="54"/>
                </a:lnTo>
                <a:lnTo>
                  <a:pt x="150" y="73"/>
                </a:lnTo>
                <a:moveTo>
                  <a:pt x="131" y="83"/>
                </a:moveTo>
                <a:lnTo>
                  <a:pt x="112" y="92"/>
                </a:lnTo>
                <a:lnTo>
                  <a:pt x="103" y="73"/>
                </a:lnTo>
                <a:lnTo>
                  <a:pt x="122" y="64"/>
                </a:lnTo>
                <a:lnTo>
                  <a:pt x="131" y="83"/>
                </a:lnTo>
                <a:moveTo>
                  <a:pt x="112" y="92"/>
                </a:moveTo>
                <a:lnTo>
                  <a:pt x="93" y="102"/>
                </a:lnTo>
                <a:lnTo>
                  <a:pt x="84" y="83"/>
                </a:lnTo>
                <a:lnTo>
                  <a:pt x="103" y="73"/>
                </a:lnTo>
                <a:lnTo>
                  <a:pt x="112" y="92"/>
                </a:lnTo>
                <a:moveTo>
                  <a:pt x="93" y="102"/>
                </a:moveTo>
                <a:lnTo>
                  <a:pt x="74" y="111"/>
                </a:lnTo>
                <a:lnTo>
                  <a:pt x="65" y="92"/>
                </a:lnTo>
                <a:lnTo>
                  <a:pt x="84" y="83"/>
                </a:lnTo>
                <a:lnTo>
                  <a:pt x="93" y="102"/>
                </a:lnTo>
                <a:moveTo>
                  <a:pt x="74" y="111"/>
                </a:moveTo>
                <a:lnTo>
                  <a:pt x="55" y="121"/>
                </a:lnTo>
                <a:lnTo>
                  <a:pt x="46" y="102"/>
                </a:lnTo>
                <a:lnTo>
                  <a:pt x="65" y="92"/>
                </a:lnTo>
                <a:lnTo>
                  <a:pt x="74" y="111"/>
                </a:lnTo>
                <a:moveTo>
                  <a:pt x="55" y="121"/>
                </a:moveTo>
                <a:lnTo>
                  <a:pt x="36" y="130"/>
                </a:lnTo>
                <a:lnTo>
                  <a:pt x="27" y="111"/>
                </a:lnTo>
                <a:lnTo>
                  <a:pt x="46" y="102"/>
                </a:lnTo>
                <a:lnTo>
                  <a:pt x="55" y="121"/>
                </a:lnTo>
                <a:moveTo>
                  <a:pt x="36" y="130"/>
                </a:moveTo>
                <a:lnTo>
                  <a:pt x="29" y="134"/>
                </a:lnTo>
                <a:lnTo>
                  <a:pt x="25" y="124"/>
                </a:lnTo>
                <a:lnTo>
                  <a:pt x="29" y="115"/>
                </a:lnTo>
                <a:lnTo>
                  <a:pt x="48" y="124"/>
                </a:lnTo>
                <a:lnTo>
                  <a:pt x="39" y="143"/>
                </a:lnTo>
                <a:lnTo>
                  <a:pt x="0" y="124"/>
                </a:lnTo>
                <a:lnTo>
                  <a:pt x="27" y="111"/>
                </a:lnTo>
                <a:lnTo>
                  <a:pt x="36" y="1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/>
          <p:nvPr/>
        </p:nvSpPr>
        <p:spPr>
          <a:xfrm>
            <a:off x="4821120" y="2342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9" name=""/>
          <p:cNvSpPr/>
          <p:nvPr/>
        </p:nvSpPr>
        <p:spPr>
          <a:xfrm>
            <a:off x="4817160" y="23367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8"/>
                </a:moveTo>
                <a:lnTo>
                  <a:pt x="53" y="28"/>
                </a:lnTo>
                <a:lnTo>
                  <a:pt x="44" y="47"/>
                </a:lnTo>
                <a:lnTo>
                  <a:pt x="25" y="37"/>
                </a:lnTo>
                <a:lnTo>
                  <a:pt x="34" y="18"/>
                </a:lnTo>
                <a:moveTo>
                  <a:pt x="53" y="28"/>
                </a:moveTo>
                <a:lnTo>
                  <a:pt x="72" y="37"/>
                </a:lnTo>
                <a:lnTo>
                  <a:pt x="63" y="56"/>
                </a:lnTo>
                <a:lnTo>
                  <a:pt x="44" y="47"/>
                </a:lnTo>
                <a:lnTo>
                  <a:pt x="53" y="28"/>
                </a:lnTo>
                <a:moveTo>
                  <a:pt x="72" y="37"/>
                </a:moveTo>
                <a:lnTo>
                  <a:pt x="91" y="47"/>
                </a:lnTo>
                <a:lnTo>
                  <a:pt x="82" y="66"/>
                </a:lnTo>
                <a:lnTo>
                  <a:pt x="63" y="56"/>
                </a:lnTo>
                <a:lnTo>
                  <a:pt x="72" y="37"/>
                </a:lnTo>
                <a:moveTo>
                  <a:pt x="91" y="47"/>
                </a:moveTo>
                <a:lnTo>
                  <a:pt x="110" y="56"/>
                </a:lnTo>
                <a:lnTo>
                  <a:pt x="100" y="75"/>
                </a:lnTo>
                <a:lnTo>
                  <a:pt x="82" y="66"/>
                </a:lnTo>
                <a:lnTo>
                  <a:pt x="91" y="47"/>
                </a:lnTo>
                <a:moveTo>
                  <a:pt x="110" y="56"/>
                </a:moveTo>
                <a:lnTo>
                  <a:pt x="129" y="66"/>
                </a:lnTo>
                <a:lnTo>
                  <a:pt x="119" y="85"/>
                </a:lnTo>
                <a:lnTo>
                  <a:pt x="100" y="75"/>
                </a:lnTo>
                <a:lnTo>
                  <a:pt x="110" y="56"/>
                </a:lnTo>
                <a:moveTo>
                  <a:pt x="129" y="66"/>
                </a:moveTo>
                <a:lnTo>
                  <a:pt x="148" y="75"/>
                </a:lnTo>
                <a:lnTo>
                  <a:pt x="138" y="94"/>
                </a:lnTo>
                <a:lnTo>
                  <a:pt x="119" y="85"/>
                </a:lnTo>
                <a:lnTo>
                  <a:pt x="129" y="66"/>
                </a:lnTo>
                <a:moveTo>
                  <a:pt x="148" y="75"/>
                </a:moveTo>
                <a:lnTo>
                  <a:pt x="167" y="85"/>
                </a:lnTo>
                <a:lnTo>
                  <a:pt x="157" y="103"/>
                </a:lnTo>
                <a:lnTo>
                  <a:pt x="138" y="94"/>
                </a:lnTo>
                <a:lnTo>
                  <a:pt x="148" y="75"/>
                </a:lnTo>
                <a:moveTo>
                  <a:pt x="167" y="85"/>
                </a:moveTo>
                <a:lnTo>
                  <a:pt x="186" y="94"/>
                </a:lnTo>
                <a:lnTo>
                  <a:pt x="176" y="113"/>
                </a:lnTo>
                <a:lnTo>
                  <a:pt x="157" y="103"/>
                </a:lnTo>
                <a:lnTo>
                  <a:pt x="167" y="85"/>
                </a:lnTo>
                <a:moveTo>
                  <a:pt x="186" y="94"/>
                </a:moveTo>
                <a:lnTo>
                  <a:pt x="205" y="103"/>
                </a:lnTo>
                <a:lnTo>
                  <a:pt x="195" y="122"/>
                </a:lnTo>
                <a:lnTo>
                  <a:pt x="176" y="113"/>
                </a:lnTo>
                <a:lnTo>
                  <a:pt x="186" y="94"/>
                </a:lnTo>
                <a:moveTo>
                  <a:pt x="205" y="103"/>
                </a:moveTo>
                <a:lnTo>
                  <a:pt x="225" y="113"/>
                </a:lnTo>
                <a:lnTo>
                  <a:pt x="214" y="132"/>
                </a:lnTo>
                <a:lnTo>
                  <a:pt x="195" y="122"/>
                </a:lnTo>
                <a:lnTo>
                  <a:pt x="205" y="103"/>
                </a:lnTo>
                <a:moveTo>
                  <a:pt x="225" y="113"/>
                </a:moveTo>
                <a:lnTo>
                  <a:pt x="247" y="124"/>
                </a:lnTo>
                <a:lnTo>
                  <a:pt x="211" y="141"/>
                </a:lnTo>
                <a:lnTo>
                  <a:pt x="202" y="122"/>
                </a:lnTo>
                <a:lnTo>
                  <a:pt x="218" y="115"/>
                </a:lnTo>
                <a:lnTo>
                  <a:pt x="223" y="124"/>
                </a:lnTo>
                <a:lnTo>
                  <a:pt x="218" y="134"/>
                </a:lnTo>
                <a:lnTo>
                  <a:pt x="214" y="132"/>
                </a:lnTo>
                <a:lnTo>
                  <a:pt x="225" y="113"/>
                </a:lnTo>
                <a:moveTo>
                  <a:pt x="211" y="141"/>
                </a:moveTo>
                <a:lnTo>
                  <a:pt x="192" y="151"/>
                </a:lnTo>
                <a:lnTo>
                  <a:pt x="183" y="132"/>
                </a:lnTo>
                <a:lnTo>
                  <a:pt x="202" y="122"/>
                </a:lnTo>
                <a:lnTo>
                  <a:pt x="211" y="141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1"/>
                </a:lnTo>
                <a:lnTo>
                  <a:pt x="183" y="132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1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89"/>
                </a:lnTo>
                <a:lnTo>
                  <a:pt x="21" y="89"/>
                </a:lnTo>
                <a:lnTo>
                  <a:pt x="21" y="111"/>
                </a:lnTo>
                <a:lnTo>
                  <a:pt x="0" y="111"/>
                </a:lnTo>
                <a:moveTo>
                  <a:pt x="0" y="89"/>
                </a:moveTo>
                <a:lnTo>
                  <a:pt x="0" y="68"/>
                </a:lnTo>
                <a:lnTo>
                  <a:pt x="21" y="68"/>
                </a:lnTo>
                <a:lnTo>
                  <a:pt x="21" y="89"/>
                </a:lnTo>
                <a:lnTo>
                  <a:pt x="0" y="89"/>
                </a:lnTo>
                <a:moveTo>
                  <a:pt x="0" y="68"/>
                </a:moveTo>
                <a:lnTo>
                  <a:pt x="0" y="47"/>
                </a:lnTo>
                <a:lnTo>
                  <a:pt x="21" y="47"/>
                </a:lnTo>
                <a:lnTo>
                  <a:pt x="21" y="68"/>
                </a:lnTo>
                <a:lnTo>
                  <a:pt x="0" y="68"/>
                </a:lnTo>
                <a:moveTo>
                  <a:pt x="0" y="47"/>
                </a:moveTo>
                <a:lnTo>
                  <a:pt x="0" y="26"/>
                </a:lnTo>
                <a:lnTo>
                  <a:pt x="21" y="26"/>
                </a:lnTo>
                <a:lnTo>
                  <a:pt x="21" y="47"/>
                </a:lnTo>
                <a:lnTo>
                  <a:pt x="0" y="47"/>
                </a:lnTo>
                <a:moveTo>
                  <a:pt x="0" y="26"/>
                </a:moveTo>
                <a:lnTo>
                  <a:pt x="0" y="0"/>
                </a:lnTo>
                <a:lnTo>
                  <a:pt x="34" y="18"/>
                </a:lnTo>
                <a:lnTo>
                  <a:pt x="25" y="37"/>
                </a:lnTo>
                <a:lnTo>
                  <a:pt x="6" y="28"/>
                </a:lnTo>
                <a:lnTo>
                  <a:pt x="11" y="18"/>
                </a:lnTo>
                <a:lnTo>
                  <a:pt x="21" y="18"/>
                </a:lnTo>
                <a:lnTo>
                  <a:pt x="21" y="26"/>
                </a:lnTo>
                <a:lnTo>
                  <a:pt x="0" y="2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2168640" y="2653920"/>
            <a:ext cx="3161160" cy="718200"/>
          </a:xfrm>
          <a:custGeom>
            <a:avLst/>
            <a:gdLst/>
            <a:ahLst/>
            <a:rect l="0" t="0" r="r" b="b"/>
            <a:pathLst>
              <a:path fill="none" w="8781" h="1995">
                <a:moveTo>
                  <a:pt x="0" y="0"/>
                </a:moveTo>
                <a:lnTo>
                  <a:pt x="732" y="332"/>
                </a:lnTo>
                <a:cubicBezTo>
                  <a:pt x="1464" y="665"/>
                  <a:pt x="2927" y="1329"/>
                  <a:pt x="4391" y="1662"/>
                </a:cubicBezTo>
                <a:cubicBezTo>
                  <a:pt x="5854" y="1995"/>
                  <a:pt x="7318" y="1995"/>
                  <a:pt x="8050" y="1995"/>
                </a:cubicBezTo>
                <a:lnTo>
                  <a:pt x="8781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2137320" y="263664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2129760" y="263268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30"/>
                </a:moveTo>
                <a:lnTo>
                  <a:pt x="56" y="46"/>
                </a:lnTo>
                <a:lnTo>
                  <a:pt x="40" y="59"/>
                </a:lnTo>
                <a:lnTo>
                  <a:pt x="26" y="43"/>
                </a:lnTo>
                <a:lnTo>
                  <a:pt x="43" y="30"/>
                </a:lnTo>
                <a:moveTo>
                  <a:pt x="56" y="46"/>
                </a:moveTo>
                <a:lnTo>
                  <a:pt x="70" y="63"/>
                </a:lnTo>
                <a:lnTo>
                  <a:pt x="53" y="76"/>
                </a:lnTo>
                <a:lnTo>
                  <a:pt x="40" y="59"/>
                </a:lnTo>
                <a:lnTo>
                  <a:pt x="56" y="46"/>
                </a:lnTo>
                <a:moveTo>
                  <a:pt x="70" y="63"/>
                </a:moveTo>
                <a:lnTo>
                  <a:pt x="83" y="79"/>
                </a:lnTo>
                <a:lnTo>
                  <a:pt x="66" y="92"/>
                </a:lnTo>
                <a:lnTo>
                  <a:pt x="53" y="76"/>
                </a:lnTo>
                <a:lnTo>
                  <a:pt x="70" y="63"/>
                </a:lnTo>
                <a:moveTo>
                  <a:pt x="83" y="79"/>
                </a:moveTo>
                <a:lnTo>
                  <a:pt x="96" y="95"/>
                </a:lnTo>
                <a:lnTo>
                  <a:pt x="80" y="109"/>
                </a:lnTo>
                <a:lnTo>
                  <a:pt x="66" y="92"/>
                </a:lnTo>
                <a:lnTo>
                  <a:pt x="83" y="79"/>
                </a:lnTo>
                <a:moveTo>
                  <a:pt x="96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9"/>
                </a:lnTo>
                <a:lnTo>
                  <a:pt x="96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6" y="142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6" y="142"/>
                </a:lnTo>
                <a:lnTo>
                  <a:pt x="123" y="128"/>
                </a:lnTo>
                <a:moveTo>
                  <a:pt x="136" y="145"/>
                </a:moveTo>
                <a:lnTo>
                  <a:pt x="149" y="162"/>
                </a:lnTo>
                <a:lnTo>
                  <a:pt x="133" y="176"/>
                </a:lnTo>
                <a:lnTo>
                  <a:pt x="120" y="159"/>
                </a:lnTo>
                <a:lnTo>
                  <a:pt x="136" y="145"/>
                </a:lnTo>
                <a:moveTo>
                  <a:pt x="149" y="162"/>
                </a:moveTo>
                <a:lnTo>
                  <a:pt x="163" y="179"/>
                </a:lnTo>
                <a:lnTo>
                  <a:pt x="146" y="192"/>
                </a:lnTo>
                <a:lnTo>
                  <a:pt x="133" y="176"/>
                </a:lnTo>
                <a:lnTo>
                  <a:pt x="149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5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5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5"/>
                </a:lnTo>
                <a:moveTo>
                  <a:pt x="177" y="165"/>
                </a:moveTo>
                <a:lnTo>
                  <a:pt x="185" y="145"/>
                </a:lnTo>
                <a:lnTo>
                  <a:pt x="205" y="154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5"/>
                </a:moveTo>
                <a:lnTo>
                  <a:pt x="194" y="126"/>
                </a:lnTo>
                <a:lnTo>
                  <a:pt x="213" y="134"/>
                </a:lnTo>
                <a:lnTo>
                  <a:pt x="205" y="154"/>
                </a:lnTo>
                <a:lnTo>
                  <a:pt x="185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2" y="115"/>
                </a:lnTo>
                <a:lnTo>
                  <a:pt x="213" y="134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2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0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0" y="68"/>
                </a:moveTo>
                <a:lnTo>
                  <a:pt x="229" y="49"/>
                </a:lnTo>
                <a:lnTo>
                  <a:pt x="248" y="57"/>
                </a:lnTo>
                <a:lnTo>
                  <a:pt x="240" y="77"/>
                </a:lnTo>
                <a:lnTo>
                  <a:pt x="220" y="68"/>
                </a:lnTo>
                <a:moveTo>
                  <a:pt x="229" y="49"/>
                </a:moveTo>
                <a:lnTo>
                  <a:pt x="238" y="29"/>
                </a:lnTo>
                <a:lnTo>
                  <a:pt x="258" y="38"/>
                </a:lnTo>
                <a:lnTo>
                  <a:pt x="248" y="57"/>
                </a:lnTo>
                <a:lnTo>
                  <a:pt x="229" y="49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7"/>
                </a:lnTo>
                <a:lnTo>
                  <a:pt x="259" y="11"/>
                </a:lnTo>
                <a:lnTo>
                  <a:pt x="259" y="22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7" y="25"/>
                </a:moveTo>
                <a:lnTo>
                  <a:pt x="156" y="25"/>
                </a:lnTo>
                <a:lnTo>
                  <a:pt x="155" y="4"/>
                </a:lnTo>
                <a:lnTo>
                  <a:pt x="177" y="3"/>
                </a:lnTo>
                <a:lnTo>
                  <a:pt x="177" y="25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7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9"/>
                </a:lnTo>
                <a:lnTo>
                  <a:pt x="71" y="7"/>
                </a:lnTo>
                <a:lnTo>
                  <a:pt x="92" y="7"/>
                </a:lnTo>
                <a:lnTo>
                  <a:pt x="93" y="28"/>
                </a:lnTo>
                <a:moveTo>
                  <a:pt x="72" y="29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9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0"/>
                </a:lnTo>
                <a:lnTo>
                  <a:pt x="21" y="20"/>
                </a:lnTo>
                <a:lnTo>
                  <a:pt x="30" y="13"/>
                </a:lnTo>
                <a:lnTo>
                  <a:pt x="43" y="30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5291640" y="3333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5287680" y="3327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9" y="93"/>
                </a:lnTo>
                <a:lnTo>
                  <a:pt x="119" y="83"/>
                </a:lnTo>
                <a:lnTo>
                  <a:pt x="129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49"/>
                </a:lnTo>
                <a:lnTo>
                  <a:pt x="184" y="131"/>
                </a:lnTo>
                <a:lnTo>
                  <a:pt x="203" y="121"/>
                </a:lnTo>
                <a:lnTo>
                  <a:pt x="212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8"/>
                </a:lnTo>
                <a:lnTo>
                  <a:pt x="126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8"/>
                </a:moveTo>
                <a:lnTo>
                  <a:pt x="117" y="187"/>
                </a:lnTo>
                <a:lnTo>
                  <a:pt x="107" y="168"/>
                </a:lnTo>
                <a:lnTo>
                  <a:pt x="126" y="159"/>
                </a:lnTo>
                <a:lnTo>
                  <a:pt x="137" y="178"/>
                </a:lnTo>
                <a:moveTo>
                  <a:pt x="117" y="187"/>
                </a:moveTo>
                <a:lnTo>
                  <a:pt x="98" y="198"/>
                </a:lnTo>
                <a:lnTo>
                  <a:pt x="88" y="178"/>
                </a:lnTo>
                <a:lnTo>
                  <a:pt x="107" y="168"/>
                </a:lnTo>
                <a:lnTo>
                  <a:pt x="117" y="187"/>
                </a:lnTo>
                <a:moveTo>
                  <a:pt x="98" y="198"/>
                </a:moveTo>
                <a:lnTo>
                  <a:pt x="79" y="207"/>
                </a:lnTo>
                <a:lnTo>
                  <a:pt x="69" y="187"/>
                </a:lnTo>
                <a:lnTo>
                  <a:pt x="88" y="178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7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3"/>
                </a:lnTo>
                <a:lnTo>
                  <a:pt x="21" y="173"/>
                </a:lnTo>
                <a:lnTo>
                  <a:pt x="21" y="195"/>
                </a:lnTo>
                <a:lnTo>
                  <a:pt x="0" y="195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0"/>
                </a:lnTo>
                <a:lnTo>
                  <a:pt x="21" y="130"/>
                </a:lnTo>
                <a:lnTo>
                  <a:pt x="21" y="152"/>
                </a:lnTo>
                <a:lnTo>
                  <a:pt x="0" y="152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/>
          <p:nvPr/>
        </p:nvSpPr>
        <p:spPr>
          <a:xfrm>
            <a:off x="2968200" y="11617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6" name=""/>
          <p:cNvSpPr/>
          <p:nvPr/>
        </p:nvSpPr>
        <p:spPr>
          <a:xfrm>
            <a:off x="2968200" y="11617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457200" y="87552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2968200" y="11826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2840040" y="215244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/>
          <p:nvPr/>
        </p:nvSpPr>
        <p:spPr>
          <a:xfrm>
            <a:off x="2840040" y="215244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 txBox="1"/>
          <p:nvPr/>
        </p:nvSpPr>
        <p:spPr>
          <a:xfrm>
            <a:off x="3345120" y="141120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2944080" y="217332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2968200" y="31431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2968200" y="31431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2840040" y="240192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 txBox="1"/>
          <p:nvPr/>
        </p:nvSpPr>
        <p:spPr>
          <a:xfrm>
            <a:off x="2968200" y="31636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533160" y="212400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/>
          <p:nvPr/>
        </p:nvSpPr>
        <p:spPr>
          <a:xfrm>
            <a:off x="533160" y="212400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3225240" y="339228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5050800" y="113328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1" name=""/>
          <p:cNvSpPr/>
          <p:nvPr/>
        </p:nvSpPr>
        <p:spPr>
          <a:xfrm>
            <a:off x="5050800" y="113328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 txBox="1"/>
          <p:nvPr/>
        </p:nvSpPr>
        <p:spPr>
          <a:xfrm>
            <a:off x="819000" y="228744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/>
          <p:nvPr/>
        </p:nvSpPr>
        <p:spPr>
          <a:xfrm>
            <a:off x="4897080" y="212400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4897080" y="212400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5337000" y="129672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/>
          <p:nvPr/>
        </p:nvSpPr>
        <p:spPr>
          <a:xfrm>
            <a:off x="5367600" y="311436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5367600" y="311436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5182920" y="228744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485640" y="3819240"/>
            <a:ext cx="3953160" cy="1124280"/>
          </a:xfrm>
          <a:custGeom>
            <a:avLst/>
            <a:gdLst/>
            <a:ahLst/>
            <a:rect l="0" t="0" r="r" b="b"/>
            <a:pathLst>
              <a:path w="10981" h="3123">
                <a:moveTo>
                  <a:pt x="0" y="2912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0769" y="0"/>
                </a:lnTo>
                <a:cubicBezTo>
                  <a:pt x="10783" y="0"/>
                  <a:pt x="10797" y="2"/>
                  <a:pt x="10811" y="4"/>
                </a:cubicBezTo>
                <a:cubicBezTo>
                  <a:pt x="10824" y="7"/>
                  <a:pt x="10838" y="11"/>
                  <a:pt x="10850" y="16"/>
                </a:cubicBezTo>
                <a:cubicBezTo>
                  <a:pt x="10863" y="22"/>
                  <a:pt x="10875" y="28"/>
                  <a:pt x="10887" y="36"/>
                </a:cubicBezTo>
                <a:cubicBezTo>
                  <a:pt x="10899" y="44"/>
                  <a:pt x="10909" y="52"/>
                  <a:pt x="10919" y="62"/>
                </a:cubicBezTo>
                <a:cubicBezTo>
                  <a:pt x="10929" y="72"/>
                  <a:pt x="10938" y="83"/>
                  <a:pt x="10945" y="94"/>
                </a:cubicBezTo>
                <a:cubicBezTo>
                  <a:pt x="10953" y="106"/>
                  <a:pt x="10960" y="118"/>
                  <a:pt x="10965" y="131"/>
                </a:cubicBezTo>
                <a:cubicBezTo>
                  <a:pt x="10970" y="144"/>
                  <a:pt x="10974" y="157"/>
                  <a:pt x="10977" y="171"/>
                </a:cubicBezTo>
                <a:cubicBezTo>
                  <a:pt x="10980" y="184"/>
                  <a:pt x="10981" y="198"/>
                  <a:pt x="10981" y="212"/>
                </a:cubicBezTo>
                <a:lnTo>
                  <a:pt x="10981" y="2912"/>
                </a:lnTo>
                <a:cubicBezTo>
                  <a:pt x="10981" y="2926"/>
                  <a:pt x="10980" y="2939"/>
                  <a:pt x="10977" y="2953"/>
                </a:cubicBezTo>
                <a:cubicBezTo>
                  <a:pt x="10974" y="2967"/>
                  <a:pt x="10970" y="2980"/>
                  <a:pt x="10965" y="2993"/>
                </a:cubicBezTo>
                <a:cubicBezTo>
                  <a:pt x="10960" y="3006"/>
                  <a:pt x="10953" y="3018"/>
                  <a:pt x="10945" y="3029"/>
                </a:cubicBezTo>
                <a:cubicBezTo>
                  <a:pt x="10938" y="3041"/>
                  <a:pt x="10929" y="3052"/>
                  <a:pt x="10919" y="3061"/>
                </a:cubicBezTo>
                <a:cubicBezTo>
                  <a:pt x="10909" y="3071"/>
                  <a:pt x="10899" y="3080"/>
                  <a:pt x="10887" y="3088"/>
                </a:cubicBezTo>
                <a:cubicBezTo>
                  <a:pt x="10875" y="3095"/>
                  <a:pt x="10863" y="3102"/>
                  <a:pt x="10850" y="3107"/>
                </a:cubicBezTo>
                <a:cubicBezTo>
                  <a:pt x="10838" y="3113"/>
                  <a:pt x="10824" y="3117"/>
                  <a:pt x="10811" y="3119"/>
                </a:cubicBezTo>
                <a:cubicBezTo>
                  <a:pt x="10797" y="3122"/>
                  <a:pt x="10783" y="3123"/>
                  <a:pt x="10769" y="3123"/>
                </a:cubicBezTo>
                <a:lnTo>
                  <a:pt x="132" y="3123"/>
                </a:lnTo>
                <a:cubicBezTo>
                  <a:pt x="123" y="3123"/>
                  <a:pt x="115" y="3122"/>
                  <a:pt x="106" y="3119"/>
                </a:cubicBezTo>
                <a:cubicBezTo>
                  <a:pt x="98" y="3117"/>
                  <a:pt x="90" y="3113"/>
                  <a:pt x="82" y="3107"/>
                </a:cubicBezTo>
                <a:cubicBezTo>
                  <a:pt x="74" y="3102"/>
                  <a:pt x="66" y="3095"/>
                  <a:pt x="59" y="3088"/>
                </a:cubicBezTo>
                <a:cubicBezTo>
                  <a:pt x="51" y="3080"/>
                  <a:pt x="45" y="3071"/>
                  <a:pt x="39" y="3061"/>
                </a:cubicBezTo>
                <a:cubicBezTo>
                  <a:pt x="32" y="3052"/>
                  <a:pt x="27" y="3041"/>
                  <a:pt x="22" y="3029"/>
                </a:cubicBezTo>
                <a:cubicBezTo>
                  <a:pt x="17" y="3018"/>
                  <a:pt x="13" y="3006"/>
                  <a:pt x="10" y="2993"/>
                </a:cubicBezTo>
                <a:cubicBezTo>
                  <a:pt x="7" y="2980"/>
                  <a:pt x="4" y="2967"/>
                  <a:pt x="2" y="2953"/>
                </a:cubicBezTo>
                <a:cubicBezTo>
                  <a:pt x="1" y="2939"/>
                  <a:pt x="0" y="2926"/>
                  <a:pt x="0" y="29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/>
          <p:nvPr/>
        </p:nvSpPr>
        <p:spPr>
          <a:xfrm>
            <a:off x="456840" y="3819240"/>
            <a:ext cx="3981960" cy="1124280"/>
          </a:xfrm>
          <a:custGeom>
            <a:avLst/>
            <a:gdLst/>
            <a:ahLst/>
            <a:rect l="0" t="0" r="r" b="b"/>
            <a:pathLst>
              <a:path w="11061" h="3123">
                <a:moveTo>
                  <a:pt x="0" y="0"/>
                </a:moveTo>
                <a:lnTo>
                  <a:pt x="11061" y="0"/>
                </a:lnTo>
                <a:lnTo>
                  <a:pt x="1106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 txBox="1"/>
          <p:nvPr/>
        </p:nvSpPr>
        <p:spPr>
          <a:xfrm>
            <a:off x="5653440" y="327816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681840" y="3966840"/>
            <a:ext cx="1555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Spoor, geen draad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 txBox="1"/>
          <p:nvPr/>
        </p:nvSpPr>
        <p:spPr>
          <a:xfrm>
            <a:off x="681840" y="4232160"/>
            <a:ext cx="3955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Per instelling en per leverancier opnieuw bedacht is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 txBox="1"/>
          <p:nvPr/>
        </p:nvSpPr>
        <p:spPr>
          <a:xfrm>
            <a:off x="681840" y="4432320"/>
            <a:ext cx="3560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draad. Met een afspraak eronder is het spoor waar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4590720" y="3819240"/>
            <a:ext cx="3953520" cy="1124280"/>
          </a:xfrm>
          <a:custGeom>
            <a:avLst/>
            <a:gdLst/>
            <a:ahLst/>
            <a:rect l="0" t="0" r="r" b="b"/>
            <a:pathLst>
              <a:path w="10982" h="3123">
                <a:moveTo>
                  <a:pt x="0" y="2912"/>
                </a:moveTo>
                <a:lnTo>
                  <a:pt x="0" y="212"/>
                </a:lnTo>
                <a:cubicBezTo>
                  <a:pt x="0" y="198"/>
                  <a:pt x="1" y="184"/>
                  <a:pt x="3" y="171"/>
                </a:cubicBezTo>
                <a:cubicBezTo>
                  <a:pt x="5" y="157"/>
                  <a:pt x="7" y="144"/>
                  <a:pt x="10" y="131"/>
                </a:cubicBezTo>
                <a:cubicBezTo>
                  <a:pt x="14" y="118"/>
                  <a:pt x="18" y="106"/>
                  <a:pt x="23" y="94"/>
                </a:cubicBezTo>
                <a:cubicBezTo>
                  <a:pt x="28" y="83"/>
                  <a:pt x="33" y="72"/>
                  <a:pt x="39" y="62"/>
                </a:cubicBezTo>
                <a:cubicBezTo>
                  <a:pt x="45" y="52"/>
                  <a:pt x="52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7" y="4"/>
                </a:cubicBezTo>
                <a:cubicBezTo>
                  <a:pt x="115" y="2"/>
                  <a:pt x="124" y="0"/>
                  <a:pt x="133" y="0"/>
                </a:cubicBezTo>
                <a:lnTo>
                  <a:pt x="10770" y="0"/>
                </a:lnTo>
                <a:cubicBezTo>
                  <a:pt x="10784" y="0"/>
                  <a:pt x="10798" y="2"/>
                  <a:pt x="10811" y="4"/>
                </a:cubicBezTo>
                <a:cubicBezTo>
                  <a:pt x="10825" y="7"/>
                  <a:pt x="10838" y="11"/>
                  <a:pt x="10851" y="16"/>
                </a:cubicBezTo>
                <a:cubicBezTo>
                  <a:pt x="10864" y="22"/>
                  <a:pt x="10876" y="28"/>
                  <a:pt x="10888" y="36"/>
                </a:cubicBezTo>
                <a:cubicBezTo>
                  <a:pt x="10899" y="44"/>
                  <a:pt x="10910" y="52"/>
                  <a:pt x="10920" y="62"/>
                </a:cubicBezTo>
                <a:cubicBezTo>
                  <a:pt x="10929" y="72"/>
                  <a:pt x="10938" y="83"/>
                  <a:pt x="10946" y="94"/>
                </a:cubicBezTo>
                <a:cubicBezTo>
                  <a:pt x="10954" y="106"/>
                  <a:pt x="10960" y="118"/>
                  <a:pt x="10966" y="131"/>
                </a:cubicBezTo>
                <a:cubicBezTo>
                  <a:pt x="10971" y="144"/>
                  <a:pt x="10975" y="157"/>
                  <a:pt x="10978" y="171"/>
                </a:cubicBezTo>
                <a:cubicBezTo>
                  <a:pt x="10980" y="184"/>
                  <a:pt x="10982" y="198"/>
                  <a:pt x="10982" y="212"/>
                </a:cubicBezTo>
                <a:lnTo>
                  <a:pt x="10982" y="2912"/>
                </a:lnTo>
                <a:cubicBezTo>
                  <a:pt x="10982" y="2926"/>
                  <a:pt x="10980" y="2939"/>
                  <a:pt x="10978" y="2953"/>
                </a:cubicBezTo>
                <a:cubicBezTo>
                  <a:pt x="10975" y="2967"/>
                  <a:pt x="10971" y="2980"/>
                  <a:pt x="10966" y="2993"/>
                </a:cubicBezTo>
                <a:cubicBezTo>
                  <a:pt x="10960" y="3006"/>
                  <a:pt x="10954" y="3018"/>
                  <a:pt x="10946" y="3029"/>
                </a:cubicBezTo>
                <a:cubicBezTo>
                  <a:pt x="10938" y="3041"/>
                  <a:pt x="10929" y="3052"/>
                  <a:pt x="10920" y="3061"/>
                </a:cubicBezTo>
                <a:cubicBezTo>
                  <a:pt x="10910" y="3071"/>
                  <a:pt x="10899" y="3080"/>
                  <a:pt x="10888" y="3088"/>
                </a:cubicBezTo>
                <a:cubicBezTo>
                  <a:pt x="10876" y="3095"/>
                  <a:pt x="10864" y="3102"/>
                  <a:pt x="10851" y="3107"/>
                </a:cubicBezTo>
                <a:cubicBezTo>
                  <a:pt x="10838" y="3113"/>
                  <a:pt x="10825" y="3117"/>
                  <a:pt x="10811" y="3119"/>
                </a:cubicBezTo>
                <a:cubicBezTo>
                  <a:pt x="10798" y="3122"/>
                  <a:pt x="10784" y="3123"/>
                  <a:pt x="10770" y="3123"/>
                </a:cubicBezTo>
                <a:lnTo>
                  <a:pt x="133" y="3123"/>
                </a:lnTo>
                <a:cubicBezTo>
                  <a:pt x="124" y="3123"/>
                  <a:pt x="115" y="3122"/>
                  <a:pt x="107" y="3119"/>
                </a:cubicBezTo>
                <a:cubicBezTo>
                  <a:pt x="98" y="3117"/>
                  <a:pt x="90" y="3113"/>
                  <a:pt x="82" y="3107"/>
                </a:cubicBezTo>
                <a:cubicBezTo>
                  <a:pt x="74" y="3102"/>
                  <a:pt x="66" y="3095"/>
                  <a:pt x="59" y="3088"/>
                </a:cubicBezTo>
                <a:cubicBezTo>
                  <a:pt x="52" y="3080"/>
                  <a:pt x="45" y="3071"/>
                  <a:pt x="39" y="3061"/>
                </a:cubicBezTo>
                <a:cubicBezTo>
                  <a:pt x="33" y="3052"/>
                  <a:pt x="28" y="3041"/>
                  <a:pt x="23" y="3029"/>
                </a:cubicBezTo>
                <a:cubicBezTo>
                  <a:pt x="18" y="3018"/>
                  <a:pt x="14" y="3006"/>
                  <a:pt x="10" y="2993"/>
                </a:cubicBezTo>
                <a:cubicBezTo>
                  <a:pt x="7" y="2980"/>
                  <a:pt x="5" y="2967"/>
                  <a:pt x="3" y="2953"/>
                </a:cubicBezTo>
                <a:cubicBezTo>
                  <a:pt x="1" y="2939"/>
                  <a:pt x="0" y="2926"/>
                  <a:pt x="0" y="291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4562280" y="3819240"/>
            <a:ext cx="3981960" cy="1124280"/>
          </a:xfrm>
          <a:custGeom>
            <a:avLst/>
            <a:gdLst/>
            <a:ahLst/>
            <a:rect l="0" t="0" r="r" b="b"/>
            <a:pathLst>
              <a:path w="11061" h="3123">
                <a:moveTo>
                  <a:pt x="0" y="0"/>
                </a:moveTo>
                <a:lnTo>
                  <a:pt x="11061" y="0"/>
                </a:lnTo>
                <a:lnTo>
                  <a:pt x="1106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 txBox="1"/>
          <p:nvPr/>
        </p:nvSpPr>
        <p:spPr>
          <a:xfrm>
            <a:off x="681840" y="4632480"/>
            <a:ext cx="408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iedereen op aansluit, en mag veranderen wat erover rijdt.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 txBox="1"/>
          <p:nvPr/>
        </p:nvSpPr>
        <p:spPr>
          <a:xfrm>
            <a:off x="4784400" y="3966840"/>
            <a:ext cx="16635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e8912b"/>
                </a:solidFill>
                <a:latin typeface="Arial"/>
                <a:ea typeface="Arial"/>
              </a:rPr>
              <a:t>En daar leeft AI van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 txBox="1"/>
          <p:nvPr/>
        </p:nvSpPr>
        <p:spPr>
          <a:xfrm>
            <a:off x="4784400" y="4232160"/>
            <a:ext cx="3571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agent verzint geen betekenis, die leest wat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 txBox="1"/>
          <p:nvPr/>
        </p:nvSpPr>
        <p:spPr>
          <a:xfrm>
            <a:off x="4784400" y="4432320"/>
            <a:ext cx="3665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systemen aanleveren. Rommel erin is rommel eruit.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88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0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634320" y="4109400"/>
            <a:ext cx="90302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De agent moet bij die informatie kunnen en weten wat ze betekent. Het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 txBox="1"/>
          <p:nvPr/>
        </p:nvSpPr>
        <p:spPr>
          <a:xfrm>
            <a:off x="634320" y="4338000"/>
            <a:ext cx="3925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eerste is een koppeling. Het tweede is een afspraak.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49" name=""/>
          <p:cNvSpPr/>
          <p:nvPr/>
        </p:nvSpPr>
        <p:spPr>
          <a:xfrm>
            <a:off x="456840" y="1866600"/>
            <a:ext cx="2743560" cy="314640"/>
          </a:xfrm>
          <a:custGeom>
            <a:avLst/>
            <a:gdLst/>
            <a:ahLst/>
            <a:rect l="0" t="0" r="r" b="b"/>
            <a:pathLst>
              <a:path w="7621" h="874">
                <a:moveTo>
                  <a:pt x="0" y="0"/>
                </a:moveTo>
                <a:lnTo>
                  <a:pt x="7621" y="0"/>
                </a:lnTo>
                <a:lnTo>
                  <a:pt x="7621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3200040" y="1866600"/>
            <a:ext cx="5172480" cy="314640"/>
          </a:xfrm>
          <a:custGeom>
            <a:avLst/>
            <a:gdLst/>
            <a:ahLst/>
            <a:rect l="0" t="0" r="r" b="b"/>
            <a:pathLst>
              <a:path w="14368" h="874">
                <a:moveTo>
                  <a:pt x="0" y="0"/>
                </a:moveTo>
                <a:lnTo>
                  <a:pt x="14368" y="0"/>
                </a:lnTo>
                <a:lnTo>
                  <a:pt x="1436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/>
          <p:nvPr/>
        </p:nvSpPr>
        <p:spPr>
          <a:xfrm>
            <a:off x="456840" y="2171520"/>
            <a:ext cx="2743560" cy="19440"/>
          </a:xfrm>
          <a:custGeom>
            <a:avLst/>
            <a:gdLst/>
            <a:ahLst/>
            <a:rect l="0" t="0" r="r" b="b"/>
            <a:pathLst>
              <a:path w="7621" h="54">
                <a:moveTo>
                  <a:pt x="0" y="0"/>
                </a:moveTo>
                <a:lnTo>
                  <a:pt x="7621" y="0"/>
                </a:lnTo>
                <a:lnTo>
                  <a:pt x="7621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/>
          <p:nvPr/>
        </p:nvSpPr>
        <p:spPr>
          <a:xfrm>
            <a:off x="3200040" y="2171520"/>
            <a:ext cx="5172480" cy="19440"/>
          </a:xfrm>
          <a:custGeom>
            <a:avLst/>
            <a:gdLst/>
            <a:ahLst/>
            <a:rect l="0" t="0" r="r" b="b"/>
            <a:pathLst>
              <a:path w="14368" h="54">
                <a:moveTo>
                  <a:pt x="0" y="0"/>
                </a:moveTo>
                <a:lnTo>
                  <a:pt x="14368" y="0"/>
                </a:lnTo>
                <a:lnTo>
                  <a:pt x="1436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/>
          <p:nvPr/>
        </p:nvSpPr>
        <p:spPr>
          <a:xfrm>
            <a:off x="456840" y="275256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4" name=""/>
          <p:cNvSpPr/>
          <p:nvPr/>
        </p:nvSpPr>
        <p:spPr>
          <a:xfrm>
            <a:off x="3200040" y="2752560"/>
            <a:ext cx="5172480" cy="9720"/>
          </a:xfrm>
          <a:custGeom>
            <a:avLst/>
            <a:gdLst/>
            <a:ahLst/>
            <a:rect l="0" t="0" r="r" b="b"/>
            <a:pathLst>
              <a:path w="14368" h="27">
                <a:moveTo>
                  <a:pt x="0" y="0"/>
                </a:moveTo>
                <a:lnTo>
                  <a:pt x="14368" y="0"/>
                </a:lnTo>
                <a:lnTo>
                  <a:pt x="143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5" name=""/>
          <p:cNvSpPr/>
          <p:nvPr/>
        </p:nvSpPr>
        <p:spPr>
          <a:xfrm>
            <a:off x="456840" y="310500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6" name=""/>
          <p:cNvSpPr/>
          <p:nvPr/>
        </p:nvSpPr>
        <p:spPr>
          <a:xfrm>
            <a:off x="3200040" y="3105000"/>
            <a:ext cx="5172480" cy="9720"/>
          </a:xfrm>
          <a:custGeom>
            <a:avLst/>
            <a:gdLst/>
            <a:ahLst/>
            <a:rect l="0" t="0" r="r" b="b"/>
            <a:pathLst>
              <a:path w="14368" h="27">
                <a:moveTo>
                  <a:pt x="0" y="0"/>
                </a:moveTo>
                <a:lnTo>
                  <a:pt x="14368" y="0"/>
                </a:lnTo>
                <a:lnTo>
                  <a:pt x="143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7" name=""/>
          <p:cNvSpPr/>
          <p:nvPr/>
        </p:nvSpPr>
        <p:spPr>
          <a:xfrm>
            <a:off x="456840" y="36763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/>
          <p:nvPr/>
        </p:nvSpPr>
        <p:spPr>
          <a:xfrm>
            <a:off x="3200040" y="3676320"/>
            <a:ext cx="5172480" cy="10080"/>
          </a:xfrm>
          <a:custGeom>
            <a:avLst/>
            <a:gdLst/>
            <a:ahLst/>
            <a:rect l="0" t="0" r="r" b="b"/>
            <a:pathLst>
              <a:path w="14368" h="28">
                <a:moveTo>
                  <a:pt x="0" y="0"/>
                </a:moveTo>
                <a:lnTo>
                  <a:pt x="14368" y="0"/>
                </a:lnTo>
                <a:lnTo>
                  <a:pt x="143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 txBox="1"/>
          <p:nvPr/>
        </p:nvSpPr>
        <p:spPr>
          <a:xfrm>
            <a:off x="439920" y="1224720"/>
            <a:ext cx="2309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Drie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563760" y="195552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 txBox="1"/>
          <p:nvPr/>
        </p:nvSpPr>
        <p:spPr>
          <a:xfrm>
            <a:off x="3306960" y="1955520"/>
            <a:ext cx="1675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DIE VANDAAN KOMT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563760" y="2265840"/>
            <a:ext cx="2307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Voortbouwen op wie ons voor is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3306960" y="2265840"/>
            <a:ext cx="5709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Andere sectoren zijn verder, hun keuzes zijn over te nemen in plaats van uit 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3306960" y="2485080"/>
            <a:ext cx="48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vinden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 txBox="1"/>
          <p:nvPr/>
        </p:nvSpPr>
        <p:spPr>
          <a:xfrm>
            <a:off x="563760" y="2837520"/>
            <a:ext cx="2475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Tempo dat de sector kan bijbenen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 txBox="1"/>
          <p:nvPr/>
        </p:nvSpPr>
        <p:spPr>
          <a:xfrm>
            <a:off x="3306960" y="2837520"/>
            <a:ext cx="4537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Twee releases in twee weken, mediaan negen dagen per issue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 txBox="1"/>
          <p:nvPr/>
        </p:nvSpPr>
        <p:spPr>
          <a:xfrm>
            <a:off x="563760" y="3199320"/>
            <a:ext cx="26694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speciﬁcatie kan meer dragen dan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 txBox="1"/>
          <p:nvPr/>
        </p:nvSpPr>
        <p:spPr>
          <a:xfrm>
            <a:off x="563760" y="3408840"/>
            <a:ext cx="360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tekst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 txBox="1"/>
          <p:nvPr/>
        </p:nvSpPr>
        <p:spPr>
          <a:xfrm>
            <a:off x="3306960" y="3199320"/>
            <a:ext cx="5089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payloads zijn al machineleesbaar, dezelfde bron voedt straks meer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457200" y="3841920"/>
            <a:ext cx="7401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74151"/>
                </a:solidFill>
                <a:latin typeface="Arial"/>
                <a:ea typeface="Arial"/>
              </a:rPr>
              <a:t>We lopen achter, en juist daarom is de weg korter: het pad is al gelopen, wij hoeven het alleen te kiezen.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7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7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79" name=""/>
          <p:cNvSpPr/>
          <p:nvPr/>
        </p:nvSpPr>
        <p:spPr>
          <a:xfrm>
            <a:off x="485640" y="1438200"/>
            <a:ext cx="4705560" cy="1314720"/>
          </a:xfrm>
          <a:custGeom>
            <a:avLst/>
            <a:gdLst/>
            <a:ahLst/>
            <a:rect l="0" t="0" r="r" b="b"/>
            <a:pathLst>
              <a:path w="13071" h="3652">
                <a:moveTo>
                  <a:pt x="0" y="3440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6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6"/>
                  <a:pt x="13067" y="170"/>
                </a:cubicBezTo>
                <a:cubicBezTo>
                  <a:pt x="13070" y="184"/>
                  <a:pt x="13071" y="197"/>
                  <a:pt x="13071" y="211"/>
                </a:cubicBezTo>
                <a:lnTo>
                  <a:pt x="13071" y="3440"/>
                </a:lnTo>
                <a:cubicBezTo>
                  <a:pt x="13071" y="3454"/>
                  <a:pt x="13070" y="3468"/>
                  <a:pt x="13067" y="3482"/>
                </a:cubicBezTo>
                <a:cubicBezTo>
                  <a:pt x="13065" y="3495"/>
                  <a:pt x="13060" y="3508"/>
                  <a:pt x="13055" y="3521"/>
                </a:cubicBezTo>
                <a:cubicBezTo>
                  <a:pt x="13050" y="3534"/>
                  <a:pt x="13043" y="3546"/>
                  <a:pt x="13036" y="3558"/>
                </a:cubicBezTo>
                <a:cubicBezTo>
                  <a:pt x="13028" y="3569"/>
                  <a:pt x="13019" y="3580"/>
                  <a:pt x="13009" y="3590"/>
                </a:cubicBezTo>
                <a:cubicBezTo>
                  <a:pt x="12999" y="3600"/>
                  <a:pt x="12989" y="3609"/>
                  <a:pt x="12977" y="3616"/>
                </a:cubicBezTo>
                <a:cubicBezTo>
                  <a:pt x="12966" y="3624"/>
                  <a:pt x="12953" y="3631"/>
                  <a:pt x="12941" y="3636"/>
                </a:cubicBezTo>
                <a:cubicBezTo>
                  <a:pt x="12928" y="3641"/>
                  <a:pt x="12915" y="3645"/>
                  <a:pt x="12901" y="3648"/>
                </a:cubicBezTo>
                <a:cubicBezTo>
                  <a:pt x="12887" y="3651"/>
                  <a:pt x="12874" y="3652"/>
                  <a:pt x="12860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90" y="3641"/>
                  <a:pt x="82" y="3636"/>
                </a:cubicBezTo>
                <a:cubicBezTo>
                  <a:pt x="74" y="3631"/>
                  <a:pt x="66" y="3624"/>
                  <a:pt x="59" y="3616"/>
                </a:cubicBezTo>
                <a:cubicBezTo>
                  <a:pt x="51" y="3609"/>
                  <a:pt x="45" y="3600"/>
                  <a:pt x="39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7" y="3508"/>
                  <a:pt x="4" y="3495"/>
                  <a:pt x="2" y="3482"/>
                </a:cubicBezTo>
                <a:cubicBezTo>
                  <a:pt x="1" y="3468"/>
                  <a:pt x="0" y="3454"/>
                  <a:pt x="0" y="344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0" name=""/>
          <p:cNvSpPr/>
          <p:nvPr/>
        </p:nvSpPr>
        <p:spPr>
          <a:xfrm>
            <a:off x="456840" y="1438200"/>
            <a:ext cx="4734360" cy="1314720"/>
          </a:xfrm>
          <a:custGeom>
            <a:avLst/>
            <a:gdLst/>
            <a:ahLst/>
            <a:rect l="0" t="0" r="r" b="b"/>
            <a:pathLst>
              <a:path w="13151" h="3652">
                <a:moveTo>
                  <a:pt x="0" y="0"/>
                </a:moveTo>
                <a:lnTo>
                  <a:pt x="13151" y="0"/>
                </a:lnTo>
                <a:lnTo>
                  <a:pt x="1315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 txBox="1"/>
          <p:nvPr/>
        </p:nvSpPr>
        <p:spPr>
          <a:xfrm>
            <a:off x="439920" y="75816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 txBox="1"/>
          <p:nvPr/>
        </p:nvSpPr>
        <p:spPr>
          <a:xfrm>
            <a:off x="681840" y="159228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 txBox="1"/>
          <p:nvPr/>
        </p:nvSpPr>
        <p:spPr>
          <a:xfrm>
            <a:off x="681840" y="1851120"/>
            <a:ext cx="476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Elke maand zonder gedragen afspraak is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4" name=""/>
          <p:cNvSpPr/>
          <p:nvPr/>
        </p:nvSpPr>
        <p:spPr>
          <a:xfrm>
            <a:off x="5343480" y="1438200"/>
            <a:ext cx="3200760" cy="1314720"/>
          </a:xfrm>
          <a:custGeom>
            <a:avLst/>
            <a:gdLst/>
            <a:ahLst/>
            <a:rect l="0" t="0" r="r" b="b"/>
            <a:pathLst>
              <a:path w="8891" h="3652">
                <a:moveTo>
                  <a:pt x="0" y="3440"/>
                </a:moveTo>
                <a:lnTo>
                  <a:pt x="0" y="211"/>
                </a:lnTo>
                <a:cubicBezTo>
                  <a:pt x="0" y="197"/>
                  <a:pt x="0" y="184"/>
                  <a:pt x="2" y="170"/>
                </a:cubicBezTo>
                <a:cubicBezTo>
                  <a:pt x="4" y="156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6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6"/>
                  <a:pt x="8887" y="170"/>
                </a:cubicBezTo>
                <a:cubicBezTo>
                  <a:pt x="8889" y="184"/>
                  <a:pt x="8891" y="197"/>
                  <a:pt x="8891" y="211"/>
                </a:cubicBezTo>
                <a:lnTo>
                  <a:pt x="8891" y="3440"/>
                </a:lnTo>
                <a:cubicBezTo>
                  <a:pt x="8891" y="3454"/>
                  <a:pt x="8889" y="3468"/>
                  <a:pt x="8887" y="3482"/>
                </a:cubicBezTo>
                <a:cubicBezTo>
                  <a:pt x="8884" y="3495"/>
                  <a:pt x="8880" y="3508"/>
                  <a:pt x="8875" y="3521"/>
                </a:cubicBezTo>
                <a:cubicBezTo>
                  <a:pt x="8869" y="3534"/>
                  <a:pt x="8863" y="3546"/>
                  <a:pt x="8855" y="3558"/>
                </a:cubicBezTo>
                <a:cubicBezTo>
                  <a:pt x="8847" y="3569"/>
                  <a:pt x="8838" y="3580"/>
                  <a:pt x="8829" y="3590"/>
                </a:cubicBezTo>
                <a:cubicBezTo>
                  <a:pt x="8819" y="3600"/>
                  <a:pt x="8808" y="3609"/>
                  <a:pt x="8797" y="3616"/>
                </a:cubicBezTo>
                <a:cubicBezTo>
                  <a:pt x="8785" y="3624"/>
                  <a:pt x="8773" y="3631"/>
                  <a:pt x="8760" y="3636"/>
                </a:cubicBezTo>
                <a:cubicBezTo>
                  <a:pt x="8747" y="3641"/>
                  <a:pt x="8734" y="3645"/>
                  <a:pt x="8720" y="3648"/>
                </a:cubicBezTo>
                <a:cubicBezTo>
                  <a:pt x="8707" y="3651"/>
                  <a:pt x="8693" y="3652"/>
                  <a:pt x="8679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89" y="3641"/>
                  <a:pt x="81" y="3636"/>
                </a:cubicBezTo>
                <a:cubicBezTo>
                  <a:pt x="73" y="3631"/>
                  <a:pt x="66" y="3624"/>
                  <a:pt x="58" y="3616"/>
                </a:cubicBezTo>
                <a:cubicBezTo>
                  <a:pt x="51" y="3609"/>
                  <a:pt x="45" y="3600"/>
                  <a:pt x="38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6" y="3508"/>
                  <a:pt x="4" y="3495"/>
                  <a:pt x="2" y="3482"/>
                </a:cubicBezTo>
                <a:cubicBezTo>
                  <a:pt x="0" y="3468"/>
                  <a:pt x="0" y="3454"/>
                  <a:pt x="0" y="3440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/>
          <p:nvPr/>
        </p:nvSpPr>
        <p:spPr>
          <a:xfrm>
            <a:off x="5314680" y="1438200"/>
            <a:ext cx="3229560" cy="1314720"/>
          </a:xfrm>
          <a:custGeom>
            <a:avLst/>
            <a:gdLst/>
            <a:ahLst/>
            <a:rect l="0" t="0" r="r" b="b"/>
            <a:pathLst>
              <a:path w="8971" h="3652">
                <a:moveTo>
                  <a:pt x="0" y="0"/>
                </a:moveTo>
                <a:lnTo>
                  <a:pt x="8971" y="0"/>
                </a:lnTo>
                <a:lnTo>
                  <a:pt x="897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6" name=""/>
          <p:cNvSpPr txBox="1"/>
          <p:nvPr/>
        </p:nvSpPr>
        <p:spPr>
          <a:xfrm>
            <a:off x="681840" y="205128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maand waarin systemen op eigen houtje aan elkaar geknoopt worden.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7" name=""/>
          <p:cNvSpPr txBox="1"/>
          <p:nvPr/>
        </p:nvSpPr>
        <p:spPr>
          <a:xfrm>
            <a:off x="5535360" y="15796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 txBox="1"/>
          <p:nvPr/>
        </p:nvSpPr>
        <p:spPr>
          <a:xfrm>
            <a:off x="5535360" y="180900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 txBox="1"/>
          <p:nvPr/>
        </p:nvSpPr>
        <p:spPr>
          <a:xfrm>
            <a:off x="5535360" y="2028240"/>
            <a:ext cx="259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89 issues, acht deelnemers, ook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 txBox="1"/>
          <p:nvPr/>
        </p:nvSpPr>
        <p:spPr>
          <a:xfrm>
            <a:off x="5670720" y="2209320"/>
            <a:ext cx="75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leverancier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/>
          <p:nvPr/>
        </p:nvSpPr>
        <p:spPr>
          <a:xfrm>
            <a:off x="485640" y="2866680"/>
            <a:ext cx="4705560" cy="1629360"/>
          </a:xfrm>
          <a:custGeom>
            <a:avLst/>
            <a:gdLst/>
            <a:ahLst/>
            <a:rect l="0" t="0" r="r" b="b"/>
            <a:pathLst>
              <a:path w="13071" h="4526">
                <a:moveTo>
                  <a:pt x="0" y="4314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5"/>
                </a:cubicBezTo>
                <a:cubicBezTo>
                  <a:pt x="12915" y="7"/>
                  <a:pt x="12928" y="11"/>
                  <a:pt x="12941" y="17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5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4314"/>
                </a:lnTo>
                <a:cubicBezTo>
                  <a:pt x="13071" y="4328"/>
                  <a:pt x="13070" y="4342"/>
                  <a:pt x="13067" y="4355"/>
                </a:cubicBezTo>
                <a:cubicBezTo>
                  <a:pt x="13065" y="4369"/>
                  <a:pt x="13060" y="4382"/>
                  <a:pt x="13055" y="4395"/>
                </a:cubicBezTo>
                <a:cubicBezTo>
                  <a:pt x="13050" y="4408"/>
                  <a:pt x="13043" y="4420"/>
                  <a:pt x="13036" y="4432"/>
                </a:cubicBezTo>
                <a:cubicBezTo>
                  <a:pt x="13028" y="4443"/>
                  <a:pt x="13019" y="4454"/>
                  <a:pt x="13009" y="4464"/>
                </a:cubicBezTo>
                <a:cubicBezTo>
                  <a:pt x="12999" y="4474"/>
                  <a:pt x="12989" y="4482"/>
                  <a:pt x="12977" y="4490"/>
                </a:cubicBezTo>
                <a:cubicBezTo>
                  <a:pt x="12966" y="4498"/>
                  <a:pt x="12953" y="4504"/>
                  <a:pt x="12941" y="4510"/>
                </a:cubicBezTo>
                <a:cubicBezTo>
                  <a:pt x="12928" y="4515"/>
                  <a:pt x="12915" y="4519"/>
                  <a:pt x="12901" y="4522"/>
                </a:cubicBezTo>
                <a:cubicBezTo>
                  <a:pt x="12887" y="4524"/>
                  <a:pt x="12874" y="4526"/>
                  <a:pt x="12860" y="4526"/>
                </a:cubicBezTo>
                <a:lnTo>
                  <a:pt x="132" y="4526"/>
                </a:lnTo>
                <a:cubicBezTo>
                  <a:pt x="123" y="4526"/>
                  <a:pt x="115" y="4524"/>
                  <a:pt x="106" y="4522"/>
                </a:cubicBezTo>
                <a:cubicBezTo>
                  <a:pt x="98" y="4519"/>
                  <a:pt x="90" y="4515"/>
                  <a:pt x="82" y="4510"/>
                </a:cubicBezTo>
                <a:cubicBezTo>
                  <a:pt x="74" y="4504"/>
                  <a:pt x="66" y="4498"/>
                  <a:pt x="59" y="4490"/>
                </a:cubicBezTo>
                <a:cubicBezTo>
                  <a:pt x="51" y="4482"/>
                  <a:pt x="45" y="4474"/>
                  <a:pt x="39" y="4464"/>
                </a:cubicBezTo>
                <a:cubicBezTo>
                  <a:pt x="32" y="4454"/>
                  <a:pt x="27" y="4443"/>
                  <a:pt x="22" y="4432"/>
                </a:cubicBezTo>
                <a:cubicBezTo>
                  <a:pt x="17" y="4420"/>
                  <a:pt x="13" y="4408"/>
                  <a:pt x="10" y="4395"/>
                </a:cubicBezTo>
                <a:cubicBezTo>
                  <a:pt x="7" y="4382"/>
                  <a:pt x="4" y="4369"/>
                  <a:pt x="2" y="4355"/>
                </a:cubicBezTo>
                <a:cubicBezTo>
                  <a:pt x="1" y="4342"/>
                  <a:pt x="0" y="4328"/>
                  <a:pt x="0" y="4314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2" name=""/>
          <p:cNvSpPr/>
          <p:nvPr/>
        </p:nvSpPr>
        <p:spPr>
          <a:xfrm>
            <a:off x="456840" y="2866680"/>
            <a:ext cx="4734360" cy="1629360"/>
          </a:xfrm>
          <a:custGeom>
            <a:avLst/>
            <a:gdLst/>
            <a:ahLst/>
            <a:rect l="0" t="0" r="r" b="b"/>
            <a:pathLst>
              <a:path w="13151" h="4526">
                <a:moveTo>
                  <a:pt x="0" y="0"/>
                </a:moveTo>
                <a:lnTo>
                  <a:pt x="13151" y="0"/>
                </a:lnTo>
                <a:lnTo>
                  <a:pt x="13151" y="4526"/>
                </a:lnTo>
                <a:lnTo>
                  <a:pt x="0" y="4526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 txBox="1"/>
          <p:nvPr/>
        </p:nvSpPr>
        <p:spPr>
          <a:xfrm>
            <a:off x="5535360" y="2428200"/>
            <a:ext cx="2648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Draagvlak traag, beweging meetbaar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 txBox="1"/>
          <p:nvPr/>
        </p:nvSpPr>
        <p:spPr>
          <a:xfrm>
            <a:off x="681840" y="3020760"/>
            <a:ext cx="44524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Speciﬁceren in een standaard in plaats van in eisen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 txBox="1"/>
          <p:nvPr/>
        </p:nvSpPr>
        <p:spPr>
          <a:xfrm>
            <a:off x="681840" y="327996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Leggen we alleen vast hoe het in OEAPI moet, dan verdwijnt de eis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6" name=""/>
          <p:cNvSpPr txBox="1"/>
          <p:nvPr/>
        </p:nvSpPr>
        <p:spPr>
          <a:xfrm>
            <a:off x="681840" y="3479760"/>
            <a:ext cx="489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erachter uit beeld. Bij een nieuwe versie of een ander protocol begint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 txBox="1"/>
          <p:nvPr/>
        </p:nvSpPr>
        <p:spPr>
          <a:xfrm>
            <a:off x="681840" y="3689280"/>
            <a:ext cx="1806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speciﬁceren 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8" name=""/>
          <p:cNvSpPr txBox="1"/>
          <p:nvPr/>
        </p:nvSpPr>
        <p:spPr>
          <a:xfrm>
            <a:off x="681840" y="3965760"/>
            <a:ext cx="476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Hier bouw je de stoomtrein, in plaats van het spoor waar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9" name=""/>
          <p:cNvSpPr/>
          <p:nvPr/>
        </p:nvSpPr>
        <p:spPr>
          <a:xfrm>
            <a:off x="5343480" y="2866680"/>
            <a:ext cx="3200760" cy="1629360"/>
          </a:xfrm>
          <a:custGeom>
            <a:avLst/>
            <a:gdLst/>
            <a:ahLst/>
            <a:rect l="0" t="0" r="r" b="b"/>
            <a:pathLst>
              <a:path w="8891" h="4526">
                <a:moveTo>
                  <a:pt x="0" y="4314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7"/>
                </a:cubicBezTo>
                <a:cubicBezTo>
                  <a:pt x="89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5"/>
                </a:cubicBezTo>
                <a:cubicBezTo>
                  <a:pt x="8734" y="7"/>
                  <a:pt x="8747" y="11"/>
                  <a:pt x="8760" y="17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5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4314"/>
                </a:lnTo>
                <a:cubicBezTo>
                  <a:pt x="8891" y="4328"/>
                  <a:pt x="8889" y="4342"/>
                  <a:pt x="8887" y="4355"/>
                </a:cubicBezTo>
                <a:cubicBezTo>
                  <a:pt x="8884" y="4369"/>
                  <a:pt x="8880" y="4382"/>
                  <a:pt x="8875" y="4395"/>
                </a:cubicBezTo>
                <a:cubicBezTo>
                  <a:pt x="8869" y="4408"/>
                  <a:pt x="8863" y="4420"/>
                  <a:pt x="8855" y="4432"/>
                </a:cubicBezTo>
                <a:cubicBezTo>
                  <a:pt x="8847" y="4443"/>
                  <a:pt x="8838" y="4454"/>
                  <a:pt x="8829" y="4464"/>
                </a:cubicBezTo>
                <a:cubicBezTo>
                  <a:pt x="8819" y="4474"/>
                  <a:pt x="8808" y="4482"/>
                  <a:pt x="8797" y="4490"/>
                </a:cubicBezTo>
                <a:cubicBezTo>
                  <a:pt x="8785" y="4498"/>
                  <a:pt x="8773" y="4504"/>
                  <a:pt x="8760" y="4510"/>
                </a:cubicBezTo>
                <a:cubicBezTo>
                  <a:pt x="8747" y="4515"/>
                  <a:pt x="8734" y="4519"/>
                  <a:pt x="8720" y="4522"/>
                </a:cubicBezTo>
                <a:cubicBezTo>
                  <a:pt x="8707" y="4524"/>
                  <a:pt x="8693" y="4526"/>
                  <a:pt x="8679" y="4526"/>
                </a:cubicBezTo>
                <a:lnTo>
                  <a:pt x="132" y="4526"/>
                </a:lnTo>
                <a:cubicBezTo>
                  <a:pt x="123" y="4526"/>
                  <a:pt x="115" y="4524"/>
                  <a:pt x="106" y="4522"/>
                </a:cubicBezTo>
                <a:cubicBezTo>
                  <a:pt x="98" y="4519"/>
                  <a:pt x="89" y="4515"/>
                  <a:pt x="81" y="4510"/>
                </a:cubicBezTo>
                <a:cubicBezTo>
                  <a:pt x="73" y="4504"/>
                  <a:pt x="66" y="4498"/>
                  <a:pt x="58" y="4490"/>
                </a:cubicBezTo>
                <a:cubicBezTo>
                  <a:pt x="51" y="4482"/>
                  <a:pt x="45" y="4474"/>
                  <a:pt x="38" y="4464"/>
                </a:cubicBezTo>
                <a:cubicBezTo>
                  <a:pt x="32" y="4454"/>
                  <a:pt x="27" y="4443"/>
                  <a:pt x="22" y="4432"/>
                </a:cubicBezTo>
                <a:cubicBezTo>
                  <a:pt x="17" y="4420"/>
                  <a:pt x="13" y="4408"/>
                  <a:pt x="10" y="4395"/>
                </a:cubicBezTo>
                <a:cubicBezTo>
                  <a:pt x="6" y="4382"/>
                  <a:pt x="4" y="4369"/>
                  <a:pt x="2" y="4355"/>
                </a:cubicBezTo>
                <a:cubicBezTo>
                  <a:pt x="0" y="4342"/>
                  <a:pt x="0" y="4328"/>
                  <a:pt x="0" y="431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/>
          <p:nvPr/>
        </p:nvSpPr>
        <p:spPr>
          <a:xfrm>
            <a:off x="5314680" y="2866680"/>
            <a:ext cx="3229560" cy="1629360"/>
          </a:xfrm>
          <a:custGeom>
            <a:avLst/>
            <a:gdLst/>
            <a:ahLst/>
            <a:rect l="0" t="0" r="r" b="b"/>
            <a:pathLst>
              <a:path w="8971" h="4526">
                <a:moveTo>
                  <a:pt x="0" y="0"/>
                </a:moveTo>
                <a:lnTo>
                  <a:pt x="8971" y="0"/>
                </a:lnTo>
                <a:lnTo>
                  <a:pt x="8971" y="4526"/>
                </a:lnTo>
                <a:lnTo>
                  <a:pt x="0" y="452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 txBox="1"/>
          <p:nvPr/>
        </p:nvSpPr>
        <p:spPr>
          <a:xfrm>
            <a:off x="681840" y="4175280"/>
            <a:ext cx="220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vliegende auto ook op past.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 txBox="1"/>
          <p:nvPr/>
        </p:nvSpPr>
        <p:spPr>
          <a:xfrm>
            <a:off x="5535360" y="30085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 txBox="1"/>
          <p:nvPr/>
        </p:nvSpPr>
        <p:spPr>
          <a:xfrm>
            <a:off x="5535360" y="323784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4" name=""/>
          <p:cNvSpPr txBox="1"/>
          <p:nvPr/>
        </p:nvSpPr>
        <p:spPr>
          <a:xfrm>
            <a:off x="5535360" y="345708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 txBox="1"/>
          <p:nvPr/>
        </p:nvSpPr>
        <p:spPr>
          <a:xfrm>
            <a:off x="5535360" y="367596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5670720" y="385704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15" name=""/>
          <p:cNvSpPr/>
          <p:nvPr/>
        </p:nvSpPr>
        <p:spPr>
          <a:xfrm>
            <a:off x="456840" y="1814400"/>
            <a:ext cx="1762560" cy="900360"/>
          </a:xfrm>
          <a:custGeom>
            <a:avLst/>
            <a:gdLst/>
            <a:ahLst/>
            <a:rect l="0" t="0" r="r" b="b"/>
            <a:pathLst>
              <a:path w="4896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2" y="126"/>
                  <a:pt x="5" y="117"/>
                </a:cubicBezTo>
                <a:cubicBezTo>
                  <a:pt x="7" y="108"/>
                  <a:pt x="11" y="98"/>
                  <a:pt x="17" y="90"/>
                </a:cubicBezTo>
                <a:cubicBezTo>
                  <a:pt x="22" y="81"/>
                  <a:pt x="28" y="72"/>
                  <a:pt x="36" y="64"/>
                </a:cubicBezTo>
                <a:cubicBezTo>
                  <a:pt x="44" y="57"/>
                  <a:pt x="53" y="49"/>
                  <a:pt x="62" y="42"/>
                </a:cubicBezTo>
                <a:cubicBezTo>
                  <a:pt x="72" y="36"/>
                  <a:pt x="83" y="30"/>
                  <a:pt x="95" y="24"/>
                </a:cubicBezTo>
                <a:cubicBezTo>
                  <a:pt x="106" y="19"/>
                  <a:pt x="118" y="15"/>
                  <a:pt x="131" y="11"/>
                </a:cubicBezTo>
                <a:cubicBezTo>
                  <a:pt x="144" y="7"/>
                  <a:pt x="157" y="4"/>
                  <a:pt x="171" y="3"/>
                </a:cubicBezTo>
                <a:cubicBezTo>
                  <a:pt x="185" y="1"/>
                  <a:pt x="198" y="0"/>
                  <a:pt x="212" y="0"/>
                </a:cubicBezTo>
                <a:lnTo>
                  <a:pt x="4685" y="0"/>
                </a:lnTo>
                <a:cubicBezTo>
                  <a:pt x="4699" y="0"/>
                  <a:pt x="4712" y="1"/>
                  <a:pt x="4726" y="3"/>
                </a:cubicBezTo>
                <a:cubicBezTo>
                  <a:pt x="4740" y="4"/>
                  <a:pt x="4753" y="7"/>
                  <a:pt x="4766" y="11"/>
                </a:cubicBezTo>
                <a:cubicBezTo>
                  <a:pt x="4778" y="15"/>
                  <a:pt x="4791" y="19"/>
                  <a:pt x="4802" y="24"/>
                </a:cubicBezTo>
                <a:cubicBezTo>
                  <a:pt x="4814" y="30"/>
                  <a:pt x="4824" y="36"/>
                  <a:pt x="4834" y="42"/>
                </a:cubicBezTo>
                <a:cubicBezTo>
                  <a:pt x="4844" y="49"/>
                  <a:pt x="4853" y="57"/>
                  <a:pt x="4861" y="64"/>
                </a:cubicBezTo>
                <a:cubicBezTo>
                  <a:pt x="4868" y="72"/>
                  <a:pt x="4875" y="81"/>
                  <a:pt x="4880" y="90"/>
                </a:cubicBezTo>
                <a:cubicBezTo>
                  <a:pt x="4885" y="98"/>
                  <a:pt x="4890" y="108"/>
                  <a:pt x="4892" y="117"/>
                </a:cubicBezTo>
                <a:cubicBezTo>
                  <a:pt x="4895" y="126"/>
                  <a:pt x="4896" y="136"/>
                  <a:pt x="4896" y="145"/>
                </a:cubicBezTo>
                <a:lnTo>
                  <a:pt x="4896" y="2289"/>
                </a:lnTo>
                <a:cubicBezTo>
                  <a:pt x="4896" y="2303"/>
                  <a:pt x="4895" y="2317"/>
                  <a:pt x="4892" y="2331"/>
                </a:cubicBezTo>
                <a:cubicBezTo>
                  <a:pt x="4890" y="2344"/>
                  <a:pt x="4885" y="2358"/>
                  <a:pt x="4880" y="2370"/>
                </a:cubicBezTo>
                <a:cubicBezTo>
                  <a:pt x="4875" y="2383"/>
                  <a:pt x="4868" y="2395"/>
                  <a:pt x="4861" y="2407"/>
                </a:cubicBezTo>
                <a:cubicBezTo>
                  <a:pt x="4853" y="2419"/>
                  <a:pt x="4844" y="2429"/>
                  <a:pt x="4834" y="2439"/>
                </a:cubicBezTo>
                <a:cubicBezTo>
                  <a:pt x="4824" y="2449"/>
                  <a:pt x="4814" y="2458"/>
                  <a:pt x="4802" y="2465"/>
                </a:cubicBezTo>
                <a:cubicBezTo>
                  <a:pt x="4791" y="2473"/>
                  <a:pt x="4778" y="2480"/>
                  <a:pt x="4766" y="2485"/>
                </a:cubicBezTo>
                <a:cubicBezTo>
                  <a:pt x="4753" y="2490"/>
                  <a:pt x="4740" y="2494"/>
                  <a:pt x="4726" y="2497"/>
                </a:cubicBezTo>
                <a:cubicBezTo>
                  <a:pt x="4712" y="2500"/>
                  <a:pt x="4699" y="2501"/>
                  <a:pt x="4685" y="2501"/>
                </a:cubicBezTo>
                <a:lnTo>
                  <a:pt x="212" y="2501"/>
                </a:lnTo>
                <a:cubicBezTo>
                  <a:pt x="198" y="2501"/>
                  <a:pt x="185" y="2500"/>
                  <a:pt x="171" y="2497"/>
                </a:cubicBezTo>
                <a:cubicBezTo>
                  <a:pt x="157" y="2494"/>
                  <a:pt x="144" y="2490"/>
                  <a:pt x="131" y="2485"/>
                </a:cubicBezTo>
                <a:cubicBezTo>
                  <a:pt x="118" y="2480"/>
                  <a:pt x="106" y="2473"/>
                  <a:pt x="95" y="2465"/>
                </a:cubicBezTo>
                <a:cubicBezTo>
                  <a:pt x="83" y="2458"/>
                  <a:pt x="72" y="2449"/>
                  <a:pt x="62" y="2439"/>
                </a:cubicBezTo>
                <a:cubicBezTo>
                  <a:pt x="53" y="2429"/>
                  <a:pt x="44" y="2419"/>
                  <a:pt x="36" y="2407"/>
                </a:cubicBezTo>
                <a:cubicBezTo>
                  <a:pt x="28" y="2395"/>
                  <a:pt x="22" y="2383"/>
                  <a:pt x="17" y="2370"/>
                </a:cubicBezTo>
                <a:cubicBezTo>
                  <a:pt x="11" y="2358"/>
                  <a:pt x="7" y="2344"/>
                  <a:pt x="5" y="2331"/>
                </a:cubicBezTo>
                <a:cubicBezTo>
                  <a:pt x="2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6" name=""/>
          <p:cNvSpPr/>
          <p:nvPr/>
        </p:nvSpPr>
        <p:spPr>
          <a:xfrm>
            <a:off x="456840" y="1790640"/>
            <a:ext cx="1762560" cy="924120"/>
          </a:xfrm>
          <a:custGeom>
            <a:avLst/>
            <a:gdLst/>
            <a:ahLst/>
            <a:rect l="0" t="0" r="r" b="b"/>
            <a:pathLst>
              <a:path w="4896" h="2567">
                <a:moveTo>
                  <a:pt x="0" y="0"/>
                </a:moveTo>
                <a:lnTo>
                  <a:pt x="4896" y="0"/>
                </a:lnTo>
                <a:lnTo>
                  <a:pt x="4896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 txBox="1"/>
          <p:nvPr/>
        </p:nvSpPr>
        <p:spPr>
          <a:xfrm>
            <a:off x="439920" y="108180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 txBox="1"/>
          <p:nvPr/>
        </p:nvSpPr>
        <p:spPr>
          <a:xfrm>
            <a:off x="131508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 txBox="1"/>
          <p:nvPr/>
        </p:nvSpPr>
        <p:spPr>
          <a:xfrm>
            <a:off x="770760" y="2199240"/>
            <a:ext cx="1280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afspraak staat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0" name=""/>
          <p:cNvSpPr/>
          <p:nvPr/>
        </p:nvSpPr>
        <p:spPr>
          <a:xfrm>
            <a:off x="2562120" y="1814400"/>
            <a:ext cx="1762560" cy="900360"/>
          </a:xfrm>
          <a:custGeom>
            <a:avLst/>
            <a:gdLst/>
            <a:ahLst/>
            <a:rect l="0" t="0" r="r" b="b"/>
            <a:pathLst>
              <a:path w="4896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8"/>
                  <a:pt x="11" y="98"/>
                  <a:pt x="16" y="90"/>
                </a:cubicBezTo>
                <a:cubicBezTo>
                  <a:pt x="21" y="81"/>
                  <a:pt x="28" y="72"/>
                  <a:pt x="35" y="64"/>
                </a:cubicBezTo>
                <a:cubicBezTo>
                  <a:pt x="43" y="57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5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5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7"/>
                  <a:pt x="4860" y="64"/>
                </a:cubicBezTo>
                <a:cubicBezTo>
                  <a:pt x="4868" y="72"/>
                  <a:pt x="4874" y="81"/>
                  <a:pt x="4879" y="90"/>
                </a:cubicBezTo>
                <a:cubicBezTo>
                  <a:pt x="4885" y="98"/>
                  <a:pt x="4889" y="108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289"/>
                </a:lnTo>
                <a:cubicBezTo>
                  <a:pt x="4896" y="2303"/>
                  <a:pt x="4894" y="2317"/>
                  <a:pt x="4892" y="2331"/>
                </a:cubicBezTo>
                <a:cubicBezTo>
                  <a:pt x="4889" y="2344"/>
                  <a:pt x="4885" y="2358"/>
                  <a:pt x="4879" y="2370"/>
                </a:cubicBezTo>
                <a:cubicBezTo>
                  <a:pt x="4874" y="2383"/>
                  <a:pt x="4868" y="2395"/>
                  <a:pt x="4860" y="2407"/>
                </a:cubicBezTo>
                <a:cubicBezTo>
                  <a:pt x="4852" y="2419"/>
                  <a:pt x="4843" y="2429"/>
                  <a:pt x="4834" y="2439"/>
                </a:cubicBezTo>
                <a:cubicBezTo>
                  <a:pt x="4824" y="2449"/>
                  <a:pt x="4813" y="2458"/>
                  <a:pt x="4802" y="2465"/>
                </a:cubicBezTo>
                <a:cubicBezTo>
                  <a:pt x="4790" y="2473"/>
                  <a:pt x="4778" y="2480"/>
                  <a:pt x="4765" y="2485"/>
                </a:cubicBezTo>
                <a:cubicBezTo>
                  <a:pt x="4752" y="2490"/>
                  <a:pt x="4739" y="2494"/>
                  <a:pt x="4725" y="2497"/>
                </a:cubicBezTo>
                <a:cubicBezTo>
                  <a:pt x="4712" y="2500"/>
                  <a:pt x="4698" y="2501"/>
                  <a:pt x="4684" y="2501"/>
                </a:cubicBezTo>
                <a:lnTo>
                  <a:pt x="211" y="2501"/>
                </a:lnTo>
                <a:cubicBezTo>
                  <a:pt x="198" y="2501"/>
                  <a:pt x="184" y="2500"/>
                  <a:pt x="170" y="2497"/>
                </a:cubicBezTo>
                <a:cubicBezTo>
                  <a:pt x="157" y="2494"/>
                  <a:pt x="143" y="2490"/>
                  <a:pt x="130" y="2485"/>
                </a:cubicBezTo>
                <a:cubicBezTo>
                  <a:pt x="118" y="2480"/>
                  <a:pt x="105" y="2473"/>
                  <a:pt x="94" y="2465"/>
                </a:cubicBezTo>
                <a:cubicBezTo>
                  <a:pt x="82" y="2458"/>
                  <a:pt x="72" y="2449"/>
                  <a:pt x="62" y="2439"/>
                </a:cubicBezTo>
                <a:cubicBezTo>
                  <a:pt x="52" y="2429"/>
                  <a:pt x="43" y="2419"/>
                  <a:pt x="35" y="2407"/>
                </a:cubicBezTo>
                <a:cubicBezTo>
                  <a:pt x="28" y="2395"/>
                  <a:pt x="21" y="2383"/>
                  <a:pt x="16" y="2370"/>
                </a:cubicBezTo>
                <a:cubicBezTo>
                  <a:pt x="11" y="2358"/>
                  <a:pt x="7" y="2344"/>
                  <a:pt x="4" y="2331"/>
                </a:cubicBezTo>
                <a:cubicBezTo>
                  <a:pt x="1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/>
          <p:nvPr/>
        </p:nvSpPr>
        <p:spPr>
          <a:xfrm>
            <a:off x="2562120" y="1790640"/>
            <a:ext cx="1762560" cy="924120"/>
          </a:xfrm>
          <a:custGeom>
            <a:avLst/>
            <a:gdLst/>
            <a:ahLst/>
            <a:rect l="0" t="0" r="r" b="b"/>
            <a:pathLst>
              <a:path w="4896" h="2567">
                <a:moveTo>
                  <a:pt x="0" y="0"/>
                </a:moveTo>
                <a:lnTo>
                  <a:pt x="4896" y="0"/>
                </a:lnTo>
                <a:lnTo>
                  <a:pt x="4896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2" name=""/>
          <p:cNvSpPr txBox="1"/>
          <p:nvPr/>
        </p:nvSpPr>
        <p:spPr>
          <a:xfrm>
            <a:off x="230904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3" name=""/>
          <p:cNvSpPr txBox="1"/>
          <p:nvPr/>
        </p:nvSpPr>
        <p:spPr>
          <a:xfrm>
            <a:off x="341280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 txBox="1"/>
          <p:nvPr/>
        </p:nvSpPr>
        <p:spPr>
          <a:xfrm>
            <a:off x="2797200" y="2199240"/>
            <a:ext cx="142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Systemen koppelen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 txBox="1"/>
          <p:nvPr/>
        </p:nvSpPr>
        <p:spPr>
          <a:xfrm>
            <a:off x="3297240" y="2399400"/>
            <a:ext cx="32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erop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6" name=""/>
          <p:cNvSpPr/>
          <p:nvPr/>
        </p:nvSpPr>
        <p:spPr>
          <a:xfrm>
            <a:off x="4676760" y="1814400"/>
            <a:ext cx="1752840" cy="900360"/>
          </a:xfrm>
          <a:custGeom>
            <a:avLst/>
            <a:gdLst/>
            <a:ahLst/>
            <a:rect l="0" t="0" r="r" b="b"/>
            <a:pathLst>
              <a:path w="4869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6" y="108"/>
                  <a:pt x="10" y="98"/>
                  <a:pt x="16" y="90"/>
                </a:cubicBezTo>
                <a:cubicBezTo>
                  <a:pt x="21" y="81"/>
                  <a:pt x="27" y="72"/>
                  <a:pt x="35" y="64"/>
                </a:cubicBezTo>
                <a:cubicBezTo>
                  <a:pt x="43" y="57"/>
                  <a:pt x="52" y="49"/>
                  <a:pt x="62" y="42"/>
                </a:cubicBezTo>
                <a:cubicBezTo>
                  <a:pt x="71" y="36"/>
                  <a:pt x="82" y="30"/>
                  <a:pt x="94" y="24"/>
                </a:cubicBezTo>
                <a:cubicBezTo>
                  <a:pt x="105" y="19"/>
                  <a:pt x="117" y="15"/>
                  <a:pt x="130" y="11"/>
                </a:cubicBezTo>
                <a:cubicBezTo>
                  <a:pt x="143" y="7"/>
                  <a:pt x="156" y="4"/>
                  <a:pt x="170" y="3"/>
                </a:cubicBezTo>
                <a:cubicBezTo>
                  <a:pt x="184" y="1"/>
                  <a:pt x="197" y="0"/>
                  <a:pt x="211" y="0"/>
                </a:cubicBezTo>
                <a:lnTo>
                  <a:pt x="4657" y="0"/>
                </a:lnTo>
                <a:cubicBezTo>
                  <a:pt x="4671" y="0"/>
                  <a:pt x="4685" y="1"/>
                  <a:pt x="4699" y="3"/>
                </a:cubicBezTo>
                <a:cubicBezTo>
                  <a:pt x="4712" y="4"/>
                  <a:pt x="4725" y="7"/>
                  <a:pt x="4738" y="11"/>
                </a:cubicBezTo>
                <a:cubicBezTo>
                  <a:pt x="4751" y="15"/>
                  <a:pt x="4763" y="19"/>
                  <a:pt x="4775" y="24"/>
                </a:cubicBezTo>
                <a:cubicBezTo>
                  <a:pt x="4786" y="30"/>
                  <a:pt x="4797" y="36"/>
                  <a:pt x="4807" y="42"/>
                </a:cubicBezTo>
                <a:cubicBezTo>
                  <a:pt x="4817" y="49"/>
                  <a:pt x="4825" y="57"/>
                  <a:pt x="4833" y="64"/>
                </a:cubicBezTo>
                <a:cubicBezTo>
                  <a:pt x="4841" y="72"/>
                  <a:pt x="4847" y="81"/>
                  <a:pt x="4853" y="90"/>
                </a:cubicBezTo>
                <a:cubicBezTo>
                  <a:pt x="4858" y="98"/>
                  <a:pt x="4862" y="108"/>
                  <a:pt x="4865" y="117"/>
                </a:cubicBezTo>
                <a:cubicBezTo>
                  <a:pt x="4868" y="126"/>
                  <a:pt x="4869" y="136"/>
                  <a:pt x="4869" y="145"/>
                </a:cubicBezTo>
                <a:lnTo>
                  <a:pt x="4869" y="2289"/>
                </a:lnTo>
                <a:cubicBezTo>
                  <a:pt x="4869" y="2303"/>
                  <a:pt x="4868" y="2317"/>
                  <a:pt x="4865" y="2331"/>
                </a:cubicBezTo>
                <a:cubicBezTo>
                  <a:pt x="4862" y="2344"/>
                  <a:pt x="4858" y="2358"/>
                  <a:pt x="4853" y="2370"/>
                </a:cubicBezTo>
                <a:cubicBezTo>
                  <a:pt x="4847" y="2383"/>
                  <a:pt x="4841" y="2395"/>
                  <a:pt x="4833" y="2407"/>
                </a:cubicBezTo>
                <a:cubicBezTo>
                  <a:pt x="4825" y="2419"/>
                  <a:pt x="4817" y="2429"/>
                  <a:pt x="4807" y="2439"/>
                </a:cubicBezTo>
                <a:cubicBezTo>
                  <a:pt x="4797" y="2449"/>
                  <a:pt x="4786" y="2458"/>
                  <a:pt x="4775" y="2465"/>
                </a:cubicBezTo>
                <a:cubicBezTo>
                  <a:pt x="4763" y="2473"/>
                  <a:pt x="4751" y="2480"/>
                  <a:pt x="4738" y="2485"/>
                </a:cubicBezTo>
                <a:cubicBezTo>
                  <a:pt x="4725" y="2490"/>
                  <a:pt x="4712" y="2494"/>
                  <a:pt x="4699" y="2497"/>
                </a:cubicBezTo>
                <a:cubicBezTo>
                  <a:pt x="4685" y="2500"/>
                  <a:pt x="4671" y="2501"/>
                  <a:pt x="4657" y="2501"/>
                </a:cubicBezTo>
                <a:lnTo>
                  <a:pt x="211" y="2501"/>
                </a:lnTo>
                <a:cubicBezTo>
                  <a:pt x="197" y="2501"/>
                  <a:pt x="184" y="2500"/>
                  <a:pt x="170" y="2497"/>
                </a:cubicBezTo>
                <a:cubicBezTo>
                  <a:pt x="156" y="2494"/>
                  <a:pt x="143" y="2490"/>
                  <a:pt x="130" y="2485"/>
                </a:cubicBezTo>
                <a:cubicBezTo>
                  <a:pt x="117" y="2480"/>
                  <a:pt x="105" y="2473"/>
                  <a:pt x="94" y="2465"/>
                </a:cubicBezTo>
                <a:cubicBezTo>
                  <a:pt x="82" y="2458"/>
                  <a:pt x="71" y="2449"/>
                  <a:pt x="62" y="2439"/>
                </a:cubicBezTo>
                <a:cubicBezTo>
                  <a:pt x="52" y="2429"/>
                  <a:pt x="43" y="2419"/>
                  <a:pt x="35" y="2407"/>
                </a:cubicBezTo>
                <a:cubicBezTo>
                  <a:pt x="27" y="2395"/>
                  <a:pt x="21" y="2383"/>
                  <a:pt x="16" y="2370"/>
                </a:cubicBezTo>
                <a:cubicBezTo>
                  <a:pt x="10" y="2358"/>
                  <a:pt x="6" y="2344"/>
                  <a:pt x="4" y="2331"/>
                </a:cubicBezTo>
                <a:cubicBezTo>
                  <a:pt x="1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7" name=""/>
          <p:cNvSpPr/>
          <p:nvPr/>
        </p:nvSpPr>
        <p:spPr>
          <a:xfrm>
            <a:off x="4676760" y="1790640"/>
            <a:ext cx="1752840" cy="924120"/>
          </a:xfrm>
          <a:custGeom>
            <a:avLst/>
            <a:gdLst/>
            <a:ahLst/>
            <a:rect l="0" t="0" r="r" b="b"/>
            <a:pathLst>
              <a:path w="4869" h="2567">
                <a:moveTo>
                  <a:pt x="0" y="0"/>
                </a:moveTo>
                <a:lnTo>
                  <a:pt x="4869" y="0"/>
                </a:lnTo>
                <a:lnTo>
                  <a:pt x="4869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 txBox="1"/>
          <p:nvPr/>
        </p:nvSpPr>
        <p:spPr>
          <a:xfrm>
            <a:off x="441648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 txBox="1"/>
          <p:nvPr/>
        </p:nvSpPr>
        <p:spPr>
          <a:xfrm>
            <a:off x="551556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 txBox="1"/>
          <p:nvPr/>
        </p:nvSpPr>
        <p:spPr>
          <a:xfrm>
            <a:off x="4976280" y="2199240"/>
            <a:ext cx="129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 uitwisseling,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 txBox="1"/>
          <p:nvPr/>
        </p:nvSpPr>
        <p:spPr>
          <a:xfrm>
            <a:off x="5223960" y="2399400"/>
            <a:ext cx="749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 data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/>
          <p:nvPr/>
        </p:nvSpPr>
        <p:spPr>
          <a:xfrm>
            <a:off x="6781680" y="1814400"/>
            <a:ext cx="1762560" cy="900360"/>
          </a:xfrm>
          <a:custGeom>
            <a:avLst/>
            <a:gdLst/>
            <a:ahLst/>
            <a:rect l="0" t="0" r="r" b="b"/>
            <a:pathLst>
              <a:path w="4896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8"/>
                  <a:pt x="11" y="98"/>
                  <a:pt x="16" y="90"/>
                </a:cubicBezTo>
                <a:cubicBezTo>
                  <a:pt x="21" y="81"/>
                  <a:pt x="28" y="72"/>
                  <a:pt x="36" y="64"/>
                </a:cubicBezTo>
                <a:cubicBezTo>
                  <a:pt x="43" y="57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5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5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7"/>
                  <a:pt x="4860" y="64"/>
                </a:cubicBezTo>
                <a:cubicBezTo>
                  <a:pt x="4868" y="72"/>
                  <a:pt x="4874" y="81"/>
                  <a:pt x="4880" y="90"/>
                </a:cubicBezTo>
                <a:cubicBezTo>
                  <a:pt x="4885" y="98"/>
                  <a:pt x="4889" y="108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289"/>
                </a:lnTo>
                <a:cubicBezTo>
                  <a:pt x="4896" y="2303"/>
                  <a:pt x="4894" y="2317"/>
                  <a:pt x="4892" y="2331"/>
                </a:cubicBezTo>
                <a:cubicBezTo>
                  <a:pt x="4889" y="2344"/>
                  <a:pt x="4885" y="2358"/>
                  <a:pt x="4880" y="2370"/>
                </a:cubicBezTo>
                <a:cubicBezTo>
                  <a:pt x="4874" y="2383"/>
                  <a:pt x="4868" y="2395"/>
                  <a:pt x="4860" y="2407"/>
                </a:cubicBezTo>
                <a:cubicBezTo>
                  <a:pt x="4852" y="2419"/>
                  <a:pt x="4843" y="2429"/>
                  <a:pt x="4834" y="2439"/>
                </a:cubicBezTo>
                <a:cubicBezTo>
                  <a:pt x="4824" y="2449"/>
                  <a:pt x="4813" y="2458"/>
                  <a:pt x="4802" y="2465"/>
                </a:cubicBezTo>
                <a:cubicBezTo>
                  <a:pt x="4790" y="2473"/>
                  <a:pt x="4778" y="2480"/>
                  <a:pt x="4765" y="2485"/>
                </a:cubicBezTo>
                <a:cubicBezTo>
                  <a:pt x="4752" y="2490"/>
                  <a:pt x="4739" y="2494"/>
                  <a:pt x="4725" y="2497"/>
                </a:cubicBezTo>
                <a:cubicBezTo>
                  <a:pt x="4712" y="2500"/>
                  <a:pt x="4698" y="2501"/>
                  <a:pt x="4684" y="2501"/>
                </a:cubicBezTo>
                <a:lnTo>
                  <a:pt x="211" y="2501"/>
                </a:lnTo>
                <a:cubicBezTo>
                  <a:pt x="198" y="2501"/>
                  <a:pt x="184" y="2500"/>
                  <a:pt x="170" y="2497"/>
                </a:cubicBezTo>
                <a:cubicBezTo>
                  <a:pt x="157" y="2494"/>
                  <a:pt x="143" y="2490"/>
                  <a:pt x="130" y="2485"/>
                </a:cubicBezTo>
                <a:cubicBezTo>
                  <a:pt x="118" y="2480"/>
                  <a:pt x="105" y="2473"/>
                  <a:pt x="94" y="2465"/>
                </a:cubicBezTo>
                <a:cubicBezTo>
                  <a:pt x="82" y="2458"/>
                  <a:pt x="72" y="2449"/>
                  <a:pt x="62" y="2439"/>
                </a:cubicBezTo>
                <a:cubicBezTo>
                  <a:pt x="52" y="2429"/>
                  <a:pt x="43" y="2419"/>
                  <a:pt x="36" y="2407"/>
                </a:cubicBezTo>
                <a:cubicBezTo>
                  <a:pt x="28" y="2395"/>
                  <a:pt x="21" y="2383"/>
                  <a:pt x="16" y="2370"/>
                </a:cubicBezTo>
                <a:cubicBezTo>
                  <a:pt x="11" y="2358"/>
                  <a:pt x="7" y="2344"/>
                  <a:pt x="4" y="2331"/>
                </a:cubicBezTo>
                <a:cubicBezTo>
                  <a:pt x="1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/>
          <p:nvPr/>
        </p:nvSpPr>
        <p:spPr>
          <a:xfrm>
            <a:off x="6781680" y="1790640"/>
            <a:ext cx="1762560" cy="924120"/>
          </a:xfrm>
          <a:custGeom>
            <a:avLst/>
            <a:gdLst/>
            <a:ahLst/>
            <a:rect l="0" t="0" r="r" b="b"/>
            <a:pathLst>
              <a:path w="4896" h="2567">
                <a:moveTo>
                  <a:pt x="0" y="0"/>
                </a:moveTo>
                <a:lnTo>
                  <a:pt x="4896" y="0"/>
                </a:lnTo>
                <a:lnTo>
                  <a:pt x="4896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4" name=""/>
          <p:cNvSpPr txBox="1"/>
          <p:nvPr/>
        </p:nvSpPr>
        <p:spPr>
          <a:xfrm>
            <a:off x="652428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 txBox="1"/>
          <p:nvPr/>
        </p:nvSpPr>
        <p:spPr>
          <a:xfrm>
            <a:off x="762336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 txBox="1"/>
          <p:nvPr/>
        </p:nvSpPr>
        <p:spPr>
          <a:xfrm>
            <a:off x="6964560" y="2199240"/>
            <a:ext cx="153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Voedingsbodem voor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 txBox="1"/>
          <p:nvPr/>
        </p:nvSpPr>
        <p:spPr>
          <a:xfrm>
            <a:off x="7588440" y="239940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/>
          <p:nvPr/>
        </p:nvSpPr>
        <p:spPr>
          <a:xfrm>
            <a:off x="456840" y="3124080"/>
            <a:ext cx="8087400" cy="1047960"/>
          </a:xfrm>
          <a:custGeom>
            <a:avLst/>
            <a:gdLst/>
            <a:ahLst/>
            <a:rect l="0" t="0" r="r" b="b"/>
            <a:pathLst>
              <a:path w="22465" h="2911">
                <a:moveTo>
                  <a:pt x="0" y="0"/>
                </a:moveTo>
                <a:lnTo>
                  <a:pt x="22465" y="0"/>
                </a:lnTo>
                <a:lnTo>
                  <a:pt x="22465" y="2911"/>
                </a:lnTo>
                <a:lnTo>
                  <a:pt x="0" y="29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/>
          <p:nvPr/>
        </p:nvSpPr>
        <p:spPr>
          <a:xfrm>
            <a:off x="456840" y="31240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0" name=""/>
          <p:cNvSpPr/>
          <p:nvPr/>
        </p:nvSpPr>
        <p:spPr>
          <a:xfrm>
            <a:off x="456840" y="41623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1" name=""/>
          <p:cNvSpPr/>
          <p:nvPr/>
        </p:nvSpPr>
        <p:spPr>
          <a:xfrm>
            <a:off x="8534160" y="3124080"/>
            <a:ext cx="10080" cy="1047960"/>
          </a:xfrm>
          <a:custGeom>
            <a:avLst/>
            <a:gdLst/>
            <a:ahLst/>
            <a:rect l="0" t="0" r="r" b="b"/>
            <a:pathLst>
              <a:path w="28" h="2911">
                <a:moveTo>
                  <a:pt x="0" y="106"/>
                </a:moveTo>
                <a:lnTo>
                  <a:pt x="0" y="2911"/>
                </a:lnTo>
                <a:lnTo>
                  <a:pt x="28" y="291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/>
          <p:nvPr/>
        </p:nvSpPr>
        <p:spPr>
          <a:xfrm>
            <a:off x="456840" y="3124080"/>
            <a:ext cx="10080" cy="1047960"/>
          </a:xfrm>
          <a:custGeom>
            <a:avLst/>
            <a:gdLst/>
            <a:ahLst/>
            <a:rect l="0" t="0" r="r" b="b"/>
            <a:pathLst>
              <a:path w="28" h="2911">
                <a:moveTo>
                  <a:pt x="0" y="0"/>
                </a:moveTo>
                <a:lnTo>
                  <a:pt x="0" y="2911"/>
                </a:lnTo>
                <a:lnTo>
                  <a:pt x="28" y="291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 txBox="1"/>
          <p:nvPr/>
        </p:nvSpPr>
        <p:spPr>
          <a:xfrm>
            <a:off x="457200" y="2813400"/>
            <a:ext cx="30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fase levert de eisen op voor de volgende.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 txBox="1"/>
          <p:nvPr/>
        </p:nvSpPr>
        <p:spPr>
          <a:xfrm>
            <a:off x="634320" y="3347640"/>
            <a:ext cx="8701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Daarmee versnelt de doorontwikkeling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naar de volgende fase van integratie in het onderwijsecosysteem: meer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 txBox="1"/>
          <p:nvPr/>
        </p:nvSpPr>
        <p:spPr>
          <a:xfrm>
            <a:off x="634320" y="3576240"/>
            <a:ext cx="85734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aanbod dat te vergelijken is, meer resultaten die meetellen, meer ondersteuning die op echte gegevens staat. Dat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 txBox="1"/>
          <p:nvPr/>
        </p:nvSpPr>
        <p:spPr>
          <a:xfrm>
            <a:off x="634320" y="3804840"/>
            <a:ext cx="4220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helpt de student, de instelling en de leverancier tegelijk.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55" name=""/>
          <p:cNvSpPr txBox="1"/>
          <p:nvPr/>
        </p:nvSpPr>
        <p:spPr>
          <a:xfrm>
            <a:off x="439920" y="59616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6" name=""/>
          <p:cNvSpPr/>
          <p:nvPr/>
        </p:nvSpPr>
        <p:spPr>
          <a:xfrm>
            <a:off x="456840" y="1857240"/>
            <a:ext cx="2067480" cy="305280"/>
          </a:xfrm>
          <a:custGeom>
            <a:avLst/>
            <a:gdLst/>
            <a:ahLst/>
            <a:rect l="0" t="0" r="r" b="b"/>
            <a:pathLst>
              <a:path w="5743" h="848">
                <a:moveTo>
                  <a:pt x="0" y="0"/>
                </a:moveTo>
                <a:lnTo>
                  <a:pt x="5743" y="0"/>
                </a:lnTo>
                <a:lnTo>
                  <a:pt x="57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/>
          <p:nvPr/>
        </p:nvSpPr>
        <p:spPr>
          <a:xfrm>
            <a:off x="2523960" y="1857240"/>
            <a:ext cx="3210120" cy="305280"/>
          </a:xfrm>
          <a:custGeom>
            <a:avLst/>
            <a:gdLst/>
            <a:ahLst/>
            <a:rect l="0" t="0" r="r" b="b"/>
            <a:pathLst>
              <a:path w="8917" h="848">
                <a:moveTo>
                  <a:pt x="0" y="0"/>
                </a:moveTo>
                <a:lnTo>
                  <a:pt x="8917" y="0"/>
                </a:lnTo>
                <a:lnTo>
                  <a:pt x="891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/>
          <p:nvPr/>
        </p:nvSpPr>
        <p:spPr>
          <a:xfrm>
            <a:off x="5733720" y="1857240"/>
            <a:ext cx="2810520" cy="305280"/>
          </a:xfrm>
          <a:custGeom>
            <a:avLst/>
            <a:gdLst/>
            <a:ahLst/>
            <a:rect l="0" t="0" r="r" b="b"/>
            <a:pathLst>
              <a:path w="7807" h="848">
                <a:moveTo>
                  <a:pt x="0" y="0"/>
                </a:moveTo>
                <a:lnTo>
                  <a:pt x="7807" y="0"/>
                </a:lnTo>
                <a:lnTo>
                  <a:pt x="780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9" name=""/>
          <p:cNvSpPr/>
          <p:nvPr/>
        </p:nvSpPr>
        <p:spPr>
          <a:xfrm>
            <a:off x="456840" y="2152440"/>
            <a:ext cx="2067480" cy="19440"/>
          </a:xfrm>
          <a:custGeom>
            <a:avLst/>
            <a:gdLst/>
            <a:ahLst/>
            <a:rect l="0" t="0" r="r" b="b"/>
            <a:pathLst>
              <a:path w="5743" h="54">
                <a:moveTo>
                  <a:pt x="0" y="0"/>
                </a:moveTo>
                <a:lnTo>
                  <a:pt x="5743" y="0"/>
                </a:lnTo>
                <a:lnTo>
                  <a:pt x="57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2523960" y="2152440"/>
            <a:ext cx="3210120" cy="19440"/>
          </a:xfrm>
          <a:custGeom>
            <a:avLst/>
            <a:gdLst/>
            <a:ahLst/>
            <a:rect l="0" t="0" r="r" b="b"/>
            <a:pathLst>
              <a:path w="8917" h="54">
                <a:moveTo>
                  <a:pt x="0" y="0"/>
                </a:moveTo>
                <a:lnTo>
                  <a:pt x="8917" y="0"/>
                </a:lnTo>
                <a:lnTo>
                  <a:pt x="891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5733720" y="2152440"/>
            <a:ext cx="2810520" cy="19440"/>
          </a:xfrm>
          <a:custGeom>
            <a:avLst/>
            <a:gdLst/>
            <a:ahLst/>
            <a:rect l="0" t="0" r="r" b="b"/>
            <a:pathLst>
              <a:path w="7807" h="54">
                <a:moveTo>
                  <a:pt x="0" y="0"/>
                </a:moveTo>
                <a:lnTo>
                  <a:pt x="7807" y="0"/>
                </a:lnTo>
                <a:lnTo>
                  <a:pt x="780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2" name=""/>
          <p:cNvSpPr/>
          <p:nvPr/>
        </p:nvSpPr>
        <p:spPr>
          <a:xfrm>
            <a:off x="456840" y="2695320"/>
            <a:ext cx="2067480" cy="10080"/>
          </a:xfrm>
          <a:custGeom>
            <a:avLst/>
            <a:gdLst/>
            <a:ahLst/>
            <a:rect l="0" t="0" r="r" b="b"/>
            <a:pathLst>
              <a:path w="5743" h="28">
                <a:moveTo>
                  <a:pt x="0" y="0"/>
                </a:moveTo>
                <a:lnTo>
                  <a:pt x="5743" y="0"/>
                </a:lnTo>
                <a:lnTo>
                  <a:pt x="57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3" name=""/>
          <p:cNvSpPr/>
          <p:nvPr/>
        </p:nvSpPr>
        <p:spPr>
          <a:xfrm>
            <a:off x="2523960" y="2695320"/>
            <a:ext cx="3210120" cy="10080"/>
          </a:xfrm>
          <a:custGeom>
            <a:avLst/>
            <a:gdLst/>
            <a:ahLst/>
            <a:rect l="0" t="0" r="r" b="b"/>
            <a:pathLst>
              <a:path w="8917" h="28">
                <a:moveTo>
                  <a:pt x="0" y="0"/>
                </a:moveTo>
                <a:lnTo>
                  <a:pt x="8917" y="0"/>
                </a:lnTo>
                <a:lnTo>
                  <a:pt x="8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4" name=""/>
          <p:cNvSpPr/>
          <p:nvPr/>
        </p:nvSpPr>
        <p:spPr>
          <a:xfrm>
            <a:off x="5733720" y="2695320"/>
            <a:ext cx="2810520" cy="10080"/>
          </a:xfrm>
          <a:custGeom>
            <a:avLst/>
            <a:gdLst/>
            <a:ahLst/>
            <a:rect l="0" t="0" r="r" b="b"/>
            <a:pathLst>
              <a:path w="7807" h="28">
                <a:moveTo>
                  <a:pt x="0" y="0"/>
                </a:moveTo>
                <a:lnTo>
                  <a:pt x="7807" y="0"/>
                </a:lnTo>
                <a:lnTo>
                  <a:pt x="78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5" name=""/>
          <p:cNvSpPr/>
          <p:nvPr/>
        </p:nvSpPr>
        <p:spPr>
          <a:xfrm>
            <a:off x="456840" y="3409920"/>
            <a:ext cx="2067480" cy="9720"/>
          </a:xfrm>
          <a:custGeom>
            <a:avLst/>
            <a:gdLst/>
            <a:ahLst/>
            <a:rect l="0" t="0" r="r" b="b"/>
            <a:pathLst>
              <a:path w="5743" h="27">
                <a:moveTo>
                  <a:pt x="0" y="0"/>
                </a:moveTo>
                <a:lnTo>
                  <a:pt x="5743" y="0"/>
                </a:lnTo>
                <a:lnTo>
                  <a:pt x="57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6" name=""/>
          <p:cNvSpPr/>
          <p:nvPr/>
        </p:nvSpPr>
        <p:spPr>
          <a:xfrm>
            <a:off x="2523960" y="3409920"/>
            <a:ext cx="3210120" cy="9720"/>
          </a:xfrm>
          <a:custGeom>
            <a:avLst/>
            <a:gdLst/>
            <a:ahLst/>
            <a:rect l="0" t="0" r="r" b="b"/>
            <a:pathLst>
              <a:path w="8917" h="27">
                <a:moveTo>
                  <a:pt x="0" y="0"/>
                </a:moveTo>
                <a:lnTo>
                  <a:pt x="8917" y="0"/>
                </a:lnTo>
                <a:lnTo>
                  <a:pt x="89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7" name=""/>
          <p:cNvSpPr/>
          <p:nvPr/>
        </p:nvSpPr>
        <p:spPr>
          <a:xfrm>
            <a:off x="5733720" y="3409920"/>
            <a:ext cx="2810520" cy="9720"/>
          </a:xfrm>
          <a:custGeom>
            <a:avLst/>
            <a:gdLst/>
            <a:ahLst/>
            <a:rect l="0" t="0" r="r" b="b"/>
            <a:pathLst>
              <a:path w="7807" h="27">
                <a:moveTo>
                  <a:pt x="0" y="0"/>
                </a:moveTo>
                <a:lnTo>
                  <a:pt x="7807" y="0"/>
                </a:lnTo>
                <a:lnTo>
                  <a:pt x="78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456840" y="3943080"/>
            <a:ext cx="2067480" cy="10080"/>
          </a:xfrm>
          <a:custGeom>
            <a:avLst/>
            <a:gdLst/>
            <a:ahLst/>
            <a:rect l="0" t="0" r="r" b="b"/>
            <a:pathLst>
              <a:path w="5743" h="28">
                <a:moveTo>
                  <a:pt x="0" y="0"/>
                </a:moveTo>
                <a:lnTo>
                  <a:pt x="5743" y="0"/>
                </a:lnTo>
                <a:lnTo>
                  <a:pt x="57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2523960" y="3943080"/>
            <a:ext cx="3210120" cy="10080"/>
          </a:xfrm>
          <a:custGeom>
            <a:avLst/>
            <a:gdLst/>
            <a:ahLst/>
            <a:rect l="0" t="0" r="r" b="b"/>
            <a:pathLst>
              <a:path w="8917" h="28">
                <a:moveTo>
                  <a:pt x="0" y="0"/>
                </a:moveTo>
                <a:lnTo>
                  <a:pt x="8917" y="0"/>
                </a:lnTo>
                <a:lnTo>
                  <a:pt x="8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5733720" y="3943080"/>
            <a:ext cx="2810520" cy="10080"/>
          </a:xfrm>
          <a:custGeom>
            <a:avLst/>
            <a:gdLst/>
            <a:ahLst/>
            <a:rect l="0" t="0" r="r" b="b"/>
            <a:pathLst>
              <a:path w="7807" h="28">
                <a:moveTo>
                  <a:pt x="0" y="0"/>
                </a:moveTo>
                <a:lnTo>
                  <a:pt x="7807" y="0"/>
                </a:lnTo>
                <a:lnTo>
                  <a:pt x="78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1" name=""/>
          <p:cNvSpPr txBox="1"/>
          <p:nvPr/>
        </p:nvSpPr>
        <p:spPr>
          <a:xfrm>
            <a:off x="457200" y="138960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2" name=""/>
          <p:cNvSpPr txBox="1"/>
          <p:nvPr/>
        </p:nvSpPr>
        <p:spPr>
          <a:xfrm>
            <a:off x="563760" y="194616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3" name=""/>
          <p:cNvSpPr txBox="1"/>
          <p:nvPr/>
        </p:nvSpPr>
        <p:spPr>
          <a:xfrm>
            <a:off x="2630520" y="194616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4" name=""/>
          <p:cNvSpPr txBox="1"/>
          <p:nvPr/>
        </p:nvSpPr>
        <p:spPr>
          <a:xfrm>
            <a:off x="5838120" y="194616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5" name=""/>
          <p:cNvSpPr txBox="1"/>
          <p:nvPr/>
        </p:nvSpPr>
        <p:spPr>
          <a:xfrm>
            <a:off x="563760" y="2256840"/>
            <a:ext cx="51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6" name=""/>
          <p:cNvSpPr txBox="1"/>
          <p:nvPr/>
        </p:nvSpPr>
        <p:spPr>
          <a:xfrm>
            <a:off x="2630520" y="2256840"/>
            <a:ext cx="2745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Vragen uit de sector snel beantwoorden: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 txBox="1"/>
          <p:nvPr/>
        </p:nvSpPr>
        <p:spPr>
          <a:xfrm>
            <a:off x="2630520" y="2456640"/>
            <a:ext cx="2934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herleiden, versioneren en uitwerken kan nu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 txBox="1"/>
          <p:nvPr/>
        </p:nvSpPr>
        <p:spPr>
          <a:xfrm>
            <a:off x="5838120" y="2256840"/>
            <a:ext cx="2820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norm op doorlooptijd en sturing erop,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 txBox="1"/>
          <p:nvPr/>
        </p:nvSpPr>
        <p:spPr>
          <a:xfrm>
            <a:off x="5838120" y="2456640"/>
            <a:ext cx="1328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bij de projectleiding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 txBox="1"/>
          <p:nvPr/>
        </p:nvSpPr>
        <p:spPr>
          <a:xfrm>
            <a:off x="563760" y="2780640"/>
            <a:ext cx="180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Standaardonafhankelijk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 txBox="1"/>
          <p:nvPr/>
        </p:nvSpPr>
        <p:spPr>
          <a:xfrm>
            <a:off x="563760" y="2980800"/>
            <a:ext cx="837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vastleggen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2" name=""/>
          <p:cNvSpPr txBox="1"/>
          <p:nvPr/>
        </p:nvSpPr>
        <p:spPr>
          <a:xfrm>
            <a:off x="2630520" y="2780640"/>
            <a:ext cx="2734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 blijft staan als de techniek wisselt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 txBox="1"/>
          <p:nvPr/>
        </p:nvSpPr>
        <p:spPr>
          <a:xfrm>
            <a:off x="5838120" y="2780640"/>
            <a:ext cx="2129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eisen in een referentiekader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 txBox="1"/>
          <p:nvPr/>
        </p:nvSpPr>
        <p:spPr>
          <a:xfrm>
            <a:off x="5838120" y="2980800"/>
            <a:ext cx="2827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vastleggen, de vertaling naar OEAPI apart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 txBox="1"/>
          <p:nvPr/>
        </p:nvSpPr>
        <p:spPr>
          <a:xfrm>
            <a:off x="5838120" y="3171240"/>
            <a:ext cx="506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houden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6" name=""/>
          <p:cNvSpPr txBox="1"/>
          <p:nvPr/>
        </p:nvSpPr>
        <p:spPr>
          <a:xfrm>
            <a:off x="563760" y="3504600"/>
            <a:ext cx="1840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 txBox="1"/>
          <p:nvPr/>
        </p:nvSpPr>
        <p:spPr>
          <a:xfrm>
            <a:off x="2630520" y="3504600"/>
            <a:ext cx="3111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Klaar voor de vliegende auto’s: de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 txBox="1"/>
          <p:nvPr/>
        </p:nvSpPr>
        <p:spPr>
          <a:xfrm>
            <a:off x="2630520" y="3695040"/>
            <a:ext cx="333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werkt nu al met AI en draagt de doorontwikkeling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9" name=""/>
          <p:cNvSpPr/>
          <p:nvPr/>
        </p:nvSpPr>
        <p:spPr>
          <a:xfrm>
            <a:off x="456840" y="4086000"/>
            <a:ext cx="7915680" cy="572040"/>
          </a:xfrm>
          <a:custGeom>
            <a:avLst/>
            <a:gdLst/>
            <a:ahLst/>
            <a:rect l="0" t="0" r="r" b="b"/>
            <a:pathLst>
              <a:path w="21988" h="1589">
                <a:moveTo>
                  <a:pt x="0" y="0"/>
                </a:moveTo>
                <a:lnTo>
                  <a:pt x="21988" y="0"/>
                </a:lnTo>
                <a:lnTo>
                  <a:pt x="21988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/>
          <p:nvPr/>
        </p:nvSpPr>
        <p:spPr>
          <a:xfrm>
            <a:off x="456840" y="40860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1" name=""/>
          <p:cNvSpPr/>
          <p:nvPr/>
        </p:nvSpPr>
        <p:spPr>
          <a:xfrm>
            <a:off x="456840" y="464796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2" name=""/>
          <p:cNvSpPr/>
          <p:nvPr/>
        </p:nvSpPr>
        <p:spPr>
          <a:xfrm>
            <a:off x="8362800" y="408600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106"/>
                </a:moveTo>
                <a:lnTo>
                  <a:pt x="0" y="1589"/>
                </a:lnTo>
                <a:lnTo>
                  <a:pt x="27" y="158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/>
          <p:nvPr/>
        </p:nvSpPr>
        <p:spPr>
          <a:xfrm>
            <a:off x="456840" y="408600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0" y="1589"/>
                </a:lnTo>
                <a:lnTo>
                  <a:pt x="28" y="158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 txBox="1"/>
          <p:nvPr/>
        </p:nvSpPr>
        <p:spPr>
          <a:xfrm>
            <a:off x="5838120" y="3504600"/>
            <a:ext cx="2318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Adoptie en onderhoud in het 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 txBox="1"/>
          <p:nvPr/>
        </p:nvSpPr>
        <p:spPr>
          <a:xfrm>
            <a:off x="634320" y="4304160"/>
            <a:ext cx="4575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Gevraagd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welke van deze drie voorrang krijgt richting v0.1.0.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0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