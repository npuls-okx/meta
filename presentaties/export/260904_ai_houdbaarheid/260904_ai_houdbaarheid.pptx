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729360"/>
            <a:ext cx="773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wij leveren, en wat AI daarmee kan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609560"/>
            <a:ext cx="2496240" cy="1752840"/>
          </a:xfrm>
          <a:custGeom>
            <a:avLst/>
            <a:gdLst/>
            <a:ahLst/>
            <a:rect l="0" t="0" r="r" b="b"/>
            <a:pathLst>
              <a:path w="6934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669" y="0"/>
                </a:lnTo>
                <a:cubicBezTo>
                  <a:pt x="6686" y="0"/>
                  <a:pt x="6704" y="2"/>
                  <a:pt x="6721" y="5"/>
                </a:cubicBezTo>
                <a:cubicBezTo>
                  <a:pt x="6738" y="8"/>
                  <a:pt x="6754" y="13"/>
                  <a:pt x="6770" y="20"/>
                </a:cubicBezTo>
                <a:cubicBezTo>
                  <a:pt x="6786" y="27"/>
                  <a:pt x="6802" y="35"/>
                  <a:pt x="6816" y="45"/>
                </a:cubicBezTo>
                <a:cubicBezTo>
                  <a:pt x="6830" y="54"/>
                  <a:pt x="6844" y="65"/>
                  <a:pt x="6856" y="77"/>
                </a:cubicBezTo>
                <a:cubicBezTo>
                  <a:pt x="6868" y="90"/>
                  <a:pt x="6879" y="103"/>
                  <a:pt x="6889" y="118"/>
                </a:cubicBezTo>
                <a:cubicBezTo>
                  <a:pt x="6899" y="132"/>
                  <a:pt x="6907" y="147"/>
                  <a:pt x="6913" y="163"/>
                </a:cubicBezTo>
                <a:cubicBezTo>
                  <a:pt x="6920" y="179"/>
                  <a:pt x="6925" y="196"/>
                  <a:pt x="6928" y="213"/>
                </a:cubicBezTo>
                <a:cubicBezTo>
                  <a:pt x="6932" y="230"/>
                  <a:pt x="6934" y="247"/>
                  <a:pt x="6934" y="265"/>
                </a:cubicBezTo>
                <a:lnTo>
                  <a:pt x="6934" y="4605"/>
                </a:lnTo>
                <a:cubicBezTo>
                  <a:pt x="6934" y="4622"/>
                  <a:pt x="6932" y="4639"/>
                  <a:pt x="6928" y="4656"/>
                </a:cubicBezTo>
                <a:cubicBezTo>
                  <a:pt x="6925" y="4673"/>
                  <a:pt x="6920" y="4690"/>
                  <a:pt x="6913" y="4706"/>
                </a:cubicBezTo>
                <a:cubicBezTo>
                  <a:pt x="6907" y="4722"/>
                  <a:pt x="6899" y="4737"/>
                  <a:pt x="6889" y="4752"/>
                </a:cubicBezTo>
                <a:cubicBezTo>
                  <a:pt x="6879" y="4766"/>
                  <a:pt x="6868" y="4780"/>
                  <a:pt x="6856" y="4792"/>
                </a:cubicBezTo>
                <a:cubicBezTo>
                  <a:pt x="6844" y="4804"/>
                  <a:pt x="6830" y="4815"/>
                  <a:pt x="6816" y="4825"/>
                </a:cubicBezTo>
                <a:cubicBezTo>
                  <a:pt x="6802" y="4834"/>
                  <a:pt x="6786" y="4843"/>
                  <a:pt x="6770" y="4849"/>
                </a:cubicBezTo>
                <a:cubicBezTo>
                  <a:pt x="6754" y="4856"/>
                  <a:pt x="6738" y="4861"/>
                  <a:pt x="6721" y="4864"/>
                </a:cubicBezTo>
                <a:cubicBezTo>
                  <a:pt x="6704" y="4868"/>
                  <a:pt x="6686" y="4869"/>
                  <a:pt x="6669" y="4869"/>
                </a:cubicBezTo>
                <a:lnTo>
                  <a:pt x="265" y="4869"/>
                </a:lnTo>
                <a:cubicBezTo>
                  <a:pt x="248" y="4869"/>
                  <a:pt x="231" y="4868"/>
                  <a:pt x="213" y="4864"/>
                </a:cubicBezTo>
                <a:cubicBezTo>
                  <a:pt x="196" y="4861"/>
                  <a:pt x="180" y="4856"/>
                  <a:pt x="164" y="4849"/>
                </a:cubicBezTo>
                <a:cubicBezTo>
                  <a:pt x="148" y="4843"/>
                  <a:pt x="133" y="4834"/>
                  <a:pt x="118" y="4825"/>
                </a:cubicBezTo>
                <a:cubicBezTo>
                  <a:pt x="104" y="4815"/>
                  <a:pt x="90" y="4804"/>
                  <a:pt x="78" y="4792"/>
                </a:cubicBezTo>
                <a:cubicBezTo>
                  <a:pt x="66" y="4780"/>
                  <a:pt x="55" y="4766"/>
                  <a:pt x="45" y="4752"/>
                </a:cubicBezTo>
                <a:cubicBezTo>
                  <a:pt x="35" y="4737"/>
                  <a:pt x="27" y="4722"/>
                  <a:pt x="21" y="4706"/>
                </a:cubicBezTo>
                <a:cubicBezTo>
                  <a:pt x="14" y="4690"/>
                  <a:pt x="9" y="4673"/>
                  <a:pt x="6" y="4656"/>
                </a:cubicBezTo>
                <a:cubicBezTo>
                  <a:pt x="2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294920"/>
            <a:ext cx="459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Onze bijdrage zit 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594360" y="1746360"/>
            <a:ext cx="171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594360" y="199296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Elk systeem weet wat het van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94360" y="217404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ander kan verwachten, en wat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90400" y="261936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90400" y="3047760"/>
            <a:ext cx="2229120" cy="190800"/>
          </a:xfrm>
          <a:custGeom>
            <a:avLst/>
            <a:gdLst/>
            <a:ahLst/>
            <a:rect l="0" t="0" r="r" b="b"/>
            <a:pathLst>
              <a:path w="6192" h="530">
                <a:moveTo>
                  <a:pt x="0" y="398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6060" y="0"/>
                </a:lnTo>
                <a:cubicBezTo>
                  <a:pt x="6077" y="0"/>
                  <a:pt x="6094" y="4"/>
                  <a:pt x="6110" y="10"/>
                </a:cubicBezTo>
                <a:cubicBezTo>
                  <a:pt x="6127" y="17"/>
                  <a:pt x="6141" y="27"/>
                  <a:pt x="6153" y="39"/>
                </a:cubicBezTo>
                <a:cubicBezTo>
                  <a:pt x="6166" y="51"/>
                  <a:pt x="6175" y="66"/>
                  <a:pt x="6182" y="82"/>
                </a:cubicBezTo>
                <a:cubicBezTo>
                  <a:pt x="6189" y="98"/>
                  <a:pt x="6192" y="115"/>
                  <a:pt x="6192" y="132"/>
                </a:cubicBezTo>
                <a:lnTo>
                  <a:pt x="6192" y="398"/>
                </a:lnTo>
                <a:cubicBezTo>
                  <a:pt x="6192" y="416"/>
                  <a:pt x="6189" y="432"/>
                  <a:pt x="6182" y="449"/>
                </a:cubicBezTo>
                <a:cubicBezTo>
                  <a:pt x="6175" y="465"/>
                  <a:pt x="6166" y="479"/>
                  <a:pt x="6153" y="492"/>
                </a:cubicBezTo>
                <a:cubicBezTo>
                  <a:pt x="6141" y="504"/>
                  <a:pt x="6127" y="514"/>
                  <a:pt x="6110" y="520"/>
                </a:cubicBezTo>
                <a:cubicBezTo>
                  <a:pt x="6094" y="527"/>
                  <a:pt x="6077" y="530"/>
                  <a:pt x="6060" y="530"/>
                </a:cubicBezTo>
                <a:lnTo>
                  <a:pt x="132" y="530"/>
                </a:lnTo>
                <a:cubicBezTo>
                  <a:pt x="115" y="530"/>
                  <a:pt x="98" y="527"/>
                  <a:pt x="82" y="520"/>
                </a:cubicBezTo>
                <a:cubicBezTo>
                  <a:pt x="65" y="514"/>
                  <a:pt x="51" y="504"/>
                  <a:pt x="39" y="492"/>
                </a:cubicBezTo>
                <a:cubicBezTo>
                  <a:pt x="26" y="479"/>
                  <a:pt x="17" y="465"/>
                  <a:pt x="10" y="449"/>
                </a:cubicBezTo>
                <a:cubicBezTo>
                  <a:pt x="3" y="432"/>
                  <a:pt x="0" y="416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94360" y="2354760"/>
            <a:ext cx="631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betekent.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874080" y="27630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OC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1634040" y="2763000"/>
            <a:ext cx="1652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SIS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95724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0" y="0"/>
                </a:moveTo>
                <a:lnTo>
                  <a:pt x="0" y="134"/>
                </a:lnTo>
                <a:lnTo>
                  <a:pt x="2069" y="134"/>
                </a:lnTo>
                <a:lnTo>
                  <a:pt x="2069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1701720" y="2914560"/>
            <a:ext cx="0" cy="137160"/>
          </a:xfrm>
          <a:prstGeom prst="line">
            <a:avLst/>
          </a:prstGeom>
          <a:ln w="1764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170172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2069" y="0"/>
                </a:moveTo>
                <a:lnTo>
                  <a:pt x="2069" y="134"/>
                </a:lnTo>
                <a:lnTo>
                  <a:pt x="0" y="134"/>
                </a:lnTo>
                <a:lnTo>
                  <a:pt x="0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365200" y="2763000"/>
            <a:ext cx="2156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LMS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243440" y="3078360"/>
            <a:ext cx="1081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dezelfde betekenis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324792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6" y="0"/>
                  <a:pt x="6703" y="2"/>
                  <a:pt x="6720" y="5"/>
                </a:cubicBezTo>
                <a:cubicBezTo>
                  <a:pt x="6737" y="8"/>
                  <a:pt x="6753" y="13"/>
                  <a:pt x="6770" y="20"/>
                </a:cubicBezTo>
                <a:cubicBezTo>
                  <a:pt x="6786" y="27"/>
                  <a:pt x="6801" y="35"/>
                  <a:pt x="6815" y="45"/>
                </a:cubicBezTo>
                <a:cubicBezTo>
                  <a:pt x="6830" y="54"/>
                  <a:pt x="6843" y="65"/>
                  <a:pt x="6855" y="77"/>
                </a:cubicBezTo>
                <a:cubicBezTo>
                  <a:pt x="6868" y="90"/>
                  <a:pt x="6879" y="103"/>
                  <a:pt x="6888" y="118"/>
                </a:cubicBezTo>
                <a:cubicBezTo>
                  <a:pt x="6898" y="132"/>
                  <a:pt x="6906" y="147"/>
                  <a:pt x="6913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3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9" y="4766"/>
                  <a:pt x="6868" y="4780"/>
                  <a:pt x="6855" y="4792"/>
                </a:cubicBezTo>
                <a:cubicBezTo>
                  <a:pt x="6843" y="4804"/>
                  <a:pt x="6830" y="4815"/>
                  <a:pt x="6815" y="4825"/>
                </a:cubicBezTo>
                <a:cubicBezTo>
                  <a:pt x="6801" y="4834"/>
                  <a:pt x="6786" y="4843"/>
                  <a:pt x="6770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6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6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90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5" y="4737"/>
                  <a:pt x="27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303768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3387600" y="17463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3387600" y="1992960"/>
            <a:ext cx="2390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Die betekenis leggen we vast in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3390840" y="2819160"/>
            <a:ext cx="2219400" cy="10080"/>
          </a:xfrm>
          <a:custGeom>
            <a:avLst/>
            <a:gdLst/>
            <a:ahLst/>
            <a:rect l="0" t="0" r="r" b="b"/>
            <a:pathLst>
              <a:path w="6165" h="28">
                <a:moveTo>
                  <a:pt x="0" y="0"/>
                </a:moveTo>
                <a:lnTo>
                  <a:pt x="6165" y="0"/>
                </a:lnTo>
                <a:lnTo>
                  <a:pt x="61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noFill/>
          <a:ln w="1080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029120" y="2972160"/>
            <a:ext cx="156240" cy="22680"/>
          </a:xfrm>
          <a:custGeom>
            <a:avLst/>
            <a:gdLst/>
            <a:ahLst/>
            <a:rect l="0" t="0" r="r" b="b"/>
            <a:pathLst>
              <a:path w="434" h="63">
                <a:moveTo>
                  <a:pt x="31" y="0"/>
                </a:moveTo>
                <a:lnTo>
                  <a:pt x="403" y="0"/>
                </a:lnTo>
                <a:cubicBezTo>
                  <a:pt x="411" y="0"/>
                  <a:pt x="419" y="3"/>
                  <a:pt x="425" y="11"/>
                </a:cubicBezTo>
                <a:cubicBezTo>
                  <a:pt x="431" y="17"/>
                  <a:pt x="434" y="24"/>
                  <a:pt x="434" y="32"/>
                </a:cubicBezTo>
                <a:cubicBezTo>
                  <a:pt x="434" y="41"/>
                  <a:pt x="431" y="48"/>
                  <a:pt x="425" y="54"/>
                </a:cubicBezTo>
                <a:cubicBezTo>
                  <a:pt x="419" y="60"/>
                  <a:pt x="411" y="63"/>
                  <a:pt x="403" y="63"/>
                </a:cubicBezTo>
                <a:lnTo>
                  <a:pt x="31" y="63"/>
                </a:lnTo>
                <a:cubicBezTo>
                  <a:pt x="22" y="63"/>
                  <a:pt x="15" y="60"/>
                  <a:pt x="9" y="54"/>
                </a:cubicBezTo>
                <a:cubicBezTo>
                  <a:pt x="3" y="48"/>
                  <a:pt x="0" y="41"/>
                  <a:pt x="0" y="32"/>
                </a:cubicBezTo>
                <a:cubicBezTo>
                  <a:pt x="0" y="24"/>
                  <a:pt x="3" y="17"/>
                  <a:pt x="9" y="11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029120" y="305028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029120" y="309492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029120" y="3139200"/>
            <a:ext cx="11124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3387600" y="2174040"/>
            <a:ext cx="2006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vorm die een agent kan lezen.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4315320" y="2980440"/>
            <a:ext cx="261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DejaVuSansMono"/>
                <a:ea typeface="DejaVuSansMono"/>
              </a:rPr>
              <a:t>{ }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4914720" y="2941200"/>
            <a:ext cx="0" cy="45720"/>
          </a:xfrm>
          <a:prstGeom prst="line">
            <a:avLst/>
          </a:prstGeom>
          <a:ln w="111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897440" y="2923920"/>
            <a:ext cx="34920" cy="34560"/>
          </a:xfrm>
          <a:custGeom>
            <a:avLst/>
            <a:gdLst/>
            <a:ahLst/>
            <a:rect l="0" t="0" r="r" b="b"/>
            <a:pathLst>
              <a:path w="97" h="96">
                <a:moveTo>
                  <a:pt x="97" y="49"/>
                </a:moveTo>
                <a:cubicBezTo>
                  <a:pt x="97" y="55"/>
                  <a:pt x="95" y="61"/>
                  <a:pt x="93" y="67"/>
                </a:cubicBezTo>
                <a:cubicBezTo>
                  <a:pt x="91" y="73"/>
                  <a:pt x="87" y="78"/>
                  <a:pt x="83" y="83"/>
                </a:cubicBezTo>
                <a:cubicBezTo>
                  <a:pt x="78" y="87"/>
                  <a:pt x="73" y="90"/>
                  <a:pt x="67" y="93"/>
                </a:cubicBezTo>
                <a:cubicBezTo>
                  <a:pt x="61" y="95"/>
                  <a:pt x="55" y="96"/>
                  <a:pt x="49" y="96"/>
                </a:cubicBezTo>
                <a:cubicBezTo>
                  <a:pt x="43" y="96"/>
                  <a:pt x="37" y="95"/>
                  <a:pt x="31" y="93"/>
                </a:cubicBezTo>
                <a:cubicBezTo>
                  <a:pt x="24" y="90"/>
                  <a:pt x="19" y="87"/>
                  <a:pt x="14" y="83"/>
                </a:cubicBezTo>
                <a:cubicBezTo>
                  <a:pt x="10" y="78"/>
                  <a:pt x="6" y="73"/>
                  <a:pt x="4" y="67"/>
                </a:cubicBezTo>
                <a:cubicBezTo>
                  <a:pt x="2" y="61"/>
                  <a:pt x="0" y="55"/>
                  <a:pt x="0" y="49"/>
                </a:cubicBezTo>
                <a:cubicBezTo>
                  <a:pt x="0" y="43"/>
                  <a:pt x="2" y="36"/>
                  <a:pt x="4" y="31"/>
                </a:cubicBezTo>
                <a:cubicBezTo>
                  <a:pt x="6" y="25"/>
                  <a:pt x="10" y="20"/>
                  <a:pt x="14" y="15"/>
                </a:cubicBezTo>
                <a:cubicBezTo>
                  <a:pt x="19" y="11"/>
                  <a:pt x="24" y="7"/>
                  <a:pt x="31" y="5"/>
                </a:cubicBezTo>
                <a:cubicBezTo>
                  <a:pt x="37" y="2"/>
                  <a:pt x="43" y="0"/>
                  <a:pt x="49" y="0"/>
                </a:cubicBezTo>
                <a:cubicBezTo>
                  <a:pt x="55" y="0"/>
                  <a:pt x="61" y="2"/>
                  <a:pt x="67" y="5"/>
                </a:cubicBezTo>
                <a:cubicBezTo>
                  <a:pt x="73" y="7"/>
                  <a:pt x="78" y="11"/>
                  <a:pt x="83" y="15"/>
                </a:cubicBezTo>
                <a:cubicBezTo>
                  <a:pt x="87" y="20"/>
                  <a:pt x="91" y="25"/>
                  <a:pt x="93" y="31"/>
                </a:cubicBezTo>
                <a:cubicBezTo>
                  <a:pt x="95" y="36"/>
                  <a:pt x="97" y="43"/>
                  <a:pt x="97" y="49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486900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3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3" y="90"/>
                  <a:pt x="67" y="92"/>
                </a:cubicBezTo>
                <a:cubicBezTo>
                  <a:pt x="61" y="95"/>
                  <a:pt x="55" y="96"/>
                  <a:pt x="49" y="96"/>
                </a:cubicBezTo>
                <a:cubicBezTo>
                  <a:pt x="42" y="96"/>
                  <a:pt x="36" y="95"/>
                  <a:pt x="30" y="92"/>
                </a:cubicBezTo>
                <a:cubicBezTo>
                  <a:pt x="25" y="90"/>
                  <a:pt x="19" y="87"/>
                  <a:pt x="15" y="82"/>
                </a:cubicBezTo>
                <a:cubicBezTo>
                  <a:pt x="9" y="77"/>
                  <a:pt x="6" y="72"/>
                  <a:pt x="4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5" y="14"/>
                </a:cubicBezTo>
                <a:cubicBezTo>
                  <a:pt x="19" y="9"/>
                  <a:pt x="25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3" y="6"/>
                  <a:pt x="78" y="9"/>
                  <a:pt x="82" y="14"/>
                </a:cubicBezTo>
                <a:cubicBezTo>
                  <a:pt x="87" y="18"/>
                  <a:pt x="90" y="23"/>
                  <a:pt x="93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492624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2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2" y="90"/>
                  <a:pt x="67" y="92"/>
                </a:cubicBezTo>
                <a:cubicBezTo>
                  <a:pt x="61" y="95"/>
                  <a:pt x="55" y="96"/>
                  <a:pt x="48" y="96"/>
                </a:cubicBezTo>
                <a:cubicBezTo>
                  <a:pt x="41" y="96"/>
                  <a:pt x="35" y="95"/>
                  <a:pt x="29" y="92"/>
                </a:cubicBezTo>
                <a:cubicBezTo>
                  <a:pt x="23" y="90"/>
                  <a:pt x="18" y="87"/>
                  <a:pt x="14" y="82"/>
                </a:cubicBezTo>
                <a:cubicBezTo>
                  <a:pt x="9" y="77"/>
                  <a:pt x="6" y="72"/>
                  <a:pt x="3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2" y="6"/>
                  <a:pt x="78" y="9"/>
                  <a:pt x="82" y="14"/>
                </a:cubicBezTo>
                <a:cubicBezTo>
                  <a:pt x="87" y="18"/>
                  <a:pt x="90" y="23"/>
                  <a:pt x="92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4637520" y="299700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604836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4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5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5" y="0"/>
                  <a:pt x="6703" y="2"/>
                  <a:pt x="6720" y="5"/>
                </a:cubicBezTo>
                <a:cubicBezTo>
                  <a:pt x="6737" y="8"/>
                  <a:pt x="6753" y="13"/>
                  <a:pt x="6769" y="20"/>
                </a:cubicBezTo>
                <a:cubicBezTo>
                  <a:pt x="6785" y="27"/>
                  <a:pt x="6801" y="35"/>
                  <a:pt x="6815" y="45"/>
                </a:cubicBezTo>
                <a:cubicBezTo>
                  <a:pt x="6829" y="54"/>
                  <a:pt x="6843" y="65"/>
                  <a:pt x="6855" y="77"/>
                </a:cubicBezTo>
                <a:cubicBezTo>
                  <a:pt x="6867" y="90"/>
                  <a:pt x="6878" y="103"/>
                  <a:pt x="6888" y="118"/>
                </a:cubicBezTo>
                <a:cubicBezTo>
                  <a:pt x="6898" y="132"/>
                  <a:pt x="6906" y="147"/>
                  <a:pt x="6912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2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8" y="4766"/>
                  <a:pt x="6867" y="4780"/>
                  <a:pt x="6855" y="4792"/>
                </a:cubicBezTo>
                <a:cubicBezTo>
                  <a:pt x="6843" y="4804"/>
                  <a:pt x="6829" y="4815"/>
                  <a:pt x="6815" y="4825"/>
                </a:cubicBezTo>
                <a:cubicBezTo>
                  <a:pt x="6801" y="4834"/>
                  <a:pt x="6785" y="4843"/>
                  <a:pt x="6769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5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5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89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4" y="4737"/>
                  <a:pt x="26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83092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180840" y="1746360"/>
            <a:ext cx="1398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Sneller uitwerken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6180840" y="1992960"/>
            <a:ext cx="203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AI erbij gaat het uitwerken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6181560" y="275256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438600" y="2847960"/>
            <a:ext cx="219600" cy="162000"/>
          </a:xfrm>
          <a:custGeom>
            <a:avLst/>
            <a:gdLst/>
            <a:ahLst/>
            <a:rect l="0" t="0" r="r" b="b"/>
            <a:pathLst>
              <a:path w="610" h="450">
                <a:moveTo>
                  <a:pt x="0" y="224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5"/>
                  <a:pt x="30" y="112"/>
                  <a:pt x="38" y="99"/>
                </a:cubicBezTo>
                <a:cubicBezTo>
                  <a:pt x="46" y="87"/>
                  <a:pt x="57" y="76"/>
                  <a:pt x="67" y="65"/>
                </a:cubicBezTo>
                <a:cubicBezTo>
                  <a:pt x="78" y="55"/>
                  <a:pt x="89" y="46"/>
                  <a:pt x="101" y="37"/>
                </a:cubicBezTo>
                <a:cubicBezTo>
                  <a:pt x="114" y="29"/>
                  <a:pt x="127" y="22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385" y="0"/>
                </a:lnTo>
                <a:cubicBezTo>
                  <a:pt x="400" y="0"/>
                  <a:pt x="414" y="1"/>
                  <a:pt x="429" y="4"/>
                </a:cubicBezTo>
                <a:cubicBezTo>
                  <a:pt x="443" y="7"/>
                  <a:pt x="457" y="11"/>
                  <a:pt x="471" y="17"/>
                </a:cubicBezTo>
                <a:cubicBezTo>
                  <a:pt x="485" y="22"/>
                  <a:pt x="498" y="29"/>
                  <a:pt x="510" y="37"/>
                </a:cubicBezTo>
                <a:cubicBezTo>
                  <a:pt x="522" y="46"/>
                  <a:pt x="534" y="55"/>
                  <a:pt x="544" y="65"/>
                </a:cubicBezTo>
                <a:cubicBezTo>
                  <a:pt x="554" y="76"/>
                  <a:pt x="564" y="87"/>
                  <a:pt x="572" y="99"/>
                </a:cubicBezTo>
                <a:cubicBezTo>
                  <a:pt x="580" y="112"/>
                  <a:pt x="587" y="125"/>
                  <a:pt x="593" y="138"/>
                </a:cubicBezTo>
                <a:cubicBezTo>
                  <a:pt x="598" y="152"/>
                  <a:pt x="603" y="166"/>
                  <a:pt x="606" y="181"/>
                </a:cubicBezTo>
                <a:cubicBezTo>
                  <a:pt x="608" y="195"/>
                  <a:pt x="610" y="210"/>
                  <a:pt x="610" y="224"/>
                </a:cubicBezTo>
                <a:cubicBezTo>
                  <a:pt x="610" y="239"/>
                  <a:pt x="608" y="254"/>
                  <a:pt x="606" y="268"/>
                </a:cubicBezTo>
                <a:cubicBezTo>
                  <a:pt x="603" y="283"/>
                  <a:pt x="598" y="297"/>
                  <a:pt x="593" y="311"/>
                </a:cubicBezTo>
                <a:cubicBezTo>
                  <a:pt x="587" y="324"/>
                  <a:pt x="580" y="337"/>
                  <a:pt x="572" y="349"/>
                </a:cubicBezTo>
                <a:cubicBezTo>
                  <a:pt x="564" y="362"/>
                  <a:pt x="554" y="373"/>
                  <a:pt x="544" y="383"/>
                </a:cubicBezTo>
                <a:cubicBezTo>
                  <a:pt x="534" y="394"/>
                  <a:pt x="522" y="404"/>
                  <a:pt x="510" y="412"/>
                </a:cubicBezTo>
                <a:cubicBezTo>
                  <a:pt x="498" y="421"/>
                  <a:pt x="485" y="428"/>
                  <a:pt x="471" y="433"/>
                </a:cubicBezTo>
                <a:cubicBezTo>
                  <a:pt x="457" y="439"/>
                  <a:pt x="443" y="443"/>
                  <a:pt x="429" y="446"/>
                </a:cubicBezTo>
                <a:cubicBezTo>
                  <a:pt x="414" y="449"/>
                  <a:pt x="400" y="450"/>
                  <a:pt x="385" y="450"/>
                </a:cubicBezTo>
                <a:lnTo>
                  <a:pt x="226" y="450"/>
                </a:lnTo>
                <a:cubicBezTo>
                  <a:pt x="211" y="450"/>
                  <a:pt x="197" y="449"/>
                  <a:pt x="182" y="446"/>
                </a:cubicBezTo>
                <a:cubicBezTo>
                  <a:pt x="168" y="443"/>
                  <a:pt x="154" y="439"/>
                  <a:pt x="140" y="433"/>
                </a:cubicBezTo>
                <a:cubicBezTo>
                  <a:pt x="127" y="428"/>
                  <a:pt x="114" y="421"/>
                  <a:pt x="101" y="412"/>
                </a:cubicBezTo>
                <a:cubicBezTo>
                  <a:pt x="89" y="404"/>
                  <a:pt x="78" y="394"/>
                  <a:pt x="67" y="383"/>
                </a:cubicBezTo>
                <a:cubicBezTo>
                  <a:pt x="57" y="373"/>
                  <a:pt x="46" y="362"/>
                  <a:pt x="38" y="349"/>
                </a:cubicBezTo>
                <a:cubicBezTo>
                  <a:pt x="30" y="337"/>
                  <a:pt x="23" y="324"/>
                  <a:pt x="17" y="311"/>
                </a:cubicBezTo>
                <a:cubicBezTo>
                  <a:pt x="12" y="297"/>
                  <a:pt x="8" y="283"/>
                  <a:pt x="5" y="268"/>
                </a:cubicBezTo>
                <a:cubicBezTo>
                  <a:pt x="2" y="254"/>
                  <a:pt x="0" y="239"/>
                  <a:pt x="0" y="22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180840" y="2174040"/>
            <a:ext cx="1396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sneller en completer.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503400" y="2877480"/>
            <a:ext cx="104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6768000" y="2877480"/>
            <a:ext cx="6040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meedenken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7489800" y="2877480"/>
            <a:ext cx="677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samenvatten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788160" y="3096360"/>
            <a:ext cx="424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voorstel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56840" y="3943080"/>
            <a:ext cx="8087400" cy="581400"/>
          </a:xfrm>
          <a:custGeom>
            <a:avLst/>
            <a:gdLst/>
            <a:ahLst/>
            <a:rect l="0" t="0" r="r" b="b"/>
            <a:pathLst>
              <a:path w="22465" h="1615">
                <a:moveTo>
                  <a:pt x="0" y="0"/>
                </a:moveTo>
                <a:lnTo>
                  <a:pt x="22465" y="0"/>
                </a:lnTo>
                <a:lnTo>
                  <a:pt x="2246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456840" y="3943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456840" y="45147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853416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45684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7338600" y="3096360"/>
            <a:ext cx="518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1539000" y="3426840"/>
            <a:ext cx="5835240" cy="219960"/>
          </a:xfrm>
          <a:custGeom>
            <a:avLst/>
            <a:gdLst/>
            <a:ahLst/>
            <a:rect l="0" t="0" r="r" b="b"/>
            <a:pathLst>
              <a:path w="16209" h="611">
                <a:moveTo>
                  <a:pt x="16209" y="0"/>
                </a:moveTo>
                <a:lnTo>
                  <a:pt x="16209" y="168"/>
                </a:lnTo>
                <a:lnTo>
                  <a:pt x="16139" y="168"/>
                </a:lnTo>
                <a:lnTo>
                  <a:pt x="16139" y="0"/>
                </a:lnTo>
                <a:lnTo>
                  <a:pt x="16209" y="0"/>
                </a:lnTo>
                <a:moveTo>
                  <a:pt x="16209" y="288"/>
                </a:moveTo>
                <a:lnTo>
                  <a:pt x="16209" y="455"/>
                </a:lnTo>
                <a:lnTo>
                  <a:pt x="16139" y="455"/>
                </a:lnTo>
                <a:lnTo>
                  <a:pt x="16139" y="288"/>
                </a:lnTo>
                <a:lnTo>
                  <a:pt x="16209" y="288"/>
                </a:lnTo>
                <a:moveTo>
                  <a:pt x="16174" y="611"/>
                </a:moveTo>
                <a:lnTo>
                  <a:pt x="16011" y="611"/>
                </a:lnTo>
                <a:lnTo>
                  <a:pt x="16011" y="539"/>
                </a:lnTo>
                <a:lnTo>
                  <a:pt x="16174" y="539"/>
                </a:lnTo>
                <a:lnTo>
                  <a:pt x="16174" y="611"/>
                </a:lnTo>
                <a:moveTo>
                  <a:pt x="15894" y="611"/>
                </a:moveTo>
                <a:lnTo>
                  <a:pt x="15730" y="611"/>
                </a:lnTo>
                <a:lnTo>
                  <a:pt x="15730" y="539"/>
                </a:lnTo>
                <a:lnTo>
                  <a:pt x="15894" y="539"/>
                </a:lnTo>
                <a:lnTo>
                  <a:pt x="15894" y="611"/>
                </a:lnTo>
                <a:moveTo>
                  <a:pt x="15613" y="611"/>
                </a:moveTo>
                <a:lnTo>
                  <a:pt x="15449" y="611"/>
                </a:lnTo>
                <a:lnTo>
                  <a:pt x="15449" y="539"/>
                </a:lnTo>
                <a:lnTo>
                  <a:pt x="15613" y="539"/>
                </a:lnTo>
                <a:lnTo>
                  <a:pt x="15613" y="611"/>
                </a:lnTo>
                <a:moveTo>
                  <a:pt x="15332" y="611"/>
                </a:moveTo>
                <a:lnTo>
                  <a:pt x="15169" y="611"/>
                </a:lnTo>
                <a:lnTo>
                  <a:pt x="15169" y="539"/>
                </a:lnTo>
                <a:lnTo>
                  <a:pt x="15332" y="539"/>
                </a:lnTo>
                <a:lnTo>
                  <a:pt x="15332" y="611"/>
                </a:lnTo>
                <a:moveTo>
                  <a:pt x="15052" y="611"/>
                </a:moveTo>
                <a:lnTo>
                  <a:pt x="14888" y="611"/>
                </a:lnTo>
                <a:lnTo>
                  <a:pt x="14888" y="539"/>
                </a:lnTo>
                <a:lnTo>
                  <a:pt x="15052" y="539"/>
                </a:lnTo>
                <a:lnTo>
                  <a:pt x="15052" y="611"/>
                </a:lnTo>
                <a:moveTo>
                  <a:pt x="14771" y="611"/>
                </a:moveTo>
                <a:lnTo>
                  <a:pt x="14607" y="611"/>
                </a:lnTo>
                <a:lnTo>
                  <a:pt x="14607" y="539"/>
                </a:lnTo>
                <a:lnTo>
                  <a:pt x="14771" y="539"/>
                </a:lnTo>
                <a:lnTo>
                  <a:pt x="14771" y="611"/>
                </a:lnTo>
                <a:moveTo>
                  <a:pt x="14490" y="611"/>
                </a:moveTo>
                <a:lnTo>
                  <a:pt x="14327" y="611"/>
                </a:lnTo>
                <a:lnTo>
                  <a:pt x="14327" y="539"/>
                </a:lnTo>
                <a:lnTo>
                  <a:pt x="14490" y="539"/>
                </a:lnTo>
                <a:lnTo>
                  <a:pt x="14490" y="611"/>
                </a:lnTo>
                <a:moveTo>
                  <a:pt x="14210" y="611"/>
                </a:moveTo>
                <a:lnTo>
                  <a:pt x="14046" y="611"/>
                </a:lnTo>
                <a:lnTo>
                  <a:pt x="14046" y="539"/>
                </a:lnTo>
                <a:lnTo>
                  <a:pt x="14210" y="539"/>
                </a:lnTo>
                <a:lnTo>
                  <a:pt x="14210" y="611"/>
                </a:lnTo>
                <a:moveTo>
                  <a:pt x="13929" y="611"/>
                </a:moveTo>
                <a:lnTo>
                  <a:pt x="13765" y="611"/>
                </a:lnTo>
                <a:lnTo>
                  <a:pt x="13765" y="539"/>
                </a:lnTo>
                <a:lnTo>
                  <a:pt x="13929" y="539"/>
                </a:lnTo>
                <a:lnTo>
                  <a:pt x="13929" y="611"/>
                </a:lnTo>
                <a:moveTo>
                  <a:pt x="13648" y="611"/>
                </a:moveTo>
                <a:lnTo>
                  <a:pt x="13485" y="611"/>
                </a:lnTo>
                <a:lnTo>
                  <a:pt x="13485" y="539"/>
                </a:lnTo>
                <a:lnTo>
                  <a:pt x="13648" y="539"/>
                </a:lnTo>
                <a:lnTo>
                  <a:pt x="13648" y="611"/>
                </a:lnTo>
                <a:moveTo>
                  <a:pt x="13368" y="611"/>
                </a:moveTo>
                <a:lnTo>
                  <a:pt x="13204" y="611"/>
                </a:lnTo>
                <a:lnTo>
                  <a:pt x="13204" y="539"/>
                </a:lnTo>
                <a:lnTo>
                  <a:pt x="13368" y="539"/>
                </a:lnTo>
                <a:lnTo>
                  <a:pt x="13368" y="611"/>
                </a:lnTo>
                <a:moveTo>
                  <a:pt x="13087" y="611"/>
                </a:moveTo>
                <a:lnTo>
                  <a:pt x="12923" y="611"/>
                </a:lnTo>
                <a:lnTo>
                  <a:pt x="12923" y="539"/>
                </a:lnTo>
                <a:lnTo>
                  <a:pt x="13087" y="539"/>
                </a:lnTo>
                <a:lnTo>
                  <a:pt x="13087" y="611"/>
                </a:lnTo>
                <a:moveTo>
                  <a:pt x="12806" y="611"/>
                </a:moveTo>
                <a:lnTo>
                  <a:pt x="12643" y="611"/>
                </a:lnTo>
                <a:lnTo>
                  <a:pt x="12643" y="539"/>
                </a:lnTo>
                <a:lnTo>
                  <a:pt x="12806" y="539"/>
                </a:lnTo>
                <a:lnTo>
                  <a:pt x="12806" y="611"/>
                </a:lnTo>
                <a:moveTo>
                  <a:pt x="12526" y="611"/>
                </a:moveTo>
                <a:lnTo>
                  <a:pt x="12362" y="611"/>
                </a:lnTo>
                <a:lnTo>
                  <a:pt x="12362" y="539"/>
                </a:lnTo>
                <a:lnTo>
                  <a:pt x="12526" y="539"/>
                </a:lnTo>
                <a:lnTo>
                  <a:pt x="12526" y="611"/>
                </a:lnTo>
                <a:moveTo>
                  <a:pt x="12245" y="611"/>
                </a:moveTo>
                <a:lnTo>
                  <a:pt x="12081" y="611"/>
                </a:lnTo>
                <a:lnTo>
                  <a:pt x="12081" y="539"/>
                </a:lnTo>
                <a:lnTo>
                  <a:pt x="12245" y="539"/>
                </a:lnTo>
                <a:lnTo>
                  <a:pt x="12245" y="611"/>
                </a:lnTo>
                <a:moveTo>
                  <a:pt x="11964" y="611"/>
                </a:moveTo>
                <a:lnTo>
                  <a:pt x="11801" y="611"/>
                </a:lnTo>
                <a:lnTo>
                  <a:pt x="11801" y="539"/>
                </a:lnTo>
                <a:lnTo>
                  <a:pt x="11964" y="539"/>
                </a:lnTo>
                <a:lnTo>
                  <a:pt x="11964" y="611"/>
                </a:lnTo>
                <a:moveTo>
                  <a:pt x="11684" y="611"/>
                </a:moveTo>
                <a:lnTo>
                  <a:pt x="11520" y="611"/>
                </a:lnTo>
                <a:lnTo>
                  <a:pt x="11520" y="539"/>
                </a:lnTo>
                <a:lnTo>
                  <a:pt x="11684" y="539"/>
                </a:lnTo>
                <a:lnTo>
                  <a:pt x="11684" y="611"/>
                </a:lnTo>
                <a:moveTo>
                  <a:pt x="11403" y="611"/>
                </a:moveTo>
                <a:lnTo>
                  <a:pt x="11239" y="611"/>
                </a:lnTo>
                <a:lnTo>
                  <a:pt x="11239" y="539"/>
                </a:lnTo>
                <a:lnTo>
                  <a:pt x="11403" y="539"/>
                </a:lnTo>
                <a:lnTo>
                  <a:pt x="11403" y="611"/>
                </a:lnTo>
                <a:moveTo>
                  <a:pt x="11122" y="611"/>
                </a:moveTo>
                <a:lnTo>
                  <a:pt x="10959" y="611"/>
                </a:lnTo>
                <a:lnTo>
                  <a:pt x="10959" y="539"/>
                </a:lnTo>
                <a:lnTo>
                  <a:pt x="11122" y="539"/>
                </a:lnTo>
                <a:lnTo>
                  <a:pt x="11122" y="611"/>
                </a:lnTo>
                <a:moveTo>
                  <a:pt x="10842" y="611"/>
                </a:moveTo>
                <a:lnTo>
                  <a:pt x="10678" y="611"/>
                </a:lnTo>
                <a:lnTo>
                  <a:pt x="10678" y="539"/>
                </a:lnTo>
                <a:lnTo>
                  <a:pt x="10842" y="539"/>
                </a:lnTo>
                <a:lnTo>
                  <a:pt x="10842" y="611"/>
                </a:lnTo>
                <a:moveTo>
                  <a:pt x="10561" y="611"/>
                </a:moveTo>
                <a:lnTo>
                  <a:pt x="10397" y="611"/>
                </a:lnTo>
                <a:lnTo>
                  <a:pt x="10397" y="539"/>
                </a:lnTo>
                <a:lnTo>
                  <a:pt x="10561" y="539"/>
                </a:lnTo>
                <a:lnTo>
                  <a:pt x="10561" y="611"/>
                </a:lnTo>
                <a:moveTo>
                  <a:pt x="10280" y="611"/>
                </a:moveTo>
                <a:lnTo>
                  <a:pt x="10117" y="611"/>
                </a:lnTo>
                <a:lnTo>
                  <a:pt x="10117" y="539"/>
                </a:lnTo>
                <a:lnTo>
                  <a:pt x="10280" y="539"/>
                </a:lnTo>
                <a:lnTo>
                  <a:pt x="10280" y="611"/>
                </a:lnTo>
                <a:moveTo>
                  <a:pt x="10000" y="611"/>
                </a:moveTo>
                <a:lnTo>
                  <a:pt x="9836" y="611"/>
                </a:lnTo>
                <a:lnTo>
                  <a:pt x="9836" y="539"/>
                </a:lnTo>
                <a:lnTo>
                  <a:pt x="10000" y="539"/>
                </a:lnTo>
                <a:lnTo>
                  <a:pt x="10000" y="611"/>
                </a:lnTo>
                <a:moveTo>
                  <a:pt x="9719" y="611"/>
                </a:moveTo>
                <a:lnTo>
                  <a:pt x="9555" y="611"/>
                </a:lnTo>
                <a:lnTo>
                  <a:pt x="9555" y="539"/>
                </a:lnTo>
                <a:lnTo>
                  <a:pt x="9719" y="539"/>
                </a:lnTo>
                <a:lnTo>
                  <a:pt x="9719" y="611"/>
                </a:lnTo>
                <a:moveTo>
                  <a:pt x="9438" y="611"/>
                </a:moveTo>
                <a:lnTo>
                  <a:pt x="9275" y="611"/>
                </a:lnTo>
                <a:lnTo>
                  <a:pt x="9275" y="539"/>
                </a:lnTo>
                <a:lnTo>
                  <a:pt x="9438" y="539"/>
                </a:lnTo>
                <a:lnTo>
                  <a:pt x="9438" y="611"/>
                </a:lnTo>
                <a:moveTo>
                  <a:pt x="9158" y="611"/>
                </a:moveTo>
                <a:lnTo>
                  <a:pt x="8994" y="611"/>
                </a:lnTo>
                <a:lnTo>
                  <a:pt x="8994" y="539"/>
                </a:lnTo>
                <a:lnTo>
                  <a:pt x="9158" y="539"/>
                </a:lnTo>
                <a:lnTo>
                  <a:pt x="9158" y="611"/>
                </a:lnTo>
                <a:moveTo>
                  <a:pt x="8877" y="611"/>
                </a:moveTo>
                <a:lnTo>
                  <a:pt x="8713" y="611"/>
                </a:lnTo>
                <a:lnTo>
                  <a:pt x="8713" y="539"/>
                </a:lnTo>
                <a:lnTo>
                  <a:pt x="8877" y="539"/>
                </a:lnTo>
                <a:lnTo>
                  <a:pt x="8877" y="611"/>
                </a:lnTo>
                <a:moveTo>
                  <a:pt x="8596" y="611"/>
                </a:moveTo>
                <a:lnTo>
                  <a:pt x="8433" y="611"/>
                </a:lnTo>
                <a:lnTo>
                  <a:pt x="8433" y="539"/>
                </a:lnTo>
                <a:lnTo>
                  <a:pt x="8596" y="539"/>
                </a:lnTo>
                <a:lnTo>
                  <a:pt x="8596" y="611"/>
                </a:lnTo>
                <a:moveTo>
                  <a:pt x="8316" y="611"/>
                </a:moveTo>
                <a:lnTo>
                  <a:pt x="8152" y="611"/>
                </a:lnTo>
                <a:lnTo>
                  <a:pt x="8152" y="539"/>
                </a:lnTo>
                <a:lnTo>
                  <a:pt x="8316" y="539"/>
                </a:lnTo>
                <a:lnTo>
                  <a:pt x="8316" y="611"/>
                </a:lnTo>
                <a:moveTo>
                  <a:pt x="8035" y="611"/>
                </a:moveTo>
                <a:lnTo>
                  <a:pt x="7871" y="611"/>
                </a:lnTo>
                <a:lnTo>
                  <a:pt x="7871" y="539"/>
                </a:lnTo>
                <a:lnTo>
                  <a:pt x="8035" y="539"/>
                </a:lnTo>
                <a:lnTo>
                  <a:pt x="8035" y="611"/>
                </a:lnTo>
                <a:moveTo>
                  <a:pt x="7754" y="611"/>
                </a:moveTo>
                <a:lnTo>
                  <a:pt x="7591" y="611"/>
                </a:lnTo>
                <a:lnTo>
                  <a:pt x="7591" y="539"/>
                </a:lnTo>
                <a:lnTo>
                  <a:pt x="7754" y="539"/>
                </a:lnTo>
                <a:lnTo>
                  <a:pt x="7754" y="611"/>
                </a:lnTo>
                <a:moveTo>
                  <a:pt x="7474" y="611"/>
                </a:moveTo>
                <a:lnTo>
                  <a:pt x="7310" y="611"/>
                </a:lnTo>
                <a:lnTo>
                  <a:pt x="7310" y="539"/>
                </a:lnTo>
                <a:lnTo>
                  <a:pt x="7474" y="539"/>
                </a:lnTo>
                <a:lnTo>
                  <a:pt x="7474" y="611"/>
                </a:lnTo>
                <a:moveTo>
                  <a:pt x="7193" y="611"/>
                </a:moveTo>
                <a:lnTo>
                  <a:pt x="7029" y="611"/>
                </a:lnTo>
                <a:lnTo>
                  <a:pt x="7029" y="539"/>
                </a:lnTo>
                <a:lnTo>
                  <a:pt x="7193" y="539"/>
                </a:lnTo>
                <a:lnTo>
                  <a:pt x="7193" y="611"/>
                </a:lnTo>
                <a:moveTo>
                  <a:pt x="6912" y="611"/>
                </a:moveTo>
                <a:lnTo>
                  <a:pt x="6749" y="611"/>
                </a:lnTo>
                <a:lnTo>
                  <a:pt x="6749" y="539"/>
                </a:lnTo>
                <a:lnTo>
                  <a:pt x="6912" y="539"/>
                </a:lnTo>
                <a:lnTo>
                  <a:pt x="6912" y="611"/>
                </a:lnTo>
                <a:moveTo>
                  <a:pt x="6632" y="611"/>
                </a:moveTo>
                <a:lnTo>
                  <a:pt x="6468" y="611"/>
                </a:lnTo>
                <a:lnTo>
                  <a:pt x="6468" y="539"/>
                </a:lnTo>
                <a:lnTo>
                  <a:pt x="6632" y="539"/>
                </a:lnTo>
                <a:lnTo>
                  <a:pt x="6632" y="611"/>
                </a:lnTo>
                <a:moveTo>
                  <a:pt x="6351" y="611"/>
                </a:moveTo>
                <a:lnTo>
                  <a:pt x="6187" y="611"/>
                </a:lnTo>
                <a:lnTo>
                  <a:pt x="6187" y="539"/>
                </a:lnTo>
                <a:lnTo>
                  <a:pt x="6351" y="539"/>
                </a:lnTo>
                <a:lnTo>
                  <a:pt x="6351" y="611"/>
                </a:lnTo>
                <a:moveTo>
                  <a:pt x="6070" y="611"/>
                </a:moveTo>
                <a:lnTo>
                  <a:pt x="5907" y="611"/>
                </a:lnTo>
                <a:lnTo>
                  <a:pt x="5907" y="539"/>
                </a:lnTo>
                <a:lnTo>
                  <a:pt x="6070" y="539"/>
                </a:lnTo>
                <a:lnTo>
                  <a:pt x="6070" y="611"/>
                </a:lnTo>
                <a:moveTo>
                  <a:pt x="5790" y="611"/>
                </a:moveTo>
                <a:lnTo>
                  <a:pt x="5626" y="611"/>
                </a:lnTo>
                <a:lnTo>
                  <a:pt x="5626" y="539"/>
                </a:lnTo>
                <a:lnTo>
                  <a:pt x="5790" y="539"/>
                </a:lnTo>
                <a:lnTo>
                  <a:pt x="5790" y="611"/>
                </a:lnTo>
                <a:moveTo>
                  <a:pt x="5509" y="611"/>
                </a:moveTo>
                <a:lnTo>
                  <a:pt x="5345" y="611"/>
                </a:lnTo>
                <a:lnTo>
                  <a:pt x="5345" y="539"/>
                </a:lnTo>
                <a:lnTo>
                  <a:pt x="5509" y="539"/>
                </a:lnTo>
                <a:lnTo>
                  <a:pt x="5509" y="611"/>
                </a:lnTo>
                <a:moveTo>
                  <a:pt x="5228" y="611"/>
                </a:moveTo>
                <a:lnTo>
                  <a:pt x="5065" y="611"/>
                </a:lnTo>
                <a:lnTo>
                  <a:pt x="5065" y="539"/>
                </a:lnTo>
                <a:lnTo>
                  <a:pt x="5228" y="539"/>
                </a:lnTo>
                <a:lnTo>
                  <a:pt x="5228" y="611"/>
                </a:lnTo>
                <a:moveTo>
                  <a:pt x="4948" y="611"/>
                </a:moveTo>
                <a:lnTo>
                  <a:pt x="4784" y="611"/>
                </a:lnTo>
                <a:lnTo>
                  <a:pt x="4784" y="539"/>
                </a:lnTo>
                <a:lnTo>
                  <a:pt x="4948" y="539"/>
                </a:lnTo>
                <a:lnTo>
                  <a:pt x="4948" y="611"/>
                </a:lnTo>
                <a:moveTo>
                  <a:pt x="4667" y="611"/>
                </a:moveTo>
                <a:lnTo>
                  <a:pt x="4503" y="611"/>
                </a:lnTo>
                <a:lnTo>
                  <a:pt x="4503" y="539"/>
                </a:lnTo>
                <a:lnTo>
                  <a:pt x="4667" y="539"/>
                </a:lnTo>
                <a:lnTo>
                  <a:pt x="4667" y="611"/>
                </a:lnTo>
                <a:moveTo>
                  <a:pt x="4386" y="611"/>
                </a:moveTo>
                <a:lnTo>
                  <a:pt x="4223" y="611"/>
                </a:lnTo>
                <a:lnTo>
                  <a:pt x="4223" y="539"/>
                </a:lnTo>
                <a:lnTo>
                  <a:pt x="4386" y="539"/>
                </a:lnTo>
                <a:lnTo>
                  <a:pt x="4386" y="611"/>
                </a:lnTo>
                <a:moveTo>
                  <a:pt x="4106" y="611"/>
                </a:moveTo>
                <a:lnTo>
                  <a:pt x="3942" y="611"/>
                </a:lnTo>
                <a:lnTo>
                  <a:pt x="3942" y="539"/>
                </a:lnTo>
                <a:lnTo>
                  <a:pt x="4106" y="539"/>
                </a:lnTo>
                <a:lnTo>
                  <a:pt x="4106" y="611"/>
                </a:lnTo>
                <a:moveTo>
                  <a:pt x="3824" y="611"/>
                </a:moveTo>
                <a:lnTo>
                  <a:pt x="3660" y="611"/>
                </a:lnTo>
                <a:lnTo>
                  <a:pt x="3660" y="539"/>
                </a:lnTo>
                <a:lnTo>
                  <a:pt x="3824" y="539"/>
                </a:lnTo>
                <a:lnTo>
                  <a:pt x="3824" y="611"/>
                </a:lnTo>
                <a:moveTo>
                  <a:pt x="3543" y="611"/>
                </a:moveTo>
                <a:lnTo>
                  <a:pt x="3380" y="611"/>
                </a:lnTo>
                <a:lnTo>
                  <a:pt x="3380" y="539"/>
                </a:lnTo>
                <a:lnTo>
                  <a:pt x="3543" y="539"/>
                </a:lnTo>
                <a:lnTo>
                  <a:pt x="3543" y="611"/>
                </a:lnTo>
                <a:moveTo>
                  <a:pt x="3263" y="611"/>
                </a:moveTo>
                <a:lnTo>
                  <a:pt x="3099" y="611"/>
                </a:lnTo>
                <a:lnTo>
                  <a:pt x="3099" y="539"/>
                </a:lnTo>
                <a:lnTo>
                  <a:pt x="3263" y="539"/>
                </a:lnTo>
                <a:lnTo>
                  <a:pt x="3263" y="611"/>
                </a:lnTo>
                <a:moveTo>
                  <a:pt x="2982" y="611"/>
                </a:moveTo>
                <a:lnTo>
                  <a:pt x="2818" y="611"/>
                </a:lnTo>
                <a:lnTo>
                  <a:pt x="2818" y="539"/>
                </a:lnTo>
                <a:lnTo>
                  <a:pt x="2982" y="539"/>
                </a:lnTo>
                <a:lnTo>
                  <a:pt x="2982" y="611"/>
                </a:lnTo>
                <a:moveTo>
                  <a:pt x="2701" y="611"/>
                </a:moveTo>
                <a:lnTo>
                  <a:pt x="2538" y="611"/>
                </a:lnTo>
                <a:lnTo>
                  <a:pt x="2538" y="539"/>
                </a:lnTo>
                <a:lnTo>
                  <a:pt x="2701" y="539"/>
                </a:lnTo>
                <a:lnTo>
                  <a:pt x="2701" y="611"/>
                </a:lnTo>
                <a:moveTo>
                  <a:pt x="2421" y="611"/>
                </a:moveTo>
                <a:lnTo>
                  <a:pt x="2257" y="611"/>
                </a:lnTo>
                <a:lnTo>
                  <a:pt x="2257" y="539"/>
                </a:lnTo>
                <a:lnTo>
                  <a:pt x="2421" y="539"/>
                </a:lnTo>
                <a:lnTo>
                  <a:pt x="2421" y="611"/>
                </a:lnTo>
                <a:moveTo>
                  <a:pt x="2140" y="611"/>
                </a:moveTo>
                <a:lnTo>
                  <a:pt x="1976" y="611"/>
                </a:lnTo>
                <a:lnTo>
                  <a:pt x="1976" y="539"/>
                </a:lnTo>
                <a:lnTo>
                  <a:pt x="2140" y="539"/>
                </a:lnTo>
                <a:lnTo>
                  <a:pt x="2140" y="611"/>
                </a:lnTo>
                <a:moveTo>
                  <a:pt x="1859" y="611"/>
                </a:moveTo>
                <a:lnTo>
                  <a:pt x="1696" y="611"/>
                </a:lnTo>
                <a:lnTo>
                  <a:pt x="1696" y="539"/>
                </a:lnTo>
                <a:lnTo>
                  <a:pt x="1859" y="539"/>
                </a:lnTo>
                <a:lnTo>
                  <a:pt x="1859" y="611"/>
                </a:lnTo>
                <a:moveTo>
                  <a:pt x="1579" y="611"/>
                </a:moveTo>
                <a:lnTo>
                  <a:pt x="1415" y="611"/>
                </a:lnTo>
                <a:lnTo>
                  <a:pt x="1415" y="539"/>
                </a:lnTo>
                <a:lnTo>
                  <a:pt x="1579" y="539"/>
                </a:lnTo>
                <a:lnTo>
                  <a:pt x="1579" y="611"/>
                </a:lnTo>
                <a:moveTo>
                  <a:pt x="1298" y="611"/>
                </a:moveTo>
                <a:lnTo>
                  <a:pt x="1134" y="611"/>
                </a:lnTo>
                <a:lnTo>
                  <a:pt x="1134" y="539"/>
                </a:lnTo>
                <a:lnTo>
                  <a:pt x="1298" y="539"/>
                </a:lnTo>
                <a:lnTo>
                  <a:pt x="1298" y="611"/>
                </a:lnTo>
                <a:moveTo>
                  <a:pt x="1017" y="611"/>
                </a:moveTo>
                <a:lnTo>
                  <a:pt x="854" y="611"/>
                </a:lnTo>
                <a:lnTo>
                  <a:pt x="854" y="539"/>
                </a:lnTo>
                <a:lnTo>
                  <a:pt x="1017" y="539"/>
                </a:lnTo>
                <a:lnTo>
                  <a:pt x="1017" y="611"/>
                </a:lnTo>
                <a:moveTo>
                  <a:pt x="737" y="611"/>
                </a:moveTo>
                <a:lnTo>
                  <a:pt x="573" y="611"/>
                </a:lnTo>
                <a:lnTo>
                  <a:pt x="573" y="539"/>
                </a:lnTo>
                <a:lnTo>
                  <a:pt x="737" y="539"/>
                </a:lnTo>
                <a:lnTo>
                  <a:pt x="737" y="611"/>
                </a:lnTo>
                <a:moveTo>
                  <a:pt x="456" y="611"/>
                </a:moveTo>
                <a:lnTo>
                  <a:pt x="292" y="611"/>
                </a:lnTo>
                <a:lnTo>
                  <a:pt x="292" y="539"/>
                </a:lnTo>
                <a:lnTo>
                  <a:pt x="456" y="539"/>
                </a:lnTo>
                <a:lnTo>
                  <a:pt x="456" y="611"/>
                </a:lnTo>
                <a:moveTo>
                  <a:pt x="175" y="611"/>
                </a:moveTo>
                <a:lnTo>
                  <a:pt x="0" y="611"/>
                </a:lnTo>
                <a:lnTo>
                  <a:pt x="0" y="552"/>
                </a:lnTo>
                <a:lnTo>
                  <a:pt x="70" y="552"/>
                </a:lnTo>
                <a:lnTo>
                  <a:pt x="70" y="576"/>
                </a:lnTo>
                <a:lnTo>
                  <a:pt x="35" y="576"/>
                </a:lnTo>
                <a:lnTo>
                  <a:pt x="35" y="539"/>
                </a:lnTo>
                <a:lnTo>
                  <a:pt x="175" y="539"/>
                </a:lnTo>
                <a:lnTo>
                  <a:pt x="175" y="611"/>
                </a:lnTo>
                <a:moveTo>
                  <a:pt x="0" y="431"/>
                </a:moveTo>
                <a:lnTo>
                  <a:pt x="0" y="264"/>
                </a:lnTo>
                <a:lnTo>
                  <a:pt x="70" y="264"/>
                </a:lnTo>
                <a:lnTo>
                  <a:pt x="70" y="431"/>
                </a:lnTo>
                <a:lnTo>
                  <a:pt x="0" y="431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1484280" y="3426840"/>
            <a:ext cx="135000" cy="104040"/>
          </a:xfrm>
          <a:custGeom>
            <a:avLst/>
            <a:gdLst/>
            <a:ahLst/>
            <a:rect l="0" t="0" r="r" b="b"/>
            <a:pathLst>
              <a:path w="375" h="289">
                <a:moveTo>
                  <a:pt x="0" y="289"/>
                </a:moveTo>
                <a:lnTo>
                  <a:pt x="188" y="0"/>
                </a:lnTo>
                <a:lnTo>
                  <a:pt x="375" y="289"/>
                </a:lnTo>
                <a:lnTo>
                  <a:pt x="0" y="289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634320" y="4157280"/>
            <a:ext cx="8326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Elke ronde maakt de volgende sneller.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afspraak zelf blijft mensenwerk; AI versnelt het werk eromheen.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2484360" y="3671280"/>
            <a:ext cx="4592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en elke ronde levert sneller een voorstel waarover mensen kunnen besluiten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05" name=""/>
          <p:cNvSpPr/>
          <p:nvPr/>
        </p:nvSpPr>
        <p:spPr>
          <a:xfrm>
            <a:off x="485640" y="819000"/>
            <a:ext cx="4705560" cy="1609920"/>
          </a:xfrm>
          <a:custGeom>
            <a:avLst/>
            <a:gdLst/>
            <a:ahLst/>
            <a:rect l="0" t="0" r="r" b="b"/>
            <a:pathLst>
              <a:path w="13071" h="4472">
                <a:moveTo>
                  <a:pt x="0" y="4260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6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0"/>
                </a:lnTo>
                <a:cubicBezTo>
                  <a:pt x="13071" y="4274"/>
                  <a:pt x="13070" y="4287"/>
                  <a:pt x="13067" y="4301"/>
                </a:cubicBezTo>
                <a:cubicBezTo>
                  <a:pt x="13065" y="4315"/>
                  <a:pt x="13060" y="4328"/>
                  <a:pt x="13055" y="4341"/>
                </a:cubicBezTo>
                <a:cubicBezTo>
                  <a:pt x="13050" y="4354"/>
                  <a:pt x="13043" y="4366"/>
                  <a:pt x="13036" y="4377"/>
                </a:cubicBezTo>
                <a:cubicBezTo>
                  <a:pt x="13028" y="4389"/>
                  <a:pt x="13019" y="4400"/>
                  <a:pt x="13009" y="4409"/>
                </a:cubicBezTo>
                <a:cubicBezTo>
                  <a:pt x="12999" y="4419"/>
                  <a:pt x="12989" y="4428"/>
                  <a:pt x="12977" y="4437"/>
                </a:cubicBezTo>
                <a:cubicBezTo>
                  <a:pt x="12966" y="4444"/>
                  <a:pt x="12953" y="4451"/>
                  <a:pt x="12941" y="4456"/>
                </a:cubicBezTo>
                <a:cubicBezTo>
                  <a:pt x="12928" y="4462"/>
                  <a:pt x="12915" y="4466"/>
                  <a:pt x="12901" y="4468"/>
                </a:cubicBezTo>
                <a:cubicBezTo>
                  <a:pt x="12887" y="4471"/>
                  <a:pt x="12874" y="4472"/>
                  <a:pt x="12860" y="4472"/>
                </a:cubicBezTo>
                <a:lnTo>
                  <a:pt x="132" y="4472"/>
                </a:lnTo>
                <a:cubicBezTo>
                  <a:pt x="123" y="4472"/>
                  <a:pt x="115" y="4471"/>
                  <a:pt x="106" y="4468"/>
                </a:cubicBezTo>
                <a:cubicBezTo>
                  <a:pt x="98" y="4466"/>
                  <a:pt x="90" y="4462"/>
                  <a:pt x="82" y="4456"/>
                </a:cubicBezTo>
                <a:cubicBezTo>
                  <a:pt x="74" y="4451"/>
                  <a:pt x="66" y="4444"/>
                  <a:pt x="59" y="4437"/>
                </a:cubicBezTo>
                <a:cubicBezTo>
                  <a:pt x="51" y="4428"/>
                  <a:pt x="45" y="4419"/>
                  <a:pt x="39" y="4409"/>
                </a:cubicBezTo>
                <a:cubicBezTo>
                  <a:pt x="32" y="4400"/>
                  <a:pt x="27" y="4389"/>
                  <a:pt x="22" y="4377"/>
                </a:cubicBezTo>
                <a:cubicBezTo>
                  <a:pt x="17" y="4366"/>
                  <a:pt x="13" y="4354"/>
                  <a:pt x="10" y="4341"/>
                </a:cubicBezTo>
                <a:cubicBezTo>
                  <a:pt x="7" y="4328"/>
                  <a:pt x="4" y="4315"/>
                  <a:pt x="2" y="4301"/>
                </a:cubicBezTo>
                <a:cubicBezTo>
                  <a:pt x="1" y="4287"/>
                  <a:pt x="0" y="4274"/>
                  <a:pt x="0" y="426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456840" y="819000"/>
            <a:ext cx="4734360" cy="1609920"/>
          </a:xfrm>
          <a:custGeom>
            <a:avLst/>
            <a:gdLst/>
            <a:ahLst/>
            <a:rect l="0" t="0" r="r" b="b"/>
            <a:pathLst>
              <a:path w="13151" h="4472">
                <a:moveTo>
                  <a:pt x="0" y="0"/>
                </a:moveTo>
                <a:lnTo>
                  <a:pt x="13151" y="0"/>
                </a:lnTo>
                <a:lnTo>
                  <a:pt x="13151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685440" y="167616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39920" y="138960"/>
            <a:ext cx="4485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 uitgelicht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681840" y="9730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681840" y="123192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2126880" y="187056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2"/>
                  <a:pt x="1140" y="4"/>
                </a:cubicBezTo>
                <a:cubicBezTo>
                  <a:pt x="1146" y="7"/>
                  <a:pt x="1152" y="11"/>
                  <a:pt x="1157" y="16"/>
                </a:cubicBezTo>
                <a:cubicBezTo>
                  <a:pt x="1162" y="21"/>
                  <a:pt x="1166" y="28"/>
                  <a:pt x="1168" y="34"/>
                </a:cubicBezTo>
                <a:cubicBezTo>
                  <a:pt x="1171" y="41"/>
                  <a:pt x="1172" y="48"/>
                  <a:pt x="1172" y="55"/>
                </a:cubicBezTo>
                <a:lnTo>
                  <a:pt x="1172" y="445"/>
                </a:lnTo>
                <a:cubicBezTo>
                  <a:pt x="1172" y="452"/>
                  <a:pt x="1171" y="459"/>
                  <a:pt x="1168" y="466"/>
                </a:cubicBezTo>
                <a:cubicBezTo>
                  <a:pt x="1166" y="472"/>
                  <a:pt x="1162" y="478"/>
                  <a:pt x="1157" y="483"/>
                </a:cubicBezTo>
                <a:cubicBezTo>
                  <a:pt x="1152" y="488"/>
                  <a:pt x="1146" y="492"/>
                  <a:pt x="1140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7"/>
                  <a:pt x="33" y="494"/>
                </a:cubicBezTo>
                <a:cubicBezTo>
                  <a:pt x="26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1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2126880" y="187056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2"/>
                  <a:pt x="1140" y="4"/>
                </a:cubicBezTo>
                <a:cubicBezTo>
                  <a:pt x="1146" y="7"/>
                  <a:pt x="1152" y="11"/>
                  <a:pt x="1157" y="16"/>
                </a:cubicBezTo>
                <a:cubicBezTo>
                  <a:pt x="1162" y="21"/>
                  <a:pt x="1166" y="28"/>
                  <a:pt x="1168" y="34"/>
                </a:cubicBezTo>
                <a:cubicBezTo>
                  <a:pt x="1171" y="41"/>
                  <a:pt x="1172" y="48"/>
                  <a:pt x="1172" y="55"/>
                </a:cubicBezTo>
                <a:lnTo>
                  <a:pt x="1172" y="445"/>
                </a:lnTo>
                <a:cubicBezTo>
                  <a:pt x="1172" y="452"/>
                  <a:pt x="1171" y="459"/>
                  <a:pt x="1168" y="466"/>
                </a:cubicBezTo>
                <a:cubicBezTo>
                  <a:pt x="1166" y="472"/>
                  <a:pt x="1162" y="478"/>
                  <a:pt x="1157" y="483"/>
                </a:cubicBezTo>
                <a:cubicBezTo>
                  <a:pt x="1152" y="488"/>
                  <a:pt x="1146" y="492"/>
                  <a:pt x="1140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7"/>
                  <a:pt x="33" y="494"/>
                </a:cubicBezTo>
                <a:cubicBezTo>
                  <a:pt x="26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1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3161880" y="187056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2"/>
                  <a:pt x="1139" y="4"/>
                </a:cubicBezTo>
                <a:cubicBezTo>
                  <a:pt x="1146" y="7"/>
                  <a:pt x="1151" y="11"/>
                  <a:pt x="1156" y="16"/>
                </a:cubicBezTo>
                <a:cubicBezTo>
                  <a:pt x="1161" y="21"/>
                  <a:pt x="1165" y="28"/>
                  <a:pt x="1168" y="34"/>
                </a:cubicBezTo>
                <a:cubicBezTo>
                  <a:pt x="1172" y="41"/>
                  <a:pt x="1173" y="48"/>
                  <a:pt x="1173" y="55"/>
                </a:cubicBezTo>
                <a:lnTo>
                  <a:pt x="1173" y="445"/>
                </a:lnTo>
                <a:cubicBezTo>
                  <a:pt x="1173" y="452"/>
                  <a:pt x="1172" y="459"/>
                  <a:pt x="1168" y="466"/>
                </a:cubicBezTo>
                <a:cubicBezTo>
                  <a:pt x="1165" y="472"/>
                  <a:pt x="1161" y="478"/>
                  <a:pt x="1156" y="483"/>
                </a:cubicBezTo>
                <a:cubicBezTo>
                  <a:pt x="1151" y="488"/>
                  <a:pt x="1146" y="492"/>
                  <a:pt x="1139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7"/>
                  <a:pt x="33" y="494"/>
                </a:cubicBezTo>
                <a:cubicBezTo>
                  <a:pt x="27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2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3161880" y="187056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2"/>
                  <a:pt x="1139" y="4"/>
                </a:cubicBezTo>
                <a:cubicBezTo>
                  <a:pt x="1146" y="7"/>
                  <a:pt x="1151" y="11"/>
                  <a:pt x="1156" y="16"/>
                </a:cubicBezTo>
                <a:cubicBezTo>
                  <a:pt x="1161" y="21"/>
                  <a:pt x="1165" y="28"/>
                  <a:pt x="1168" y="34"/>
                </a:cubicBezTo>
                <a:cubicBezTo>
                  <a:pt x="1172" y="41"/>
                  <a:pt x="1173" y="48"/>
                  <a:pt x="1173" y="55"/>
                </a:cubicBezTo>
                <a:lnTo>
                  <a:pt x="1173" y="445"/>
                </a:lnTo>
                <a:cubicBezTo>
                  <a:pt x="1173" y="452"/>
                  <a:pt x="1172" y="459"/>
                  <a:pt x="1168" y="466"/>
                </a:cubicBezTo>
                <a:cubicBezTo>
                  <a:pt x="1165" y="472"/>
                  <a:pt x="1161" y="478"/>
                  <a:pt x="1156" y="483"/>
                </a:cubicBezTo>
                <a:cubicBezTo>
                  <a:pt x="1151" y="488"/>
                  <a:pt x="1146" y="492"/>
                  <a:pt x="1139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7"/>
                  <a:pt x="33" y="494"/>
                </a:cubicBezTo>
                <a:cubicBezTo>
                  <a:pt x="27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2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2542320" y="191232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3"/>
                </a:moveTo>
                <a:cubicBezTo>
                  <a:pt x="26" y="90"/>
                  <a:pt x="52" y="71"/>
                  <a:pt x="78" y="56"/>
                </a:cubicBezTo>
                <a:lnTo>
                  <a:pt x="106" y="101"/>
                </a:lnTo>
                <a:cubicBezTo>
                  <a:pt x="82" y="115"/>
                  <a:pt x="58" y="133"/>
                  <a:pt x="35" y="154"/>
                </a:cubicBezTo>
                <a:lnTo>
                  <a:pt x="0" y="113"/>
                </a:lnTo>
                <a:moveTo>
                  <a:pt x="144" y="23"/>
                </a:moveTo>
                <a:cubicBezTo>
                  <a:pt x="175" y="11"/>
                  <a:pt x="206" y="4"/>
                  <a:pt x="238" y="1"/>
                </a:cubicBezTo>
                <a:lnTo>
                  <a:pt x="243" y="54"/>
                </a:lnTo>
                <a:cubicBezTo>
                  <a:pt x="216" y="56"/>
                  <a:pt x="190" y="63"/>
                  <a:pt x="163" y="73"/>
                </a:cubicBezTo>
                <a:lnTo>
                  <a:pt x="144" y="23"/>
                </a:lnTo>
                <a:moveTo>
                  <a:pt x="314" y="3"/>
                </a:moveTo>
                <a:cubicBezTo>
                  <a:pt x="345" y="8"/>
                  <a:pt x="376" y="17"/>
                  <a:pt x="406" y="31"/>
                </a:cubicBezTo>
                <a:lnTo>
                  <a:pt x="385" y="80"/>
                </a:lnTo>
                <a:cubicBezTo>
                  <a:pt x="358" y="68"/>
                  <a:pt x="332" y="60"/>
                  <a:pt x="306" y="56"/>
                </a:cubicBezTo>
                <a:lnTo>
                  <a:pt x="314" y="3"/>
                </a:lnTo>
                <a:moveTo>
                  <a:pt x="470" y="66"/>
                </a:moveTo>
                <a:cubicBezTo>
                  <a:pt x="491" y="79"/>
                  <a:pt x="511" y="95"/>
                  <a:pt x="532" y="113"/>
                </a:cubicBezTo>
                <a:cubicBezTo>
                  <a:pt x="537" y="117"/>
                  <a:pt x="542" y="121"/>
                  <a:pt x="547" y="125"/>
                </a:cubicBezTo>
                <a:lnTo>
                  <a:pt x="513" y="168"/>
                </a:lnTo>
                <a:cubicBezTo>
                  <a:pt x="508" y="163"/>
                  <a:pt x="502" y="159"/>
                  <a:pt x="497" y="154"/>
                </a:cubicBezTo>
                <a:cubicBezTo>
                  <a:pt x="478" y="137"/>
                  <a:pt x="459" y="123"/>
                  <a:pt x="441" y="111"/>
                </a:cubicBezTo>
                <a:lnTo>
                  <a:pt x="470" y="66"/>
                </a:lnTo>
                <a:moveTo>
                  <a:pt x="603" y="166"/>
                </a:moveTo>
                <a:cubicBezTo>
                  <a:pt x="628" y="180"/>
                  <a:pt x="652" y="192"/>
                  <a:pt x="677" y="200"/>
                </a:cubicBezTo>
                <a:lnTo>
                  <a:pt x="660" y="250"/>
                </a:lnTo>
                <a:cubicBezTo>
                  <a:pt x="632" y="241"/>
                  <a:pt x="604" y="228"/>
                  <a:pt x="576" y="211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3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6"/>
                  <a:pt x="930" y="163"/>
                  <a:pt x="953" y="146"/>
                </a:cubicBezTo>
                <a:lnTo>
                  <a:pt x="984" y="190"/>
                </a:lnTo>
                <a:cubicBezTo>
                  <a:pt x="958" y="208"/>
                  <a:pt x="931" y="224"/>
                  <a:pt x="905" y="235"/>
                </a:cubicBezTo>
                <a:lnTo>
                  <a:pt x="883" y="187"/>
                </a:lnTo>
                <a:moveTo>
                  <a:pt x="1012" y="99"/>
                </a:moveTo>
                <a:cubicBezTo>
                  <a:pt x="1038" y="78"/>
                  <a:pt x="1064" y="60"/>
                  <a:pt x="1090" y="46"/>
                </a:cubicBezTo>
                <a:lnTo>
                  <a:pt x="1116" y="93"/>
                </a:lnTo>
                <a:cubicBezTo>
                  <a:pt x="1092" y="105"/>
                  <a:pt x="1069" y="121"/>
                  <a:pt x="1045" y="140"/>
                </a:cubicBezTo>
                <a:lnTo>
                  <a:pt x="1012" y="99"/>
                </a:lnTo>
                <a:moveTo>
                  <a:pt x="1159" y="16"/>
                </a:moveTo>
                <a:cubicBezTo>
                  <a:pt x="1190" y="6"/>
                  <a:pt x="1222" y="1"/>
                  <a:pt x="1253" y="0"/>
                </a:cubicBezTo>
                <a:lnTo>
                  <a:pt x="1255" y="53"/>
                </a:lnTo>
                <a:cubicBezTo>
                  <a:pt x="1228" y="54"/>
                  <a:pt x="1202" y="58"/>
                  <a:pt x="1175" y="67"/>
                </a:cubicBezTo>
                <a:lnTo>
                  <a:pt x="1159" y="16"/>
                </a:lnTo>
                <a:moveTo>
                  <a:pt x="1329" y="7"/>
                </a:moveTo>
                <a:cubicBezTo>
                  <a:pt x="1359" y="14"/>
                  <a:pt x="1389" y="24"/>
                  <a:pt x="1419" y="39"/>
                </a:cubicBezTo>
                <a:lnTo>
                  <a:pt x="1395" y="87"/>
                </a:lnTo>
                <a:cubicBezTo>
                  <a:pt x="1369" y="74"/>
                  <a:pt x="1343" y="65"/>
                  <a:pt x="1318" y="59"/>
                </a:cubicBezTo>
                <a:lnTo>
                  <a:pt x="1329" y="7"/>
                </a:lnTo>
                <a:moveTo>
                  <a:pt x="1482" y="77"/>
                </a:moveTo>
                <a:cubicBezTo>
                  <a:pt x="1497" y="88"/>
                  <a:pt x="1512" y="100"/>
                  <a:pt x="1527" y="113"/>
                </a:cubicBezTo>
                <a:cubicBezTo>
                  <a:pt x="1538" y="122"/>
                  <a:pt x="1549" y="132"/>
                  <a:pt x="1560" y="140"/>
                </a:cubicBezTo>
                <a:lnTo>
                  <a:pt x="1526" y="183"/>
                </a:lnTo>
                <a:cubicBezTo>
                  <a:pt x="1515" y="174"/>
                  <a:pt x="1504" y="164"/>
                  <a:pt x="1492" y="154"/>
                </a:cubicBezTo>
                <a:cubicBezTo>
                  <a:pt x="1478" y="141"/>
                  <a:pt x="1465" y="131"/>
                  <a:pt x="1451" y="121"/>
                </a:cubicBezTo>
                <a:lnTo>
                  <a:pt x="1482" y="77"/>
                </a:lnTo>
                <a:moveTo>
                  <a:pt x="1614" y="181"/>
                </a:moveTo>
                <a:cubicBezTo>
                  <a:pt x="1643" y="200"/>
                  <a:pt x="1666" y="211"/>
                  <a:pt x="1682" y="213"/>
                </a:cubicBezTo>
                <a:lnTo>
                  <a:pt x="1675" y="266"/>
                </a:lnTo>
                <a:cubicBezTo>
                  <a:pt x="1650" y="263"/>
                  <a:pt x="1620" y="249"/>
                  <a:pt x="1584" y="225"/>
                </a:cubicBezTo>
                <a:lnTo>
                  <a:pt x="1614" y="181"/>
                </a:lnTo>
                <a:moveTo>
                  <a:pt x="1699" y="198"/>
                </a:moveTo>
                <a:cubicBezTo>
                  <a:pt x="1701" y="184"/>
                  <a:pt x="1700" y="164"/>
                  <a:pt x="1696" y="137"/>
                </a:cubicBezTo>
                <a:lnTo>
                  <a:pt x="1749" y="128"/>
                </a:lnTo>
                <a:cubicBezTo>
                  <a:pt x="1754" y="161"/>
                  <a:pt x="1755" y="187"/>
                  <a:pt x="1751" y="207"/>
                </a:cubicBezTo>
                <a:lnTo>
                  <a:pt x="1699" y="198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2791440" y="175572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7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3"/>
                  <a:pt x="347" y="235"/>
                  <a:pt x="342" y="245"/>
                </a:cubicBezTo>
                <a:cubicBezTo>
                  <a:pt x="338" y="256"/>
                  <a:pt x="332" y="266"/>
                  <a:pt x="326" y="277"/>
                </a:cubicBezTo>
                <a:cubicBezTo>
                  <a:pt x="320" y="287"/>
                  <a:pt x="312" y="296"/>
                  <a:pt x="304" y="304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2"/>
                  <a:pt x="257" y="338"/>
                  <a:pt x="246" y="342"/>
                </a:cubicBezTo>
                <a:cubicBezTo>
                  <a:pt x="236" y="347"/>
                  <a:pt x="223" y="350"/>
                  <a:pt x="212" y="352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2"/>
                </a:cubicBezTo>
                <a:cubicBezTo>
                  <a:pt x="131" y="350"/>
                  <a:pt x="120" y="347"/>
                  <a:pt x="109" y="342"/>
                </a:cubicBezTo>
                <a:cubicBezTo>
                  <a:pt x="99" y="338"/>
                  <a:pt x="88" y="332"/>
                  <a:pt x="79" y="326"/>
                </a:cubicBezTo>
                <a:cubicBezTo>
                  <a:pt x="69" y="319"/>
                  <a:pt x="60" y="312"/>
                  <a:pt x="52" y="304"/>
                </a:cubicBezTo>
                <a:cubicBezTo>
                  <a:pt x="44" y="296"/>
                  <a:pt x="36" y="287"/>
                  <a:pt x="30" y="277"/>
                </a:cubicBezTo>
                <a:cubicBezTo>
                  <a:pt x="23" y="266"/>
                  <a:pt x="18" y="256"/>
                  <a:pt x="13" y="245"/>
                </a:cubicBezTo>
                <a:cubicBezTo>
                  <a:pt x="9" y="235"/>
                  <a:pt x="6" y="223"/>
                  <a:pt x="3" y="212"/>
                </a:cubicBezTo>
                <a:cubicBezTo>
                  <a:pt x="1" y="201"/>
                  <a:pt x="0" y="189"/>
                  <a:pt x="0" y="177"/>
                </a:cubicBezTo>
                <a:cubicBezTo>
                  <a:pt x="0" y="166"/>
                  <a:pt x="1" y="154"/>
                  <a:pt x="3" y="143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9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3" y="3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3"/>
                </a:cubicBezTo>
                <a:cubicBezTo>
                  <a:pt x="223" y="6"/>
                  <a:pt x="236" y="9"/>
                  <a:pt x="246" y="13"/>
                </a:cubicBezTo>
                <a:cubicBezTo>
                  <a:pt x="257" y="18"/>
                  <a:pt x="267" y="23"/>
                  <a:pt x="277" y="30"/>
                </a:cubicBezTo>
                <a:cubicBezTo>
                  <a:pt x="287" y="36"/>
                  <a:pt x="296" y="44"/>
                  <a:pt x="304" y="52"/>
                </a:cubicBezTo>
                <a:cubicBezTo>
                  <a:pt x="312" y="60"/>
                  <a:pt x="320" y="69"/>
                  <a:pt x="326" y="79"/>
                </a:cubicBezTo>
                <a:cubicBezTo>
                  <a:pt x="332" y="88"/>
                  <a:pt x="338" y="99"/>
                  <a:pt x="342" y="109"/>
                </a:cubicBezTo>
                <a:cubicBezTo>
                  <a:pt x="347" y="120"/>
                  <a:pt x="350" y="131"/>
                  <a:pt x="353" y="143"/>
                </a:cubicBezTo>
                <a:cubicBezTo>
                  <a:pt x="355" y="154"/>
                  <a:pt x="356" y="166"/>
                  <a:pt x="356" y="1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791440" y="175572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7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3"/>
                  <a:pt x="347" y="235"/>
                  <a:pt x="342" y="245"/>
                </a:cubicBezTo>
                <a:cubicBezTo>
                  <a:pt x="338" y="256"/>
                  <a:pt x="332" y="266"/>
                  <a:pt x="326" y="277"/>
                </a:cubicBezTo>
                <a:cubicBezTo>
                  <a:pt x="320" y="287"/>
                  <a:pt x="312" y="296"/>
                  <a:pt x="304" y="304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2"/>
                  <a:pt x="257" y="338"/>
                  <a:pt x="246" y="342"/>
                </a:cubicBezTo>
                <a:cubicBezTo>
                  <a:pt x="236" y="347"/>
                  <a:pt x="223" y="350"/>
                  <a:pt x="212" y="352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2"/>
                </a:cubicBezTo>
                <a:cubicBezTo>
                  <a:pt x="131" y="350"/>
                  <a:pt x="120" y="347"/>
                  <a:pt x="109" y="342"/>
                </a:cubicBezTo>
                <a:cubicBezTo>
                  <a:pt x="99" y="338"/>
                  <a:pt x="88" y="332"/>
                  <a:pt x="79" y="326"/>
                </a:cubicBezTo>
                <a:cubicBezTo>
                  <a:pt x="69" y="319"/>
                  <a:pt x="60" y="312"/>
                  <a:pt x="52" y="304"/>
                </a:cubicBezTo>
                <a:cubicBezTo>
                  <a:pt x="44" y="296"/>
                  <a:pt x="36" y="287"/>
                  <a:pt x="30" y="277"/>
                </a:cubicBezTo>
                <a:cubicBezTo>
                  <a:pt x="23" y="266"/>
                  <a:pt x="18" y="256"/>
                  <a:pt x="13" y="245"/>
                </a:cubicBezTo>
                <a:cubicBezTo>
                  <a:pt x="9" y="235"/>
                  <a:pt x="6" y="223"/>
                  <a:pt x="3" y="212"/>
                </a:cubicBezTo>
                <a:cubicBezTo>
                  <a:pt x="1" y="201"/>
                  <a:pt x="0" y="189"/>
                  <a:pt x="0" y="177"/>
                </a:cubicBezTo>
                <a:cubicBezTo>
                  <a:pt x="0" y="166"/>
                  <a:pt x="1" y="154"/>
                  <a:pt x="3" y="143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9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3" y="3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3"/>
                </a:cubicBezTo>
                <a:cubicBezTo>
                  <a:pt x="223" y="6"/>
                  <a:pt x="236" y="9"/>
                  <a:pt x="246" y="13"/>
                </a:cubicBezTo>
                <a:cubicBezTo>
                  <a:pt x="257" y="18"/>
                  <a:pt x="267" y="23"/>
                  <a:pt x="277" y="30"/>
                </a:cubicBezTo>
                <a:cubicBezTo>
                  <a:pt x="287" y="36"/>
                  <a:pt x="296" y="44"/>
                  <a:pt x="304" y="52"/>
                </a:cubicBezTo>
                <a:cubicBezTo>
                  <a:pt x="312" y="60"/>
                  <a:pt x="320" y="69"/>
                  <a:pt x="326" y="79"/>
                </a:cubicBezTo>
                <a:cubicBezTo>
                  <a:pt x="332" y="88"/>
                  <a:pt x="338" y="99"/>
                  <a:pt x="342" y="109"/>
                </a:cubicBezTo>
                <a:cubicBezTo>
                  <a:pt x="347" y="120"/>
                  <a:pt x="350" y="131"/>
                  <a:pt x="353" y="143"/>
                </a:cubicBezTo>
                <a:cubicBezTo>
                  <a:pt x="355" y="154"/>
                  <a:pt x="356" y="166"/>
                  <a:pt x="356" y="177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2855160" y="1774800"/>
            <a:ext cx="32400" cy="64440"/>
          </a:xfrm>
          <a:custGeom>
            <a:avLst/>
            <a:gdLst/>
            <a:ahLst/>
            <a:rect l="0" t="0" r="r" b="b"/>
            <a:pathLst>
              <a:path fill="none" w="90" h="179">
                <a:moveTo>
                  <a:pt x="0" y="0"/>
                </a:moveTo>
                <a:lnTo>
                  <a:pt x="0" y="125"/>
                </a:lnTo>
                <a:lnTo>
                  <a:pt x="90" y="179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81840" y="144144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5343480" y="819000"/>
            <a:ext cx="3200760" cy="1609920"/>
          </a:xfrm>
          <a:custGeom>
            <a:avLst/>
            <a:gdLst/>
            <a:ahLst/>
            <a:rect l="0" t="0" r="r" b="b"/>
            <a:pathLst>
              <a:path w="8891" h="4472">
                <a:moveTo>
                  <a:pt x="0" y="4260"/>
                </a:moveTo>
                <a:lnTo>
                  <a:pt x="0" y="212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6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6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0"/>
                </a:lnTo>
                <a:cubicBezTo>
                  <a:pt x="8891" y="4274"/>
                  <a:pt x="8889" y="4287"/>
                  <a:pt x="8887" y="4301"/>
                </a:cubicBezTo>
                <a:cubicBezTo>
                  <a:pt x="8884" y="4315"/>
                  <a:pt x="8880" y="4328"/>
                  <a:pt x="8875" y="4341"/>
                </a:cubicBezTo>
                <a:cubicBezTo>
                  <a:pt x="8869" y="4354"/>
                  <a:pt x="8863" y="4366"/>
                  <a:pt x="8855" y="4377"/>
                </a:cubicBezTo>
                <a:cubicBezTo>
                  <a:pt x="8847" y="4389"/>
                  <a:pt x="8838" y="4400"/>
                  <a:pt x="8829" y="4409"/>
                </a:cubicBezTo>
                <a:cubicBezTo>
                  <a:pt x="8819" y="4419"/>
                  <a:pt x="8808" y="4428"/>
                  <a:pt x="8797" y="4437"/>
                </a:cubicBezTo>
                <a:cubicBezTo>
                  <a:pt x="8785" y="4444"/>
                  <a:pt x="8773" y="4451"/>
                  <a:pt x="8760" y="4456"/>
                </a:cubicBezTo>
                <a:cubicBezTo>
                  <a:pt x="8747" y="4462"/>
                  <a:pt x="8734" y="4466"/>
                  <a:pt x="8720" y="4468"/>
                </a:cubicBezTo>
                <a:cubicBezTo>
                  <a:pt x="8707" y="4471"/>
                  <a:pt x="8693" y="4472"/>
                  <a:pt x="8679" y="4472"/>
                </a:cubicBezTo>
                <a:lnTo>
                  <a:pt x="132" y="4472"/>
                </a:lnTo>
                <a:cubicBezTo>
                  <a:pt x="123" y="4472"/>
                  <a:pt x="115" y="4471"/>
                  <a:pt x="106" y="4468"/>
                </a:cubicBezTo>
                <a:cubicBezTo>
                  <a:pt x="98" y="4466"/>
                  <a:pt x="89" y="4462"/>
                  <a:pt x="81" y="4456"/>
                </a:cubicBezTo>
                <a:cubicBezTo>
                  <a:pt x="73" y="4451"/>
                  <a:pt x="66" y="4444"/>
                  <a:pt x="58" y="4437"/>
                </a:cubicBezTo>
                <a:cubicBezTo>
                  <a:pt x="51" y="4428"/>
                  <a:pt x="45" y="4419"/>
                  <a:pt x="38" y="4409"/>
                </a:cubicBezTo>
                <a:cubicBezTo>
                  <a:pt x="32" y="4400"/>
                  <a:pt x="27" y="4389"/>
                  <a:pt x="22" y="4377"/>
                </a:cubicBezTo>
                <a:cubicBezTo>
                  <a:pt x="17" y="4366"/>
                  <a:pt x="13" y="4354"/>
                  <a:pt x="10" y="4341"/>
                </a:cubicBezTo>
                <a:cubicBezTo>
                  <a:pt x="6" y="4328"/>
                  <a:pt x="4" y="4315"/>
                  <a:pt x="2" y="4301"/>
                </a:cubicBezTo>
                <a:cubicBezTo>
                  <a:pt x="0" y="4287"/>
                  <a:pt x="0" y="4274"/>
                  <a:pt x="0" y="426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314680" y="819000"/>
            <a:ext cx="3229560" cy="1609920"/>
          </a:xfrm>
          <a:custGeom>
            <a:avLst/>
            <a:gdLst/>
            <a:ahLst/>
            <a:rect l="0" t="0" r="r" b="b"/>
            <a:pathLst>
              <a:path w="8971" h="4472">
                <a:moveTo>
                  <a:pt x="0" y="0"/>
                </a:moveTo>
                <a:lnTo>
                  <a:pt x="8971" y="0"/>
                </a:lnTo>
                <a:lnTo>
                  <a:pt x="8971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246680" y="216504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5535360" y="960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5535360" y="11901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5535360" y="140904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85640" y="2533320"/>
            <a:ext cx="4705560" cy="2095920"/>
          </a:xfrm>
          <a:custGeom>
            <a:avLst/>
            <a:gdLst/>
            <a:ahLst/>
            <a:rect l="0" t="0" r="r" b="b"/>
            <a:pathLst>
              <a:path w="13071" h="5822">
                <a:moveTo>
                  <a:pt x="0" y="561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611"/>
                </a:lnTo>
                <a:cubicBezTo>
                  <a:pt x="13071" y="5624"/>
                  <a:pt x="13070" y="5638"/>
                  <a:pt x="13067" y="5652"/>
                </a:cubicBezTo>
                <a:cubicBezTo>
                  <a:pt x="13065" y="5666"/>
                  <a:pt x="13060" y="5679"/>
                  <a:pt x="13055" y="5692"/>
                </a:cubicBezTo>
                <a:cubicBezTo>
                  <a:pt x="13050" y="5704"/>
                  <a:pt x="13043" y="5717"/>
                  <a:pt x="13036" y="5728"/>
                </a:cubicBezTo>
                <a:cubicBezTo>
                  <a:pt x="13028" y="5740"/>
                  <a:pt x="13019" y="5750"/>
                  <a:pt x="13009" y="5760"/>
                </a:cubicBezTo>
                <a:cubicBezTo>
                  <a:pt x="12999" y="5770"/>
                  <a:pt x="12989" y="5779"/>
                  <a:pt x="12977" y="5787"/>
                </a:cubicBezTo>
                <a:cubicBezTo>
                  <a:pt x="12966" y="5794"/>
                  <a:pt x="12953" y="5801"/>
                  <a:pt x="12941" y="5806"/>
                </a:cubicBezTo>
                <a:cubicBezTo>
                  <a:pt x="12928" y="5811"/>
                  <a:pt x="12915" y="5815"/>
                  <a:pt x="12901" y="5818"/>
                </a:cubicBezTo>
                <a:cubicBezTo>
                  <a:pt x="12887" y="5821"/>
                  <a:pt x="12874" y="5822"/>
                  <a:pt x="12860" y="5822"/>
                </a:cubicBezTo>
                <a:lnTo>
                  <a:pt x="132" y="5822"/>
                </a:lnTo>
                <a:cubicBezTo>
                  <a:pt x="123" y="5822"/>
                  <a:pt x="115" y="5821"/>
                  <a:pt x="106" y="5818"/>
                </a:cubicBezTo>
                <a:cubicBezTo>
                  <a:pt x="98" y="5815"/>
                  <a:pt x="90" y="5811"/>
                  <a:pt x="82" y="5806"/>
                </a:cubicBezTo>
                <a:cubicBezTo>
                  <a:pt x="74" y="5801"/>
                  <a:pt x="66" y="5794"/>
                  <a:pt x="59" y="5787"/>
                </a:cubicBezTo>
                <a:cubicBezTo>
                  <a:pt x="51" y="5779"/>
                  <a:pt x="45" y="5770"/>
                  <a:pt x="39" y="5760"/>
                </a:cubicBezTo>
                <a:cubicBezTo>
                  <a:pt x="32" y="5750"/>
                  <a:pt x="27" y="5740"/>
                  <a:pt x="22" y="5728"/>
                </a:cubicBezTo>
                <a:cubicBezTo>
                  <a:pt x="17" y="5717"/>
                  <a:pt x="13" y="5704"/>
                  <a:pt x="10" y="5692"/>
                </a:cubicBezTo>
                <a:cubicBezTo>
                  <a:pt x="7" y="5679"/>
                  <a:pt x="4" y="5666"/>
                  <a:pt x="2" y="5652"/>
                </a:cubicBezTo>
                <a:cubicBezTo>
                  <a:pt x="1" y="5638"/>
                  <a:pt x="0" y="5624"/>
                  <a:pt x="0" y="5611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456840" y="2533320"/>
            <a:ext cx="4734360" cy="2095920"/>
          </a:xfrm>
          <a:custGeom>
            <a:avLst/>
            <a:gdLst/>
            <a:ahLst/>
            <a:rect l="0" t="0" r="r" b="b"/>
            <a:pathLst>
              <a:path w="13151" h="5822">
                <a:moveTo>
                  <a:pt x="0" y="0"/>
                </a:moveTo>
                <a:lnTo>
                  <a:pt x="13151" y="0"/>
                </a:lnTo>
                <a:lnTo>
                  <a:pt x="13151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685440" y="3895560"/>
            <a:ext cx="4334400" cy="9720"/>
          </a:xfrm>
          <a:custGeom>
            <a:avLst/>
            <a:gdLst/>
            <a:ahLst/>
            <a:rect l="0" t="0" r="r" b="b"/>
            <a:pathLst>
              <a:path w="12040" h="27">
                <a:moveTo>
                  <a:pt x="0" y="0"/>
                </a:moveTo>
                <a:lnTo>
                  <a:pt x="12040" y="0"/>
                </a:lnTo>
                <a:lnTo>
                  <a:pt x="120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5535360" y="162828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81840" y="26971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81840" y="2955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81840" y="315612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681840" y="343224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2252520" y="401364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1"/>
                  <a:pt x="322" y="182"/>
                  <a:pt x="320" y="192"/>
                </a:cubicBezTo>
                <a:cubicBezTo>
                  <a:pt x="318" y="203"/>
                  <a:pt x="315" y="213"/>
                  <a:pt x="311" y="222"/>
                </a:cubicBezTo>
                <a:cubicBezTo>
                  <a:pt x="307" y="232"/>
                  <a:pt x="302" y="241"/>
                  <a:pt x="296" y="250"/>
                </a:cubicBezTo>
                <a:cubicBezTo>
                  <a:pt x="290" y="259"/>
                  <a:pt x="284" y="267"/>
                  <a:pt x="276" y="275"/>
                </a:cubicBezTo>
                <a:cubicBezTo>
                  <a:pt x="269" y="282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2"/>
                  <a:pt x="48" y="275"/>
                </a:cubicBezTo>
                <a:cubicBezTo>
                  <a:pt x="41" y="267"/>
                  <a:pt x="34" y="259"/>
                  <a:pt x="28" y="250"/>
                </a:cubicBezTo>
                <a:cubicBezTo>
                  <a:pt x="21" y="241"/>
                  <a:pt x="16" y="232"/>
                  <a:pt x="12" y="222"/>
                </a:cubicBezTo>
                <a:cubicBezTo>
                  <a:pt x="8" y="213"/>
                  <a:pt x="5" y="203"/>
                  <a:pt x="3" y="192"/>
                </a:cubicBezTo>
                <a:cubicBezTo>
                  <a:pt x="1" y="182"/>
                  <a:pt x="0" y="171"/>
                  <a:pt x="0" y="161"/>
                </a:cubicBezTo>
                <a:cubicBezTo>
                  <a:pt x="0" y="150"/>
                  <a:pt x="1" y="140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8" y="71"/>
                </a:cubicBezTo>
                <a:cubicBezTo>
                  <a:pt x="34" y="62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39"/>
                  <a:pt x="276" y="47"/>
                </a:cubicBezTo>
                <a:cubicBezTo>
                  <a:pt x="284" y="54"/>
                  <a:pt x="290" y="62"/>
                  <a:pt x="296" y="71"/>
                </a:cubicBezTo>
                <a:cubicBezTo>
                  <a:pt x="302" y="80"/>
                  <a:pt x="307" y="89"/>
                  <a:pt x="311" y="99"/>
                </a:cubicBezTo>
                <a:cubicBezTo>
                  <a:pt x="315" y="109"/>
                  <a:pt x="318" y="119"/>
                  <a:pt x="320" y="129"/>
                </a:cubicBezTo>
                <a:cubicBezTo>
                  <a:pt x="322" y="140"/>
                  <a:pt x="323" y="150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2252520" y="401364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1"/>
                  <a:pt x="322" y="182"/>
                  <a:pt x="320" y="192"/>
                </a:cubicBezTo>
                <a:cubicBezTo>
                  <a:pt x="318" y="203"/>
                  <a:pt x="315" y="213"/>
                  <a:pt x="311" y="222"/>
                </a:cubicBezTo>
                <a:cubicBezTo>
                  <a:pt x="307" y="232"/>
                  <a:pt x="302" y="241"/>
                  <a:pt x="296" y="250"/>
                </a:cubicBezTo>
                <a:cubicBezTo>
                  <a:pt x="290" y="259"/>
                  <a:pt x="284" y="267"/>
                  <a:pt x="276" y="275"/>
                </a:cubicBezTo>
                <a:cubicBezTo>
                  <a:pt x="269" y="282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2"/>
                  <a:pt x="48" y="275"/>
                </a:cubicBezTo>
                <a:cubicBezTo>
                  <a:pt x="41" y="267"/>
                  <a:pt x="34" y="259"/>
                  <a:pt x="28" y="250"/>
                </a:cubicBezTo>
                <a:cubicBezTo>
                  <a:pt x="21" y="241"/>
                  <a:pt x="16" y="232"/>
                  <a:pt x="12" y="222"/>
                </a:cubicBezTo>
                <a:cubicBezTo>
                  <a:pt x="8" y="213"/>
                  <a:pt x="5" y="203"/>
                  <a:pt x="3" y="192"/>
                </a:cubicBezTo>
                <a:cubicBezTo>
                  <a:pt x="1" y="182"/>
                  <a:pt x="0" y="171"/>
                  <a:pt x="0" y="161"/>
                </a:cubicBezTo>
                <a:cubicBezTo>
                  <a:pt x="0" y="150"/>
                  <a:pt x="1" y="140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8" y="71"/>
                </a:cubicBezTo>
                <a:cubicBezTo>
                  <a:pt x="34" y="62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39"/>
                  <a:pt x="276" y="47"/>
                </a:cubicBezTo>
                <a:cubicBezTo>
                  <a:pt x="284" y="54"/>
                  <a:pt x="290" y="62"/>
                  <a:pt x="296" y="71"/>
                </a:cubicBezTo>
                <a:cubicBezTo>
                  <a:pt x="302" y="80"/>
                  <a:pt x="307" y="89"/>
                  <a:pt x="311" y="99"/>
                </a:cubicBezTo>
                <a:cubicBezTo>
                  <a:pt x="315" y="109"/>
                  <a:pt x="318" y="119"/>
                  <a:pt x="320" y="129"/>
                </a:cubicBezTo>
                <a:cubicBezTo>
                  <a:pt x="322" y="140"/>
                  <a:pt x="323" y="150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2214000" y="4194000"/>
            <a:ext cx="193680" cy="96840"/>
          </a:xfrm>
          <a:custGeom>
            <a:avLst/>
            <a:gdLst/>
            <a:ahLst/>
            <a:rect l="0" t="0" r="r" b="b"/>
            <a:pathLst>
              <a:path w="538" h="269">
                <a:moveTo>
                  <a:pt x="0" y="269"/>
                </a:moveTo>
                <a:cubicBezTo>
                  <a:pt x="0" y="252"/>
                  <a:pt x="1" y="234"/>
                  <a:pt x="5" y="217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5"/>
                  <a:pt x="46" y="120"/>
                </a:cubicBezTo>
                <a:cubicBezTo>
                  <a:pt x="56" y="106"/>
                  <a:pt x="67" y="92"/>
                  <a:pt x="79" y="80"/>
                </a:cubicBezTo>
                <a:cubicBezTo>
                  <a:pt x="92" y="67"/>
                  <a:pt x="105" y="56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5"/>
                  <a:pt x="199" y="10"/>
                  <a:pt x="217" y="5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5"/>
                </a:cubicBezTo>
                <a:cubicBezTo>
                  <a:pt x="339" y="10"/>
                  <a:pt x="356" y="15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6"/>
                  <a:pt x="447" y="67"/>
                  <a:pt x="459" y="80"/>
                </a:cubicBezTo>
                <a:cubicBezTo>
                  <a:pt x="471" y="92"/>
                  <a:pt x="483" y="106"/>
                  <a:pt x="492" y="120"/>
                </a:cubicBezTo>
                <a:cubicBezTo>
                  <a:pt x="502" y="135"/>
                  <a:pt x="510" y="150"/>
                  <a:pt x="517" y="167"/>
                </a:cubicBezTo>
                <a:cubicBezTo>
                  <a:pt x="524" y="183"/>
                  <a:pt x="529" y="200"/>
                  <a:pt x="533" y="217"/>
                </a:cubicBezTo>
                <a:cubicBezTo>
                  <a:pt x="536" y="234"/>
                  <a:pt x="538" y="252"/>
                  <a:pt x="538" y="269"/>
                </a:cubicBezTo>
                <a:lnTo>
                  <a:pt x="0" y="26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2214000" y="4194000"/>
            <a:ext cx="193680" cy="96840"/>
          </a:xfrm>
          <a:custGeom>
            <a:avLst/>
            <a:gdLst/>
            <a:ahLst/>
            <a:rect l="0" t="0" r="r" b="b"/>
            <a:pathLst>
              <a:path fill="none" w="538" h="269">
                <a:moveTo>
                  <a:pt x="0" y="269"/>
                </a:moveTo>
                <a:cubicBezTo>
                  <a:pt x="0" y="252"/>
                  <a:pt x="1" y="234"/>
                  <a:pt x="5" y="217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5"/>
                  <a:pt x="46" y="120"/>
                </a:cubicBezTo>
                <a:cubicBezTo>
                  <a:pt x="56" y="106"/>
                  <a:pt x="67" y="92"/>
                  <a:pt x="79" y="80"/>
                </a:cubicBezTo>
                <a:cubicBezTo>
                  <a:pt x="92" y="67"/>
                  <a:pt x="105" y="56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5"/>
                  <a:pt x="199" y="10"/>
                  <a:pt x="217" y="5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5"/>
                </a:cubicBezTo>
                <a:cubicBezTo>
                  <a:pt x="339" y="10"/>
                  <a:pt x="356" y="15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6"/>
                  <a:pt x="447" y="67"/>
                  <a:pt x="459" y="80"/>
                </a:cubicBezTo>
                <a:cubicBezTo>
                  <a:pt x="471" y="92"/>
                  <a:pt x="483" y="106"/>
                  <a:pt x="492" y="120"/>
                </a:cubicBezTo>
                <a:cubicBezTo>
                  <a:pt x="502" y="135"/>
                  <a:pt x="510" y="150"/>
                  <a:pt x="517" y="167"/>
                </a:cubicBezTo>
                <a:cubicBezTo>
                  <a:pt x="524" y="183"/>
                  <a:pt x="529" y="200"/>
                  <a:pt x="533" y="217"/>
                </a:cubicBezTo>
                <a:cubicBezTo>
                  <a:pt x="536" y="234"/>
                  <a:pt x="538" y="252"/>
                  <a:pt x="538" y="269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681840" y="364176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2726280" y="398772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1"/>
                  <a:pt x="674" y="4"/>
                </a:cubicBezTo>
                <a:cubicBezTo>
                  <a:pt x="681" y="6"/>
                  <a:pt x="687" y="10"/>
                  <a:pt x="692" y="15"/>
                </a:cubicBezTo>
                <a:cubicBezTo>
                  <a:pt x="696" y="20"/>
                  <a:pt x="700" y="26"/>
                  <a:pt x="703" y="32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2"/>
                  <a:pt x="706" y="879"/>
                  <a:pt x="703" y="885"/>
                </a:cubicBezTo>
                <a:cubicBezTo>
                  <a:pt x="700" y="892"/>
                  <a:pt x="696" y="897"/>
                  <a:pt x="692" y="902"/>
                </a:cubicBezTo>
                <a:cubicBezTo>
                  <a:pt x="687" y="907"/>
                  <a:pt x="681" y="911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1"/>
                  <a:pt x="21" y="907"/>
                  <a:pt x="16" y="902"/>
                </a:cubicBezTo>
                <a:cubicBezTo>
                  <a:pt x="11" y="897"/>
                  <a:pt x="7" y="892"/>
                  <a:pt x="5" y="885"/>
                </a:cubicBezTo>
                <a:cubicBezTo>
                  <a:pt x="2" y="879"/>
                  <a:pt x="0" y="872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2726280" y="398772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1"/>
                  <a:pt x="674" y="4"/>
                </a:cubicBezTo>
                <a:cubicBezTo>
                  <a:pt x="681" y="6"/>
                  <a:pt x="687" y="10"/>
                  <a:pt x="692" y="15"/>
                </a:cubicBezTo>
                <a:cubicBezTo>
                  <a:pt x="696" y="20"/>
                  <a:pt x="700" y="26"/>
                  <a:pt x="703" y="32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2"/>
                  <a:pt x="706" y="879"/>
                  <a:pt x="703" y="885"/>
                </a:cubicBezTo>
                <a:cubicBezTo>
                  <a:pt x="700" y="892"/>
                  <a:pt x="696" y="897"/>
                  <a:pt x="692" y="902"/>
                </a:cubicBezTo>
                <a:cubicBezTo>
                  <a:pt x="687" y="907"/>
                  <a:pt x="681" y="911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1"/>
                  <a:pt x="21" y="907"/>
                  <a:pt x="16" y="902"/>
                </a:cubicBezTo>
                <a:cubicBezTo>
                  <a:pt x="11" y="897"/>
                  <a:pt x="7" y="892"/>
                  <a:pt x="5" y="885"/>
                </a:cubicBezTo>
                <a:cubicBezTo>
                  <a:pt x="2" y="879"/>
                  <a:pt x="0" y="872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2764440" y="4038480"/>
            <a:ext cx="178200" cy="25560"/>
          </a:xfrm>
          <a:custGeom>
            <a:avLst/>
            <a:gdLst/>
            <a:ahLst/>
            <a:rect l="0" t="0" r="r" b="b"/>
            <a:pathLst>
              <a:path w="495" h="71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4"/>
                  <a:pt x="482" y="7"/>
                  <a:pt x="485" y="10"/>
                </a:cubicBezTo>
                <a:cubicBezTo>
                  <a:pt x="488" y="13"/>
                  <a:pt x="491" y="17"/>
                  <a:pt x="493" y="23"/>
                </a:cubicBezTo>
                <a:cubicBezTo>
                  <a:pt x="494" y="27"/>
                  <a:pt x="495" y="31"/>
                  <a:pt x="495" y="36"/>
                </a:cubicBezTo>
                <a:cubicBezTo>
                  <a:pt x="495" y="41"/>
                  <a:pt x="494" y="45"/>
                  <a:pt x="493" y="50"/>
                </a:cubicBezTo>
                <a:cubicBezTo>
                  <a:pt x="491" y="54"/>
                  <a:pt x="488" y="58"/>
                  <a:pt x="485" y="61"/>
                </a:cubicBezTo>
                <a:cubicBezTo>
                  <a:pt x="482" y="64"/>
                  <a:pt x="478" y="67"/>
                  <a:pt x="473" y="69"/>
                </a:cubicBezTo>
                <a:cubicBezTo>
                  <a:pt x="469" y="70"/>
                  <a:pt x="465" y="71"/>
                  <a:pt x="460" y="71"/>
                </a:cubicBezTo>
                <a:lnTo>
                  <a:pt x="36" y="71"/>
                </a:lnTo>
                <a:cubicBezTo>
                  <a:pt x="31" y="71"/>
                  <a:pt x="26" y="70"/>
                  <a:pt x="22" y="69"/>
                </a:cubicBezTo>
                <a:cubicBezTo>
                  <a:pt x="18" y="67"/>
                  <a:pt x="14" y="64"/>
                  <a:pt x="11" y="61"/>
                </a:cubicBezTo>
                <a:cubicBezTo>
                  <a:pt x="7" y="58"/>
                  <a:pt x="5" y="54"/>
                  <a:pt x="3" y="50"/>
                </a:cubicBezTo>
                <a:cubicBezTo>
                  <a:pt x="1" y="45"/>
                  <a:pt x="0" y="41"/>
                  <a:pt x="0" y="36"/>
                </a:cubicBezTo>
                <a:cubicBezTo>
                  <a:pt x="0" y="31"/>
                  <a:pt x="1" y="27"/>
                  <a:pt x="3" y="23"/>
                </a:cubicBezTo>
                <a:cubicBezTo>
                  <a:pt x="5" y="17"/>
                  <a:pt x="7" y="13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2764440" y="412740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764440" y="41781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764440" y="422892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2512440" y="40428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3396240" y="400716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3377160" y="3987720"/>
            <a:ext cx="38880" cy="38880"/>
          </a:xfrm>
          <a:custGeom>
            <a:avLst/>
            <a:gdLst/>
            <a:ahLst/>
            <a:rect l="0" t="0" r="r" b="b"/>
            <a:pathLst>
              <a:path w="108" h="108">
                <a:moveTo>
                  <a:pt x="108" y="54"/>
                </a:moveTo>
                <a:cubicBezTo>
                  <a:pt x="108" y="61"/>
                  <a:pt x="107" y="68"/>
                  <a:pt x="104" y="74"/>
                </a:cubicBezTo>
                <a:cubicBezTo>
                  <a:pt x="101" y="81"/>
                  <a:pt x="97" y="87"/>
                  <a:pt x="92" y="92"/>
                </a:cubicBezTo>
                <a:cubicBezTo>
                  <a:pt x="86" y="97"/>
                  <a:pt x="81" y="101"/>
                  <a:pt x="74" y="103"/>
                </a:cubicBezTo>
                <a:cubicBezTo>
                  <a:pt x="67" y="107"/>
                  <a:pt x="60" y="108"/>
                  <a:pt x="53" y="108"/>
                </a:cubicBezTo>
                <a:cubicBezTo>
                  <a:pt x="46" y="108"/>
                  <a:pt x="39" y="107"/>
                  <a:pt x="33" y="103"/>
                </a:cubicBezTo>
                <a:cubicBezTo>
                  <a:pt x="26" y="101"/>
                  <a:pt x="20" y="97"/>
                  <a:pt x="15" y="92"/>
                </a:cubicBezTo>
                <a:cubicBezTo>
                  <a:pt x="10" y="87"/>
                  <a:pt x="6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3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4" y="4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3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306240" y="405864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2"/>
                  <a:pt x="447" y="7"/>
                </a:cubicBezTo>
                <a:cubicBezTo>
                  <a:pt x="458" y="11"/>
                  <a:pt x="467" y="18"/>
                  <a:pt x="476" y="26"/>
                </a:cubicBezTo>
                <a:cubicBezTo>
                  <a:pt x="484" y="35"/>
                  <a:pt x="491" y="44"/>
                  <a:pt x="495" y="55"/>
                </a:cubicBezTo>
                <a:cubicBezTo>
                  <a:pt x="500" y="66"/>
                  <a:pt x="502" y="78"/>
                  <a:pt x="502" y="89"/>
                </a:cubicBezTo>
                <a:lnTo>
                  <a:pt x="502" y="304"/>
                </a:lnTo>
                <a:cubicBezTo>
                  <a:pt x="502" y="316"/>
                  <a:pt x="500" y="329"/>
                  <a:pt x="495" y="340"/>
                </a:cubicBezTo>
                <a:cubicBezTo>
                  <a:pt x="491" y="351"/>
                  <a:pt x="484" y="360"/>
                  <a:pt x="476" y="369"/>
                </a:cubicBezTo>
                <a:cubicBezTo>
                  <a:pt x="467" y="377"/>
                  <a:pt x="458" y="383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3"/>
                  <a:pt x="34" y="377"/>
                  <a:pt x="26" y="369"/>
                </a:cubicBezTo>
                <a:cubicBezTo>
                  <a:pt x="18" y="360"/>
                  <a:pt x="11" y="351"/>
                  <a:pt x="7" y="340"/>
                </a:cubicBezTo>
                <a:cubicBezTo>
                  <a:pt x="2" y="329"/>
                  <a:pt x="0" y="316"/>
                  <a:pt x="0" y="304"/>
                </a:cubicBezTo>
                <a:lnTo>
                  <a:pt x="0" y="89"/>
                </a:lnTo>
                <a:cubicBezTo>
                  <a:pt x="0" y="78"/>
                  <a:pt x="2" y="66"/>
                  <a:pt x="7" y="55"/>
                </a:cubicBezTo>
                <a:cubicBezTo>
                  <a:pt x="11" y="44"/>
                  <a:pt x="18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6" y="2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306240" y="405864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2"/>
                  <a:pt x="447" y="7"/>
                </a:cubicBezTo>
                <a:cubicBezTo>
                  <a:pt x="458" y="11"/>
                  <a:pt x="467" y="18"/>
                  <a:pt x="476" y="26"/>
                </a:cubicBezTo>
                <a:cubicBezTo>
                  <a:pt x="484" y="35"/>
                  <a:pt x="491" y="44"/>
                  <a:pt x="495" y="55"/>
                </a:cubicBezTo>
                <a:cubicBezTo>
                  <a:pt x="500" y="66"/>
                  <a:pt x="502" y="78"/>
                  <a:pt x="502" y="89"/>
                </a:cubicBezTo>
                <a:lnTo>
                  <a:pt x="502" y="304"/>
                </a:lnTo>
                <a:cubicBezTo>
                  <a:pt x="502" y="316"/>
                  <a:pt x="500" y="329"/>
                  <a:pt x="495" y="340"/>
                </a:cubicBezTo>
                <a:cubicBezTo>
                  <a:pt x="491" y="351"/>
                  <a:pt x="484" y="360"/>
                  <a:pt x="476" y="369"/>
                </a:cubicBezTo>
                <a:cubicBezTo>
                  <a:pt x="467" y="377"/>
                  <a:pt x="458" y="383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3"/>
                  <a:pt x="34" y="377"/>
                  <a:pt x="26" y="369"/>
                </a:cubicBezTo>
                <a:cubicBezTo>
                  <a:pt x="18" y="360"/>
                  <a:pt x="11" y="351"/>
                  <a:pt x="7" y="340"/>
                </a:cubicBezTo>
                <a:cubicBezTo>
                  <a:pt x="2" y="329"/>
                  <a:pt x="0" y="316"/>
                  <a:pt x="0" y="304"/>
                </a:cubicBezTo>
                <a:lnTo>
                  <a:pt x="0" y="89"/>
                </a:lnTo>
                <a:cubicBezTo>
                  <a:pt x="0" y="78"/>
                  <a:pt x="2" y="66"/>
                  <a:pt x="7" y="55"/>
                </a:cubicBezTo>
                <a:cubicBezTo>
                  <a:pt x="11" y="44"/>
                  <a:pt x="18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6" y="2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3344760" y="411012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9" y="54"/>
                </a:moveTo>
                <a:cubicBezTo>
                  <a:pt x="109" y="61"/>
                  <a:pt x="107" y="68"/>
                  <a:pt x="104" y="74"/>
                </a:cubicBezTo>
                <a:cubicBezTo>
                  <a:pt x="102" y="81"/>
                  <a:pt x="98" y="88"/>
                  <a:pt x="93" y="93"/>
                </a:cubicBezTo>
                <a:cubicBezTo>
                  <a:pt x="88" y="98"/>
                  <a:pt x="82" y="102"/>
                  <a:pt x="75" y="104"/>
                </a:cubicBezTo>
                <a:cubicBezTo>
                  <a:pt x="68" y="107"/>
                  <a:pt x="61" y="109"/>
                  <a:pt x="54" y="109"/>
                </a:cubicBezTo>
                <a:cubicBezTo>
                  <a:pt x="47" y="109"/>
                  <a:pt x="40" y="107"/>
                  <a:pt x="33" y="104"/>
                </a:cubicBezTo>
                <a:cubicBezTo>
                  <a:pt x="27" y="102"/>
                  <a:pt x="21" y="98"/>
                  <a:pt x="16" y="93"/>
                </a:cubicBezTo>
                <a:cubicBezTo>
                  <a:pt x="11" y="88"/>
                  <a:pt x="7" y="81"/>
                  <a:pt x="4" y="74"/>
                </a:cubicBezTo>
                <a:cubicBezTo>
                  <a:pt x="2" y="68"/>
                  <a:pt x="0" y="61"/>
                  <a:pt x="0" y="54"/>
                </a:cubicBezTo>
                <a:cubicBezTo>
                  <a:pt x="0" y="47"/>
                  <a:pt x="2" y="40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ubicBezTo>
                  <a:pt x="61" y="0"/>
                  <a:pt x="68" y="2"/>
                  <a:pt x="75" y="4"/>
                </a:cubicBezTo>
                <a:cubicBezTo>
                  <a:pt x="82" y="7"/>
                  <a:pt x="88" y="11"/>
                  <a:pt x="93" y="16"/>
                </a:cubicBezTo>
                <a:cubicBezTo>
                  <a:pt x="98" y="21"/>
                  <a:pt x="102" y="27"/>
                  <a:pt x="104" y="33"/>
                </a:cubicBezTo>
                <a:cubicBezTo>
                  <a:pt x="107" y="40"/>
                  <a:pt x="109" y="47"/>
                  <a:pt x="109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3409200" y="411012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9" y="54"/>
                </a:moveTo>
                <a:cubicBezTo>
                  <a:pt x="109" y="61"/>
                  <a:pt x="106" y="68"/>
                  <a:pt x="104" y="74"/>
                </a:cubicBezTo>
                <a:cubicBezTo>
                  <a:pt x="101" y="81"/>
                  <a:pt x="97" y="88"/>
                  <a:pt x="92" y="93"/>
                </a:cubicBezTo>
                <a:cubicBezTo>
                  <a:pt x="87" y="98"/>
                  <a:pt x="81" y="102"/>
                  <a:pt x="74" y="104"/>
                </a:cubicBezTo>
                <a:cubicBezTo>
                  <a:pt x="68" y="107"/>
                  <a:pt x="61" y="109"/>
                  <a:pt x="54" y="109"/>
                </a:cubicBezTo>
                <a:cubicBezTo>
                  <a:pt x="47" y="109"/>
                  <a:pt x="40" y="107"/>
                  <a:pt x="33" y="104"/>
                </a:cubicBezTo>
                <a:cubicBezTo>
                  <a:pt x="27" y="102"/>
                  <a:pt x="21" y="98"/>
                  <a:pt x="16" y="93"/>
                </a:cubicBezTo>
                <a:cubicBezTo>
                  <a:pt x="11" y="88"/>
                  <a:pt x="7" y="81"/>
                  <a:pt x="4" y="74"/>
                </a:cubicBezTo>
                <a:cubicBezTo>
                  <a:pt x="2" y="68"/>
                  <a:pt x="0" y="61"/>
                  <a:pt x="0" y="54"/>
                </a:cubicBezTo>
                <a:cubicBezTo>
                  <a:pt x="0" y="47"/>
                  <a:pt x="2" y="40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ubicBezTo>
                  <a:pt x="61" y="0"/>
                  <a:pt x="68" y="2"/>
                  <a:pt x="74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7" y="21"/>
                  <a:pt x="101" y="27"/>
                  <a:pt x="104" y="33"/>
                </a:cubicBezTo>
                <a:cubicBezTo>
                  <a:pt x="106" y="40"/>
                  <a:pt x="109" y="47"/>
                  <a:pt x="109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3331800" y="422604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5"/>
                  <a:pt x="346" y="8"/>
                  <a:pt x="349" y="11"/>
                </a:cubicBezTo>
                <a:cubicBezTo>
                  <a:pt x="352" y="14"/>
                  <a:pt x="355" y="18"/>
                  <a:pt x="357" y="23"/>
                </a:cubicBezTo>
                <a:cubicBezTo>
                  <a:pt x="359" y="27"/>
                  <a:pt x="359" y="31"/>
                  <a:pt x="359" y="36"/>
                </a:cubicBezTo>
                <a:lnTo>
                  <a:pt x="359" y="144"/>
                </a:lnTo>
                <a:cubicBezTo>
                  <a:pt x="359" y="148"/>
                  <a:pt x="359" y="153"/>
                  <a:pt x="357" y="157"/>
                </a:cubicBezTo>
                <a:cubicBezTo>
                  <a:pt x="355" y="162"/>
                  <a:pt x="352" y="167"/>
                  <a:pt x="349" y="170"/>
                </a:cubicBezTo>
                <a:cubicBezTo>
                  <a:pt x="346" y="173"/>
                  <a:pt x="342" y="176"/>
                  <a:pt x="337" y="178"/>
                </a:cubicBezTo>
                <a:cubicBezTo>
                  <a:pt x="333" y="180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80"/>
                  <a:pt x="22" y="178"/>
                </a:cubicBezTo>
                <a:cubicBezTo>
                  <a:pt x="18" y="176"/>
                  <a:pt x="14" y="173"/>
                  <a:pt x="11" y="170"/>
                </a:cubicBezTo>
                <a:cubicBezTo>
                  <a:pt x="7" y="167"/>
                  <a:pt x="5" y="162"/>
                  <a:pt x="3" y="157"/>
                </a:cubicBezTo>
                <a:cubicBezTo>
                  <a:pt x="1" y="153"/>
                  <a:pt x="0" y="148"/>
                  <a:pt x="0" y="144"/>
                </a:cubicBezTo>
                <a:lnTo>
                  <a:pt x="0" y="36"/>
                </a:lnTo>
                <a:cubicBezTo>
                  <a:pt x="0" y="31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8"/>
                  <a:pt x="18" y="5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3331800" y="422604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5"/>
                  <a:pt x="346" y="8"/>
                  <a:pt x="349" y="11"/>
                </a:cubicBezTo>
                <a:cubicBezTo>
                  <a:pt x="352" y="14"/>
                  <a:pt x="355" y="18"/>
                  <a:pt x="357" y="23"/>
                </a:cubicBezTo>
                <a:cubicBezTo>
                  <a:pt x="359" y="27"/>
                  <a:pt x="359" y="31"/>
                  <a:pt x="359" y="36"/>
                </a:cubicBezTo>
                <a:lnTo>
                  <a:pt x="359" y="144"/>
                </a:lnTo>
                <a:cubicBezTo>
                  <a:pt x="359" y="148"/>
                  <a:pt x="359" y="153"/>
                  <a:pt x="357" y="157"/>
                </a:cubicBezTo>
                <a:cubicBezTo>
                  <a:pt x="355" y="162"/>
                  <a:pt x="352" y="167"/>
                  <a:pt x="349" y="170"/>
                </a:cubicBezTo>
                <a:cubicBezTo>
                  <a:pt x="346" y="173"/>
                  <a:pt x="342" y="176"/>
                  <a:pt x="337" y="178"/>
                </a:cubicBezTo>
                <a:cubicBezTo>
                  <a:pt x="333" y="180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80"/>
                  <a:pt x="22" y="178"/>
                </a:cubicBezTo>
                <a:cubicBezTo>
                  <a:pt x="18" y="176"/>
                  <a:pt x="14" y="173"/>
                  <a:pt x="11" y="170"/>
                </a:cubicBezTo>
                <a:cubicBezTo>
                  <a:pt x="7" y="167"/>
                  <a:pt x="5" y="162"/>
                  <a:pt x="3" y="157"/>
                </a:cubicBezTo>
                <a:cubicBezTo>
                  <a:pt x="1" y="153"/>
                  <a:pt x="0" y="148"/>
                  <a:pt x="0" y="144"/>
                </a:cubicBezTo>
                <a:lnTo>
                  <a:pt x="0" y="36"/>
                </a:lnTo>
                <a:cubicBezTo>
                  <a:pt x="0" y="31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8"/>
                  <a:pt x="18" y="5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095280" y="40428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5343480" y="2533320"/>
            <a:ext cx="3200760" cy="2095920"/>
          </a:xfrm>
          <a:custGeom>
            <a:avLst/>
            <a:gdLst/>
            <a:ahLst/>
            <a:rect l="0" t="0" r="r" b="b"/>
            <a:pathLst>
              <a:path w="8891" h="5822">
                <a:moveTo>
                  <a:pt x="0" y="561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611"/>
                </a:lnTo>
                <a:cubicBezTo>
                  <a:pt x="8891" y="5624"/>
                  <a:pt x="8889" y="5638"/>
                  <a:pt x="8887" y="5652"/>
                </a:cubicBezTo>
                <a:cubicBezTo>
                  <a:pt x="8884" y="5666"/>
                  <a:pt x="8880" y="5679"/>
                  <a:pt x="8875" y="5692"/>
                </a:cubicBezTo>
                <a:cubicBezTo>
                  <a:pt x="8869" y="5704"/>
                  <a:pt x="8863" y="5717"/>
                  <a:pt x="8855" y="5728"/>
                </a:cubicBezTo>
                <a:cubicBezTo>
                  <a:pt x="8847" y="5740"/>
                  <a:pt x="8838" y="5750"/>
                  <a:pt x="8829" y="5760"/>
                </a:cubicBezTo>
                <a:cubicBezTo>
                  <a:pt x="8819" y="5770"/>
                  <a:pt x="8808" y="5779"/>
                  <a:pt x="8797" y="5787"/>
                </a:cubicBezTo>
                <a:cubicBezTo>
                  <a:pt x="8785" y="5794"/>
                  <a:pt x="8773" y="5801"/>
                  <a:pt x="8760" y="5806"/>
                </a:cubicBezTo>
                <a:cubicBezTo>
                  <a:pt x="8747" y="5811"/>
                  <a:pt x="8734" y="5815"/>
                  <a:pt x="8720" y="5818"/>
                </a:cubicBezTo>
                <a:cubicBezTo>
                  <a:pt x="8707" y="5821"/>
                  <a:pt x="8693" y="5822"/>
                  <a:pt x="8679" y="5822"/>
                </a:cubicBezTo>
                <a:lnTo>
                  <a:pt x="132" y="5822"/>
                </a:lnTo>
                <a:cubicBezTo>
                  <a:pt x="123" y="5822"/>
                  <a:pt x="115" y="5821"/>
                  <a:pt x="106" y="5818"/>
                </a:cubicBezTo>
                <a:cubicBezTo>
                  <a:pt x="98" y="5815"/>
                  <a:pt x="89" y="5811"/>
                  <a:pt x="81" y="5806"/>
                </a:cubicBezTo>
                <a:cubicBezTo>
                  <a:pt x="73" y="5801"/>
                  <a:pt x="66" y="5794"/>
                  <a:pt x="58" y="5787"/>
                </a:cubicBezTo>
                <a:cubicBezTo>
                  <a:pt x="51" y="5779"/>
                  <a:pt x="45" y="5770"/>
                  <a:pt x="38" y="5760"/>
                </a:cubicBezTo>
                <a:cubicBezTo>
                  <a:pt x="32" y="5750"/>
                  <a:pt x="27" y="5740"/>
                  <a:pt x="22" y="5728"/>
                </a:cubicBezTo>
                <a:cubicBezTo>
                  <a:pt x="17" y="5717"/>
                  <a:pt x="13" y="5704"/>
                  <a:pt x="10" y="5692"/>
                </a:cubicBezTo>
                <a:cubicBezTo>
                  <a:pt x="6" y="5679"/>
                  <a:pt x="4" y="5666"/>
                  <a:pt x="2" y="5652"/>
                </a:cubicBezTo>
                <a:cubicBezTo>
                  <a:pt x="0" y="5638"/>
                  <a:pt x="0" y="5624"/>
                  <a:pt x="0" y="561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5314680" y="2533320"/>
            <a:ext cx="3229560" cy="2095920"/>
          </a:xfrm>
          <a:custGeom>
            <a:avLst/>
            <a:gdLst/>
            <a:ahLst/>
            <a:rect l="0" t="0" r="r" b="b"/>
            <a:pathLst>
              <a:path w="8971" h="5822">
                <a:moveTo>
                  <a:pt x="0" y="0"/>
                </a:moveTo>
                <a:lnTo>
                  <a:pt x="8971" y="0"/>
                </a:lnTo>
                <a:lnTo>
                  <a:pt x="8971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1018080" y="436536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5535360" y="26848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5535360" y="290448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5535360" y="312372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535360" y="334260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5972040" y="4724280"/>
            <a:ext cx="2562480" cy="381240"/>
          </a:xfrm>
          <a:custGeom>
            <a:avLst/>
            <a:gdLst/>
            <a:ahLst/>
            <a:rect l="0" t="0" r="r" b="b"/>
            <a:pathLst>
              <a:path w="7118" h="1059">
                <a:moveTo>
                  <a:pt x="0" y="821"/>
                </a:moveTo>
                <a:lnTo>
                  <a:pt x="0" y="239"/>
                </a:lnTo>
                <a:cubicBezTo>
                  <a:pt x="0" y="223"/>
                  <a:pt x="1" y="208"/>
                  <a:pt x="4" y="193"/>
                </a:cubicBezTo>
                <a:cubicBezTo>
                  <a:pt x="7" y="177"/>
                  <a:pt x="12" y="162"/>
                  <a:pt x="18" y="148"/>
                </a:cubicBezTo>
                <a:cubicBezTo>
                  <a:pt x="24" y="133"/>
                  <a:pt x="31" y="120"/>
                  <a:pt x="40" y="107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6880" y="0"/>
                </a:lnTo>
                <a:cubicBezTo>
                  <a:pt x="6896" y="0"/>
                  <a:pt x="6911" y="1"/>
                  <a:pt x="6926" y="4"/>
                </a:cubicBezTo>
                <a:cubicBezTo>
                  <a:pt x="6942" y="7"/>
                  <a:pt x="6957" y="12"/>
                  <a:pt x="6971" y="18"/>
                </a:cubicBezTo>
                <a:cubicBezTo>
                  <a:pt x="6986" y="24"/>
                  <a:pt x="6999" y="31"/>
                  <a:pt x="7012" y="40"/>
                </a:cubicBezTo>
                <a:cubicBezTo>
                  <a:pt x="7025" y="49"/>
                  <a:pt x="7037" y="59"/>
                  <a:pt x="7048" y="70"/>
                </a:cubicBezTo>
                <a:cubicBezTo>
                  <a:pt x="7059" y="81"/>
                  <a:pt x="7069" y="93"/>
                  <a:pt x="7078" y="107"/>
                </a:cubicBezTo>
                <a:cubicBezTo>
                  <a:pt x="7087" y="120"/>
                  <a:pt x="7094" y="133"/>
                  <a:pt x="7100" y="148"/>
                </a:cubicBezTo>
                <a:cubicBezTo>
                  <a:pt x="7106" y="162"/>
                  <a:pt x="7111" y="177"/>
                  <a:pt x="7114" y="193"/>
                </a:cubicBezTo>
                <a:cubicBezTo>
                  <a:pt x="7117" y="208"/>
                  <a:pt x="7118" y="223"/>
                  <a:pt x="7118" y="239"/>
                </a:cubicBezTo>
                <a:lnTo>
                  <a:pt x="7118" y="821"/>
                </a:lnTo>
                <a:cubicBezTo>
                  <a:pt x="7118" y="837"/>
                  <a:pt x="7117" y="852"/>
                  <a:pt x="7114" y="867"/>
                </a:cubicBezTo>
                <a:cubicBezTo>
                  <a:pt x="7111" y="883"/>
                  <a:pt x="7106" y="898"/>
                  <a:pt x="7100" y="912"/>
                </a:cubicBezTo>
                <a:cubicBezTo>
                  <a:pt x="7094" y="927"/>
                  <a:pt x="7087" y="940"/>
                  <a:pt x="7078" y="953"/>
                </a:cubicBezTo>
                <a:cubicBezTo>
                  <a:pt x="7069" y="966"/>
                  <a:pt x="7059" y="978"/>
                  <a:pt x="7048" y="989"/>
                </a:cubicBezTo>
                <a:cubicBezTo>
                  <a:pt x="7037" y="1000"/>
                  <a:pt x="7025" y="1010"/>
                  <a:pt x="7012" y="1019"/>
                </a:cubicBezTo>
                <a:cubicBezTo>
                  <a:pt x="6999" y="1028"/>
                  <a:pt x="6986" y="1035"/>
                  <a:pt x="6971" y="1041"/>
                </a:cubicBezTo>
                <a:cubicBezTo>
                  <a:pt x="6957" y="1047"/>
                  <a:pt x="6942" y="1052"/>
                  <a:pt x="6926" y="1055"/>
                </a:cubicBezTo>
                <a:cubicBezTo>
                  <a:pt x="6911" y="1058"/>
                  <a:pt x="6896" y="1059"/>
                  <a:pt x="6880" y="1059"/>
                </a:cubicBezTo>
                <a:lnTo>
                  <a:pt x="238" y="1059"/>
                </a:lnTo>
                <a:cubicBezTo>
                  <a:pt x="222" y="1059"/>
                  <a:pt x="207" y="1058"/>
                  <a:pt x="192" y="1055"/>
                </a:cubicBezTo>
                <a:cubicBezTo>
                  <a:pt x="176" y="1052"/>
                  <a:pt x="161" y="1047"/>
                  <a:pt x="147" y="1041"/>
                </a:cubicBezTo>
                <a:cubicBezTo>
                  <a:pt x="132" y="1035"/>
                  <a:pt x="119" y="1028"/>
                  <a:pt x="106" y="1019"/>
                </a:cubicBezTo>
                <a:cubicBezTo>
                  <a:pt x="93" y="1010"/>
                  <a:pt x="81" y="1000"/>
                  <a:pt x="70" y="989"/>
                </a:cubicBezTo>
                <a:cubicBezTo>
                  <a:pt x="59" y="978"/>
                  <a:pt x="49" y="966"/>
                  <a:pt x="40" y="953"/>
                </a:cubicBezTo>
                <a:cubicBezTo>
                  <a:pt x="31" y="940"/>
                  <a:pt x="24" y="927"/>
                  <a:pt x="18" y="912"/>
                </a:cubicBezTo>
                <a:cubicBezTo>
                  <a:pt x="12" y="898"/>
                  <a:pt x="7" y="883"/>
                  <a:pt x="4" y="867"/>
                </a:cubicBezTo>
                <a:cubicBezTo>
                  <a:pt x="1" y="852"/>
                  <a:pt x="0" y="837"/>
                  <a:pt x="0" y="8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5972040" y="4724280"/>
            <a:ext cx="2562480" cy="381240"/>
          </a:xfrm>
          <a:custGeom>
            <a:avLst/>
            <a:gdLst/>
            <a:ahLst/>
            <a:rect l="0" t="0" r="r" b="b"/>
            <a:pathLst>
              <a:path w="7118" h="1059">
                <a:moveTo>
                  <a:pt x="0" y="821"/>
                </a:moveTo>
                <a:lnTo>
                  <a:pt x="0" y="239"/>
                </a:lnTo>
                <a:cubicBezTo>
                  <a:pt x="0" y="223"/>
                  <a:pt x="1" y="208"/>
                  <a:pt x="4" y="193"/>
                </a:cubicBezTo>
                <a:cubicBezTo>
                  <a:pt x="7" y="177"/>
                  <a:pt x="12" y="162"/>
                  <a:pt x="18" y="148"/>
                </a:cubicBezTo>
                <a:cubicBezTo>
                  <a:pt x="24" y="133"/>
                  <a:pt x="31" y="120"/>
                  <a:pt x="40" y="107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6880" y="0"/>
                </a:lnTo>
                <a:cubicBezTo>
                  <a:pt x="6896" y="0"/>
                  <a:pt x="6911" y="1"/>
                  <a:pt x="6926" y="4"/>
                </a:cubicBezTo>
                <a:cubicBezTo>
                  <a:pt x="6942" y="7"/>
                  <a:pt x="6957" y="12"/>
                  <a:pt x="6971" y="18"/>
                </a:cubicBezTo>
                <a:cubicBezTo>
                  <a:pt x="6986" y="24"/>
                  <a:pt x="6999" y="31"/>
                  <a:pt x="7012" y="40"/>
                </a:cubicBezTo>
                <a:cubicBezTo>
                  <a:pt x="7025" y="49"/>
                  <a:pt x="7037" y="59"/>
                  <a:pt x="7048" y="70"/>
                </a:cubicBezTo>
                <a:cubicBezTo>
                  <a:pt x="7059" y="81"/>
                  <a:pt x="7069" y="93"/>
                  <a:pt x="7078" y="107"/>
                </a:cubicBezTo>
                <a:cubicBezTo>
                  <a:pt x="7087" y="120"/>
                  <a:pt x="7094" y="133"/>
                  <a:pt x="7100" y="148"/>
                </a:cubicBezTo>
                <a:cubicBezTo>
                  <a:pt x="7106" y="162"/>
                  <a:pt x="7111" y="177"/>
                  <a:pt x="7114" y="193"/>
                </a:cubicBezTo>
                <a:cubicBezTo>
                  <a:pt x="7117" y="208"/>
                  <a:pt x="7118" y="223"/>
                  <a:pt x="7118" y="239"/>
                </a:cubicBezTo>
                <a:lnTo>
                  <a:pt x="7118" y="821"/>
                </a:lnTo>
                <a:cubicBezTo>
                  <a:pt x="7118" y="837"/>
                  <a:pt x="7117" y="852"/>
                  <a:pt x="7114" y="867"/>
                </a:cubicBezTo>
                <a:cubicBezTo>
                  <a:pt x="7111" y="883"/>
                  <a:pt x="7106" y="898"/>
                  <a:pt x="7100" y="912"/>
                </a:cubicBezTo>
                <a:cubicBezTo>
                  <a:pt x="7094" y="927"/>
                  <a:pt x="7087" y="940"/>
                  <a:pt x="7078" y="953"/>
                </a:cubicBezTo>
                <a:cubicBezTo>
                  <a:pt x="7069" y="966"/>
                  <a:pt x="7059" y="978"/>
                  <a:pt x="7048" y="989"/>
                </a:cubicBezTo>
                <a:cubicBezTo>
                  <a:pt x="7037" y="1000"/>
                  <a:pt x="7025" y="1010"/>
                  <a:pt x="7012" y="1019"/>
                </a:cubicBezTo>
                <a:cubicBezTo>
                  <a:pt x="6999" y="1028"/>
                  <a:pt x="6986" y="1035"/>
                  <a:pt x="6971" y="1041"/>
                </a:cubicBezTo>
                <a:cubicBezTo>
                  <a:pt x="6957" y="1047"/>
                  <a:pt x="6942" y="1052"/>
                  <a:pt x="6926" y="1055"/>
                </a:cubicBezTo>
                <a:cubicBezTo>
                  <a:pt x="6911" y="1058"/>
                  <a:pt x="6896" y="1059"/>
                  <a:pt x="6880" y="1059"/>
                </a:cubicBezTo>
                <a:lnTo>
                  <a:pt x="238" y="1059"/>
                </a:lnTo>
                <a:cubicBezTo>
                  <a:pt x="222" y="1059"/>
                  <a:pt x="207" y="1058"/>
                  <a:pt x="192" y="1055"/>
                </a:cubicBezTo>
                <a:cubicBezTo>
                  <a:pt x="176" y="1052"/>
                  <a:pt x="161" y="1047"/>
                  <a:pt x="147" y="1041"/>
                </a:cubicBezTo>
                <a:cubicBezTo>
                  <a:pt x="132" y="1035"/>
                  <a:pt x="119" y="1028"/>
                  <a:pt x="106" y="1019"/>
                </a:cubicBezTo>
                <a:cubicBezTo>
                  <a:pt x="93" y="1010"/>
                  <a:pt x="81" y="1000"/>
                  <a:pt x="70" y="989"/>
                </a:cubicBezTo>
                <a:cubicBezTo>
                  <a:pt x="59" y="978"/>
                  <a:pt x="49" y="966"/>
                  <a:pt x="40" y="953"/>
                </a:cubicBezTo>
                <a:cubicBezTo>
                  <a:pt x="31" y="940"/>
                  <a:pt x="24" y="927"/>
                  <a:pt x="18" y="912"/>
                </a:cubicBezTo>
                <a:cubicBezTo>
                  <a:pt x="12" y="898"/>
                  <a:pt x="7" y="883"/>
                  <a:pt x="4" y="867"/>
                </a:cubicBezTo>
                <a:cubicBezTo>
                  <a:pt x="1" y="852"/>
                  <a:pt x="0" y="837"/>
                  <a:pt x="0" y="821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5670720" y="352368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6134400" y="48049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7a5dba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6320880" y="4828320"/>
            <a:ext cx="2496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Zien jullie nog andere risico's?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5" name=""/>
          <p:cNvSpPr/>
          <p:nvPr/>
        </p:nvSpPr>
        <p:spPr>
          <a:xfrm>
            <a:off x="456840" y="1419120"/>
            <a:ext cx="1400760" cy="1705320"/>
          </a:xfrm>
          <a:custGeom>
            <a:avLst/>
            <a:gdLst/>
            <a:ahLst/>
            <a:rect l="0" t="0" r="r" b="b"/>
            <a:pathLst>
              <a:path w="3891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3626" y="0"/>
                </a:lnTo>
                <a:cubicBezTo>
                  <a:pt x="3644" y="0"/>
                  <a:pt x="3661" y="1"/>
                  <a:pt x="3678" y="5"/>
                </a:cubicBezTo>
                <a:cubicBezTo>
                  <a:pt x="3695" y="8"/>
                  <a:pt x="3711" y="13"/>
                  <a:pt x="3728" y="20"/>
                </a:cubicBezTo>
                <a:cubicBezTo>
                  <a:pt x="3744" y="27"/>
                  <a:pt x="3759" y="35"/>
                  <a:pt x="3773" y="44"/>
                </a:cubicBezTo>
                <a:cubicBezTo>
                  <a:pt x="3788" y="54"/>
                  <a:pt x="3801" y="65"/>
                  <a:pt x="3813" y="77"/>
                </a:cubicBezTo>
                <a:cubicBezTo>
                  <a:pt x="3826" y="90"/>
                  <a:pt x="3837" y="103"/>
                  <a:pt x="3846" y="117"/>
                </a:cubicBezTo>
                <a:cubicBezTo>
                  <a:pt x="3856" y="132"/>
                  <a:pt x="3864" y="147"/>
                  <a:pt x="3871" y="163"/>
                </a:cubicBezTo>
                <a:cubicBezTo>
                  <a:pt x="3877" y="179"/>
                  <a:pt x="3882" y="196"/>
                  <a:pt x="3886" y="213"/>
                </a:cubicBezTo>
                <a:cubicBezTo>
                  <a:pt x="3889" y="230"/>
                  <a:pt x="3891" y="247"/>
                  <a:pt x="3891" y="264"/>
                </a:cubicBezTo>
                <a:lnTo>
                  <a:pt x="3891" y="4472"/>
                </a:lnTo>
                <a:cubicBezTo>
                  <a:pt x="3891" y="4490"/>
                  <a:pt x="3889" y="4507"/>
                  <a:pt x="3886" y="4524"/>
                </a:cubicBezTo>
                <a:cubicBezTo>
                  <a:pt x="3882" y="4541"/>
                  <a:pt x="3877" y="4557"/>
                  <a:pt x="3871" y="4573"/>
                </a:cubicBezTo>
                <a:cubicBezTo>
                  <a:pt x="3864" y="4590"/>
                  <a:pt x="3856" y="4605"/>
                  <a:pt x="3846" y="4619"/>
                </a:cubicBezTo>
                <a:cubicBezTo>
                  <a:pt x="3837" y="4634"/>
                  <a:pt x="3826" y="4647"/>
                  <a:pt x="3813" y="4659"/>
                </a:cubicBezTo>
                <a:cubicBezTo>
                  <a:pt x="3801" y="4672"/>
                  <a:pt x="3788" y="4683"/>
                  <a:pt x="3773" y="4692"/>
                </a:cubicBezTo>
                <a:cubicBezTo>
                  <a:pt x="3759" y="4702"/>
                  <a:pt x="3744" y="4710"/>
                  <a:pt x="3728" y="4717"/>
                </a:cubicBezTo>
                <a:cubicBezTo>
                  <a:pt x="3711" y="4723"/>
                  <a:pt x="3695" y="4728"/>
                  <a:pt x="3678" y="4732"/>
                </a:cubicBezTo>
                <a:cubicBezTo>
                  <a:pt x="3661" y="4735"/>
                  <a:pt x="3644" y="4737"/>
                  <a:pt x="3626" y="4737"/>
                </a:cubicBezTo>
                <a:lnTo>
                  <a:pt x="265" y="4737"/>
                </a:lnTo>
                <a:cubicBezTo>
                  <a:pt x="248" y="4737"/>
                  <a:pt x="231" y="4735"/>
                  <a:pt x="213" y="4732"/>
                </a:cubicBezTo>
                <a:cubicBezTo>
                  <a:pt x="196" y="4728"/>
                  <a:pt x="180" y="4723"/>
                  <a:pt x="164" y="4717"/>
                </a:cubicBezTo>
                <a:cubicBezTo>
                  <a:pt x="148" y="4710"/>
                  <a:pt x="133" y="4702"/>
                  <a:pt x="118" y="4692"/>
                </a:cubicBezTo>
                <a:cubicBezTo>
                  <a:pt x="104" y="4683"/>
                  <a:pt x="90" y="4672"/>
                  <a:pt x="78" y="4659"/>
                </a:cubicBezTo>
                <a:cubicBezTo>
                  <a:pt x="66" y="4647"/>
                  <a:pt x="55" y="4634"/>
                  <a:pt x="45" y="4619"/>
                </a:cubicBezTo>
                <a:cubicBezTo>
                  <a:pt x="35" y="4605"/>
                  <a:pt x="27" y="4590"/>
                  <a:pt x="21" y="4573"/>
                </a:cubicBezTo>
                <a:cubicBezTo>
                  <a:pt x="14" y="4557"/>
                  <a:pt x="9" y="4541"/>
                  <a:pt x="6" y="4524"/>
                </a:cubicBezTo>
                <a:cubicBezTo>
                  <a:pt x="2" y="4507"/>
                  <a:pt x="0" y="4490"/>
                  <a:pt x="0" y="4472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1009440" y="152388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8"/>
                </a:moveTo>
                <a:cubicBezTo>
                  <a:pt x="795" y="424"/>
                  <a:pt x="792" y="450"/>
                  <a:pt x="787" y="475"/>
                </a:cubicBezTo>
                <a:cubicBezTo>
                  <a:pt x="782" y="501"/>
                  <a:pt x="775" y="526"/>
                  <a:pt x="764" y="550"/>
                </a:cubicBezTo>
                <a:cubicBezTo>
                  <a:pt x="754" y="574"/>
                  <a:pt x="741" y="597"/>
                  <a:pt x="727" y="618"/>
                </a:cubicBezTo>
                <a:cubicBezTo>
                  <a:pt x="712" y="640"/>
                  <a:pt x="696" y="660"/>
                  <a:pt x="678" y="678"/>
                </a:cubicBezTo>
                <a:cubicBezTo>
                  <a:pt x="659" y="697"/>
                  <a:pt x="639" y="713"/>
                  <a:pt x="617" y="728"/>
                </a:cubicBezTo>
                <a:cubicBezTo>
                  <a:pt x="596" y="742"/>
                  <a:pt x="573" y="754"/>
                  <a:pt x="549" y="764"/>
                </a:cubicBezTo>
                <a:cubicBezTo>
                  <a:pt x="525" y="774"/>
                  <a:pt x="500" y="782"/>
                  <a:pt x="474" y="787"/>
                </a:cubicBezTo>
                <a:cubicBezTo>
                  <a:pt x="449" y="792"/>
                  <a:pt x="423" y="795"/>
                  <a:pt x="397" y="795"/>
                </a:cubicBez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6" y="728"/>
                </a:cubicBezTo>
                <a:cubicBezTo>
                  <a:pt x="155" y="713"/>
                  <a:pt x="135" y="697"/>
                  <a:pt x="116" y="678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3" y="450"/>
                  <a:pt x="0" y="424"/>
                  <a:pt x="0" y="398"/>
                </a:cubicBezTo>
                <a:cubicBezTo>
                  <a:pt x="0" y="372"/>
                  <a:pt x="3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8" y="136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20" y="7"/>
                </a:cubicBezTo>
                <a:cubicBezTo>
                  <a:pt x="345" y="2"/>
                  <a:pt x="371" y="0"/>
                  <a:pt x="397" y="0"/>
                </a:cubicBezTo>
                <a:cubicBezTo>
                  <a:pt x="423" y="0"/>
                  <a:pt x="449" y="2"/>
                  <a:pt x="474" y="7"/>
                </a:cubicBezTo>
                <a:cubicBezTo>
                  <a:pt x="500" y="13"/>
                  <a:pt x="525" y="20"/>
                  <a:pt x="549" y="30"/>
                </a:cubicBezTo>
                <a:cubicBezTo>
                  <a:pt x="573" y="40"/>
                  <a:pt x="596" y="52"/>
                  <a:pt x="617" y="67"/>
                </a:cubicBezTo>
                <a:cubicBezTo>
                  <a:pt x="639" y="81"/>
                  <a:pt x="659" y="98"/>
                  <a:pt x="678" y="116"/>
                </a:cubicBezTo>
                <a:cubicBezTo>
                  <a:pt x="696" y="136"/>
                  <a:pt x="712" y="156"/>
                  <a:pt x="727" y="177"/>
                </a:cubicBezTo>
                <a:cubicBezTo>
                  <a:pt x="741" y="199"/>
                  <a:pt x="754" y="222"/>
                  <a:pt x="764" y="246"/>
                </a:cubicBezTo>
                <a:cubicBezTo>
                  <a:pt x="775" y="270"/>
                  <a:pt x="782" y="295"/>
                  <a:pt x="787" y="320"/>
                </a:cubicBezTo>
                <a:cubicBezTo>
                  <a:pt x="792" y="346"/>
                  <a:pt x="795" y="372"/>
                  <a:pt x="795" y="398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439920" y="777240"/>
            <a:ext cx="7913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agent met een koppelvlak praat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113256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975240" y="1892160"/>
            <a:ext cx="41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7a5dba"/>
                </a:solidFill>
                <a:latin typeface="Arial"/>
                <a:ea typeface="Arial"/>
              </a:rPr>
              <a:t>Mens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694440" y="2121480"/>
            <a:ext cx="1032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Stelt een vraag in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675360" y="2273760"/>
            <a:ext cx="7887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gewone taal: 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1397520" y="2273760"/>
            <a:ext cx="305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regel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754560" y="2426040"/>
            <a:ext cx="977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mijn inschrijving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2124000" y="1419120"/>
            <a:ext cx="1400400" cy="1705320"/>
          </a:xfrm>
          <a:custGeom>
            <a:avLst/>
            <a:gdLst/>
            <a:ahLst/>
            <a:rect l="0" t="0" r="r" b="b"/>
            <a:pathLst>
              <a:path w="3890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7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lnTo>
                  <a:pt x="3624" y="0"/>
                </a:lnTo>
                <a:cubicBezTo>
                  <a:pt x="3642" y="0"/>
                  <a:pt x="3659" y="1"/>
                  <a:pt x="3676" y="5"/>
                </a:cubicBezTo>
                <a:cubicBezTo>
                  <a:pt x="3693" y="8"/>
                  <a:pt x="3710" y="13"/>
                  <a:pt x="3726" y="20"/>
                </a:cubicBezTo>
                <a:cubicBezTo>
                  <a:pt x="3742" y="27"/>
                  <a:pt x="3757" y="35"/>
                  <a:pt x="3771" y="44"/>
                </a:cubicBezTo>
                <a:cubicBezTo>
                  <a:pt x="3786" y="54"/>
                  <a:pt x="3799" y="65"/>
                  <a:pt x="3812" y="77"/>
                </a:cubicBezTo>
                <a:cubicBezTo>
                  <a:pt x="3825" y="90"/>
                  <a:pt x="3836" y="103"/>
                  <a:pt x="3845" y="117"/>
                </a:cubicBezTo>
                <a:cubicBezTo>
                  <a:pt x="3855" y="132"/>
                  <a:pt x="3863" y="147"/>
                  <a:pt x="3870" y="163"/>
                </a:cubicBezTo>
                <a:cubicBezTo>
                  <a:pt x="3877" y="179"/>
                  <a:pt x="3882" y="196"/>
                  <a:pt x="3885" y="213"/>
                </a:cubicBezTo>
                <a:cubicBezTo>
                  <a:pt x="3888" y="230"/>
                  <a:pt x="3890" y="247"/>
                  <a:pt x="3890" y="264"/>
                </a:cubicBezTo>
                <a:lnTo>
                  <a:pt x="3890" y="4472"/>
                </a:lnTo>
                <a:cubicBezTo>
                  <a:pt x="3890" y="4490"/>
                  <a:pt x="3888" y="4507"/>
                  <a:pt x="3885" y="4524"/>
                </a:cubicBezTo>
                <a:cubicBezTo>
                  <a:pt x="3882" y="4541"/>
                  <a:pt x="3877" y="4557"/>
                  <a:pt x="3870" y="4573"/>
                </a:cubicBezTo>
                <a:cubicBezTo>
                  <a:pt x="3863" y="4590"/>
                  <a:pt x="3855" y="4605"/>
                  <a:pt x="3845" y="4619"/>
                </a:cubicBezTo>
                <a:cubicBezTo>
                  <a:pt x="3836" y="4634"/>
                  <a:pt x="3825" y="4647"/>
                  <a:pt x="3812" y="4659"/>
                </a:cubicBezTo>
                <a:cubicBezTo>
                  <a:pt x="3799" y="4672"/>
                  <a:pt x="3786" y="4683"/>
                  <a:pt x="3771" y="4692"/>
                </a:cubicBezTo>
                <a:cubicBezTo>
                  <a:pt x="3757" y="4702"/>
                  <a:pt x="3742" y="4710"/>
                  <a:pt x="3726" y="4717"/>
                </a:cubicBezTo>
                <a:cubicBezTo>
                  <a:pt x="3710" y="4723"/>
                  <a:pt x="3693" y="4728"/>
                  <a:pt x="3676" y="4732"/>
                </a:cubicBezTo>
                <a:cubicBezTo>
                  <a:pt x="3659" y="4735"/>
                  <a:pt x="3642" y="4737"/>
                  <a:pt x="3624" y="4737"/>
                </a:cubicBezTo>
                <a:lnTo>
                  <a:pt x="264" y="4737"/>
                </a:lnTo>
                <a:cubicBezTo>
                  <a:pt x="247" y="4737"/>
                  <a:pt x="230" y="4735"/>
                  <a:pt x="213" y="4732"/>
                </a:cubicBezTo>
                <a:cubicBezTo>
                  <a:pt x="196" y="4728"/>
                  <a:pt x="179" y="4723"/>
                  <a:pt x="163" y="4717"/>
                </a:cubicBezTo>
                <a:cubicBezTo>
                  <a:pt x="147" y="4710"/>
                  <a:pt x="132" y="4702"/>
                  <a:pt x="117" y="4692"/>
                </a:cubicBezTo>
                <a:cubicBezTo>
                  <a:pt x="103" y="4683"/>
                  <a:pt x="89" y="4672"/>
                  <a:pt x="77" y="4659"/>
                </a:cubicBezTo>
                <a:cubicBezTo>
                  <a:pt x="65" y="4647"/>
                  <a:pt x="54" y="4634"/>
                  <a:pt x="44" y="4619"/>
                </a:cubicBezTo>
                <a:cubicBezTo>
                  <a:pt x="35" y="4605"/>
                  <a:pt x="26" y="4590"/>
                  <a:pt x="20" y="4573"/>
                </a:cubicBezTo>
                <a:cubicBezTo>
                  <a:pt x="13" y="4557"/>
                  <a:pt x="8" y="4541"/>
                  <a:pt x="5" y="4524"/>
                </a:cubicBezTo>
                <a:cubicBezTo>
                  <a:pt x="1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2685960" y="1523880"/>
            <a:ext cx="285840" cy="286200"/>
          </a:xfrm>
          <a:custGeom>
            <a:avLst/>
            <a:gdLst/>
            <a:ahLst/>
            <a:rect l="0" t="0" r="r" b="b"/>
            <a:pathLst>
              <a:path w="794" h="795">
                <a:moveTo>
                  <a:pt x="794" y="398"/>
                </a:moveTo>
                <a:cubicBezTo>
                  <a:pt x="794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4" y="574"/>
                  <a:pt x="742" y="597"/>
                  <a:pt x="728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6" y="742"/>
                  <a:pt x="574" y="754"/>
                  <a:pt x="550" y="764"/>
                </a:cubicBezTo>
                <a:cubicBezTo>
                  <a:pt x="525" y="774"/>
                  <a:pt x="501" y="782"/>
                  <a:pt x="475" y="787"/>
                </a:cubicBezTo>
                <a:cubicBezTo>
                  <a:pt x="449" y="792"/>
                  <a:pt x="424" y="795"/>
                  <a:pt x="398" y="795"/>
                </a:cubicBezTo>
                <a:cubicBezTo>
                  <a:pt x="372" y="795"/>
                  <a:pt x="346" y="792"/>
                  <a:pt x="320" y="787"/>
                </a:cubicBezTo>
                <a:cubicBezTo>
                  <a:pt x="295" y="782"/>
                  <a:pt x="270" y="774"/>
                  <a:pt x="246" y="764"/>
                </a:cubicBezTo>
                <a:cubicBezTo>
                  <a:pt x="222" y="754"/>
                  <a:pt x="199" y="742"/>
                  <a:pt x="177" y="728"/>
                </a:cubicBezTo>
                <a:cubicBezTo>
                  <a:pt x="155" y="713"/>
                  <a:pt x="135" y="697"/>
                  <a:pt x="117" y="678"/>
                </a:cubicBezTo>
                <a:cubicBezTo>
                  <a:pt x="99" y="660"/>
                  <a:pt x="82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2" y="156"/>
                  <a:pt x="99" y="136"/>
                  <a:pt x="117" y="116"/>
                </a:cubicBezTo>
                <a:cubicBezTo>
                  <a:pt x="135" y="98"/>
                  <a:pt x="155" y="81"/>
                  <a:pt x="177" y="67"/>
                </a:cubicBezTo>
                <a:cubicBezTo>
                  <a:pt x="199" y="52"/>
                  <a:pt x="222" y="40"/>
                  <a:pt x="246" y="30"/>
                </a:cubicBezTo>
                <a:cubicBezTo>
                  <a:pt x="270" y="20"/>
                  <a:pt x="295" y="13"/>
                  <a:pt x="320" y="7"/>
                </a:cubicBezTo>
                <a:cubicBezTo>
                  <a:pt x="346" y="2"/>
                  <a:pt x="372" y="0"/>
                  <a:pt x="398" y="0"/>
                </a:cubicBezTo>
                <a:cubicBezTo>
                  <a:pt x="424" y="0"/>
                  <a:pt x="449" y="2"/>
                  <a:pt x="475" y="7"/>
                </a:cubicBezTo>
                <a:cubicBezTo>
                  <a:pt x="501" y="13"/>
                  <a:pt x="525" y="20"/>
                  <a:pt x="550" y="30"/>
                </a:cubicBezTo>
                <a:cubicBezTo>
                  <a:pt x="574" y="40"/>
                  <a:pt x="596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8" y="177"/>
                </a:cubicBezTo>
                <a:cubicBezTo>
                  <a:pt x="742" y="199"/>
                  <a:pt x="754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4" y="372"/>
                  <a:pt x="794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190872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278928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2622600" y="1892160"/>
            <a:ext cx="4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Agent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2274840" y="2121480"/>
            <a:ext cx="12290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Een AI die niet alleen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2413080" y="2273760"/>
            <a:ext cx="9320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antwoordt maar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2279880" y="2426040"/>
            <a:ext cx="121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handelt, en zelf kiest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2274840" y="2568960"/>
            <a:ext cx="122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welk gereedschap hij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2522520" y="2721600"/>
            <a:ext cx="6620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nodig heeft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3800160" y="1419120"/>
            <a:ext cx="1400760" cy="1705320"/>
          </a:xfrm>
          <a:custGeom>
            <a:avLst/>
            <a:gdLst/>
            <a:ahLst/>
            <a:rect l="0" t="0" r="r" b="b"/>
            <a:pathLst>
              <a:path w="3891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2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0" y="1"/>
                  <a:pt x="248" y="0"/>
                  <a:pt x="265" y="0"/>
                </a:cubicBezTo>
                <a:lnTo>
                  <a:pt x="3626" y="0"/>
                </a:lnTo>
                <a:cubicBezTo>
                  <a:pt x="3644" y="0"/>
                  <a:pt x="3661" y="1"/>
                  <a:pt x="3678" y="5"/>
                </a:cubicBezTo>
                <a:cubicBezTo>
                  <a:pt x="3695" y="8"/>
                  <a:pt x="3711" y="13"/>
                  <a:pt x="3727" y="20"/>
                </a:cubicBezTo>
                <a:cubicBezTo>
                  <a:pt x="3743" y="27"/>
                  <a:pt x="3759" y="35"/>
                  <a:pt x="3773" y="44"/>
                </a:cubicBezTo>
                <a:cubicBezTo>
                  <a:pt x="3788" y="54"/>
                  <a:pt x="3801" y="65"/>
                  <a:pt x="3813" y="77"/>
                </a:cubicBezTo>
                <a:cubicBezTo>
                  <a:pt x="3826" y="90"/>
                  <a:pt x="3837" y="103"/>
                  <a:pt x="3846" y="117"/>
                </a:cubicBezTo>
                <a:cubicBezTo>
                  <a:pt x="3856" y="132"/>
                  <a:pt x="3864" y="147"/>
                  <a:pt x="3871" y="163"/>
                </a:cubicBezTo>
                <a:cubicBezTo>
                  <a:pt x="3877" y="179"/>
                  <a:pt x="3882" y="196"/>
                  <a:pt x="3886" y="213"/>
                </a:cubicBezTo>
                <a:cubicBezTo>
                  <a:pt x="3889" y="230"/>
                  <a:pt x="3891" y="247"/>
                  <a:pt x="3891" y="264"/>
                </a:cubicBezTo>
                <a:lnTo>
                  <a:pt x="3891" y="4472"/>
                </a:lnTo>
                <a:cubicBezTo>
                  <a:pt x="3891" y="4490"/>
                  <a:pt x="3889" y="4507"/>
                  <a:pt x="3886" y="4524"/>
                </a:cubicBezTo>
                <a:cubicBezTo>
                  <a:pt x="3882" y="4541"/>
                  <a:pt x="3877" y="4557"/>
                  <a:pt x="3871" y="4573"/>
                </a:cubicBezTo>
                <a:cubicBezTo>
                  <a:pt x="3864" y="4590"/>
                  <a:pt x="3856" y="4605"/>
                  <a:pt x="3846" y="4619"/>
                </a:cubicBezTo>
                <a:cubicBezTo>
                  <a:pt x="3837" y="4634"/>
                  <a:pt x="3826" y="4647"/>
                  <a:pt x="3813" y="4659"/>
                </a:cubicBezTo>
                <a:cubicBezTo>
                  <a:pt x="3801" y="4672"/>
                  <a:pt x="3788" y="4683"/>
                  <a:pt x="3773" y="4692"/>
                </a:cubicBezTo>
                <a:cubicBezTo>
                  <a:pt x="3759" y="4702"/>
                  <a:pt x="3743" y="4710"/>
                  <a:pt x="3727" y="4717"/>
                </a:cubicBezTo>
                <a:cubicBezTo>
                  <a:pt x="3711" y="4723"/>
                  <a:pt x="3695" y="4728"/>
                  <a:pt x="3678" y="4732"/>
                </a:cubicBezTo>
                <a:cubicBezTo>
                  <a:pt x="3661" y="4735"/>
                  <a:pt x="3644" y="4737"/>
                  <a:pt x="3626" y="4737"/>
                </a:cubicBezTo>
                <a:lnTo>
                  <a:pt x="265" y="4737"/>
                </a:lnTo>
                <a:cubicBezTo>
                  <a:pt x="248" y="4737"/>
                  <a:pt x="230" y="4735"/>
                  <a:pt x="213" y="4732"/>
                </a:cubicBezTo>
                <a:cubicBezTo>
                  <a:pt x="196" y="4728"/>
                  <a:pt x="180" y="4723"/>
                  <a:pt x="164" y="4717"/>
                </a:cubicBezTo>
                <a:cubicBezTo>
                  <a:pt x="148" y="4710"/>
                  <a:pt x="132" y="4702"/>
                  <a:pt x="118" y="4692"/>
                </a:cubicBezTo>
                <a:cubicBezTo>
                  <a:pt x="104" y="4683"/>
                  <a:pt x="90" y="4672"/>
                  <a:pt x="78" y="4659"/>
                </a:cubicBezTo>
                <a:cubicBezTo>
                  <a:pt x="66" y="4647"/>
                  <a:pt x="55" y="4634"/>
                  <a:pt x="45" y="4619"/>
                </a:cubicBezTo>
                <a:cubicBezTo>
                  <a:pt x="35" y="4605"/>
                  <a:pt x="27" y="4590"/>
                  <a:pt x="21" y="4573"/>
                </a:cubicBezTo>
                <a:cubicBezTo>
                  <a:pt x="14" y="4557"/>
                  <a:pt x="9" y="4541"/>
                  <a:pt x="5" y="4524"/>
                </a:cubicBezTo>
                <a:cubicBezTo>
                  <a:pt x="2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4352760" y="152388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8"/>
                </a:moveTo>
                <a:cubicBezTo>
                  <a:pt x="795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5" y="574"/>
                  <a:pt x="742" y="597"/>
                  <a:pt x="728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7" y="742"/>
                  <a:pt x="574" y="754"/>
                  <a:pt x="550" y="764"/>
                </a:cubicBezTo>
                <a:cubicBezTo>
                  <a:pt x="526" y="774"/>
                  <a:pt x="501" y="782"/>
                  <a:pt x="475" y="787"/>
                </a:cubicBezTo>
                <a:cubicBezTo>
                  <a:pt x="450" y="792"/>
                  <a:pt x="424" y="795"/>
                  <a:pt x="398" y="795"/>
                </a:cubicBezTo>
                <a:cubicBezTo>
                  <a:pt x="372" y="795"/>
                  <a:pt x="346" y="792"/>
                  <a:pt x="320" y="787"/>
                </a:cubicBezTo>
                <a:cubicBezTo>
                  <a:pt x="295" y="782"/>
                  <a:pt x="270" y="774"/>
                  <a:pt x="246" y="764"/>
                </a:cubicBezTo>
                <a:cubicBezTo>
                  <a:pt x="222" y="754"/>
                  <a:pt x="198" y="742"/>
                  <a:pt x="176" y="728"/>
                </a:cubicBezTo>
                <a:cubicBezTo>
                  <a:pt x="155" y="713"/>
                  <a:pt x="135" y="697"/>
                  <a:pt x="116" y="678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8" y="136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2" y="40"/>
                  <a:pt x="246" y="30"/>
                </a:cubicBezTo>
                <a:cubicBezTo>
                  <a:pt x="270" y="20"/>
                  <a:pt x="295" y="13"/>
                  <a:pt x="320" y="7"/>
                </a:cubicBezTo>
                <a:cubicBezTo>
                  <a:pt x="346" y="2"/>
                  <a:pt x="372" y="0"/>
                  <a:pt x="398" y="0"/>
                </a:cubicBezTo>
                <a:cubicBezTo>
                  <a:pt x="424" y="0"/>
                  <a:pt x="450" y="2"/>
                  <a:pt x="475" y="7"/>
                </a:cubicBezTo>
                <a:cubicBezTo>
                  <a:pt x="501" y="13"/>
                  <a:pt x="526" y="20"/>
                  <a:pt x="550" y="30"/>
                </a:cubicBezTo>
                <a:cubicBezTo>
                  <a:pt x="574" y="40"/>
                  <a:pt x="597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8" y="177"/>
                </a:cubicBezTo>
                <a:cubicBezTo>
                  <a:pt x="742" y="199"/>
                  <a:pt x="755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5" y="372"/>
                  <a:pt x="795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358020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446040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3898440" y="1892160"/>
            <a:ext cx="137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Gereedschapskist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4032000" y="2121480"/>
            <a:ext cx="1008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Functies met een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3893760" y="2273760"/>
            <a:ext cx="1334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beschrijving in gewone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4074840" y="2426040"/>
            <a:ext cx="298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taal: 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4349160" y="2426040"/>
            <a:ext cx="645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inschrijven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4893840" y="2426040"/>
            <a:ext cx="115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4096800" y="2568960"/>
            <a:ext cx="943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rooster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4898520" y="2568960"/>
            <a:ext cx="115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3912840" y="2721600"/>
            <a:ext cx="130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Alleen hiermee kan de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4084200" y="2873880"/>
            <a:ext cx="907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agent iets doen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5467320" y="1419120"/>
            <a:ext cx="1400400" cy="1705320"/>
          </a:xfrm>
          <a:custGeom>
            <a:avLst/>
            <a:gdLst/>
            <a:ahLst/>
            <a:rect l="0" t="0" r="r" b="b"/>
            <a:pathLst>
              <a:path w="3890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7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lnTo>
                  <a:pt x="3625" y="0"/>
                </a:lnTo>
                <a:cubicBezTo>
                  <a:pt x="3643" y="0"/>
                  <a:pt x="3660" y="1"/>
                  <a:pt x="3677" y="5"/>
                </a:cubicBezTo>
                <a:cubicBezTo>
                  <a:pt x="3694" y="8"/>
                  <a:pt x="3711" y="13"/>
                  <a:pt x="3727" y="20"/>
                </a:cubicBezTo>
                <a:cubicBezTo>
                  <a:pt x="3743" y="27"/>
                  <a:pt x="3758" y="35"/>
                  <a:pt x="3772" y="44"/>
                </a:cubicBezTo>
                <a:cubicBezTo>
                  <a:pt x="3787" y="54"/>
                  <a:pt x="3800" y="65"/>
                  <a:pt x="3812" y="77"/>
                </a:cubicBezTo>
                <a:cubicBezTo>
                  <a:pt x="3825" y="90"/>
                  <a:pt x="3836" y="103"/>
                  <a:pt x="3845" y="117"/>
                </a:cubicBezTo>
                <a:cubicBezTo>
                  <a:pt x="3855" y="132"/>
                  <a:pt x="3863" y="147"/>
                  <a:pt x="3870" y="163"/>
                </a:cubicBezTo>
                <a:cubicBezTo>
                  <a:pt x="3876" y="179"/>
                  <a:pt x="3881" y="196"/>
                  <a:pt x="3885" y="213"/>
                </a:cubicBezTo>
                <a:cubicBezTo>
                  <a:pt x="3888" y="230"/>
                  <a:pt x="3890" y="247"/>
                  <a:pt x="3890" y="264"/>
                </a:cubicBezTo>
                <a:lnTo>
                  <a:pt x="3890" y="4472"/>
                </a:lnTo>
                <a:cubicBezTo>
                  <a:pt x="3890" y="4490"/>
                  <a:pt x="3888" y="4507"/>
                  <a:pt x="3885" y="4524"/>
                </a:cubicBezTo>
                <a:cubicBezTo>
                  <a:pt x="3881" y="4541"/>
                  <a:pt x="3876" y="4557"/>
                  <a:pt x="3870" y="4573"/>
                </a:cubicBezTo>
                <a:cubicBezTo>
                  <a:pt x="3863" y="4590"/>
                  <a:pt x="3855" y="4605"/>
                  <a:pt x="3845" y="4619"/>
                </a:cubicBezTo>
                <a:cubicBezTo>
                  <a:pt x="3836" y="4634"/>
                  <a:pt x="3825" y="4647"/>
                  <a:pt x="3812" y="4659"/>
                </a:cubicBezTo>
                <a:cubicBezTo>
                  <a:pt x="3800" y="4672"/>
                  <a:pt x="3787" y="4683"/>
                  <a:pt x="3772" y="4692"/>
                </a:cubicBezTo>
                <a:cubicBezTo>
                  <a:pt x="3758" y="4702"/>
                  <a:pt x="3743" y="4710"/>
                  <a:pt x="3727" y="4717"/>
                </a:cubicBezTo>
                <a:cubicBezTo>
                  <a:pt x="3711" y="4723"/>
                  <a:pt x="3694" y="4728"/>
                  <a:pt x="3677" y="4732"/>
                </a:cubicBezTo>
                <a:cubicBezTo>
                  <a:pt x="3660" y="4735"/>
                  <a:pt x="3643" y="4737"/>
                  <a:pt x="3625" y="4737"/>
                </a:cubicBezTo>
                <a:lnTo>
                  <a:pt x="264" y="4737"/>
                </a:lnTo>
                <a:cubicBezTo>
                  <a:pt x="247" y="4737"/>
                  <a:pt x="230" y="4735"/>
                  <a:pt x="213" y="4732"/>
                </a:cubicBezTo>
                <a:cubicBezTo>
                  <a:pt x="196" y="4728"/>
                  <a:pt x="179" y="4723"/>
                  <a:pt x="163" y="4717"/>
                </a:cubicBezTo>
                <a:cubicBezTo>
                  <a:pt x="147" y="4710"/>
                  <a:pt x="132" y="4702"/>
                  <a:pt x="117" y="4692"/>
                </a:cubicBezTo>
                <a:cubicBezTo>
                  <a:pt x="103" y="4683"/>
                  <a:pt x="89" y="4672"/>
                  <a:pt x="77" y="4659"/>
                </a:cubicBezTo>
                <a:cubicBezTo>
                  <a:pt x="65" y="4647"/>
                  <a:pt x="54" y="4634"/>
                  <a:pt x="44" y="4619"/>
                </a:cubicBezTo>
                <a:cubicBezTo>
                  <a:pt x="35" y="4605"/>
                  <a:pt x="26" y="4590"/>
                  <a:pt x="20" y="4573"/>
                </a:cubicBezTo>
                <a:cubicBezTo>
                  <a:pt x="13" y="4557"/>
                  <a:pt x="8" y="4541"/>
                  <a:pt x="5" y="4524"/>
                </a:cubicBezTo>
                <a:cubicBezTo>
                  <a:pt x="1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6029280" y="1523880"/>
            <a:ext cx="285840" cy="286200"/>
          </a:xfrm>
          <a:custGeom>
            <a:avLst/>
            <a:gdLst/>
            <a:ahLst/>
            <a:rect l="0" t="0" r="r" b="b"/>
            <a:pathLst>
              <a:path w="794" h="795">
                <a:moveTo>
                  <a:pt x="794" y="398"/>
                </a:moveTo>
                <a:cubicBezTo>
                  <a:pt x="794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4" y="574"/>
                  <a:pt x="742" y="597"/>
                  <a:pt x="727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6" y="742"/>
                  <a:pt x="573" y="754"/>
                  <a:pt x="549" y="764"/>
                </a:cubicBezTo>
                <a:cubicBezTo>
                  <a:pt x="525" y="774"/>
                  <a:pt x="500" y="782"/>
                  <a:pt x="475" y="787"/>
                </a:cubicBezTo>
                <a:cubicBezTo>
                  <a:pt x="449" y="792"/>
                  <a:pt x="424" y="795"/>
                  <a:pt x="397" y="795"/>
                </a:cubicBezTo>
                <a:cubicBezTo>
                  <a:pt x="371" y="795"/>
                  <a:pt x="346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6" y="728"/>
                </a:cubicBezTo>
                <a:cubicBezTo>
                  <a:pt x="154" y="713"/>
                  <a:pt x="134" y="697"/>
                  <a:pt x="116" y="678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7" y="136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20" y="7"/>
                </a:cubicBezTo>
                <a:cubicBezTo>
                  <a:pt x="346" y="2"/>
                  <a:pt x="371" y="0"/>
                  <a:pt x="397" y="0"/>
                </a:cubicBezTo>
                <a:cubicBezTo>
                  <a:pt x="424" y="0"/>
                  <a:pt x="449" y="2"/>
                  <a:pt x="475" y="7"/>
                </a:cubicBezTo>
                <a:cubicBezTo>
                  <a:pt x="500" y="13"/>
                  <a:pt x="525" y="20"/>
                  <a:pt x="549" y="30"/>
                </a:cubicBezTo>
                <a:cubicBezTo>
                  <a:pt x="573" y="40"/>
                  <a:pt x="596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7" y="177"/>
                </a:cubicBezTo>
                <a:cubicBezTo>
                  <a:pt x="742" y="199"/>
                  <a:pt x="754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4" y="372"/>
                  <a:pt x="794" y="398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525132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613188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5807880" y="1892160"/>
            <a:ext cx="858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Koppelvlak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5655600" y="2121480"/>
            <a:ext cx="1104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Hetzelfde endpoint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 txBox="1"/>
          <p:nvPr/>
        </p:nvSpPr>
        <p:spPr>
          <a:xfrm>
            <a:off x="5569920" y="2273760"/>
            <a:ext cx="1332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dat een website of app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5841360" y="2426040"/>
            <a:ext cx="727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ook gebruikt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7143480" y="1419120"/>
            <a:ext cx="1400760" cy="1705320"/>
          </a:xfrm>
          <a:custGeom>
            <a:avLst/>
            <a:gdLst/>
            <a:ahLst/>
            <a:rect l="0" t="0" r="r" b="b"/>
            <a:pathLst>
              <a:path w="3891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3626" y="0"/>
                </a:lnTo>
                <a:cubicBezTo>
                  <a:pt x="3643" y="0"/>
                  <a:pt x="3661" y="1"/>
                  <a:pt x="3678" y="5"/>
                </a:cubicBezTo>
                <a:cubicBezTo>
                  <a:pt x="3695" y="8"/>
                  <a:pt x="3711" y="13"/>
                  <a:pt x="3727" y="20"/>
                </a:cubicBezTo>
                <a:cubicBezTo>
                  <a:pt x="3743" y="27"/>
                  <a:pt x="3759" y="35"/>
                  <a:pt x="3773" y="44"/>
                </a:cubicBezTo>
                <a:cubicBezTo>
                  <a:pt x="3787" y="54"/>
                  <a:pt x="3801" y="65"/>
                  <a:pt x="3813" y="77"/>
                </a:cubicBezTo>
                <a:cubicBezTo>
                  <a:pt x="3825" y="90"/>
                  <a:pt x="3836" y="103"/>
                  <a:pt x="3846" y="117"/>
                </a:cubicBezTo>
                <a:cubicBezTo>
                  <a:pt x="3856" y="132"/>
                  <a:pt x="3864" y="147"/>
                  <a:pt x="3870" y="163"/>
                </a:cubicBezTo>
                <a:cubicBezTo>
                  <a:pt x="3877" y="179"/>
                  <a:pt x="3882" y="196"/>
                  <a:pt x="3886" y="213"/>
                </a:cubicBezTo>
                <a:cubicBezTo>
                  <a:pt x="3889" y="230"/>
                  <a:pt x="3891" y="247"/>
                  <a:pt x="3891" y="264"/>
                </a:cubicBezTo>
                <a:lnTo>
                  <a:pt x="3891" y="4472"/>
                </a:lnTo>
                <a:cubicBezTo>
                  <a:pt x="3891" y="4490"/>
                  <a:pt x="3889" y="4507"/>
                  <a:pt x="3886" y="4524"/>
                </a:cubicBezTo>
                <a:cubicBezTo>
                  <a:pt x="3882" y="4541"/>
                  <a:pt x="3877" y="4557"/>
                  <a:pt x="3870" y="4573"/>
                </a:cubicBezTo>
                <a:cubicBezTo>
                  <a:pt x="3864" y="4590"/>
                  <a:pt x="3856" y="4605"/>
                  <a:pt x="3846" y="4619"/>
                </a:cubicBezTo>
                <a:cubicBezTo>
                  <a:pt x="3836" y="4634"/>
                  <a:pt x="3825" y="4647"/>
                  <a:pt x="3813" y="4659"/>
                </a:cubicBezTo>
                <a:cubicBezTo>
                  <a:pt x="3801" y="4672"/>
                  <a:pt x="3787" y="4683"/>
                  <a:pt x="3773" y="4692"/>
                </a:cubicBezTo>
                <a:cubicBezTo>
                  <a:pt x="3759" y="4702"/>
                  <a:pt x="3743" y="4710"/>
                  <a:pt x="3727" y="4717"/>
                </a:cubicBezTo>
                <a:cubicBezTo>
                  <a:pt x="3711" y="4723"/>
                  <a:pt x="3695" y="4728"/>
                  <a:pt x="3678" y="4732"/>
                </a:cubicBezTo>
                <a:cubicBezTo>
                  <a:pt x="3661" y="4735"/>
                  <a:pt x="3643" y="4737"/>
                  <a:pt x="3626" y="4737"/>
                </a:cubicBezTo>
                <a:lnTo>
                  <a:pt x="265" y="4737"/>
                </a:lnTo>
                <a:cubicBezTo>
                  <a:pt x="247" y="4737"/>
                  <a:pt x="230" y="4735"/>
                  <a:pt x="213" y="4732"/>
                </a:cubicBezTo>
                <a:cubicBezTo>
                  <a:pt x="196" y="4728"/>
                  <a:pt x="180" y="4723"/>
                  <a:pt x="164" y="4717"/>
                </a:cubicBezTo>
                <a:cubicBezTo>
                  <a:pt x="148" y="4710"/>
                  <a:pt x="132" y="4702"/>
                  <a:pt x="118" y="4692"/>
                </a:cubicBezTo>
                <a:cubicBezTo>
                  <a:pt x="103" y="4683"/>
                  <a:pt x="90" y="4672"/>
                  <a:pt x="78" y="4659"/>
                </a:cubicBezTo>
                <a:cubicBezTo>
                  <a:pt x="65" y="4647"/>
                  <a:pt x="54" y="4634"/>
                  <a:pt x="45" y="4619"/>
                </a:cubicBezTo>
                <a:cubicBezTo>
                  <a:pt x="35" y="4605"/>
                  <a:pt x="27" y="4590"/>
                  <a:pt x="20" y="4573"/>
                </a:cubicBezTo>
                <a:cubicBezTo>
                  <a:pt x="14" y="4557"/>
                  <a:pt x="9" y="4541"/>
                  <a:pt x="5" y="4524"/>
                </a:cubicBezTo>
                <a:cubicBezTo>
                  <a:pt x="2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7696080" y="152388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8"/>
                </a:moveTo>
                <a:cubicBezTo>
                  <a:pt x="795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4" y="574"/>
                  <a:pt x="742" y="597"/>
                  <a:pt x="728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7" y="742"/>
                  <a:pt x="574" y="754"/>
                  <a:pt x="550" y="764"/>
                </a:cubicBezTo>
                <a:cubicBezTo>
                  <a:pt x="526" y="774"/>
                  <a:pt x="501" y="782"/>
                  <a:pt x="475" y="787"/>
                </a:cubicBezTo>
                <a:cubicBezTo>
                  <a:pt x="450" y="792"/>
                  <a:pt x="423" y="795"/>
                  <a:pt x="397" y="795"/>
                </a:cubicBez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6" y="728"/>
                </a:cubicBezTo>
                <a:cubicBezTo>
                  <a:pt x="155" y="713"/>
                  <a:pt x="135" y="697"/>
                  <a:pt x="116" y="678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7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8" y="136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7"/>
                </a:cubicBezTo>
                <a:cubicBezTo>
                  <a:pt x="345" y="2"/>
                  <a:pt x="371" y="0"/>
                  <a:pt x="397" y="0"/>
                </a:cubicBezTo>
                <a:cubicBezTo>
                  <a:pt x="423" y="0"/>
                  <a:pt x="450" y="2"/>
                  <a:pt x="475" y="7"/>
                </a:cubicBezTo>
                <a:cubicBezTo>
                  <a:pt x="501" y="13"/>
                  <a:pt x="526" y="20"/>
                  <a:pt x="550" y="30"/>
                </a:cubicBezTo>
                <a:cubicBezTo>
                  <a:pt x="574" y="40"/>
                  <a:pt x="597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8" y="177"/>
                </a:cubicBezTo>
                <a:cubicBezTo>
                  <a:pt x="742" y="199"/>
                  <a:pt x="754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5" y="372"/>
                  <a:pt x="795" y="398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692244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780300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7550640" y="1892160"/>
            <a:ext cx="666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Systeem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7302960" y="2121480"/>
            <a:ext cx="11757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7531560" y="2273760"/>
            <a:ext cx="66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SIS, rooster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456840" y="3476520"/>
            <a:ext cx="8087400" cy="1000440"/>
          </a:xfrm>
          <a:custGeom>
            <a:avLst/>
            <a:gdLst/>
            <a:ahLst/>
            <a:rect l="0" t="0" r="r" b="b"/>
            <a:pathLst>
              <a:path w="22465" h="2779">
                <a:moveTo>
                  <a:pt x="0" y="0"/>
                </a:moveTo>
                <a:lnTo>
                  <a:pt x="22465" y="0"/>
                </a:lnTo>
                <a:lnTo>
                  <a:pt x="22465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456840" y="3476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56840" y="446688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8534160" y="347652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107"/>
                </a:moveTo>
                <a:lnTo>
                  <a:pt x="0" y="2779"/>
                </a:lnTo>
                <a:lnTo>
                  <a:pt x="28" y="2779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456840" y="347652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2377080" y="3204360"/>
            <a:ext cx="4810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DejaVuSans"/>
                <a:ea typeface="DejaVuSans"/>
              </a:rPr>
              <a:t>← </a:t>
            </a:r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het antwoord loopt dezelfde weg terug, en de agent vertelt wat er geregeld is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634320" y="3685320"/>
            <a:ext cx="866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MCP is de afspraak over stap 3.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Het Model Context Protocol legt vast hoe een gereedschapskist wordt aangeboden,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634320" y="3904200"/>
            <a:ext cx="8760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zodat elke agent hem kan gebruiken, of het nu Claude, ChatGPT of Copilot is.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Straks een verdiepende set afspraken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634320" y="4123440"/>
            <a:ext cx="387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voor agents, bovenop de basis die OKx nu legt.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40" name=""/>
          <p:cNvSpPr/>
          <p:nvPr/>
        </p:nvSpPr>
        <p:spPr>
          <a:xfrm>
            <a:off x="456840" y="876240"/>
            <a:ext cx="3962880" cy="3019680"/>
          </a:xfrm>
          <a:custGeom>
            <a:avLst/>
            <a:gdLst/>
            <a:ahLst/>
            <a:rect l="0" t="0" r="r" b="b"/>
            <a:pathLst>
              <a:path w="11008" h="8388">
                <a:moveTo>
                  <a:pt x="0" y="8123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10744" y="0"/>
                </a:lnTo>
                <a:cubicBezTo>
                  <a:pt x="10761" y="0"/>
                  <a:pt x="10778" y="1"/>
                  <a:pt x="10795" y="5"/>
                </a:cubicBezTo>
                <a:cubicBezTo>
                  <a:pt x="10812" y="8"/>
                  <a:pt x="10829" y="13"/>
                  <a:pt x="10845" y="20"/>
                </a:cubicBezTo>
                <a:cubicBezTo>
                  <a:pt x="10861" y="26"/>
                  <a:pt x="10876" y="35"/>
                  <a:pt x="10891" y="44"/>
                </a:cubicBezTo>
                <a:cubicBezTo>
                  <a:pt x="10905" y="54"/>
                  <a:pt x="10918" y="65"/>
                  <a:pt x="10931" y="77"/>
                </a:cubicBezTo>
                <a:cubicBezTo>
                  <a:pt x="10943" y="89"/>
                  <a:pt x="10954" y="103"/>
                  <a:pt x="10964" y="117"/>
                </a:cubicBezTo>
                <a:cubicBezTo>
                  <a:pt x="10973" y="132"/>
                  <a:pt x="10981" y="147"/>
                  <a:pt x="10988" y="163"/>
                </a:cubicBezTo>
                <a:cubicBezTo>
                  <a:pt x="10995" y="179"/>
                  <a:pt x="11000" y="196"/>
                  <a:pt x="11003" y="213"/>
                </a:cubicBezTo>
                <a:cubicBezTo>
                  <a:pt x="11006" y="230"/>
                  <a:pt x="11008" y="247"/>
                  <a:pt x="11008" y="264"/>
                </a:cubicBezTo>
                <a:lnTo>
                  <a:pt x="11008" y="8123"/>
                </a:lnTo>
                <a:cubicBezTo>
                  <a:pt x="11008" y="8141"/>
                  <a:pt x="11006" y="8158"/>
                  <a:pt x="11003" y="8175"/>
                </a:cubicBezTo>
                <a:cubicBezTo>
                  <a:pt x="11000" y="8192"/>
                  <a:pt x="10995" y="8209"/>
                  <a:pt x="10988" y="8225"/>
                </a:cubicBezTo>
                <a:cubicBezTo>
                  <a:pt x="10981" y="8241"/>
                  <a:pt x="10973" y="8256"/>
                  <a:pt x="10964" y="8270"/>
                </a:cubicBezTo>
                <a:cubicBezTo>
                  <a:pt x="10954" y="8285"/>
                  <a:pt x="10943" y="8298"/>
                  <a:pt x="10931" y="8310"/>
                </a:cubicBezTo>
                <a:cubicBezTo>
                  <a:pt x="10918" y="8323"/>
                  <a:pt x="10905" y="8334"/>
                  <a:pt x="10891" y="8343"/>
                </a:cubicBezTo>
                <a:cubicBezTo>
                  <a:pt x="10876" y="8353"/>
                  <a:pt x="10861" y="8361"/>
                  <a:pt x="10845" y="8368"/>
                </a:cubicBezTo>
                <a:cubicBezTo>
                  <a:pt x="10829" y="8374"/>
                  <a:pt x="10812" y="8379"/>
                  <a:pt x="10795" y="8383"/>
                </a:cubicBezTo>
                <a:cubicBezTo>
                  <a:pt x="10778" y="8386"/>
                  <a:pt x="10761" y="8388"/>
                  <a:pt x="10744" y="8388"/>
                </a:cubicBezTo>
                <a:lnTo>
                  <a:pt x="265" y="8388"/>
                </a:lnTo>
                <a:cubicBezTo>
                  <a:pt x="248" y="8388"/>
                  <a:pt x="231" y="8386"/>
                  <a:pt x="213" y="8383"/>
                </a:cubicBezTo>
                <a:cubicBezTo>
                  <a:pt x="196" y="8379"/>
                  <a:pt x="180" y="8374"/>
                  <a:pt x="164" y="8368"/>
                </a:cubicBezTo>
                <a:cubicBezTo>
                  <a:pt x="148" y="8361"/>
                  <a:pt x="133" y="8353"/>
                  <a:pt x="118" y="8343"/>
                </a:cubicBezTo>
                <a:cubicBezTo>
                  <a:pt x="104" y="8334"/>
                  <a:pt x="90" y="8323"/>
                  <a:pt x="78" y="8310"/>
                </a:cubicBezTo>
                <a:cubicBezTo>
                  <a:pt x="66" y="8298"/>
                  <a:pt x="55" y="8285"/>
                  <a:pt x="45" y="8270"/>
                </a:cubicBezTo>
                <a:cubicBezTo>
                  <a:pt x="35" y="8256"/>
                  <a:pt x="27" y="8241"/>
                  <a:pt x="21" y="8225"/>
                </a:cubicBezTo>
                <a:cubicBezTo>
                  <a:pt x="14" y="8209"/>
                  <a:pt x="9" y="8192"/>
                  <a:pt x="6" y="8175"/>
                </a:cubicBezTo>
                <a:cubicBezTo>
                  <a:pt x="2" y="8158"/>
                  <a:pt x="0" y="8141"/>
                  <a:pt x="0" y="812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439920" y="234360"/>
            <a:ext cx="8923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MCP: een gereedschapskist op het koppelvlak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21286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21286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2120760" y="1027800"/>
            <a:ext cx="74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Nu: REST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2220840" y="1508760"/>
            <a:ext cx="470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1947600" y="1966680"/>
            <a:ext cx="991080" cy="276480"/>
          </a:xfrm>
          <a:custGeom>
            <a:avLst/>
            <a:gdLst/>
            <a:ahLst/>
            <a:rect l="0" t="0" r="r" b="b"/>
            <a:pathLst>
              <a:path w="2753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2607" y="0"/>
                </a:lnTo>
                <a:cubicBezTo>
                  <a:pt x="2617" y="0"/>
                  <a:pt x="2626" y="1"/>
                  <a:pt x="2636" y="3"/>
                </a:cubicBezTo>
                <a:cubicBezTo>
                  <a:pt x="2645" y="5"/>
                  <a:pt x="2654" y="8"/>
                  <a:pt x="2663" y="11"/>
                </a:cubicBezTo>
                <a:cubicBezTo>
                  <a:pt x="2672" y="15"/>
                  <a:pt x="2680" y="19"/>
                  <a:pt x="2688" y="25"/>
                </a:cubicBezTo>
                <a:cubicBezTo>
                  <a:pt x="2696" y="30"/>
                  <a:pt x="2704" y="36"/>
                  <a:pt x="2710" y="43"/>
                </a:cubicBezTo>
                <a:cubicBezTo>
                  <a:pt x="2717" y="50"/>
                  <a:pt x="2723" y="57"/>
                  <a:pt x="2728" y="65"/>
                </a:cubicBezTo>
                <a:cubicBezTo>
                  <a:pt x="2734" y="73"/>
                  <a:pt x="2738" y="81"/>
                  <a:pt x="2742" y="90"/>
                </a:cubicBezTo>
                <a:cubicBezTo>
                  <a:pt x="2745" y="99"/>
                  <a:pt x="2748" y="108"/>
                  <a:pt x="2750" y="117"/>
                </a:cubicBezTo>
                <a:cubicBezTo>
                  <a:pt x="2752" y="127"/>
                  <a:pt x="2753" y="136"/>
                  <a:pt x="2753" y="146"/>
                </a:cubicBezTo>
                <a:lnTo>
                  <a:pt x="2753" y="623"/>
                </a:lnTo>
                <a:cubicBezTo>
                  <a:pt x="2753" y="632"/>
                  <a:pt x="2752" y="642"/>
                  <a:pt x="2750" y="651"/>
                </a:cubicBezTo>
                <a:cubicBezTo>
                  <a:pt x="2748" y="661"/>
                  <a:pt x="2745" y="670"/>
                  <a:pt x="2742" y="679"/>
                </a:cubicBezTo>
                <a:cubicBezTo>
                  <a:pt x="2738" y="687"/>
                  <a:pt x="2734" y="696"/>
                  <a:pt x="2728" y="704"/>
                </a:cubicBezTo>
                <a:cubicBezTo>
                  <a:pt x="2723" y="712"/>
                  <a:pt x="2717" y="719"/>
                  <a:pt x="2710" y="726"/>
                </a:cubicBezTo>
                <a:cubicBezTo>
                  <a:pt x="2704" y="733"/>
                  <a:pt x="2696" y="739"/>
                  <a:pt x="2688" y="744"/>
                </a:cubicBezTo>
                <a:cubicBezTo>
                  <a:pt x="2680" y="749"/>
                  <a:pt x="2672" y="754"/>
                  <a:pt x="2663" y="757"/>
                </a:cubicBezTo>
                <a:cubicBezTo>
                  <a:pt x="2654" y="761"/>
                  <a:pt x="2645" y="764"/>
                  <a:pt x="2636" y="766"/>
                </a:cubicBezTo>
                <a:cubicBezTo>
                  <a:pt x="2626" y="768"/>
                  <a:pt x="2617" y="768"/>
                  <a:pt x="2607" y="768"/>
                </a:cubicBezTo>
                <a:lnTo>
                  <a:pt x="146" y="768"/>
                </a:lnTo>
                <a:cubicBezTo>
                  <a:pt x="136" y="768"/>
                  <a:pt x="127" y="768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8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1947600" y="1966680"/>
            <a:ext cx="991080" cy="276480"/>
          </a:xfrm>
          <a:custGeom>
            <a:avLst/>
            <a:gdLst/>
            <a:ahLst/>
            <a:rect l="0" t="0" r="r" b="b"/>
            <a:pathLst>
              <a:path w="2753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2607" y="0"/>
                </a:lnTo>
                <a:cubicBezTo>
                  <a:pt x="2617" y="0"/>
                  <a:pt x="2626" y="1"/>
                  <a:pt x="2636" y="3"/>
                </a:cubicBezTo>
                <a:cubicBezTo>
                  <a:pt x="2645" y="5"/>
                  <a:pt x="2654" y="8"/>
                  <a:pt x="2663" y="11"/>
                </a:cubicBezTo>
                <a:cubicBezTo>
                  <a:pt x="2672" y="15"/>
                  <a:pt x="2680" y="19"/>
                  <a:pt x="2688" y="25"/>
                </a:cubicBezTo>
                <a:cubicBezTo>
                  <a:pt x="2696" y="30"/>
                  <a:pt x="2704" y="36"/>
                  <a:pt x="2710" y="43"/>
                </a:cubicBezTo>
                <a:cubicBezTo>
                  <a:pt x="2717" y="50"/>
                  <a:pt x="2723" y="57"/>
                  <a:pt x="2728" y="65"/>
                </a:cubicBezTo>
                <a:cubicBezTo>
                  <a:pt x="2734" y="73"/>
                  <a:pt x="2738" y="81"/>
                  <a:pt x="2742" y="90"/>
                </a:cubicBezTo>
                <a:cubicBezTo>
                  <a:pt x="2745" y="99"/>
                  <a:pt x="2748" y="108"/>
                  <a:pt x="2750" y="117"/>
                </a:cubicBezTo>
                <a:cubicBezTo>
                  <a:pt x="2752" y="127"/>
                  <a:pt x="2753" y="136"/>
                  <a:pt x="2753" y="146"/>
                </a:cubicBezTo>
                <a:lnTo>
                  <a:pt x="2753" y="623"/>
                </a:lnTo>
                <a:cubicBezTo>
                  <a:pt x="2753" y="632"/>
                  <a:pt x="2752" y="642"/>
                  <a:pt x="2750" y="651"/>
                </a:cubicBezTo>
                <a:cubicBezTo>
                  <a:pt x="2748" y="661"/>
                  <a:pt x="2745" y="670"/>
                  <a:pt x="2742" y="679"/>
                </a:cubicBezTo>
                <a:cubicBezTo>
                  <a:pt x="2738" y="687"/>
                  <a:pt x="2734" y="696"/>
                  <a:pt x="2728" y="704"/>
                </a:cubicBezTo>
                <a:cubicBezTo>
                  <a:pt x="2723" y="712"/>
                  <a:pt x="2717" y="719"/>
                  <a:pt x="2710" y="726"/>
                </a:cubicBezTo>
                <a:cubicBezTo>
                  <a:pt x="2704" y="733"/>
                  <a:pt x="2696" y="739"/>
                  <a:pt x="2688" y="744"/>
                </a:cubicBezTo>
                <a:cubicBezTo>
                  <a:pt x="2680" y="749"/>
                  <a:pt x="2672" y="754"/>
                  <a:pt x="2663" y="757"/>
                </a:cubicBezTo>
                <a:cubicBezTo>
                  <a:pt x="2654" y="761"/>
                  <a:pt x="2645" y="764"/>
                  <a:pt x="2636" y="766"/>
                </a:cubicBezTo>
                <a:cubicBezTo>
                  <a:pt x="2626" y="768"/>
                  <a:pt x="2617" y="768"/>
                  <a:pt x="2607" y="768"/>
                </a:cubicBezTo>
                <a:lnTo>
                  <a:pt x="146" y="768"/>
                </a:lnTo>
                <a:cubicBezTo>
                  <a:pt x="136" y="768"/>
                  <a:pt x="127" y="768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8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2381400" y="17539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2039760" y="2042280"/>
            <a:ext cx="900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Website of app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2090520" y="2500200"/>
            <a:ext cx="695880" cy="276480"/>
          </a:xfrm>
          <a:custGeom>
            <a:avLst/>
            <a:gdLst/>
            <a:ahLst/>
            <a:rect l="0" t="0" r="r" b="b"/>
            <a:pathLst>
              <a:path w="1933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787" y="0"/>
                </a:lnTo>
                <a:cubicBezTo>
                  <a:pt x="1797" y="0"/>
                  <a:pt x="1806" y="1"/>
                  <a:pt x="1815" y="3"/>
                </a:cubicBezTo>
                <a:cubicBezTo>
                  <a:pt x="1825" y="4"/>
                  <a:pt x="1834" y="7"/>
                  <a:pt x="1843" y="11"/>
                </a:cubicBezTo>
                <a:cubicBezTo>
                  <a:pt x="1852" y="15"/>
                  <a:pt x="1860" y="19"/>
                  <a:pt x="1868" y="24"/>
                </a:cubicBezTo>
                <a:cubicBezTo>
                  <a:pt x="1876" y="30"/>
                  <a:pt x="1883" y="36"/>
                  <a:pt x="1890" y="42"/>
                </a:cubicBezTo>
                <a:cubicBezTo>
                  <a:pt x="1897" y="49"/>
                  <a:pt x="1903" y="57"/>
                  <a:pt x="1908" y="64"/>
                </a:cubicBezTo>
                <a:cubicBezTo>
                  <a:pt x="1913" y="72"/>
                  <a:pt x="1918" y="81"/>
                  <a:pt x="1921" y="90"/>
                </a:cubicBezTo>
                <a:cubicBezTo>
                  <a:pt x="1925" y="98"/>
                  <a:pt x="1928" y="108"/>
                  <a:pt x="1930" y="117"/>
                </a:cubicBezTo>
                <a:cubicBezTo>
                  <a:pt x="1932" y="126"/>
                  <a:pt x="1933" y="136"/>
                  <a:pt x="1933" y="145"/>
                </a:cubicBezTo>
                <a:lnTo>
                  <a:pt x="1933" y="623"/>
                </a:lnTo>
                <a:cubicBezTo>
                  <a:pt x="1933" y="632"/>
                  <a:pt x="1932" y="642"/>
                  <a:pt x="1930" y="651"/>
                </a:cubicBezTo>
                <a:cubicBezTo>
                  <a:pt x="1928" y="660"/>
                  <a:pt x="1925" y="669"/>
                  <a:pt x="1921" y="678"/>
                </a:cubicBezTo>
                <a:cubicBezTo>
                  <a:pt x="1918" y="687"/>
                  <a:pt x="1913" y="695"/>
                  <a:pt x="1908" y="703"/>
                </a:cubicBezTo>
                <a:cubicBezTo>
                  <a:pt x="1903" y="711"/>
                  <a:pt x="1897" y="719"/>
                  <a:pt x="1890" y="725"/>
                </a:cubicBezTo>
                <a:cubicBezTo>
                  <a:pt x="1883" y="732"/>
                  <a:pt x="1876" y="738"/>
                  <a:pt x="1868" y="744"/>
                </a:cubicBezTo>
                <a:cubicBezTo>
                  <a:pt x="1860" y="749"/>
                  <a:pt x="1852" y="753"/>
                  <a:pt x="1843" y="757"/>
                </a:cubicBezTo>
                <a:cubicBezTo>
                  <a:pt x="1834" y="761"/>
                  <a:pt x="1825" y="763"/>
                  <a:pt x="1815" y="765"/>
                </a:cubicBezTo>
                <a:cubicBezTo>
                  <a:pt x="1806" y="767"/>
                  <a:pt x="1797" y="768"/>
                  <a:pt x="1787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4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8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2e86c1"/>
          </a:solidFill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2381400" y="228744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2187360" y="2575800"/>
            <a:ext cx="602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ffffff"/>
                </a:solidFill>
                <a:latin typeface="Arial"/>
                <a:ea typeface="Arial"/>
              </a:rPr>
              <a:t>Endpoint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1376280" y="3033360"/>
            <a:ext cx="2124360" cy="276840"/>
          </a:xfrm>
          <a:custGeom>
            <a:avLst/>
            <a:gdLst/>
            <a:ahLst/>
            <a:rect l="0" t="0" r="r" b="b"/>
            <a:pathLst>
              <a:path w="5901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755" y="0"/>
                </a:lnTo>
                <a:cubicBezTo>
                  <a:pt x="5765" y="0"/>
                  <a:pt x="5774" y="1"/>
                  <a:pt x="5784" y="3"/>
                </a:cubicBezTo>
                <a:cubicBezTo>
                  <a:pt x="5793" y="5"/>
                  <a:pt x="5802" y="8"/>
                  <a:pt x="5811" y="12"/>
                </a:cubicBezTo>
                <a:cubicBezTo>
                  <a:pt x="5820" y="15"/>
                  <a:pt x="5828" y="20"/>
                  <a:pt x="5836" y="25"/>
                </a:cubicBezTo>
                <a:cubicBezTo>
                  <a:pt x="5844" y="30"/>
                  <a:pt x="5852" y="36"/>
                  <a:pt x="5858" y="43"/>
                </a:cubicBezTo>
                <a:cubicBezTo>
                  <a:pt x="5865" y="50"/>
                  <a:pt x="5871" y="57"/>
                  <a:pt x="5876" y="65"/>
                </a:cubicBezTo>
                <a:cubicBezTo>
                  <a:pt x="5882" y="73"/>
                  <a:pt x="5886" y="81"/>
                  <a:pt x="5890" y="90"/>
                </a:cubicBezTo>
                <a:cubicBezTo>
                  <a:pt x="5894" y="99"/>
                  <a:pt x="5896" y="108"/>
                  <a:pt x="5898" y="118"/>
                </a:cubicBezTo>
                <a:cubicBezTo>
                  <a:pt x="5900" y="127"/>
                  <a:pt x="5901" y="136"/>
                  <a:pt x="5901" y="146"/>
                </a:cubicBezTo>
                <a:lnTo>
                  <a:pt x="5901" y="623"/>
                </a:lnTo>
                <a:cubicBezTo>
                  <a:pt x="5901" y="633"/>
                  <a:pt x="5900" y="642"/>
                  <a:pt x="5898" y="652"/>
                </a:cubicBezTo>
                <a:cubicBezTo>
                  <a:pt x="5896" y="661"/>
                  <a:pt x="5894" y="670"/>
                  <a:pt x="5890" y="679"/>
                </a:cubicBezTo>
                <a:cubicBezTo>
                  <a:pt x="5886" y="688"/>
                  <a:pt x="5882" y="696"/>
                  <a:pt x="5876" y="704"/>
                </a:cubicBezTo>
                <a:cubicBezTo>
                  <a:pt x="5871" y="712"/>
                  <a:pt x="5865" y="719"/>
                  <a:pt x="5858" y="726"/>
                </a:cubicBezTo>
                <a:cubicBezTo>
                  <a:pt x="5852" y="733"/>
                  <a:pt x="5844" y="739"/>
                  <a:pt x="5836" y="744"/>
                </a:cubicBezTo>
                <a:cubicBezTo>
                  <a:pt x="5828" y="750"/>
                  <a:pt x="5820" y="754"/>
                  <a:pt x="5811" y="758"/>
                </a:cubicBezTo>
                <a:cubicBezTo>
                  <a:pt x="5802" y="761"/>
                  <a:pt x="5793" y="764"/>
                  <a:pt x="5784" y="766"/>
                </a:cubicBezTo>
                <a:cubicBezTo>
                  <a:pt x="5774" y="768"/>
                  <a:pt x="5765" y="769"/>
                  <a:pt x="5755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7" y="764"/>
                  <a:pt x="98" y="761"/>
                  <a:pt x="90" y="758"/>
                </a:cubicBezTo>
                <a:cubicBezTo>
                  <a:pt x="81" y="754"/>
                  <a:pt x="72" y="750"/>
                  <a:pt x="64" y="744"/>
                </a:cubicBezTo>
                <a:cubicBezTo>
                  <a:pt x="56" y="739"/>
                  <a:pt x="49" y="733"/>
                  <a:pt x="42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4" y="688"/>
                  <a:pt x="11" y="679"/>
                </a:cubicBezTo>
                <a:cubicBezTo>
                  <a:pt x="7" y="670"/>
                  <a:pt x="4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1376280" y="3033360"/>
            <a:ext cx="2124360" cy="276840"/>
          </a:xfrm>
          <a:custGeom>
            <a:avLst/>
            <a:gdLst/>
            <a:ahLst/>
            <a:rect l="0" t="0" r="r" b="b"/>
            <a:pathLst>
              <a:path w="5901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755" y="0"/>
                </a:lnTo>
                <a:cubicBezTo>
                  <a:pt x="5765" y="0"/>
                  <a:pt x="5774" y="1"/>
                  <a:pt x="5784" y="3"/>
                </a:cubicBezTo>
                <a:cubicBezTo>
                  <a:pt x="5793" y="5"/>
                  <a:pt x="5802" y="8"/>
                  <a:pt x="5811" y="12"/>
                </a:cubicBezTo>
                <a:cubicBezTo>
                  <a:pt x="5820" y="15"/>
                  <a:pt x="5828" y="20"/>
                  <a:pt x="5836" y="25"/>
                </a:cubicBezTo>
                <a:cubicBezTo>
                  <a:pt x="5844" y="30"/>
                  <a:pt x="5852" y="36"/>
                  <a:pt x="5858" y="43"/>
                </a:cubicBezTo>
                <a:cubicBezTo>
                  <a:pt x="5865" y="50"/>
                  <a:pt x="5871" y="57"/>
                  <a:pt x="5876" y="65"/>
                </a:cubicBezTo>
                <a:cubicBezTo>
                  <a:pt x="5882" y="73"/>
                  <a:pt x="5886" y="81"/>
                  <a:pt x="5890" y="90"/>
                </a:cubicBezTo>
                <a:cubicBezTo>
                  <a:pt x="5894" y="99"/>
                  <a:pt x="5896" y="108"/>
                  <a:pt x="5898" y="118"/>
                </a:cubicBezTo>
                <a:cubicBezTo>
                  <a:pt x="5900" y="127"/>
                  <a:pt x="5901" y="136"/>
                  <a:pt x="5901" y="146"/>
                </a:cubicBezTo>
                <a:lnTo>
                  <a:pt x="5901" y="623"/>
                </a:lnTo>
                <a:cubicBezTo>
                  <a:pt x="5901" y="633"/>
                  <a:pt x="5900" y="642"/>
                  <a:pt x="5898" y="652"/>
                </a:cubicBezTo>
                <a:cubicBezTo>
                  <a:pt x="5896" y="661"/>
                  <a:pt x="5894" y="670"/>
                  <a:pt x="5890" y="679"/>
                </a:cubicBezTo>
                <a:cubicBezTo>
                  <a:pt x="5886" y="688"/>
                  <a:pt x="5882" y="696"/>
                  <a:pt x="5876" y="704"/>
                </a:cubicBezTo>
                <a:cubicBezTo>
                  <a:pt x="5871" y="712"/>
                  <a:pt x="5865" y="719"/>
                  <a:pt x="5858" y="726"/>
                </a:cubicBezTo>
                <a:cubicBezTo>
                  <a:pt x="5852" y="733"/>
                  <a:pt x="5844" y="739"/>
                  <a:pt x="5836" y="744"/>
                </a:cubicBezTo>
                <a:cubicBezTo>
                  <a:pt x="5828" y="750"/>
                  <a:pt x="5820" y="754"/>
                  <a:pt x="5811" y="758"/>
                </a:cubicBezTo>
                <a:cubicBezTo>
                  <a:pt x="5802" y="761"/>
                  <a:pt x="5793" y="764"/>
                  <a:pt x="5784" y="766"/>
                </a:cubicBezTo>
                <a:cubicBezTo>
                  <a:pt x="5774" y="768"/>
                  <a:pt x="5765" y="769"/>
                  <a:pt x="5755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7" y="764"/>
                  <a:pt x="98" y="761"/>
                  <a:pt x="90" y="758"/>
                </a:cubicBezTo>
                <a:cubicBezTo>
                  <a:pt x="81" y="754"/>
                  <a:pt x="72" y="750"/>
                  <a:pt x="64" y="744"/>
                </a:cubicBezTo>
                <a:cubicBezTo>
                  <a:pt x="56" y="739"/>
                  <a:pt x="49" y="733"/>
                  <a:pt x="42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4" y="688"/>
                  <a:pt x="11" y="679"/>
                </a:cubicBezTo>
                <a:cubicBezTo>
                  <a:pt x="7" y="670"/>
                  <a:pt x="4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2381400" y="282096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1473120" y="3108960"/>
            <a:ext cx="2144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Speciﬁcatie van een school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4571640" y="876240"/>
            <a:ext cx="3972600" cy="3019680"/>
          </a:xfrm>
          <a:custGeom>
            <a:avLst/>
            <a:gdLst/>
            <a:ahLst/>
            <a:rect l="0" t="0" r="r" b="b"/>
            <a:pathLst>
              <a:path w="11035" h="8388">
                <a:moveTo>
                  <a:pt x="0" y="8123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10770" y="0"/>
                </a:lnTo>
                <a:cubicBezTo>
                  <a:pt x="10787" y="0"/>
                  <a:pt x="10805" y="1"/>
                  <a:pt x="10822" y="5"/>
                </a:cubicBezTo>
                <a:cubicBezTo>
                  <a:pt x="10839" y="8"/>
                  <a:pt x="10855" y="13"/>
                  <a:pt x="10871" y="20"/>
                </a:cubicBezTo>
                <a:cubicBezTo>
                  <a:pt x="10887" y="26"/>
                  <a:pt x="10903" y="35"/>
                  <a:pt x="10917" y="44"/>
                </a:cubicBezTo>
                <a:cubicBezTo>
                  <a:pt x="10931" y="54"/>
                  <a:pt x="10945" y="65"/>
                  <a:pt x="10957" y="77"/>
                </a:cubicBezTo>
                <a:cubicBezTo>
                  <a:pt x="10969" y="89"/>
                  <a:pt x="10980" y="103"/>
                  <a:pt x="10990" y="117"/>
                </a:cubicBezTo>
                <a:cubicBezTo>
                  <a:pt x="11000" y="132"/>
                  <a:pt x="11008" y="147"/>
                  <a:pt x="11014" y="163"/>
                </a:cubicBezTo>
                <a:cubicBezTo>
                  <a:pt x="11021" y="179"/>
                  <a:pt x="11026" y="196"/>
                  <a:pt x="11030" y="213"/>
                </a:cubicBezTo>
                <a:cubicBezTo>
                  <a:pt x="11033" y="230"/>
                  <a:pt x="11035" y="247"/>
                  <a:pt x="11035" y="264"/>
                </a:cubicBezTo>
                <a:lnTo>
                  <a:pt x="11035" y="8123"/>
                </a:lnTo>
                <a:cubicBezTo>
                  <a:pt x="11035" y="8141"/>
                  <a:pt x="11033" y="8158"/>
                  <a:pt x="11030" y="8175"/>
                </a:cubicBezTo>
                <a:cubicBezTo>
                  <a:pt x="11026" y="8192"/>
                  <a:pt x="11021" y="8209"/>
                  <a:pt x="11014" y="8225"/>
                </a:cubicBezTo>
                <a:cubicBezTo>
                  <a:pt x="11008" y="8241"/>
                  <a:pt x="11000" y="8256"/>
                  <a:pt x="10990" y="8270"/>
                </a:cubicBezTo>
                <a:cubicBezTo>
                  <a:pt x="10980" y="8285"/>
                  <a:pt x="10969" y="8298"/>
                  <a:pt x="10957" y="8310"/>
                </a:cubicBezTo>
                <a:cubicBezTo>
                  <a:pt x="10945" y="8323"/>
                  <a:pt x="10931" y="8334"/>
                  <a:pt x="10917" y="8343"/>
                </a:cubicBezTo>
                <a:cubicBezTo>
                  <a:pt x="10903" y="8353"/>
                  <a:pt x="10887" y="8361"/>
                  <a:pt x="10871" y="8368"/>
                </a:cubicBezTo>
                <a:cubicBezTo>
                  <a:pt x="10855" y="8374"/>
                  <a:pt x="10839" y="8379"/>
                  <a:pt x="10822" y="8383"/>
                </a:cubicBezTo>
                <a:cubicBezTo>
                  <a:pt x="10805" y="8386"/>
                  <a:pt x="10787" y="8388"/>
                  <a:pt x="10770" y="8388"/>
                </a:cubicBezTo>
                <a:lnTo>
                  <a:pt x="265" y="8388"/>
                </a:lnTo>
                <a:cubicBezTo>
                  <a:pt x="248" y="8388"/>
                  <a:pt x="231" y="8386"/>
                  <a:pt x="213" y="8383"/>
                </a:cubicBezTo>
                <a:cubicBezTo>
                  <a:pt x="196" y="8379"/>
                  <a:pt x="180" y="8374"/>
                  <a:pt x="164" y="8368"/>
                </a:cubicBezTo>
                <a:cubicBezTo>
                  <a:pt x="148" y="8361"/>
                  <a:pt x="133" y="8353"/>
                  <a:pt x="118" y="8343"/>
                </a:cubicBezTo>
                <a:cubicBezTo>
                  <a:pt x="104" y="8334"/>
                  <a:pt x="90" y="8323"/>
                  <a:pt x="78" y="8310"/>
                </a:cubicBezTo>
                <a:cubicBezTo>
                  <a:pt x="66" y="8298"/>
                  <a:pt x="55" y="8285"/>
                  <a:pt x="45" y="8270"/>
                </a:cubicBezTo>
                <a:cubicBezTo>
                  <a:pt x="35" y="8256"/>
                  <a:pt x="27" y="8241"/>
                  <a:pt x="21" y="8225"/>
                </a:cubicBezTo>
                <a:cubicBezTo>
                  <a:pt x="14" y="8209"/>
                  <a:pt x="9" y="8192"/>
                  <a:pt x="6" y="8175"/>
                </a:cubicBezTo>
                <a:cubicBezTo>
                  <a:pt x="2" y="8158"/>
                  <a:pt x="0" y="8141"/>
                  <a:pt x="0" y="812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1339920" y="3427200"/>
            <a:ext cx="2486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Zo werken scholen nu. Hier begint OKx.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62434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62434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6129000" y="1027800"/>
            <a:ext cx="99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Straks: MCP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6338520" y="1508760"/>
            <a:ext cx="470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6291000" y="1966680"/>
            <a:ext cx="533880" cy="276480"/>
          </a:xfrm>
          <a:custGeom>
            <a:avLst/>
            <a:gdLst/>
            <a:ahLst/>
            <a:rect l="0" t="0" r="r" b="b"/>
            <a:pathLst>
              <a:path w="1483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37" y="0"/>
                </a:lnTo>
                <a:cubicBezTo>
                  <a:pt x="1347" y="0"/>
                  <a:pt x="1356" y="1"/>
                  <a:pt x="1366" y="3"/>
                </a:cubicBezTo>
                <a:cubicBezTo>
                  <a:pt x="1375" y="5"/>
                  <a:pt x="1384" y="8"/>
                  <a:pt x="1393" y="11"/>
                </a:cubicBezTo>
                <a:cubicBezTo>
                  <a:pt x="1402" y="15"/>
                  <a:pt x="1410" y="19"/>
                  <a:pt x="1418" y="25"/>
                </a:cubicBezTo>
                <a:cubicBezTo>
                  <a:pt x="1426" y="30"/>
                  <a:pt x="1434" y="36"/>
                  <a:pt x="1440" y="43"/>
                </a:cubicBezTo>
                <a:cubicBezTo>
                  <a:pt x="1447" y="50"/>
                  <a:pt x="1453" y="57"/>
                  <a:pt x="1458" y="65"/>
                </a:cubicBezTo>
                <a:cubicBezTo>
                  <a:pt x="1464" y="73"/>
                  <a:pt x="1468" y="81"/>
                  <a:pt x="1472" y="90"/>
                </a:cubicBezTo>
                <a:cubicBezTo>
                  <a:pt x="1475" y="99"/>
                  <a:pt x="1478" y="108"/>
                  <a:pt x="1480" y="117"/>
                </a:cubicBezTo>
                <a:cubicBezTo>
                  <a:pt x="1482" y="127"/>
                  <a:pt x="1483" y="136"/>
                  <a:pt x="1483" y="146"/>
                </a:cubicBezTo>
                <a:lnTo>
                  <a:pt x="1483" y="623"/>
                </a:lnTo>
                <a:cubicBezTo>
                  <a:pt x="1483" y="632"/>
                  <a:pt x="1482" y="642"/>
                  <a:pt x="1480" y="651"/>
                </a:cubicBezTo>
                <a:cubicBezTo>
                  <a:pt x="1478" y="661"/>
                  <a:pt x="1475" y="670"/>
                  <a:pt x="1472" y="679"/>
                </a:cubicBezTo>
                <a:cubicBezTo>
                  <a:pt x="1468" y="687"/>
                  <a:pt x="1464" y="696"/>
                  <a:pt x="1458" y="704"/>
                </a:cubicBezTo>
                <a:cubicBezTo>
                  <a:pt x="1453" y="712"/>
                  <a:pt x="1447" y="719"/>
                  <a:pt x="1440" y="726"/>
                </a:cubicBezTo>
                <a:cubicBezTo>
                  <a:pt x="1434" y="733"/>
                  <a:pt x="1426" y="739"/>
                  <a:pt x="1418" y="744"/>
                </a:cubicBezTo>
                <a:cubicBezTo>
                  <a:pt x="1410" y="749"/>
                  <a:pt x="1402" y="754"/>
                  <a:pt x="1393" y="757"/>
                </a:cubicBezTo>
                <a:cubicBezTo>
                  <a:pt x="1384" y="761"/>
                  <a:pt x="1375" y="764"/>
                  <a:pt x="1366" y="766"/>
                </a:cubicBezTo>
                <a:cubicBezTo>
                  <a:pt x="1356" y="768"/>
                  <a:pt x="1347" y="768"/>
                  <a:pt x="1337" y="768"/>
                </a:cubicBezTo>
                <a:lnTo>
                  <a:pt x="146" y="768"/>
                </a:lnTo>
                <a:cubicBezTo>
                  <a:pt x="136" y="768"/>
                  <a:pt x="127" y="768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8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0e9e7e"/>
          </a:solidFill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6499080" y="17539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6386040" y="2042280"/>
            <a:ext cx="399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4728960" y="2500200"/>
            <a:ext cx="1305360" cy="276480"/>
          </a:xfrm>
          <a:custGeom>
            <a:avLst/>
            <a:gdLst/>
            <a:ahLst/>
            <a:rect l="0" t="0" r="r" b="b"/>
            <a:pathLst>
              <a:path w="3626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480" y="0"/>
                </a:lnTo>
                <a:cubicBezTo>
                  <a:pt x="3490" y="0"/>
                  <a:pt x="3499" y="1"/>
                  <a:pt x="3509" y="3"/>
                </a:cubicBezTo>
                <a:cubicBezTo>
                  <a:pt x="3518" y="4"/>
                  <a:pt x="3527" y="7"/>
                  <a:pt x="3536" y="11"/>
                </a:cubicBezTo>
                <a:cubicBezTo>
                  <a:pt x="3545" y="15"/>
                  <a:pt x="3553" y="19"/>
                  <a:pt x="3561" y="24"/>
                </a:cubicBezTo>
                <a:cubicBezTo>
                  <a:pt x="3569" y="30"/>
                  <a:pt x="3576" y="36"/>
                  <a:pt x="3583" y="42"/>
                </a:cubicBezTo>
                <a:cubicBezTo>
                  <a:pt x="3590" y="49"/>
                  <a:pt x="3596" y="57"/>
                  <a:pt x="3601" y="64"/>
                </a:cubicBezTo>
                <a:cubicBezTo>
                  <a:pt x="3607" y="72"/>
                  <a:pt x="3611" y="81"/>
                  <a:pt x="3615" y="90"/>
                </a:cubicBezTo>
                <a:cubicBezTo>
                  <a:pt x="3618" y="98"/>
                  <a:pt x="3621" y="108"/>
                  <a:pt x="3623" y="117"/>
                </a:cubicBezTo>
                <a:cubicBezTo>
                  <a:pt x="3625" y="126"/>
                  <a:pt x="3626" y="136"/>
                  <a:pt x="3626" y="145"/>
                </a:cubicBezTo>
                <a:lnTo>
                  <a:pt x="3626" y="623"/>
                </a:lnTo>
                <a:cubicBezTo>
                  <a:pt x="3626" y="632"/>
                  <a:pt x="3625" y="642"/>
                  <a:pt x="3623" y="651"/>
                </a:cubicBezTo>
                <a:cubicBezTo>
                  <a:pt x="3621" y="660"/>
                  <a:pt x="3618" y="669"/>
                  <a:pt x="3615" y="678"/>
                </a:cubicBezTo>
                <a:cubicBezTo>
                  <a:pt x="3611" y="687"/>
                  <a:pt x="3607" y="695"/>
                  <a:pt x="3601" y="703"/>
                </a:cubicBezTo>
                <a:cubicBezTo>
                  <a:pt x="3596" y="711"/>
                  <a:pt x="3590" y="719"/>
                  <a:pt x="3583" y="725"/>
                </a:cubicBezTo>
                <a:cubicBezTo>
                  <a:pt x="3576" y="732"/>
                  <a:pt x="3569" y="738"/>
                  <a:pt x="3561" y="744"/>
                </a:cubicBezTo>
                <a:cubicBezTo>
                  <a:pt x="3553" y="749"/>
                  <a:pt x="3545" y="753"/>
                  <a:pt x="3536" y="757"/>
                </a:cubicBezTo>
                <a:cubicBezTo>
                  <a:pt x="3527" y="761"/>
                  <a:pt x="3518" y="763"/>
                  <a:pt x="3509" y="765"/>
                </a:cubicBezTo>
                <a:cubicBezTo>
                  <a:pt x="3499" y="767"/>
                  <a:pt x="3490" y="768"/>
                  <a:pt x="3480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4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4728960" y="2500200"/>
            <a:ext cx="1305360" cy="276480"/>
          </a:xfrm>
          <a:custGeom>
            <a:avLst/>
            <a:gdLst/>
            <a:ahLst/>
            <a:rect l="0" t="0" r="r" b="b"/>
            <a:pathLst>
              <a:path w="3626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480" y="0"/>
                </a:lnTo>
                <a:cubicBezTo>
                  <a:pt x="3490" y="0"/>
                  <a:pt x="3499" y="1"/>
                  <a:pt x="3509" y="3"/>
                </a:cubicBezTo>
                <a:cubicBezTo>
                  <a:pt x="3518" y="4"/>
                  <a:pt x="3527" y="7"/>
                  <a:pt x="3536" y="11"/>
                </a:cubicBezTo>
                <a:cubicBezTo>
                  <a:pt x="3545" y="15"/>
                  <a:pt x="3553" y="19"/>
                  <a:pt x="3561" y="24"/>
                </a:cubicBezTo>
                <a:cubicBezTo>
                  <a:pt x="3569" y="30"/>
                  <a:pt x="3576" y="36"/>
                  <a:pt x="3583" y="42"/>
                </a:cubicBezTo>
                <a:cubicBezTo>
                  <a:pt x="3590" y="49"/>
                  <a:pt x="3596" y="57"/>
                  <a:pt x="3601" y="64"/>
                </a:cubicBezTo>
                <a:cubicBezTo>
                  <a:pt x="3607" y="72"/>
                  <a:pt x="3611" y="81"/>
                  <a:pt x="3615" y="90"/>
                </a:cubicBezTo>
                <a:cubicBezTo>
                  <a:pt x="3618" y="98"/>
                  <a:pt x="3621" y="108"/>
                  <a:pt x="3623" y="117"/>
                </a:cubicBezTo>
                <a:cubicBezTo>
                  <a:pt x="3625" y="126"/>
                  <a:pt x="3626" y="136"/>
                  <a:pt x="3626" y="145"/>
                </a:cubicBezTo>
                <a:lnTo>
                  <a:pt x="3626" y="623"/>
                </a:lnTo>
                <a:cubicBezTo>
                  <a:pt x="3626" y="632"/>
                  <a:pt x="3625" y="642"/>
                  <a:pt x="3623" y="651"/>
                </a:cubicBezTo>
                <a:cubicBezTo>
                  <a:pt x="3621" y="660"/>
                  <a:pt x="3618" y="669"/>
                  <a:pt x="3615" y="678"/>
                </a:cubicBezTo>
                <a:cubicBezTo>
                  <a:pt x="3611" y="687"/>
                  <a:pt x="3607" y="695"/>
                  <a:pt x="3601" y="703"/>
                </a:cubicBezTo>
                <a:cubicBezTo>
                  <a:pt x="3596" y="711"/>
                  <a:pt x="3590" y="719"/>
                  <a:pt x="3583" y="725"/>
                </a:cubicBezTo>
                <a:cubicBezTo>
                  <a:pt x="3576" y="732"/>
                  <a:pt x="3569" y="738"/>
                  <a:pt x="3561" y="744"/>
                </a:cubicBezTo>
                <a:cubicBezTo>
                  <a:pt x="3553" y="749"/>
                  <a:pt x="3545" y="753"/>
                  <a:pt x="3536" y="757"/>
                </a:cubicBezTo>
                <a:cubicBezTo>
                  <a:pt x="3527" y="761"/>
                  <a:pt x="3518" y="763"/>
                  <a:pt x="3509" y="765"/>
                </a:cubicBezTo>
                <a:cubicBezTo>
                  <a:pt x="3499" y="767"/>
                  <a:pt x="3490" y="768"/>
                  <a:pt x="3480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4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6499080" y="228744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6091200" y="2500200"/>
            <a:ext cx="762120" cy="276480"/>
          </a:xfrm>
          <a:custGeom>
            <a:avLst/>
            <a:gdLst/>
            <a:ahLst/>
            <a:rect l="0" t="0" r="r" b="b"/>
            <a:pathLst>
              <a:path w="2117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2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972" y="0"/>
                </a:lnTo>
                <a:cubicBezTo>
                  <a:pt x="1981" y="0"/>
                  <a:pt x="1991" y="1"/>
                  <a:pt x="2000" y="3"/>
                </a:cubicBezTo>
                <a:cubicBezTo>
                  <a:pt x="2010" y="4"/>
                  <a:pt x="2019" y="7"/>
                  <a:pt x="2027" y="11"/>
                </a:cubicBezTo>
                <a:cubicBezTo>
                  <a:pt x="2036" y="15"/>
                  <a:pt x="2045" y="19"/>
                  <a:pt x="2053" y="24"/>
                </a:cubicBezTo>
                <a:cubicBezTo>
                  <a:pt x="2061" y="30"/>
                  <a:pt x="2068" y="36"/>
                  <a:pt x="2075" y="42"/>
                </a:cubicBezTo>
                <a:cubicBezTo>
                  <a:pt x="2081" y="49"/>
                  <a:pt x="2087" y="57"/>
                  <a:pt x="2093" y="64"/>
                </a:cubicBezTo>
                <a:cubicBezTo>
                  <a:pt x="2098" y="72"/>
                  <a:pt x="2103" y="81"/>
                  <a:pt x="2106" y="90"/>
                </a:cubicBezTo>
                <a:cubicBezTo>
                  <a:pt x="2110" y="98"/>
                  <a:pt x="2113" y="108"/>
                  <a:pt x="2114" y="117"/>
                </a:cubicBezTo>
                <a:cubicBezTo>
                  <a:pt x="2116" y="126"/>
                  <a:pt x="2117" y="136"/>
                  <a:pt x="2117" y="145"/>
                </a:cubicBezTo>
                <a:lnTo>
                  <a:pt x="2117" y="623"/>
                </a:lnTo>
                <a:cubicBezTo>
                  <a:pt x="2117" y="632"/>
                  <a:pt x="2116" y="642"/>
                  <a:pt x="2114" y="651"/>
                </a:cubicBezTo>
                <a:cubicBezTo>
                  <a:pt x="2113" y="660"/>
                  <a:pt x="2110" y="669"/>
                  <a:pt x="2106" y="678"/>
                </a:cubicBezTo>
                <a:cubicBezTo>
                  <a:pt x="2103" y="687"/>
                  <a:pt x="2098" y="695"/>
                  <a:pt x="2093" y="703"/>
                </a:cubicBezTo>
                <a:cubicBezTo>
                  <a:pt x="2087" y="711"/>
                  <a:pt x="2081" y="719"/>
                  <a:pt x="2075" y="725"/>
                </a:cubicBezTo>
                <a:cubicBezTo>
                  <a:pt x="2068" y="732"/>
                  <a:pt x="2061" y="738"/>
                  <a:pt x="2053" y="744"/>
                </a:cubicBezTo>
                <a:cubicBezTo>
                  <a:pt x="2045" y="749"/>
                  <a:pt x="2036" y="753"/>
                  <a:pt x="2027" y="757"/>
                </a:cubicBezTo>
                <a:cubicBezTo>
                  <a:pt x="2019" y="761"/>
                  <a:pt x="2010" y="763"/>
                  <a:pt x="2000" y="765"/>
                </a:cubicBezTo>
                <a:cubicBezTo>
                  <a:pt x="1991" y="767"/>
                  <a:pt x="1981" y="768"/>
                  <a:pt x="1972" y="768"/>
                </a:cubicBezTo>
                <a:lnTo>
                  <a:pt x="145" y="768"/>
                </a:lnTo>
                <a:cubicBezTo>
                  <a:pt x="136" y="768"/>
                  <a:pt x="126" y="767"/>
                  <a:pt x="117" y="765"/>
                </a:cubicBezTo>
                <a:cubicBezTo>
                  <a:pt x="107" y="763"/>
                  <a:pt x="98" y="761"/>
                  <a:pt x="89" y="757"/>
                </a:cubicBezTo>
                <a:cubicBezTo>
                  <a:pt x="81" y="753"/>
                  <a:pt x="72" y="749"/>
                  <a:pt x="64" y="744"/>
                </a:cubicBezTo>
                <a:cubicBezTo>
                  <a:pt x="56" y="738"/>
                  <a:pt x="49" y="732"/>
                  <a:pt x="42" y="725"/>
                </a:cubicBezTo>
                <a:cubicBezTo>
                  <a:pt x="35" y="719"/>
                  <a:pt x="29" y="711"/>
                  <a:pt x="24" y="703"/>
                </a:cubicBezTo>
                <a:cubicBezTo>
                  <a:pt x="19" y="695"/>
                  <a:pt x="14" y="687"/>
                  <a:pt x="11" y="678"/>
                </a:cubicBezTo>
                <a:cubicBezTo>
                  <a:pt x="7" y="669"/>
                  <a:pt x="4" y="660"/>
                  <a:pt x="2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6091200" y="2500200"/>
            <a:ext cx="762120" cy="276480"/>
          </a:xfrm>
          <a:custGeom>
            <a:avLst/>
            <a:gdLst/>
            <a:ahLst/>
            <a:rect l="0" t="0" r="r" b="b"/>
            <a:pathLst>
              <a:path w="2117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2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972" y="0"/>
                </a:lnTo>
                <a:cubicBezTo>
                  <a:pt x="1981" y="0"/>
                  <a:pt x="1991" y="1"/>
                  <a:pt x="2000" y="3"/>
                </a:cubicBezTo>
                <a:cubicBezTo>
                  <a:pt x="2010" y="4"/>
                  <a:pt x="2019" y="7"/>
                  <a:pt x="2027" y="11"/>
                </a:cubicBezTo>
                <a:cubicBezTo>
                  <a:pt x="2036" y="15"/>
                  <a:pt x="2045" y="19"/>
                  <a:pt x="2053" y="24"/>
                </a:cubicBezTo>
                <a:cubicBezTo>
                  <a:pt x="2061" y="30"/>
                  <a:pt x="2068" y="36"/>
                  <a:pt x="2075" y="42"/>
                </a:cubicBezTo>
                <a:cubicBezTo>
                  <a:pt x="2081" y="49"/>
                  <a:pt x="2087" y="57"/>
                  <a:pt x="2093" y="64"/>
                </a:cubicBezTo>
                <a:cubicBezTo>
                  <a:pt x="2098" y="72"/>
                  <a:pt x="2103" y="81"/>
                  <a:pt x="2106" y="90"/>
                </a:cubicBezTo>
                <a:cubicBezTo>
                  <a:pt x="2110" y="98"/>
                  <a:pt x="2113" y="108"/>
                  <a:pt x="2114" y="117"/>
                </a:cubicBezTo>
                <a:cubicBezTo>
                  <a:pt x="2116" y="126"/>
                  <a:pt x="2117" y="136"/>
                  <a:pt x="2117" y="145"/>
                </a:cubicBezTo>
                <a:lnTo>
                  <a:pt x="2117" y="623"/>
                </a:lnTo>
                <a:cubicBezTo>
                  <a:pt x="2117" y="632"/>
                  <a:pt x="2116" y="642"/>
                  <a:pt x="2114" y="651"/>
                </a:cubicBezTo>
                <a:cubicBezTo>
                  <a:pt x="2113" y="660"/>
                  <a:pt x="2110" y="669"/>
                  <a:pt x="2106" y="678"/>
                </a:cubicBezTo>
                <a:cubicBezTo>
                  <a:pt x="2103" y="687"/>
                  <a:pt x="2098" y="695"/>
                  <a:pt x="2093" y="703"/>
                </a:cubicBezTo>
                <a:cubicBezTo>
                  <a:pt x="2087" y="711"/>
                  <a:pt x="2081" y="719"/>
                  <a:pt x="2075" y="725"/>
                </a:cubicBezTo>
                <a:cubicBezTo>
                  <a:pt x="2068" y="732"/>
                  <a:pt x="2061" y="738"/>
                  <a:pt x="2053" y="744"/>
                </a:cubicBezTo>
                <a:cubicBezTo>
                  <a:pt x="2045" y="749"/>
                  <a:pt x="2036" y="753"/>
                  <a:pt x="2027" y="757"/>
                </a:cubicBezTo>
                <a:cubicBezTo>
                  <a:pt x="2019" y="761"/>
                  <a:pt x="2010" y="763"/>
                  <a:pt x="2000" y="765"/>
                </a:cubicBezTo>
                <a:cubicBezTo>
                  <a:pt x="1991" y="767"/>
                  <a:pt x="1981" y="768"/>
                  <a:pt x="1972" y="768"/>
                </a:cubicBezTo>
                <a:lnTo>
                  <a:pt x="145" y="768"/>
                </a:lnTo>
                <a:cubicBezTo>
                  <a:pt x="136" y="768"/>
                  <a:pt x="126" y="767"/>
                  <a:pt x="117" y="765"/>
                </a:cubicBezTo>
                <a:cubicBezTo>
                  <a:pt x="107" y="763"/>
                  <a:pt x="98" y="761"/>
                  <a:pt x="89" y="757"/>
                </a:cubicBezTo>
                <a:cubicBezTo>
                  <a:pt x="81" y="753"/>
                  <a:pt x="72" y="749"/>
                  <a:pt x="64" y="744"/>
                </a:cubicBezTo>
                <a:cubicBezTo>
                  <a:pt x="56" y="738"/>
                  <a:pt x="49" y="732"/>
                  <a:pt x="42" y="725"/>
                </a:cubicBezTo>
                <a:cubicBezTo>
                  <a:pt x="35" y="719"/>
                  <a:pt x="29" y="711"/>
                  <a:pt x="24" y="703"/>
                </a:cubicBezTo>
                <a:cubicBezTo>
                  <a:pt x="19" y="695"/>
                  <a:pt x="14" y="687"/>
                  <a:pt x="11" y="678"/>
                </a:cubicBezTo>
                <a:cubicBezTo>
                  <a:pt x="7" y="669"/>
                  <a:pt x="4" y="660"/>
                  <a:pt x="2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4828320" y="2575800"/>
            <a:ext cx="1209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Speciﬁcatie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6919560" y="2500200"/>
            <a:ext cx="1067400" cy="276480"/>
          </a:xfrm>
          <a:custGeom>
            <a:avLst/>
            <a:gdLst/>
            <a:ahLst/>
            <a:rect l="0" t="0" r="r" b="b"/>
            <a:pathLst>
              <a:path w="2965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4" y="42"/>
                </a:cubicBezTo>
                <a:cubicBezTo>
                  <a:pt x="51" y="36"/>
                  <a:pt x="58" y="30"/>
                  <a:pt x="66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9" y="3"/>
                </a:cubicBezTo>
                <a:cubicBezTo>
                  <a:pt x="128" y="1"/>
                  <a:pt x="137" y="0"/>
                  <a:pt x="147" y="0"/>
                </a:cubicBezTo>
                <a:lnTo>
                  <a:pt x="2819" y="0"/>
                </a:lnTo>
                <a:cubicBezTo>
                  <a:pt x="2829" y="0"/>
                  <a:pt x="2838" y="1"/>
                  <a:pt x="2848" y="3"/>
                </a:cubicBezTo>
                <a:cubicBezTo>
                  <a:pt x="2857" y="4"/>
                  <a:pt x="2866" y="7"/>
                  <a:pt x="2875" y="11"/>
                </a:cubicBezTo>
                <a:cubicBezTo>
                  <a:pt x="2884" y="15"/>
                  <a:pt x="2892" y="19"/>
                  <a:pt x="2900" y="24"/>
                </a:cubicBezTo>
                <a:cubicBezTo>
                  <a:pt x="2908" y="30"/>
                  <a:pt x="2915" y="36"/>
                  <a:pt x="2922" y="42"/>
                </a:cubicBezTo>
                <a:cubicBezTo>
                  <a:pt x="2929" y="49"/>
                  <a:pt x="2935" y="57"/>
                  <a:pt x="2940" y="64"/>
                </a:cubicBezTo>
                <a:cubicBezTo>
                  <a:pt x="2946" y="72"/>
                  <a:pt x="2950" y="81"/>
                  <a:pt x="2954" y="90"/>
                </a:cubicBezTo>
                <a:cubicBezTo>
                  <a:pt x="2957" y="98"/>
                  <a:pt x="2960" y="108"/>
                  <a:pt x="2962" y="117"/>
                </a:cubicBezTo>
                <a:cubicBezTo>
                  <a:pt x="2964" y="126"/>
                  <a:pt x="2965" y="136"/>
                  <a:pt x="2965" y="145"/>
                </a:cubicBezTo>
                <a:lnTo>
                  <a:pt x="2965" y="623"/>
                </a:lnTo>
                <a:cubicBezTo>
                  <a:pt x="2965" y="632"/>
                  <a:pt x="2964" y="642"/>
                  <a:pt x="2962" y="651"/>
                </a:cubicBezTo>
                <a:cubicBezTo>
                  <a:pt x="2960" y="660"/>
                  <a:pt x="2957" y="669"/>
                  <a:pt x="2954" y="678"/>
                </a:cubicBezTo>
                <a:cubicBezTo>
                  <a:pt x="2950" y="687"/>
                  <a:pt x="2946" y="695"/>
                  <a:pt x="2940" y="703"/>
                </a:cubicBezTo>
                <a:cubicBezTo>
                  <a:pt x="2935" y="711"/>
                  <a:pt x="2929" y="719"/>
                  <a:pt x="2922" y="725"/>
                </a:cubicBezTo>
                <a:cubicBezTo>
                  <a:pt x="2915" y="732"/>
                  <a:pt x="2908" y="738"/>
                  <a:pt x="2900" y="744"/>
                </a:cubicBezTo>
                <a:cubicBezTo>
                  <a:pt x="2892" y="749"/>
                  <a:pt x="2884" y="753"/>
                  <a:pt x="2875" y="757"/>
                </a:cubicBezTo>
                <a:cubicBezTo>
                  <a:pt x="2866" y="761"/>
                  <a:pt x="2857" y="763"/>
                  <a:pt x="2848" y="765"/>
                </a:cubicBezTo>
                <a:cubicBezTo>
                  <a:pt x="2838" y="767"/>
                  <a:pt x="2829" y="768"/>
                  <a:pt x="2819" y="768"/>
                </a:cubicBezTo>
                <a:lnTo>
                  <a:pt x="147" y="768"/>
                </a:lnTo>
                <a:cubicBezTo>
                  <a:pt x="137" y="768"/>
                  <a:pt x="128" y="767"/>
                  <a:pt x="119" y="765"/>
                </a:cubicBezTo>
                <a:cubicBezTo>
                  <a:pt x="109" y="763"/>
                  <a:pt x="100" y="761"/>
                  <a:pt x="91" y="757"/>
                </a:cubicBezTo>
                <a:cubicBezTo>
                  <a:pt x="82" y="753"/>
                  <a:pt x="74" y="749"/>
                  <a:pt x="66" y="744"/>
                </a:cubicBezTo>
                <a:cubicBezTo>
                  <a:pt x="58" y="738"/>
                  <a:pt x="51" y="732"/>
                  <a:pt x="44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20" y="695"/>
                  <a:pt x="15" y="687"/>
                  <a:pt x="12" y="678"/>
                </a:cubicBezTo>
                <a:cubicBezTo>
                  <a:pt x="8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6919560" y="2500200"/>
            <a:ext cx="1067400" cy="276480"/>
          </a:xfrm>
          <a:custGeom>
            <a:avLst/>
            <a:gdLst/>
            <a:ahLst/>
            <a:rect l="0" t="0" r="r" b="b"/>
            <a:pathLst>
              <a:path w="2965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4" y="42"/>
                </a:cubicBezTo>
                <a:cubicBezTo>
                  <a:pt x="51" y="36"/>
                  <a:pt x="58" y="30"/>
                  <a:pt x="66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9" y="3"/>
                </a:cubicBezTo>
                <a:cubicBezTo>
                  <a:pt x="128" y="1"/>
                  <a:pt x="137" y="0"/>
                  <a:pt x="147" y="0"/>
                </a:cubicBezTo>
                <a:lnTo>
                  <a:pt x="2819" y="0"/>
                </a:lnTo>
                <a:cubicBezTo>
                  <a:pt x="2829" y="0"/>
                  <a:pt x="2838" y="1"/>
                  <a:pt x="2848" y="3"/>
                </a:cubicBezTo>
                <a:cubicBezTo>
                  <a:pt x="2857" y="4"/>
                  <a:pt x="2866" y="7"/>
                  <a:pt x="2875" y="11"/>
                </a:cubicBezTo>
                <a:cubicBezTo>
                  <a:pt x="2884" y="15"/>
                  <a:pt x="2892" y="19"/>
                  <a:pt x="2900" y="24"/>
                </a:cubicBezTo>
                <a:cubicBezTo>
                  <a:pt x="2908" y="30"/>
                  <a:pt x="2915" y="36"/>
                  <a:pt x="2922" y="42"/>
                </a:cubicBezTo>
                <a:cubicBezTo>
                  <a:pt x="2929" y="49"/>
                  <a:pt x="2935" y="57"/>
                  <a:pt x="2940" y="64"/>
                </a:cubicBezTo>
                <a:cubicBezTo>
                  <a:pt x="2946" y="72"/>
                  <a:pt x="2950" y="81"/>
                  <a:pt x="2954" y="90"/>
                </a:cubicBezTo>
                <a:cubicBezTo>
                  <a:pt x="2957" y="98"/>
                  <a:pt x="2960" y="108"/>
                  <a:pt x="2962" y="117"/>
                </a:cubicBezTo>
                <a:cubicBezTo>
                  <a:pt x="2964" y="126"/>
                  <a:pt x="2965" y="136"/>
                  <a:pt x="2965" y="145"/>
                </a:cubicBezTo>
                <a:lnTo>
                  <a:pt x="2965" y="623"/>
                </a:lnTo>
                <a:cubicBezTo>
                  <a:pt x="2965" y="632"/>
                  <a:pt x="2964" y="642"/>
                  <a:pt x="2962" y="651"/>
                </a:cubicBezTo>
                <a:cubicBezTo>
                  <a:pt x="2960" y="660"/>
                  <a:pt x="2957" y="669"/>
                  <a:pt x="2954" y="678"/>
                </a:cubicBezTo>
                <a:cubicBezTo>
                  <a:pt x="2950" y="687"/>
                  <a:pt x="2946" y="695"/>
                  <a:pt x="2940" y="703"/>
                </a:cubicBezTo>
                <a:cubicBezTo>
                  <a:pt x="2935" y="711"/>
                  <a:pt x="2929" y="719"/>
                  <a:pt x="2922" y="725"/>
                </a:cubicBezTo>
                <a:cubicBezTo>
                  <a:pt x="2915" y="732"/>
                  <a:pt x="2908" y="738"/>
                  <a:pt x="2900" y="744"/>
                </a:cubicBezTo>
                <a:cubicBezTo>
                  <a:pt x="2892" y="749"/>
                  <a:pt x="2884" y="753"/>
                  <a:pt x="2875" y="757"/>
                </a:cubicBezTo>
                <a:cubicBezTo>
                  <a:pt x="2866" y="761"/>
                  <a:pt x="2857" y="763"/>
                  <a:pt x="2848" y="765"/>
                </a:cubicBezTo>
                <a:cubicBezTo>
                  <a:pt x="2838" y="767"/>
                  <a:pt x="2829" y="768"/>
                  <a:pt x="2819" y="768"/>
                </a:cubicBezTo>
                <a:lnTo>
                  <a:pt x="147" y="768"/>
                </a:lnTo>
                <a:cubicBezTo>
                  <a:pt x="137" y="768"/>
                  <a:pt x="128" y="767"/>
                  <a:pt x="119" y="765"/>
                </a:cubicBezTo>
                <a:cubicBezTo>
                  <a:pt x="109" y="763"/>
                  <a:pt x="100" y="761"/>
                  <a:pt x="91" y="757"/>
                </a:cubicBezTo>
                <a:cubicBezTo>
                  <a:pt x="82" y="753"/>
                  <a:pt x="74" y="749"/>
                  <a:pt x="66" y="744"/>
                </a:cubicBezTo>
                <a:cubicBezTo>
                  <a:pt x="58" y="738"/>
                  <a:pt x="51" y="732"/>
                  <a:pt x="44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20" y="695"/>
                  <a:pt x="15" y="687"/>
                  <a:pt x="12" y="678"/>
                </a:cubicBezTo>
                <a:cubicBezTo>
                  <a:pt x="8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6188400" y="2575800"/>
            <a:ext cx="646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Inschrijven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7014960" y="2575800"/>
            <a:ext cx="977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Rooster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5671800" y="3033360"/>
            <a:ext cx="1772280" cy="276840"/>
          </a:xfrm>
          <a:custGeom>
            <a:avLst/>
            <a:gdLst/>
            <a:ahLst/>
            <a:rect l="0" t="0" r="r" b="b"/>
            <a:pathLst>
              <a:path w="4923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4777" y="0"/>
                </a:lnTo>
                <a:cubicBezTo>
                  <a:pt x="4787" y="0"/>
                  <a:pt x="4796" y="1"/>
                  <a:pt x="4806" y="3"/>
                </a:cubicBezTo>
                <a:cubicBezTo>
                  <a:pt x="4815" y="5"/>
                  <a:pt x="4824" y="8"/>
                  <a:pt x="4833" y="12"/>
                </a:cubicBezTo>
                <a:cubicBezTo>
                  <a:pt x="4842" y="15"/>
                  <a:pt x="4850" y="20"/>
                  <a:pt x="4858" y="25"/>
                </a:cubicBezTo>
                <a:cubicBezTo>
                  <a:pt x="4866" y="30"/>
                  <a:pt x="4873" y="36"/>
                  <a:pt x="4880" y="43"/>
                </a:cubicBezTo>
                <a:cubicBezTo>
                  <a:pt x="4887" y="50"/>
                  <a:pt x="4893" y="57"/>
                  <a:pt x="4898" y="65"/>
                </a:cubicBezTo>
                <a:cubicBezTo>
                  <a:pt x="4903" y="73"/>
                  <a:pt x="4908" y="81"/>
                  <a:pt x="4912" y="90"/>
                </a:cubicBezTo>
                <a:cubicBezTo>
                  <a:pt x="4915" y="99"/>
                  <a:pt x="4918" y="108"/>
                  <a:pt x="4920" y="118"/>
                </a:cubicBezTo>
                <a:cubicBezTo>
                  <a:pt x="4922" y="127"/>
                  <a:pt x="4923" y="136"/>
                  <a:pt x="4923" y="146"/>
                </a:cubicBezTo>
                <a:lnTo>
                  <a:pt x="4923" y="623"/>
                </a:lnTo>
                <a:cubicBezTo>
                  <a:pt x="4923" y="633"/>
                  <a:pt x="4922" y="642"/>
                  <a:pt x="4920" y="652"/>
                </a:cubicBezTo>
                <a:cubicBezTo>
                  <a:pt x="4918" y="661"/>
                  <a:pt x="4915" y="670"/>
                  <a:pt x="4912" y="679"/>
                </a:cubicBezTo>
                <a:cubicBezTo>
                  <a:pt x="4908" y="688"/>
                  <a:pt x="4903" y="696"/>
                  <a:pt x="4898" y="704"/>
                </a:cubicBezTo>
                <a:cubicBezTo>
                  <a:pt x="4893" y="712"/>
                  <a:pt x="4887" y="719"/>
                  <a:pt x="4880" y="726"/>
                </a:cubicBezTo>
                <a:cubicBezTo>
                  <a:pt x="4873" y="733"/>
                  <a:pt x="4866" y="739"/>
                  <a:pt x="4858" y="744"/>
                </a:cubicBezTo>
                <a:cubicBezTo>
                  <a:pt x="4850" y="750"/>
                  <a:pt x="4842" y="754"/>
                  <a:pt x="4833" y="758"/>
                </a:cubicBezTo>
                <a:cubicBezTo>
                  <a:pt x="4824" y="761"/>
                  <a:pt x="4815" y="764"/>
                  <a:pt x="4806" y="766"/>
                </a:cubicBezTo>
                <a:cubicBezTo>
                  <a:pt x="4796" y="768"/>
                  <a:pt x="4787" y="769"/>
                  <a:pt x="4777" y="769"/>
                </a:cubicBezTo>
                <a:lnTo>
                  <a:pt x="146" y="769"/>
                </a:lnTo>
                <a:cubicBezTo>
                  <a:pt x="136" y="769"/>
                  <a:pt x="127" y="768"/>
                  <a:pt x="118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20" y="696"/>
                  <a:pt x="15" y="688"/>
                  <a:pt x="12" y="679"/>
                </a:cubicBezTo>
                <a:cubicBezTo>
                  <a:pt x="8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5671800" y="3033360"/>
            <a:ext cx="1772280" cy="276840"/>
          </a:xfrm>
          <a:custGeom>
            <a:avLst/>
            <a:gdLst/>
            <a:ahLst/>
            <a:rect l="0" t="0" r="r" b="b"/>
            <a:pathLst>
              <a:path w="4923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4777" y="0"/>
                </a:lnTo>
                <a:cubicBezTo>
                  <a:pt x="4787" y="0"/>
                  <a:pt x="4796" y="1"/>
                  <a:pt x="4806" y="3"/>
                </a:cubicBezTo>
                <a:cubicBezTo>
                  <a:pt x="4815" y="5"/>
                  <a:pt x="4824" y="8"/>
                  <a:pt x="4833" y="12"/>
                </a:cubicBezTo>
                <a:cubicBezTo>
                  <a:pt x="4842" y="15"/>
                  <a:pt x="4850" y="20"/>
                  <a:pt x="4858" y="25"/>
                </a:cubicBezTo>
                <a:cubicBezTo>
                  <a:pt x="4866" y="30"/>
                  <a:pt x="4873" y="36"/>
                  <a:pt x="4880" y="43"/>
                </a:cubicBezTo>
                <a:cubicBezTo>
                  <a:pt x="4887" y="50"/>
                  <a:pt x="4893" y="57"/>
                  <a:pt x="4898" y="65"/>
                </a:cubicBezTo>
                <a:cubicBezTo>
                  <a:pt x="4903" y="73"/>
                  <a:pt x="4908" y="81"/>
                  <a:pt x="4912" y="90"/>
                </a:cubicBezTo>
                <a:cubicBezTo>
                  <a:pt x="4915" y="99"/>
                  <a:pt x="4918" y="108"/>
                  <a:pt x="4920" y="118"/>
                </a:cubicBezTo>
                <a:cubicBezTo>
                  <a:pt x="4922" y="127"/>
                  <a:pt x="4923" y="136"/>
                  <a:pt x="4923" y="146"/>
                </a:cubicBezTo>
                <a:lnTo>
                  <a:pt x="4923" y="623"/>
                </a:lnTo>
                <a:cubicBezTo>
                  <a:pt x="4923" y="633"/>
                  <a:pt x="4922" y="642"/>
                  <a:pt x="4920" y="652"/>
                </a:cubicBezTo>
                <a:cubicBezTo>
                  <a:pt x="4918" y="661"/>
                  <a:pt x="4915" y="670"/>
                  <a:pt x="4912" y="679"/>
                </a:cubicBezTo>
                <a:cubicBezTo>
                  <a:pt x="4908" y="688"/>
                  <a:pt x="4903" y="696"/>
                  <a:pt x="4898" y="704"/>
                </a:cubicBezTo>
                <a:cubicBezTo>
                  <a:pt x="4893" y="712"/>
                  <a:pt x="4887" y="719"/>
                  <a:pt x="4880" y="726"/>
                </a:cubicBezTo>
                <a:cubicBezTo>
                  <a:pt x="4873" y="733"/>
                  <a:pt x="4866" y="739"/>
                  <a:pt x="4858" y="744"/>
                </a:cubicBezTo>
                <a:cubicBezTo>
                  <a:pt x="4850" y="750"/>
                  <a:pt x="4842" y="754"/>
                  <a:pt x="4833" y="758"/>
                </a:cubicBezTo>
                <a:cubicBezTo>
                  <a:pt x="4824" y="761"/>
                  <a:pt x="4815" y="764"/>
                  <a:pt x="4806" y="766"/>
                </a:cubicBezTo>
                <a:cubicBezTo>
                  <a:pt x="4796" y="768"/>
                  <a:pt x="4787" y="769"/>
                  <a:pt x="4777" y="769"/>
                </a:cubicBezTo>
                <a:lnTo>
                  <a:pt x="146" y="769"/>
                </a:lnTo>
                <a:cubicBezTo>
                  <a:pt x="136" y="769"/>
                  <a:pt x="127" y="768"/>
                  <a:pt x="118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20" y="696"/>
                  <a:pt x="15" y="688"/>
                  <a:pt x="12" y="679"/>
                </a:cubicBezTo>
                <a:cubicBezTo>
                  <a:pt x="8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6499080" y="282096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5771880" y="3108960"/>
            <a:ext cx="1893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2e86c1"/>
                </a:solidFill>
                <a:latin typeface="Arial"/>
                <a:ea typeface="Arial"/>
              </a:rPr>
              <a:t>Dezelfde endpoints als links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4819680" y="3427200"/>
            <a:ext cx="4174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"Ik moet 1 september beginnen met studeren, ik heb een studie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456840" y="4019400"/>
            <a:ext cx="8087400" cy="1000440"/>
          </a:xfrm>
          <a:custGeom>
            <a:avLst/>
            <a:gdLst/>
            <a:ahLst/>
            <a:rect l="0" t="0" r="r" b="b"/>
            <a:pathLst>
              <a:path w="22465" h="2779">
                <a:moveTo>
                  <a:pt x="0" y="0"/>
                </a:moveTo>
                <a:lnTo>
                  <a:pt x="22465" y="0"/>
                </a:lnTo>
                <a:lnTo>
                  <a:pt x="22465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456840" y="5010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8534160" y="401940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106"/>
                </a:moveTo>
                <a:lnTo>
                  <a:pt x="0" y="2779"/>
                </a:lnTo>
                <a:lnTo>
                  <a:pt x="28" y="277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456840" y="401940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5562720" y="3598920"/>
            <a:ext cx="2385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gekozen. Zorg dat alles geregeld is."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634320" y="4228200"/>
            <a:ext cx="8760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Dezelfde afspraak, een laag erbovenop.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De agent gebruikt via MCP dezelfde koppelvlakken; omdat de betekenis los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634320" y="4447080"/>
            <a:ext cx="8852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staat van de techniek is die laag een vervolg, geen herontwerp.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OKx bouwt MCP nu niet. Het kan als vervolgproject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634320" y="4666320"/>
            <a:ext cx="377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worden opgepakt op de basis die OKx nu legt.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1676160" y="1246680"/>
            <a:ext cx="1572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EEN ENDPOINT PER VRAAG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5033160" y="1246680"/>
            <a:ext cx="3129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EEN GEREEDSCHAPSKIST BOVENOP HET KOPPELVLAK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0" name=""/>
          <p:cNvSpPr/>
          <p:nvPr/>
        </p:nvSpPr>
        <p:spPr>
          <a:xfrm>
            <a:off x="485640" y="1581120"/>
            <a:ext cx="7715520" cy="695520"/>
          </a:xfrm>
          <a:custGeom>
            <a:avLst/>
            <a:gdLst/>
            <a:ahLst/>
            <a:rect l="0" t="0" r="r" b="b"/>
            <a:pathLst>
              <a:path w="21432" h="1932">
                <a:moveTo>
                  <a:pt x="0" y="172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6"/>
                  <a:pt x="21289" y="10"/>
                  <a:pt x="21301" y="16"/>
                </a:cubicBezTo>
                <a:cubicBezTo>
                  <a:pt x="21314" y="21"/>
                  <a:pt x="21326" y="28"/>
                  <a:pt x="21338" y="35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1"/>
                  <a:pt x="21389" y="82"/>
                  <a:pt x="21396" y="94"/>
                </a:cubicBezTo>
                <a:cubicBezTo>
                  <a:pt x="21404" y="105"/>
                  <a:pt x="21411" y="117"/>
                  <a:pt x="21416" y="130"/>
                </a:cubicBezTo>
                <a:cubicBezTo>
                  <a:pt x="21421" y="143"/>
                  <a:pt x="21425" y="156"/>
                  <a:pt x="21428" y="170"/>
                </a:cubicBezTo>
                <a:cubicBezTo>
                  <a:pt x="21431" y="184"/>
                  <a:pt x="21432" y="197"/>
                  <a:pt x="21432" y="211"/>
                </a:cubicBezTo>
                <a:lnTo>
                  <a:pt x="21432" y="1720"/>
                </a:lnTo>
                <a:cubicBezTo>
                  <a:pt x="21432" y="1734"/>
                  <a:pt x="21431" y="1748"/>
                  <a:pt x="21428" y="1762"/>
                </a:cubicBezTo>
                <a:cubicBezTo>
                  <a:pt x="21425" y="1775"/>
                  <a:pt x="21421" y="1789"/>
                  <a:pt x="21416" y="1801"/>
                </a:cubicBezTo>
                <a:cubicBezTo>
                  <a:pt x="21411" y="1814"/>
                  <a:pt x="21404" y="1826"/>
                  <a:pt x="21396" y="1838"/>
                </a:cubicBezTo>
                <a:cubicBezTo>
                  <a:pt x="21389" y="1850"/>
                  <a:pt x="21380" y="1860"/>
                  <a:pt x="21370" y="1870"/>
                </a:cubicBezTo>
                <a:cubicBezTo>
                  <a:pt x="21360" y="1880"/>
                  <a:pt x="21350" y="1889"/>
                  <a:pt x="21338" y="1896"/>
                </a:cubicBezTo>
                <a:cubicBezTo>
                  <a:pt x="21326" y="1904"/>
                  <a:pt x="21314" y="1911"/>
                  <a:pt x="21301" y="1916"/>
                </a:cubicBezTo>
                <a:cubicBezTo>
                  <a:pt x="21289" y="1921"/>
                  <a:pt x="21275" y="1925"/>
                  <a:pt x="21262" y="1928"/>
                </a:cubicBezTo>
                <a:cubicBezTo>
                  <a:pt x="21248" y="1931"/>
                  <a:pt x="21234" y="1932"/>
                  <a:pt x="21220" y="1932"/>
                </a:cubicBezTo>
                <a:lnTo>
                  <a:pt x="132" y="1932"/>
                </a:lnTo>
                <a:cubicBezTo>
                  <a:pt x="123" y="1932"/>
                  <a:pt x="115" y="1931"/>
                  <a:pt x="106" y="1928"/>
                </a:cubicBezTo>
                <a:cubicBezTo>
                  <a:pt x="98" y="1925"/>
                  <a:pt x="90" y="1921"/>
                  <a:pt x="82" y="1916"/>
                </a:cubicBezTo>
                <a:cubicBezTo>
                  <a:pt x="74" y="1911"/>
                  <a:pt x="66" y="1904"/>
                  <a:pt x="59" y="1896"/>
                </a:cubicBezTo>
                <a:cubicBezTo>
                  <a:pt x="51" y="1889"/>
                  <a:pt x="45" y="1880"/>
                  <a:pt x="39" y="1870"/>
                </a:cubicBezTo>
                <a:cubicBezTo>
                  <a:pt x="32" y="1860"/>
                  <a:pt x="27" y="1850"/>
                  <a:pt x="22" y="1838"/>
                </a:cubicBezTo>
                <a:cubicBezTo>
                  <a:pt x="17" y="1826"/>
                  <a:pt x="13" y="1814"/>
                  <a:pt x="10" y="1801"/>
                </a:cubicBezTo>
                <a:cubicBezTo>
                  <a:pt x="7" y="1789"/>
                  <a:pt x="4" y="1775"/>
                  <a:pt x="2" y="1762"/>
                </a:cubicBezTo>
                <a:cubicBezTo>
                  <a:pt x="1" y="1748"/>
                  <a:pt x="0" y="1734"/>
                  <a:pt x="0" y="172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456840" y="1581120"/>
            <a:ext cx="7744320" cy="695520"/>
          </a:xfrm>
          <a:custGeom>
            <a:avLst/>
            <a:gdLst/>
            <a:ahLst/>
            <a:rect l="0" t="0" r="r" b="b"/>
            <a:pathLst>
              <a:path w="21512" h="1932">
                <a:moveTo>
                  <a:pt x="0" y="0"/>
                </a:moveTo>
                <a:lnTo>
                  <a:pt x="21512" y="0"/>
                </a:lnTo>
                <a:lnTo>
                  <a:pt x="21512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439920" y="9104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696960" y="17226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485640" y="2342880"/>
            <a:ext cx="7715520" cy="695880"/>
          </a:xfrm>
          <a:custGeom>
            <a:avLst/>
            <a:gdLst/>
            <a:ahLst/>
            <a:rect l="0" t="0" r="r" b="b"/>
            <a:pathLst>
              <a:path w="2143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2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2"/>
                  <a:pt x="21326" y="28"/>
                  <a:pt x="21338" y="36"/>
                </a:cubicBezTo>
                <a:cubicBezTo>
                  <a:pt x="21350" y="44"/>
                  <a:pt x="21360" y="52"/>
                  <a:pt x="21370" y="62"/>
                </a:cubicBezTo>
                <a:cubicBezTo>
                  <a:pt x="21380" y="72"/>
                  <a:pt x="21389" y="83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4"/>
                  <a:pt x="21425" y="157"/>
                  <a:pt x="21428" y="171"/>
                </a:cubicBezTo>
                <a:cubicBezTo>
                  <a:pt x="21431" y="184"/>
                  <a:pt x="21432" y="198"/>
                  <a:pt x="21432" y="212"/>
                </a:cubicBezTo>
                <a:lnTo>
                  <a:pt x="21432" y="1721"/>
                </a:lnTo>
                <a:cubicBezTo>
                  <a:pt x="21432" y="1735"/>
                  <a:pt x="21431" y="1749"/>
                  <a:pt x="21428" y="1762"/>
                </a:cubicBezTo>
                <a:cubicBezTo>
                  <a:pt x="21425" y="1776"/>
                  <a:pt x="21421" y="1789"/>
                  <a:pt x="21416" y="1802"/>
                </a:cubicBezTo>
                <a:cubicBezTo>
                  <a:pt x="21411" y="1815"/>
                  <a:pt x="21404" y="1827"/>
                  <a:pt x="21396" y="1839"/>
                </a:cubicBezTo>
                <a:cubicBezTo>
                  <a:pt x="21389" y="1850"/>
                  <a:pt x="21380" y="1861"/>
                  <a:pt x="21370" y="1871"/>
                </a:cubicBezTo>
                <a:cubicBezTo>
                  <a:pt x="21360" y="1881"/>
                  <a:pt x="21350" y="1889"/>
                  <a:pt x="21338" y="1897"/>
                </a:cubicBezTo>
                <a:cubicBezTo>
                  <a:pt x="21326" y="1905"/>
                  <a:pt x="21314" y="1911"/>
                  <a:pt x="21301" y="1917"/>
                </a:cubicBezTo>
                <a:cubicBezTo>
                  <a:pt x="21289" y="1922"/>
                  <a:pt x="21275" y="1926"/>
                  <a:pt x="21262" y="1929"/>
                </a:cubicBezTo>
                <a:cubicBezTo>
                  <a:pt x="21248" y="1931"/>
                  <a:pt x="21234" y="1933"/>
                  <a:pt x="21220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456840" y="2342880"/>
            <a:ext cx="7744320" cy="695880"/>
          </a:xfrm>
          <a:custGeom>
            <a:avLst/>
            <a:gdLst/>
            <a:ahLst/>
            <a:rect l="0" t="0" r="r" b="b"/>
            <a:pathLst>
              <a:path w="21512" h="1933">
                <a:moveTo>
                  <a:pt x="0" y="0"/>
                </a:moveTo>
                <a:lnTo>
                  <a:pt x="21512" y="0"/>
                </a:lnTo>
                <a:lnTo>
                  <a:pt x="2151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696960" y="194184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696960" y="248472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485640" y="3105000"/>
            <a:ext cx="7715520" cy="466920"/>
          </a:xfrm>
          <a:custGeom>
            <a:avLst/>
            <a:gdLst/>
            <a:ahLst/>
            <a:rect l="0" t="0" r="r" b="b"/>
            <a:pathLst>
              <a:path w="21432" h="1297">
                <a:moveTo>
                  <a:pt x="0" y="1085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1"/>
                  <a:pt x="21326" y="28"/>
                  <a:pt x="21338" y="36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2"/>
                  <a:pt x="21389" y="82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3"/>
                  <a:pt x="21425" y="157"/>
                  <a:pt x="21428" y="170"/>
                </a:cubicBezTo>
                <a:cubicBezTo>
                  <a:pt x="21431" y="184"/>
                  <a:pt x="21432" y="198"/>
                  <a:pt x="21432" y="212"/>
                </a:cubicBezTo>
                <a:lnTo>
                  <a:pt x="21432" y="1085"/>
                </a:lnTo>
                <a:cubicBezTo>
                  <a:pt x="21432" y="1100"/>
                  <a:pt x="21431" y="1113"/>
                  <a:pt x="21428" y="1127"/>
                </a:cubicBezTo>
                <a:cubicBezTo>
                  <a:pt x="21425" y="1141"/>
                  <a:pt x="21421" y="1154"/>
                  <a:pt x="21416" y="1167"/>
                </a:cubicBezTo>
                <a:cubicBezTo>
                  <a:pt x="21411" y="1180"/>
                  <a:pt x="21404" y="1192"/>
                  <a:pt x="21396" y="1203"/>
                </a:cubicBezTo>
                <a:cubicBezTo>
                  <a:pt x="21389" y="1215"/>
                  <a:pt x="21380" y="1226"/>
                  <a:pt x="21370" y="1235"/>
                </a:cubicBezTo>
                <a:cubicBezTo>
                  <a:pt x="21360" y="1245"/>
                  <a:pt x="21350" y="1254"/>
                  <a:pt x="21338" y="1262"/>
                </a:cubicBezTo>
                <a:cubicBezTo>
                  <a:pt x="21326" y="1269"/>
                  <a:pt x="21314" y="1276"/>
                  <a:pt x="21301" y="1281"/>
                </a:cubicBezTo>
                <a:cubicBezTo>
                  <a:pt x="21289" y="1287"/>
                  <a:pt x="21275" y="1291"/>
                  <a:pt x="21262" y="1293"/>
                </a:cubicBezTo>
                <a:cubicBezTo>
                  <a:pt x="21248" y="1296"/>
                  <a:pt x="21234" y="1297"/>
                  <a:pt x="21220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456840" y="3105000"/>
            <a:ext cx="7744320" cy="466920"/>
          </a:xfrm>
          <a:custGeom>
            <a:avLst/>
            <a:gdLst/>
            <a:ahLst/>
            <a:rect l="0" t="0" r="r" b="b"/>
            <a:pathLst>
              <a:path w="21512" h="1297">
                <a:moveTo>
                  <a:pt x="0" y="0"/>
                </a:moveTo>
                <a:lnTo>
                  <a:pt x="21512" y="0"/>
                </a:lnTo>
                <a:lnTo>
                  <a:pt x="2151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696960" y="270360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696960" y="324648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598320" y="3820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2575080" y="3820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6991200" y="3743280"/>
            <a:ext cx="1209960" cy="295560"/>
          </a:xfrm>
          <a:custGeom>
            <a:avLst/>
            <a:gdLst/>
            <a:ahLst/>
            <a:rect l="0" t="0" r="r" b="b"/>
            <a:pathLst>
              <a:path w="3361" h="821">
                <a:moveTo>
                  <a:pt x="0" y="0"/>
                </a:moveTo>
                <a:lnTo>
                  <a:pt x="3361" y="0"/>
                </a:lnTo>
                <a:lnTo>
                  <a:pt x="336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5018760" y="3820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7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6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4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0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5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6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1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2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3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6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9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5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2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2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2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3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9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0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1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2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3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4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5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6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7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8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9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0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1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2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3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4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5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6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7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8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9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0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1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2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3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4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5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6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7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8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9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0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1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2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3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4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5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6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7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8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9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0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1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2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3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4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5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6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7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8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9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0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1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2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3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4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5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6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7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8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9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0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1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2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3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4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5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6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7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8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9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0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1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2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3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4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5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6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7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8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9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0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1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2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4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6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8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0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6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0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2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4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6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2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6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3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3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3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3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3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3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3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8" name=""/>
          <p:cNvSpPr/>
          <p:nvPr/>
        </p:nvSpPr>
        <p:spPr>
          <a:xfrm>
            <a:off x="456840" y="4133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4"/>
                </a:moveTo>
                <a:cubicBezTo>
                  <a:pt x="0" y="47"/>
                  <a:pt x="2" y="41"/>
                  <a:pt x="5" y="34"/>
                </a:cubicBezTo>
                <a:cubicBezTo>
                  <a:pt x="7" y="28"/>
                  <a:pt x="11" y="22"/>
                  <a:pt x="16" y="17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4"/>
                </a:cubicBezTo>
                <a:cubicBezTo>
                  <a:pt x="21486" y="7"/>
                  <a:pt x="21492" y="11"/>
                  <a:pt x="21497" y="17"/>
                </a:cubicBezTo>
                <a:cubicBezTo>
                  <a:pt x="21502" y="22"/>
                  <a:pt x="21505" y="28"/>
                  <a:pt x="21508" y="34"/>
                </a:cubicBezTo>
                <a:cubicBezTo>
                  <a:pt x="21511" y="41"/>
                  <a:pt x="21512" y="47"/>
                  <a:pt x="21512" y="54"/>
                </a:cubicBezTo>
                <a:cubicBezTo>
                  <a:pt x="21512" y="61"/>
                  <a:pt x="21511" y="68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9" name=""/>
          <p:cNvSpPr/>
          <p:nvPr/>
        </p:nvSpPr>
        <p:spPr>
          <a:xfrm>
            <a:off x="456840" y="426708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7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6"/>
                  <a:pt x="21512" y="53"/>
                </a:cubicBezTo>
                <a:cubicBezTo>
                  <a:pt x="21512" y="60"/>
                  <a:pt x="21511" y="68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3"/>
                </a:cubicBezTo>
                <a:cubicBezTo>
                  <a:pt x="21473" y="105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8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1" name=""/>
          <p:cNvSpPr txBox="1"/>
          <p:nvPr/>
        </p:nvSpPr>
        <p:spPr>
          <a:xfrm>
            <a:off x="7129080" y="3820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89" name=""/>
          <p:cNvSpPr/>
          <p:nvPr/>
        </p:nvSpPr>
        <p:spPr>
          <a:xfrm>
            <a:off x="456840" y="1923840"/>
            <a:ext cx="38520" cy="448200"/>
          </a:xfrm>
          <a:custGeom>
            <a:avLst/>
            <a:gdLst/>
            <a:ahLst/>
            <a:rect l="0" t="0" r="r" b="b"/>
            <a:pathLst>
              <a:path w="107" h="1245">
                <a:moveTo>
                  <a:pt x="0" y="0"/>
                </a:moveTo>
                <a:lnTo>
                  <a:pt x="107" y="0"/>
                </a:lnTo>
                <a:lnTo>
                  <a:pt x="10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0" name=""/>
          <p:cNvSpPr txBox="1"/>
          <p:nvPr/>
        </p:nvSpPr>
        <p:spPr>
          <a:xfrm>
            <a:off x="439920" y="1310400"/>
            <a:ext cx="5903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Is de hoofdvraag beantwoord?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1" name=""/>
          <p:cNvSpPr txBox="1"/>
          <p:nvPr/>
        </p:nvSpPr>
        <p:spPr>
          <a:xfrm>
            <a:off x="632520" y="1951560"/>
            <a:ext cx="8110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Bouwen we geen stoomtrein door koppelvlakken te standaardiseren? Zeker met de opkomst van AI. Hebben we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2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3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4" name=""/>
          <p:cNvSpPr txBox="1"/>
          <p:nvPr/>
        </p:nvSpPr>
        <p:spPr>
          <a:xfrm>
            <a:off x="632520" y="2180160"/>
            <a:ext cx="215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straks geen vliegende auto's?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5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6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noFill/>
          <a:ln w="18720">
            <a:solidFill>
              <a:srgbClr val="2e86c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7" name=""/>
          <p:cNvSpPr txBox="1"/>
          <p:nvPr/>
        </p:nvSpPr>
        <p:spPr>
          <a:xfrm>
            <a:off x="3114000" y="2951280"/>
            <a:ext cx="350280" cy="40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60" spc="-1" strike="noStrike">
                <a:solidFill>
                  <a:srgbClr val="0e9e7e"/>
                </a:solidFill>
                <a:latin typeface="Arial"/>
                <a:ea typeface="Arial"/>
              </a:rPr>
              <a:t>?</a:t>
            </a:r>
            <a:endParaRPr b="0" lang="en-US" sz="2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8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9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0" name=""/>
          <p:cNvSpPr txBox="1"/>
          <p:nvPr/>
        </p:nvSpPr>
        <p:spPr>
          <a:xfrm>
            <a:off x="4116600" y="2771640"/>
            <a:ext cx="471960" cy="5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20" spc="-1" strike="noStrike">
                <a:solidFill>
                  <a:srgbClr val="2e86c1"/>
                </a:solidFill>
                <a:latin typeface="Arial"/>
                <a:ea typeface="Arial"/>
              </a:rPr>
              <a:t>?</a:t>
            </a:r>
            <a:endParaRPr b="0" lang="en-US" sz="3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1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2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3" name=""/>
          <p:cNvSpPr txBox="1"/>
          <p:nvPr/>
        </p:nvSpPr>
        <p:spPr>
          <a:xfrm>
            <a:off x="5207040" y="2894400"/>
            <a:ext cx="38052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e8912b"/>
                </a:solidFill>
                <a:latin typeface="Arial"/>
                <a:ea typeface="Arial"/>
              </a:rPr>
              <a:t>?</a:t>
            </a:r>
            <a:endParaRPr b="0" lang="en-US" sz="30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4" name=""/>
          <p:cNvSpPr txBox="1"/>
          <p:nvPr/>
        </p:nvSpPr>
        <p:spPr>
          <a:xfrm>
            <a:off x="6114600" y="30175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7a5dba"/>
                </a:solidFill>
                <a:latin typeface="Arial"/>
                <a:ea typeface="Arial"/>
              </a:rPr>
              <a:t>?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6" name=""/>
          <p:cNvSpPr txBox="1"/>
          <p:nvPr/>
        </p:nvSpPr>
        <p:spPr>
          <a:xfrm>
            <a:off x="2928600" y="3737880"/>
            <a:ext cx="27410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wat is er nog niet beantwoord?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