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729360"/>
            <a:ext cx="773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wij leveren, en wat AI daarmee kan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609560"/>
            <a:ext cx="2496240" cy="1752840"/>
          </a:xfrm>
          <a:custGeom>
            <a:avLst/>
            <a:gdLst/>
            <a:ahLst/>
            <a:rect l="0" t="0" r="r" b="b"/>
            <a:pathLst>
              <a:path w="6934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669" y="0"/>
                </a:lnTo>
                <a:cubicBezTo>
                  <a:pt x="6686" y="0"/>
                  <a:pt x="6704" y="2"/>
                  <a:pt x="6721" y="5"/>
                </a:cubicBezTo>
                <a:cubicBezTo>
                  <a:pt x="6738" y="8"/>
                  <a:pt x="6754" y="13"/>
                  <a:pt x="6770" y="20"/>
                </a:cubicBezTo>
                <a:cubicBezTo>
                  <a:pt x="6786" y="27"/>
                  <a:pt x="6802" y="35"/>
                  <a:pt x="6816" y="45"/>
                </a:cubicBezTo>
                <a:cubicBezTo>
                  <a:pt x="6830" y="54"/>
                  <a:pt x="6844" y="65"/>
                  <a:pt x="6856" y="77"/>
                </a:cubicBezTo>
                <a:cubicBezTo>
                  <a:pt x="6868" y="90"/>
                  <a:pt x="6879" y="103"/>
                  <a:pt x="6889" y="118"/>
                </a:cubicBezTo>
                <a:cubicBezTo>
                  <a:pt x="6899" y="132"/>
                  <a:pt x="6907" y="147"/>
                  <a:pt x="6913" y="163"/>
                </a:cubicBezTo>
                <a:cubicBezTo>
                  <a:pt x="6920" y="179"/>
                  <a:pt x="6925" y="196"/>
                  <a:pt x="6928" y="213"/>
                </a:cubicBezTo>
                <a:cubicBezTo>
                  <a:pt x="6932" y="230"/>
                  <a:pt x="6934" y="247"/>
                  <a:pt x="6934" y="265"/>
                </a:cubicBezTo>
                <a:lnTo>
                  <a:pt x="6934" y="4605"/>
                </a:lnTo>
                <a:cubicBezTo>
                  <a:pt x="6934" y="4622"/>
                  <a:pt x="6932" y="4639"/>
                  <a:pt x="6928" y="4656"/>
                </a:cubicBezTo>
                <a:cubicBezTo>
                  <a:pt x="6925" y="4673"/>
                  <a:pt x="6920" y="4690"/>
                  <a:pt x="6913" y="4706"/>
                </a:cubicBezTo>
                <a:cubicBezTo>
                  <a:pt x="6907" y="4722"/>
                  <a:pt x="6899" y="4737"/>
                  <a:pt x="6889" y="4752"/>
                </a:cubicBezTo>
                <a:cubicBezTo>
                  <a:pt x="6879" y="4766"/>
                  <a:pt x="6868" y="4780"/>
                  <a:pt x="6856" y="4792"/>
                </a:cubicBezTo>
                <a:cubicBezTo>
                  <a:pt x="6844" y="4804"/>
                  <a:pt x="6830" y="4815"/>
                  <a:pt x="6816" y="4825"/>
                </a:cubicBezTo>
                <a:cubicBezTo>
                  <a:pt x="6802" y="4834"/>
                  <a:pt x="6786" y="4843"/>
                  <a:pt x="6770" y="4849"/>
                </a:cubicBezTo>
                <a:cubicBezTo>
                  <a:pt x="6754" y="4856"/>
                  <a:pt x="6738" y="4861"/>
                  <a:pt x="6721" y="4864"/>
                </a:cubicBezTo>
                <a:cubicBezTo>
                  <a:pt x="6704" y="4868"/>
                  <a:pt x="6686" y="4869"/>
                  <a:pt x="6669" y="4869"/>
                </a:cubicBezTo>
                <a:lnTo>
                  <a:pt x="265" y="4869"/>
                </a:lnTo>
                <a:cubicBezTo>
                  <a:pt x="248" y="4869"/>
                  <a:pt x="231" y="4868"/>
                  <a:pt x="213" y="4864"/>
                </a:cubicBezTo>
                <a:cubicBezTo>
                  <a:pt x="196" y="4861"/>
                  <a:pt x="180" y="4856"/>
                  <a:pt x="164" y="4849"/>
                </a:cubicBezTo>
                <a:cubicBezTo>
                  <a:pt x="148" y="4843"/>
                  <a:pt x="133" y="4834"/>
                  <a:pt x="118" y="4825"/>
                </a:cubicBezTo>
                <a:cubicBezTo>
                  <a:pt x="104" y="4815"/>
                  <a:pt x="90" y="4804"/>
                  <a:pt x="78" y="4792"/>
                </a:cubicBezTo>
                <a:cubicBezTo>
                  <a:pt x="66" y="4780"/>
                  <a:pt x="55" y="4766"/>
                  <a:pt x="45" y="4752"/>
                </a:cubicBezTo>
                <a:cubicBezTo>
                  <a:pt x="35" y="4737"/>
                  <a:pt x="27" y="4722"/>
                  <a:pt x="21" y="4706"/>
                </a:cubicBezTo>
                <a:cubicBezTo>
                  <a:pt x="14" y="4690"/>
                  <a:pt x="9" y="4673"/>
                  <a:pt x="6" y="4656"/>
                </a:cubicBezTo>
                <a:cubicBezTo>
                  <a:pt x="2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294920"/>
            <a:ext cx="459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Onze bijdrage zit 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594360" y="1746360"/>
            <a:ext cx="171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594360" y="199296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Elk systeem weet wat het van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94360" y="217404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ander kan verwachten, en wat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90400" y="261936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90400" y="3047760"/>
            <a:ext cx="2229120" cy="190800"/>
          </a:xfrm>
          <a:custGeom>
            <a:avLst/>
            <a:gdLst/>
            <a:ahLst/>
            <a:rect l="0" t="0" r="r" b="b"/>
            <a:pathLst>
              <a:path w="6192" h="530">
                <a:moveTo>
                  <a:pt x="0" y="398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6060" y="0"/>
                </a:lnTo>
                <a:cubicBezTo>
                  <a:pt x="6077" y="0"/>
                  <a:pt x="6094" y="4"/>
                  <a:pt x="6110" y="10"/>
                </a:cubicBezTo>
                <a:cubicBezTo>
                  <a:pt x="6127" y="17"/>
                  <a:pt x="6141" y="27"/>
                  <a:pt x="6153" y="39"/>
                </a:cubicBezTo>
                <a:cubicBezTo>
                  <a:pt x="6166" y="51"/>
                  <a:pt x="6175" y="66"/>
                  <a:pt x="6182" y="82"/>
                </a:cubicBezTo>
                <a:cubicBezTo>
                  <a:pt x="6189" y="98"/>
                  <a:pt x="6192" y="115"/>
                  <a:pt x="6192" y="132"/>
                </a:cubicBezTo>
                <a:lnTo>
                  <a:pt x="6192" y="398"/>
                </a:lnTo>
                <a:cubicBezTo>
                  <a:pt x="6192" y="416"/>
                  <a:pt x="6189" y="432"/>
                  <a:pt x="6182" y="449"/>
                </a:cubicBezTo>
                <a:cubicBezTo>
                  <a:pt x="6175" y="465"/>
                  <a:pt x="6166" y="479"/>
                  <a:pt x="6153" y="492"/>
                </a:cubicBezTo>
                <a:cubicBezTo>
                  <a:pt x="6141" y="504"/>
                  <a:pt x="6127" y="514"/>
                  <a:pt x="6110" y="520"/>
                </a:cubicBezTo>
                <a:cubicBezTo>
                  <a:pt x="6094" y="527"/>
                  <a:pt x="6077" y="530"/>
                  <a:pt x="6060" y="530"/>
                </a:cubicBezTo>
                <a:lnTo>
                  <a:pt x="132" y="530"/>
                </a:lnTo>
                <a:cubicBezTo>
                  <a:pt x="115" y="530"/>
                  <a:pt x="98" y="527"/>
                  <a:pt x="82" y="520"/>
                </a:cubicBezTo>
                <a:cubicBezTo>
                  <a:pt x="65" y="514"/>
                  <a:pt x="51" y="504"/>
                  <a:pt x="39" y="492"/>
                </a:cubicBezTo>
                <a:cubicBezTo>
                  <a:pt x="26" y="479"/>
                  <a:pt x="17" y="465"/>
                  <a:pt x="10" y="449"/>
                </a:cubicBezTo>
                <a:cubicBezTo>
                  <a:pt x="3" y="432"/>
                  <a:pt x="0" y="416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94360" y="2354760"/>
            <a:ext cx="631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betekent.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874080" y="27630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OC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1634040" y="2763000"/>
            <a:ext cx="1652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SIS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95724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0" y="0"/>
                </a:moveTo>
                <a:lnTo>
                  <a:pt x="0" y="134"/>
                </a:lnTo>
                <a:lnTo>
                  <a:pt x="2069" y="134"/>
                </a:lnTo>
                <a:lnTo>
                  <a:pt x="2069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1701720" y="2914560"/>
            <a:ext cx="0" cy="137160"/>
          </a:xfrm>
          <a:prstGeom prst="line">
            <a:avLst/>
          </a:prstGeom>
          <a:ln w="1764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170172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2069" y="0"/>
                </a:moveTo>
                <a:lnTo>
                  <a:pt x="2069" y="134"/>
                </a:lnTo>
                <a:lnTo>
                  <a:pt x="0" y="134"/>
                </a:lnTo>
                <a:lnTo>
                  <a:pt x="0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365200" y="2763000"/>
            <a:ext cx="2156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LMS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243440" y="3078360"/>
            <a:ext cx="1081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dezelfde betekenis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324792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6" y="0"/>
                  <a:pt x="6703" y="2"/>
                  <a:pt x="6720" y="5"/>
                </a:cubicBezTo>
                <a:cubicBezTo>
                  <a:pt x="6737" y="8"/>
                  <a:pt x="6753" y="13"/>
                  <a:pt x="6770" y="20"/>
                </a:cubicBezTo>
                <a:cubicBezTo>
                  <a:pt x="6786" y="27"/>
                  <a:pt x="6801" y="35"/>
                  <a:pt x="6815" y="45"/>
                </a:cubicBezTo>
                <a:cubicBezTo>
                  <a:pt x="6830" y="54"/>
                  <a:pt x="6843" y="65"/>
                  <a:pt x="6855" y="77"/>
                </a:cubicBezTo>
                <a:cubicBezTo>
                  <a:pt x="6868" y="90"/>
                  <a:pt x="6879" y="103"/>
                  <a:pt x="6888" y="118"/>
                </a:cubicBezTo>
                <a:cubicBezTo>
                  <a:pt x="6898" y="132"/>
                  <a:pt x="6906" y="147"/>
                  <a:pt x="6913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3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9" y="4766"/>
                  <a:pt x="6868" y="4780"/>
                  <a:pt x="6855" y="4792"/>
                </a:cubicBezTo>
                <a:cubicBezTo>
                  <a:pt x="6843" y="4804"/>
                  <a:pt x="6830" y="4815"/>
                  <a:pt x="6815" y="4825"/>
                </a:cubicBezTo>
                <a:cubicBezTo>
                  <a:pt x="6801" y="4834"/>
                  <a:pt x="6786" y="4843"/>
                  <a:pt x="6770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6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6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90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5" y="4737"/>
                  <a:pt x="27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303768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3387600" y="17463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3387600" y="1992960"/>
            <a:ext cx="2390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Die betekenis leggen we vast in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3390840" y="2819160"/>
            <a:ext cx="2219400" cy="10080"/>
          </a:xfrm>
          <a:custGeom>
            <a:avLst/>
            <a:gdLst/>
            <a:ahLst/>
            <a:rect l="0" t="0" r="r" b="b"/>
            <a:pathLst>
              <a:path w="6165" h="28">
                <a:moveTo>
                  <a:pt x="0" y="0"/>
                </a:moveTo>
                <a:lnTo>
                  <a:pt x="6165" y="0"/>
                </a:lnTo>
                <a:lnTo>
                  <a:pt x="61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noFill/>
          <a:ln w="1080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029120" y="2972160"/>
            <a:ext cx="156240" cy="22680"/>
          </a:xfrm>
          <a:custGeom>
            <a:avLst/>
            <a:gdLst/>
            <a:ahLst/>
            <a:rect l="0" t="0" r="r" b="b"/>
            <a:pathLst>
              <a:path w="434" h="63">
                <a:moveTo>
                  <a:pt x="31" y="0"/>
                </a:moveTo>
                <a:lnTo>
                  <a:pt x="403" y="0"/>
                </a:lnTo>
                <a:cubicBezTo>
                  <a:pt x="411" y="0"/>
                  <a:pt x="419" y="3"/>
                  <a:pt x="425" y="11"/>
                </a:cubicBezTo>
                <a:cubicBezTo>
                  <a:pt x="431" y="17"/>
                  <a:pt x="434" y="24"/>
                  <a:pt x="434" y="32"/>
                </a:cubicBezTo>
                <a:cubicBezTo>
                  <a:pt x="434" y="41"/>
                  <a:pt x="431" y="48"/>
                  <a:pt x="425" y="54"/>
                </a:cubicBezTo>
                <a:cubicBezTo>
                  <a:pt x="419" y="60"/>
                  <a:pt x="411" y="63"/>
                  <a:pt x="403" y="63"/>
                </a:cubicBezTo>
                <a:lnTo>
                  <a:pt x="31" y="63"/>
                </a:lnTo>
                <a:cubicBezTo>
                  <a:pt x="22" y="63"/>
                  <a:pt x="15" y="60"/>
                  <a:pt x="9" y="54"/>
                </a:cubicBezTo>
                <a:cubicBezTo>
                  <a:pt x="3" y="48"/>
                  <a:pt x="0" y="41"/>
                  <a:pt x="0" y="32"/>
                </a:cubicBezTo>
                <a:cubicBezTo>
                  <a:pt x="0" y="24"/>
                  <a:pt x="3" y="17"/>
                  <a:pt x="9" y="11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029120" y="305028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029120" y="309492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029120" y="3139200"/>
            <a:ext cx="11124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3387600" y="2174040"/>
            <a:ext cx="2006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vorm die een agent kan lezen.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4315320" y="2980440"/>
            <a:ext cx="261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DejaVuSansMono"/>
                <a:ea typeface="DejaVuSansMono"/>
              </a:rPr>
              <a:t>{ }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4914720" y="2941200"/>
            <a:ext cx="0" cy="45720"/>
          </a:xfrm>
          <a:prstGeom prst="line">
            <a:avLst/>
          </a:prstGeom>
          <a:ln w="111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897440" y="2923920"/>
            <a:ext cx="34920" cy="34560"/>
          </a:xfrm>
          <a:custGeom>
            <a:avLst/>
            <a:gdLst/>
            <a:ahLst/>
            <a:rect l="0" t="0" r="r" b="b"/>
            <a:pathLst>
              <a:path w="97" h="96">
                <a:moveTo>
                  <a:pt x="97" y="49"/>
                </a:moveTo>
                <a:cubicBezTo>
                  <a:pt x="97" y="55"/>
                  <a:pt x="95" y="61"/>
                  <a:pt x="93" y="67"/>
                </a:cubicBezTo>
                <a:cubicBezTo>
                  <a:pt x="91" y="73"/>
                  <a:pt x="87" y="78"/>
                  <a:pt x="83" y="83"/>
                </a:cubicBezTo>
                <a:cubicBezTo>
                  <a:pt x="78" y="87"/>
                  <a:pt x="73" y="90"/>
                  <a:pt x="67" y="93"/>
                </a:cubicBezTo>
                <a:cubicBezTo>
                  <a:pt x="61" y="95"/>
                  <a:pt x="55" y="96"/>
                  <a:pt x="49" y="96"/>
                </a:cubicBezTo>
                <a:cubicBezTo>
                  <a:pt x="43" y="96"/>
                  <a:pt x="37" y="95"/>
                  <a:pt x="31" y="93"/>
                </a:cubicBezTo>
                <a:cubicBezTo>
                  <a:pt x="24" y="90"/>
                  <a:pt x="19" y="87"/>
                  <a:pt x="14" y="83"/>
                </a:cubicBezTo>
                <a:cubicBezTo>
                  <a:pt x="10" y="78"/>
                  <a:pt x="6" y="73"/>
                  <a:pt x="4" y="67"/>
                </a:cubicBezTo>
                <a:cubicBezTo>
                  <a:pt x="2" y="61"/>
                  <a:pt x="0" y="55"/>
                  <a:pt x="0" y="49"/>
                </a:cubicBezTo>
                <a:cubicBezTo>
                  <a:pt x="0" y="43"/>
                  <a:pt x="2" y="36"/>
                  <a:pt x="4" y="31"/>
                </a:cubicBezTo>
                <a:cubicBezTo>
                  <a:pt x="6" y="25"/>
                  <a:pt x="10" y="20"/>
                  <a:pt x="14" y="15"/>
                </a:cubicBezTo>
                <a:cubicBezTo>
                  <a:pt x="19" y="11"/>
                  <a:pt x="24" y="7"/>
                  <a:pt x="31" y="5"/>
                </a:cubicBezTo>
                <a:cubicBezTo>
                  <a:pt x="37" y="2"/>
                  <a:pt x="43" y="0"/>
                  <a:pt x="49" y="0"/>
                </a:cubicBezTo>
                <a:cubicBezTo>
                  <a:pt x="55" y="0"/>
                  <a:pt x="61" y="2"/>
                  <a:pt x="67" y="5"/>
                </a:cubicBezTo>
                <a:cubicBezTo>
                  <a:pt x="73" y="7"/>
                  <a:pt x="78" y="11"/>
                  <a:pt x="83" y="15"/>
                </a:cubicBezTo>
                <a:cubicBezTo>
                  <a:pt x="87" y="20"/>
                  <a:pt x="91" y="25"/>
                  <a:pt x="93" y="31"/>
                </a:cubicBezTo>
                <a:cubicBezTo>
                  <a:pt x="95" y="36"/>
                  <a:pt x="97" y="43"/>
                  <a:pt x="97" y="49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486900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3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3" y="90"/>
                  <a:pt x="67" y="92"/>
                </a:cubicBezTo>
                <a:cubicBezTo>
                  <a:pt x="61" y="95"/>
                  <a:pt x="55" y="96"/>
                  <a:pt x="49" y="96"/>
                </a:cubicBezTo>
                <a:cubicBezTo>
                  <a:pt x="42" y="96"/>
                  <a:pt x="36" y="95"/>
                  <a:pt x="30" y="92"/>
                </a:cubicBezTo>
                <a:cubicBezTo>
                  <a:pt x="25" y="90"/>
                  <a:pt x="19" y="87"/>
                  <a:pt x="15" y="82"/>
                </a:cubicBezTo>
                <a:cubicBezTo>
                  <a:pt x="9" y="77"/>
                  <a:pt x="6" y="72"/>
                  <a:pt x="4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5" y="14"/>
                </a:cubicBezTo>
                <a:cubicBezTo>
                  <a:pt x="19" y="9"/>
                  <a:pt x="25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3" y="6"/>
                  <a:pt x="78" y="9"/>
                  <a:pt x="82" y="14"/>
                </a:cubicBezTo>
                <a:cubicBezTo>
                  <a:pt x="87" y="18"/>
                  <a:pt x="90" y="23"/>
                  <a:pt x="93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492624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2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2" y="90"/>
                  <a:pt x="67" y="92"/>
                </a:cubicBezTo>
                <a:cubicBezTo>
                  <a:pt x="61" y="95"/>
                  <a:pt x="55" y="96"/>
                  <a:pt x="48" y="96"/>
                </a:cubicBezTo>
                <a:cubicBezTo>
                  <a:pt x="41" y="96"/>
                  <a:pt x="35" y="95"/>
                  <a:pt x="29" y="92"/>
                </a:cubicBezTo>
                <a:cubicBezTo>
                  <a:pt x="23" y="90"/>
                  <a:pt x="18" y="87"/>
                  <a:pt x="14" y="82"/>
                </a:cubicBezTo>
                <a:cubicBezTo>
                  <a:pt x="9" y="77"/>
                  <a:pt x="6" y="72"/>
                  <a:pt x="3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2" y="6"/>
                  <a:pt x="78" y="9"/>
                  <a:pt x="82" y="14"/>
                </a:cubicBezTo>
                <a:cubicBezTo>
                  <a:pt x="87" y="18"/>
                  <a:pt x="90" y="23"/>
                  <a:pt x="92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4637520" y="299700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604836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4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5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5" y="0"/>
                  <a:pt x="6703" y="2"/>
                  <a:pt x="6720" y="5"/>
                </a:cubicBezTo>
                <a:cubicBezTo>
                  <a:pt x="6737" y="8"/>
                  <a:pt x="6753" y="13"/>
                  <a:pt x="6769" y="20"/>
                </a:cubicBezTo>
                <a:cubicBezTo>
                  <a:pt x="6785" y="27"/>
                  <a:pt x="6801" y="35"/>
                  <a:pt x="6815" y="45"/>
                </a:cubicBezTo>
                <a:cubicBezTo>
                  <a:pt x="6829" y="54"/>
                  <a:pt x="6843" y="65"/>
                  <a:pt x="6855" y="77"/>
                </a:cubicBezTo>
                <a:cubicBezTo>
                  <a:pt x="6867" y="90"/>
                  <a:pt x="6878" y="103"/>
                  <a:pt x="6888" y="118"/>
                </a:cubicBezTo>
                <a:cubicBezTo>
                  <a:pt x="6898" y="132"/>
                  <a:pt x="6906" y="147"/>
                  <a:pt x="6912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2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8" y="4766"/>
                  <a:pt x="6867" y="4780"/>
                  <a:pt x="6855" y="4792"/>
                </a:cubicBezTo>
                <a:cubicBezTo>
                  <a:pt x="6843" y="4804"/>
                  <a:pt x="6829" y="4815"/>
                  <a:pt x="6815" y="4825"/>
                </a:cubicBezTo>
                <a:cubicBezTo>
                  <a:pt x="6801" y="4834"/>
                  <a:pt x="6785" y="4843"/>
                  <a:pt x="6769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5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5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89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4" y="4737"/>
                  <a:pt x="26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83092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180840" y="1746360"/>
            <a:ext cx="1398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Sneller uitwerken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6180840" y="1992960"/>
            <a:ext cx="203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AI erbij gaat het uitwerken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6181560" y="275256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438600" y="2847960"/>
            <a:ext cx="219600" cy="162000"/>
          </a:xfrm>
          <a:custGeom>
            <a:avLst/>
            <a:gdLst/>
            <a:ahLst/>
            <a:rect l="0" t="0" r="r" b="b"/>
            <a:pathLst>
              <a:path w="610" h="450">
                <a:moveTo>
                  <a:pt x="0" y="224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5"/>
                  <a:pt x="30" y="112"/>
                  <a:pt x="38" y="99"/>
                </a:cubicBezTo>
                <a:cubicBezTo>
                  <a:pt x="46" y="87"/>
                  <a:pt x="57" y="76"/>
                  <a:pt x="67" y="65"/>
                </a:cubicBezTo>
                <a:cubicBezTo>
                  <a:pt x="78" y="55"/>
                  <a:pt x="89" y="46"/>
                  <a:pt x="101" y="37"/>
                </a:cubicBezTo>
                <a:cubicBezTo>
                  <a:pt x="114" y="29"/>
                  <a:pt x="127" y="22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385" y="0"/>
                </a:lnTo>
                <a:cubicBezTo>
                  <a:pt x="400" y="0"/>
                  <a:pt x="414" y="1"/>
                  <a:pt x="429" y="4"/>
                </a:cubicBezTo>
                <a:cubicBezTo>
                  <a:pt x="443" y="7"/>
                  <a:pt x="457" y="11"/>
                  <a:pt x="471" y="17"/>
                </a:cubicBezTo>
                <a:cubicBezTo>
                  <a:pt x="485" y="22"/>
                  <a:pt x="498" y="29"/>
                  <a:pt x="510" y="37"/>
                </a:cubicBezTo>
                <a:cubicBezTo>
                  <a:pt x="522" y="46"/>
                  <a:pt x="534" y="55"/>
                  <a:pt x="544" y="65"/>
                </a:cubicBezTo>
                <a:cubicBezTo>
                  <a:pt x="554" y="76"/>
                  <a:pt x="564" y="87"/>
                  <a:pt x="572" y="99"/>
                </a:cubicBezTo>
                <a:cubicBezTo>
                  <a:pt x="580" y="112"/>
                  <a:pt x="587" y="125"/>
                  <a:pt x="593" y="138"/>
                </a:cubicBezTo>
                <a:cubicBezTo>
                  <a:pt x="598" y="152"/>
                  <a:pt x="603" y="166"/>
                  <a:pt x="606" y="181"/>
                </a:cubicBezTo>
                <a:cubicBezTo>
                  <a:pt x="608" y="195"/>
                  <a:pt x="610" y="210"/>
                  <a:pt x="610" y="224"/>
                </a:cubicBezTo>
                <a:cubicBezTo>
                  <a:pt x="610" y="239"/>
                  <a:pt x="608" y="254"/>
                  <a:pt x="606" y="268"/>
                </a:cubicBezTo>
                <a:cubicBezTo>
                  <a:pt x="603" y="283"/>
                  <a:pt x="598" y="297"/>
                  <a:pt x="593" y="311"/>
                </a:cubicBezTo>
                <a:cubicBezTo>
                  <a:pt x="587" y="324"/>
                  <a:pt x="580" y="337"/>
                  <a:pt x="572" y="349"/>
                </a:cubicBezTo>
                <a:cubicBezTo>
                  <a:pt x="564" y="362"/>
                  <a:pt x="554" y="373"/>
                  <a:pt x="544" y="383"/>
                </a:cubicBezTo>
                <a:cubicBezTo>
                  <a:pt x="534" y="394"/>
                  <a:pt x="522" y="404"/>
                  <a:pt x="510" y="412"/>
                </a:cubicBezTo>
                <a:cubicBezTo>
                  <a:pt x="498" y="421"/>
                  <a:pt x="485" y="428"/>
                  <a:pt x="471" y="433"/>
                </a:cubicBezTo>
                <a:cubicBezTo>
                  <a:pt x="457" y="439"/>
                  <a:pt x="443" y="443"/>
                  <a:pt x="429" y="446"/>
                </a:cubicBezTo>
                <a:cubicBezTo>
                  <a:pt x="414" y="449"/>
                  <a:pt x="400" y="450"/>
                  <a:pt x="385" y="450"/>
                </a:cubicBezTo>
                <a:lnTo>
                  <a:pt x="226" y="450"/>
                </a:lnTo>
                <a:cubicBezTo>
                  <a:pt x="211" y="450"/>
                  <a:pt x="197" y="449"/>
                  <a:pt x="182" y="446"/>
                </a:cubicBezTo>
                <a:cubicBezTo>
                  <a:pt x="168" y="443"/>
                  <a:pt x="154" y="439"/>
                  <a:pt x="140" y="433"/>
                </a:cubicBezTo>
                <a:cubicBezTo>
                  <a:pt x="127" y="428"/>
                  <a:pt x="114" y="421"/>
                  <a:pt x="101" y="412"/>
                </a:cubicBezTo>
                <a:cubicBezTo>
                  <a:pt x="89" y="404"/>
                  <a:pt x="78" y="394"/>
                  <a:pt x="67" y="383"/>
                </a:cubicBezTo>
                <a:cubicBezTo>
                  <a:pt x="57" y="373"/>
                  <a:pt x="46" y="362"/>
                  <a:pt x="38" y="349"/>
                </a:cubicBezTo>
                <a:cubicBezTo>
                  <a:pt x="30" y="337"/>
                  <a:pt x="23" y="324"/>
                  <a:pt x="17" y="311"/>
                </a:cubicBezTo>
                <a:cubicBezTo>
                  <a:pt x="12" y="297"/>
                  <a:pt x="8" y="283"/>
                  <a:pt x="5" y="268"/>
                </a:cubicBezTo>
                <a:cubicBezTo>
                  <a:pt x="2" y="254"/>
                  <a:pt x="0" y="239"/>
                  <a:pt x="0" y="22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180840" y="2174040"/>
            <a:ext cx="1396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sneller en completer.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503400" y="2877480"/>
            <a:ext cx="104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6768000" y="2877480"/>
            <a:ext cx="6040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meedenken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7489800" y="2877480"/>
            <a:ext cx="677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samenvatten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788160" y="3096360"/>
            <a:ext cx="424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voorstel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56840" y="3943080"/>
            <a:ext cx="8087400" cy="581400"/>
          </a:xfrm>
          <a:custGeom>
            <a:avLst/>
            <a:gdLst/>
            <a:ahLst/>
            <a:rect l="0" t="0" r="r" b="b"/>
            <a:pathLst>
              <a:path w="22465" h="1615">
                <a:moveTo>
                  <a:pt x="0" y="0"/>
                </a:moveTo>
                <a:lnTo>
                  <a:pt x="22465" y="0"/>
                </a:lnTo>
                <a:lnTo>
                  <a:pt x="2246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456840" y="3943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456840" y="45147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853416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45684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7338600" y="3096360"/>
            <a:ext cx="518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1539000" y="3426840"/>
            <a:ext cx="5835240" cy="219960"/>
          </a:xfrm>
          <a:custGeom>
            <a:avLst/>
            <a:gdLst/>
            <a:ahLst/>
            <a:rect l="0" t="0" r="r" b="b"/>
            <a:pathLst>
              <a:path w="16209" h="611">
                <a:moveTo>
                  <a:pt x="16209" y="0"/>
                </a:moveTo>
                <a:lnTo>
                  <a:pt x="16209" y="168"/>
                </a:lnTo>
                <a:lnTo>
                  <a:pt x="16139" y="168"/>
                </a:lnTo>
                <a:lnTo>
                  <a:pt x="16139" y="0"/>
                </a:lnTo>
                <a:lnTo>
                  <a:pt x="16209" y="0"/>
                </a:lnTo>
                <a:moveTo>
                  <a:pt x="16209" y="288"/>
                </a:moveTo>
                <a:lnTo>
                  <a:pt x="16209" y="455"/>
                </a:lnTo>
                <a:lnTo>
                  <a:pt x="16139" y="455"/>
                </a:lnTo>
                <a:lnTo>
                  <a:pt x="16139" y="288"/>
                </a:lnTo>
                <a:lnTo>
                  <a:pt x="16209" y="288"/>
                </a:lnTo>
                <a:moveTo>
                  <a:pt x="16174" y="611"/>
                </a:moveTo>
                <a:lnTo>
                  <a:pt x="16011" y="611"/>
                </a:lnTo>
                <a:lnTo>
                  <a:pt x="16011" y="539"/>
                </a:lnTo>
                <a:lnTo>
                  <a:pt x="16174" y="539"/>
                </a:lnTo>
                <a:lnTo>
                  <a:pt x="16174" y="611"/>
                </a:lnTo>
                <a:moveTo>
                  <a:pt x="15894" y="611"/>
                </a:moveTo>
                <a:lnTo>
                  <a:pt x="15730" y="611"/>
                </a:lnTo>
                <a:lnTo>
                  <a:pt x="15730" y="539"/>
                </a:lnTo>
                <a:lnTo>
                  <a:pt x="15894" y="539"/>
                </a:lnTo>
                <a:lnTo>
                  <a:pt x="15894" y="611"/>
                </a:lnTo>
                <a:moveTo>
                  <a:pt x="15613" y="611"/>
                </a:moveTo>
                <a:lnTo>
                  <a:pt x="15449" y="611"/>
                </a:lnTo>
                <a:lnTo>
                  <a:pt x="15449" y="539"/>
                </a:lnTo>
                <a:lnTo>
                  <a:pt x="15613" y="539"/>
                </a:lnTo>
                <a:lnTo>
                  <a:pt x="15613" y="611"/>
                </a:lnTo>
                <a:moveTo>
                  <a:pt x="15332" y="611"/>
                </a:moveTo>
                <a:lnTo>
                  <a:pt x="15169" y="611"/>
                </a:lnTo>
                <a:lnTo>
                  <a:pt x="15169" y="539"/>
                </a:lnTo>
                <a:lnTo>
                  <a:pt x="15332" y="539"/>
                </a:lnTo>
                <a:lnTo>
                  <a:pt x="15332" y="611"/>
                </a:lnTo>
                <a:moveTo>
                  <a:pt x="15052" y="611"/>
                </a:moveTo>
                <a:lnTo>
                  <a:pt x="14888" y="611"/>
                </a:lnTo>
                <a:lnTo>
                  <a:pt x="14888" y="539"/>
                </a:lnTo>
                <a:lnTo>
                  <a:pt x="15052" y="539"/>
                </a:lnTo>
                <a:lnTo>
                  <a:pt x="15052" y="611"/>
                </a:lnTo>
                <a:moveTo>
                  <a:pt x="14771" y="611"/>
                </a:moveTo>
                <a:lnTo>
                  <a:pt x="14607" y="611"/>
                </a:lnTo>
                <a:lnTo>
                  <a:pt x="14607" y="539"/>
                </a:lnTo>
                <a:lnTo>
                  <a:pt x="14771" y="539"/>
                </a:lnTo>
                <a:lnTo>
                  <a:pt x="14771" y="611"/>
                </a:lnTo>
                <a:moveTo>
                  <a:pt x="14490" y="611"/>
                </a:moveTo>
                <a:lnTo>
                  <a:pt x="14327" y="611"/>
                </a:lnTo>
                <a:lnTo>
                  <a:pt x="14327" y="539"/>
                </a:lnTo>
                <a:lnTo>
                  <a:pt x="14490" y="539"/>
                </a:lnTo>
                <a:lnTo>
                  <a:pt x="14490" y="611"/>
                </a:lnTo>
                <a:moveTo>
                  <a:pt x="14210" y="611"/>
                </a:moveTo>
                <a:lnTo>
                  <a:pt x="14046" y="611"/>
                </a:lnTo>
                <a:lnTo>
                  <a:pt x="14046" y="539"/>
                </a:lnTo>
                <a:lnTo>
                  <a:pt x="14210" y="539"/>
                </a:lnTo>
                <a:lnTo>
                  <a:pt x="14210" y="611"/>
                </a:lnTo>
                <a:moveTo>
                  <a:pt x="13929" y="611"/>
                </a:moveTo>
                <a:lnTo>
                  <a:pt x="13765" y="611"/>
                </a:lnTo>
                <a:lnTo>
                  <a:pt x="13765" y="539"/>
                </a:lnTo>
                <a:lnTo>
                  <a:pt x="13929" y="539"/>
                </a:lnTo>
                <a:lnTo>
                  <a:pt x="13929" y="611"/>
                </a:lnTo>
                <a:moveTo>
                  <a:pt x="13648" y="611"/>
                </a:moveTo>
                <a:lnTo>
                  <a:pt x="13485" y="611"/>
                </a:lnTo>
                <a:lnTo>
                  <a:pt x="13485" y="539"/>
                </a:lnTo>
                <a:lnTo>
                  <a:pt x="13648" y="539"/>
                </a:lnTo>
                <a:lnTo>
                  <a:pt x="13648" y="611"/>
                </a:lnTo>
                <a:moveTo>
                  <a:pt x="13368" y="611"/>
                </a:moveTo>
                <a:lnTo>
                  <a:pt x="13204" y="611"/>
                </a:lnTo>
                <a:lnTo>
                  <a:pt x="13204" y="539"/>
                </a:lnTo>
                <a:lnTo>
                  <a:pt x="13368" y="539"/>
                </a:lnTo>
                <a:lnTo>
                  <a:pt x="13368" y="611"/>
                </a:lnTo>
                <a:moveTo>
                  <a:pt x="13087" y="611"/>
                </a:moveTo>
                <a:lnTo>
                  <a:pt x="12923" y="611"/>
                </a:lnTo>
                <a:lnTo>
                  <a:pt x="12923" y="539"/>
                </a:lnTo>
                <a:lnTo>
                  <a:pt x="13087" y="539"/>
                </a:lnTo>
                <a:lnTo>
                  <a:pt x="13087" y="611"/>
                </a:lnTo>
                <a:moveTo>
                  <a:pt x="12806" y="611"/>
                </a:moveTo>
                <a:lnTo>
                  <a:pt x="12643" y="611"/>
                </a:lnTo>
                <a:lnTo>
                  <a:pt x="12643" y="539"/>
                </a:lnTo>
                <a:lnTo>
                  <a:pt x="12806" y="539"/>
                </a:lnTo>
                <a:lnTo>
                  <a:pt x="12806" y="611"/>
                </a:lnTo>
                <a:moveTo>
                  <a:pt x="12526" y="611"/>
                </a:moveTo>
                <a:lnTo>
                  <a:pt x="12362" y="611"/>
                </a:lnTo>
                <a:lnTo>
                  <a:pt x="12362" y="539"/>
                </a:lnTo>
                <a:lnTo>
                  <a:pt x="12526" y="539"/>
                </a:lnTo>
                <a:lnTo>
                  <a:pt x="12526" y="611"/>
                </a:lnTo>
                <a:moveTo>
                  <a:pt x="12245" y="611"/>
                </a:moveTo>
                <a:lnTo>
                  <a:pt x="12081" y="611"/>
                </a:lnTo>
                <a:lnTo>
                  <a:pt x="12081" y="539"/>
                </a:lnTo>
                <a:lnTo>
                  <a:pt x="12245" y="539"/>
                </a:lnTo>
                <a:lnTo>
                  <a:pt x="12245" y="611"/>
                </a:lnTo>
                <a:moveTo>
                  <a:pt x="11964" y="611"/>
                </a:moveTo>
                <a:lnTo>
                  <a:pt x="11801" y="611"/>
                </a:lnTo>
                <a:lnTo>
                  <a:pt x="11801" y="539"/>
                </a:lnTo>
                <a:lnTo>
                  <a:pt x="11964" y="539"/>
                </a:lnTo>
                <a:lnTo>
                  <a:pt x="11964" y="611"/>
                </a:lnTo>
                <a:moveTo>
                  <a:pt x="11684" y="611"/>
                </a:moveTo>
                <a:lnTo>
                  <a:pt x="11520" y="611"/>
                </a:lnTo>
                <a:lnTo>
                  <a:pt x="11520" y="539"/>
                </a:lnTo>
                <a:lnTo>
                  <a:pt x="11684" y="539"/>
                </a:lnTo>
                <a:lnTo>
                  <a:pt x="11684" y="611"/>
                </a:lnTo>
                <a:moveTo>
                  <a:pt x="11403" y="611"/>
                </a:moveTo>
                <a:lnTo>
                  <a:pt x="11239" y="611"/>
                </a:lnTo>
                <a:lnTo>
                  <a:pt x="11239" y="539"/>
                </a:lnTo>
                <a:lnTo>
                  <a:pt x="11403" y="539"/>
                </a:lnTo>
                <a:lnTo>
                  <a:pt x="11403" y="611"/>
                </a:lnTo>
                <a:moveTo>
                  <a:pt x="11122" y="611"/>
                </a:moveTo>
                <a:lnTo>
                  <a:pt x="10959" y="611"/>
                </a:lnTo>
                <a:lnTo>
                  <a:pt x="10959" y="539"/>
                </a:lnTo>
                <a:lnTo>
                  <a:pt x="11122" y="539"/>
                </a:lnTo>
                <a:lnTo>
                  <a:pt x="11122" y="611"/>
                </a:lnTo>
                <a:moveTo>
                  <a:pt x="10842" y="611"/>
                </a:moveTo>
                <a:lnTo>
                  <a:pt x="10678" y="611"/>
                </a:lnTo>
                <a:lnTo>
                  <a:pt x="10678" y="539"/>
                </a:lnTo>
                <a:lnTo>
                  <a:pt x="10842" y="539"/>
                </a:lnTo>
                <a:lnTo>
                  <a:pt x="10842" y="611"/>
                </a:lnTo>
                <a:moveTo>
                  <a:pt x="10561" y="611"/>
                </a:moveTo>
                <a:lnTo>
                  <a:pt x="10397" y="611"/>
                </a:lnTo>
                <a:lnTo>
                  <a:pt x="10397" y="539"/>
                </a:lnTo>
                <a:lnTo>
                  <a:pt x="10561" y="539"/>
                </a:lnTo>
                <a:lnTo>
                  <a:pt x="10561" y="611"/>
                </a:lnTo>
                <a:moveTo>
                  <a:pt x="10280" y="611"/>
                </a:moveTo>
                <a:lnTo>
                  <a:pt x="10117" y="611"/>
                </a:lnTo>
                <a:lnTo>
                  <a:pt x="10117" y="539"/>
                </a:lnTo>
                <a:lnTo>
                  <a:pt x="10280" y="539"/>
                </a:lnTo>
                <a:lnTo>
                  <a:pt x="10280" y="611"/>
                </a:lnTo>
                <a:moveTo>
                  <a:pt x="10000" y="611"/>
                </a:moveTo>
                <a:lnTo>
                  <a:pt x="9836" y="611"/>
                </a:lnTo>
                <a:lnTo>
                  <a:pt x="9836" y="539"/>
                </a:lnTo>
                <a:lnTo>
                  <a:pt x="10000" y="539"/>
                </a:lnTo>
                <a:lnTo>
                  <a:pt x="10000" y="611"/>
                </a:lnTo>
                <a:moveTo>
                  <a:pt x="9719" y="611"/>
                </a:moveTo>
                <a:lnTo>
                  <a:pt x="9555" y="611"/>
                </a:lnTo>
                <a:lnTo>
                  <a:pt x="9555" y="539"/>
                </a:lnTo>
                <a:lnTo>
                  <a:pt x="9719" y="539"/>
                </a:lnTo>
                <a:lnTo>
                  <a:pt x="9719" y="611"/>
                </a:lnTo>
                <a:moveTo>
                  <a:pt x="9438" y="611"/>
                </a:moveTo>
                <a:lnTo>
                  <a:pt x="9275" y="611"/>
                </a:lnTo>
                <a:lnTo>
                  <a:pt x="9275" y="539"/>
                </a:lnTo>
                <a:lnTo>
                  <a:pt x="9438" y="539"/>
                </a:lnTo>
                <a:lnTo>
                  <a:pt x="9438" y="611"/>
                </a:lnTo>
                <a:moveTo>
                  <a:pt x="9158" y="611"/>
                </a:moveTo>
                <a:lnTo>
                  <a:pt x="8994" y="611"/>
                </a:lnTo>
                <a:lnTo>
                  <a:pt x="8994" y="539"/>
                </a:lnTo>
                <a:lnTo>
                  <a:pt x="9158" y="539"/>
                </a:lnTo>
                <a:lnTo>
                  <a:pt x="9158" y="611"/>
                </a:lnTo>
                <a:moveTo>
                  <a:pt x="8877" y="611"/>
                </a:moveTo>
                <a:lnTo>
                  <a:pt x="8713" y="611"/>
                </a:lnTo>
                <a:lnTo>
                  <a:pt x="8713" y="539"/>
                </a:lnTo>
                <a:lnTo>
                  <a:pt x="8877" y="539"/>
                </a:lnTo>
                <a:lnTo>
                  <a:pt x="8877" y="611"/>
                </a:lnTo>
                <a:moveTo>
                  <a:pt x="8596" y="611"/>
                </a:moveTo>
                <a:lnTo>
                  <a:pt x="8433" y="611"/>
                </a:lnTo>
                <a:lnTo>
                  <a:pt x="8433" y="539"/>
                </a:lnTo>
                <a:lnTo>
                  <a:pt x="8596" y="539"/>
                </a:lnTo>
                <a:lnTo>
                  <a:pt x="8596" y="611"/>
                </a:lnTo>
                <a:moveTo>
                  <a:pt x="8316" y="611"/>
                </a:moveTo>
                <a:lnTo>
                  <a:pt x="8152" y="611"/>
                </a:lnTo>
                <a:lnTo>
                  <a:pt x="8152" y="539"/>
                </a:lnTo>
                <a:lnTo>
                  <a:pt x="8316" y="539"/>
                </a:lnTo>
                <a:lnTo>
                  <a:pt x="8316" y="611"/>
                </a:lnTo>
                <a:moveTo>
                  <a:pt x="8035" y="611"/>
                </a:moveTo>
                <a:lnTo>
                  <a:pt x="7871" y="611"/>
                </a:lnTo>
                <a:lnTo>
                  <a:pt x="7871" y="539"/>
                </a:lnTo>
                <a:lnTo>
                  <a:pt x="8035" y="539"/>
                </a:lnTo>
                <a:lnTo>
                  <a:pt x="8035" y="611"/>
                </a:lnTo>
                <a:moveTo>
                  <a:pt x="7754" y="611"/>
                </a:moveTo>
                <a:lnTo>
                  <a:pt x="7591" y="611"/>
                </a:lnTo>
                <a:lnTo>
                  <a:pt x="7591" y="539"/>
                </a:lnTo>
                <a:lnTo>
                  <a:pt x="7754" y="539"/>
                </a:lnTo>
                <a:lnTo>
                  <a:pt x="7754" y="611"/>
                </a:lnTo>
                <a:moveTo>
                  <a:pt x="7474" y="611"/>
                </a:moveTo>
                <a:lnTo>
                  <a:pt x="7310" y="611"/>
                </a:lnTo>
                <a:lnTo>
                  <a:pt x="7310" y="539"/>
                </a:lnTo>
                <a:lnTo>
                  <a:pt x="7474" y="539"/>
                </a:lnTo>
                <a:lnTo>
                  <a:pt x="7474" y="611"/>
                </a:lnTo>
                <a:moveTo>
                  <a:pt x="7193" y="611"/>
                </a:moveTo>
                <a:lnTo>
                  <a:pt x="7029" y="611"/>
                </a:lnTo>
                <a:lnTo>
                  <a:pt x="7029" y="539"/>
                </a:lnTo>
                <a:lnTo>
                  <a:pt x="7193" y="539"/>
                </a:lnTo>
                <a:lnTo>
                  <a:pt x="7193" y="611"/>
                </a:lnTo>
                <a:moveTo>
                  <a:pt x="6912" y="611"/>
                </a:moveTo>
                <a:lnTo>
                  <a:pt x="6749" y="611"/>
                </a:lnTo>
                <a:lnTo>
                  <a:pt x="6749" y="539"/>
                </a:lnTo>
                <a:lnTo>
                  <a:pt x="6912" y="539"/>
                </a:lnTo>
                <a:lnTo>
                  <a:pt x="6912" y="611"/>
                </a:lnTo>
                <a:moveTo>
                  <a:pt x="6632" y="611"/>
                </a:moveTo>
                <a:lnTo>
                  <a:pt x="6468" y="611"/>
                </a:lnTo>
                <a:lnTo>
                  <a:pt x="6468" y="539"/>
                </a:lnTo>
                <a:lnTo>
                  <a:pt x="6632" y="539"/>
                </a:lnTo>
                <a:lnTo>
                  <a:pt x="6632" y="611"/>
                </a:lnTo>
                <a:moveTo>
                  <a:pt x="6351" y="611"/>
                </a:moveTo>
                <a:lnTo>
                  <a:pt x="6187" y="611"/>
                </a:lnTo>
                <a:lnTo>
                  <a:pt x="6187" y="539"/>
                </a:lnTo>
                <a:lnTo>
                  <a:pt x="6351" y="539"/>
                </a:lnTo>
                <a:lnTo>
                  <a:pt x="6351" y="611"/>
                </a:lnTo>
                <a:moveTo>
                  <a:pt x="6070" y="611"/>
                </a:moveTo>
                <a:lnTo>
                  <a:pt x="5907" y="611"/>
                </a:lnTo>
                <a:lnTo>
                  <a:pt x="5907" y="539"/>
                </a:lnTo>
                <a:lnTo>
                  <a:pt x="6070" y="539"/>
                </a:lnTo>
                <a:lnTo>
                  <a:pt x="6070" y="611"/>
                </a:lnTo>
                <a:moveTo>
                  <a:pt x="5790" y="611"/>
                </a:moveTo>
                <a:lnTo>
                  <a:pt x="5626" y="611"/>
                </a:lnTo>
                <a:lnTo>
                  <a:pt x="5626" y="539"/>
                </a:lnTo>
                <a:lnTo>
                  <a:pt x="5790" y="539"/>
                </a:lnTo>
                <a:lnTo>
                  <a:pt x="5790" y="611"/>
                </a:lnTo>
                <a:moveTo>
                  <a:pt x="5509" y="611"/>
                </a:moveTo>
                <a:lnTo>
                  <a:pt x="5345" y="611"/>
                </a:lnTo>
                <a:lnTo>
                  <a:pt x="5345" y="539"/>
                </a:lnTo>
                <a:lnTo>
                  <a:pt x="5509" y="539"/>
                </a:lnTo>
                <a:lnTo>
                  <a:pt x="5509" y="611"/>
                </a:lnTo>
                <a:moveTo>
                  <a:pt x="5228" y="611"/>
                </a:moveTo>
                <a:lnTo>
                  <a:pt x="5065" y="611"/>
                </a:lnTo>
                <a:lnTo>
                  <a:pt x="5065" y="539"/>
                </a:lnTo>
                <a:lnTo>
                  <a:pt x="5228" y="539"/>
                </a:lnTo>
                <a:lnTo>
                  <a:pt x="5228" y="611"/>
                </a:lnTo>
                <a:moveTo>
                  <a:pt x="4948" y="611"/>
                </a:moveTo>
                <a:lnTo>
                  <a:pt x="4784" y="611"/>
                </a:lnTo>
                <a:lnTo>
                  <a:pt x="4784" y="539"/>
                </a:lnTo>
                <a:lnTo>
                  <a:pt x="4948" y="539"/>
                </a:lnTo>
                <a:lnTo>
                  <a:pt x="4948" y="611"/>
                </a:lnTo>
                <a:moveTo>
                  <a:pt x="4667" y="611"/>
                </a:moveTo>
                <a:lnTo>
                  <a:pt x="4503" y="611"/>
                </a:lnTo>
                <a:lnTo>
                  <a:pt x="4503" y="539"/>
                </a:lnTo>
                <a:lnTo>
                  <a:pt x="4667" y="539"/>
                </a:lnTo>
                <a:lnTo>
                  <a:pt x="4667" y="611"/>
                </a:lnTo>
                <a:moveTo>
                  <a:pt x="4386" y="611"/>
                </a:moveTo>
                <a:lnTo>
                  <a:pt x="4223" y="611"/>
                </a:lnTo>
                <a:lnTo>
                  <a:pt x="4223" y="539"/>
                </a:lnTo>
                <a:lnTo>
                  <a:pt x="4386" y="539"/>
                </a:lnTo>
                <a:lnTo>
                  <a:pt x="4386" y="611"/>
                </a:lnTo>
                <a:moveTo>
                  <a:pt x="4106" y="611"/>
                </a:moveTo>
                <a:lnTo>
                  <a:pt x="3942" y="611"/>
                </a:lnTo>
                <a:lnTo>
                  <a:pt x="3942" y="539"/>
                </a:lnTo>
                <a:lnTo>
                  <a:pt x="4106" y="539"/>
                </a:lnTo>
                <a:lnTo>
                  <a:pt x="4106" y="611"/>
                </a:lnTo>
                <a:moveTo>
                  <a:pt x="3824" y="611"/>
                </a:moveTo>
                <a:lnTo>
                  <a:pt x="3660" y="611"/>
                </a:lnTo>
                <a:lnTo>
                  <a:pt x="3660" y="539"/>
                </a:lnTo>
                <a:lnTo>
                  <a:pt x="3824" y="539"/>
                </a:lnTo>
                <a:lnTo>
                  <a:pt x="3824" y="611"/>
                </a:lnTo>
                <a:moveTo>
                  <a:pt x="3543" y="611"/>
                </a:moveTo>
                <a:lnTo>
                  <a:pt x="3380" y="611"/>
                </a:lnTo>
                <a:lnTo>
                  <a:pt x="3380" y="539"/>
                </a:lnTo>
                <a:lnTo>
                  <a:pt x="3543" y="539"/>
                </a:lnTo>
                <a:lnTo>
                  <a:pt x="3543" y="611"/>
                </a:lnTo>
                <a:moveTo>
                  <a:pt x="3263" y="611"/>
                </a:moveTo>
                <a:lnTo>
                  <a:pt x="3099" y="611"/>
                </a:lnTo>
                <a:lnTo>
                  <a:pt x="3099" y="539"/>
                </a:lnTo>
                <a:lnTo>
                  <a:pt x="3263" y="539"/>
                </a:lnTo>
                <a:lnTo>
                  <a:pt x="3263" y="611"/>
                </a:lnTo>
                <a:moveTo>
                  <a:pt x="2982" y="611"/>
                </a:moveTo>
                <a:lnTo>
                  <a:pt x="2818" y="611"/>
                </a:lnTo>
                <a:lnTo>
                  <a:pt x="2818" y="539"/>
                </a:lnTo>
                <a:lnTo>
                  <a:pt x="2982" y="539"/>
                </a:lnTo>
                <a:lnTo>
                  <a:pt x="2982" y="611"/>
                </a:lnTo>
                <a:moveTo>
                  <a:pt x="2701" y="611"/>
                </a:moveTo>
                <a:lnTo>
                  <a:pt x="2538" y="611"/>
                </a:lnTo>
                <a:lnTo>
                  <a:pt x="2538" y="539"/>
                </a:lnTo>
                <a:lnTo>
                  <a:pt x="2701" y="539"/>
                </a:lnTo>
                <a:lnTo>
                  <a:pt x="2701" y="611"/>
                </a:lnTo>
                <a:moveTo>
                  <a:pt x="2421" y="611"/>
                </a:moveTo>
                <a:lnTo>
                  <a:pt x="2257" y="611"/>
                </a:lnTo>
                <a:lnTo>
                  <a:pt x="2257" y="539"/>
                </a:lnTo>
                <a:lnTo>
                  <a:pt x="2421" y="539"/>
                </a:lnTo>
                <a:lnTo>
                  <a:pt x="2421" y="611"/>
                </a:lnTo>
                <a:moveTo>
                  <a:pt x="2140" y="611"/>
                </a:moveTo>
                <a:lnTo>
                  <a:pt x="1976" y="611"/>
                </a:lnTo>
                <a:lnTo>
                  <a:pt x="1976" y="539"/>
                </a:lnTo>
                <a:lnTo>
                  <a:pt x="2140" y="539"/>
                </a:lnTo>
                <a:lnTo>
                  <a:pt x="2140" y="611"/>
                </a:lnTo>
                <a:moveTo>
                  <a:pt x="1859" y="611"/>
                </a:moveTo>
                <a:lnTo>
                  <a:pt x="1696" y="611"/>
                </a:lnTo>
                <a:lnTo>
                  <a:pt x="1696" y="539"/>
                </a:lnTo>
                <a:lnTo>
                  <a:pt x="1859" y="539"/>
                </a:lnTo>
                <a:lnTo>
                  <a:pt x="1859" y="611"/>
                </a:lnTo>
                <a:moveTo>
                  <a:pt x="1579" y="611"/>
                </a:moveTo>
                <a:lnTo>
                  <a:pt x="1415" y="611"/>
                </a:lnTo>
                <a:lnTo>
                  <a:pt x="1415" y="539"/>
                </a:lnTo>
                <a:lnTo>
                  <a:pt x="1579" y="539"/>
                </a:lnTo>
                <a:lnTo>
                  <a:pt x="1579" y="611"/>
                </a:lnTo>
                <a:moveTo>
                  <a:pt x="1298" y="611"/>
                </a:moveTo>
                <a:lnTo>
                  <a:pt x="1134" y="611"/>
                </a:lnTo>
                <a:lnTo>
                  <a:pt x="1134" y="539"/>
                </a:lnTo>
                <a:lnTo>
                  <a:pt x="1298" y="539"/>
                </a:lnTo>
                <a:lnTo>
                  <a:pt x="1298" y="611"/>
                </a:lnTo>
                <a:moveTo>
                  <a:pt x="1017" y="611"/>
                </a:moveTo>
                <a:lnTo>
                  <a:pt x="854" y="611"/>
                </a:lnTo>
                <a:lnTo>
                  <a:pt x="854" y="539"/>
                </a:lnTo>
                <a:lnTo>
                  <a:pt x="1017" y="539"/>
                </a:lnTo>
                <a:lnTo>
                  <a:pt x="1017" y="611"/>
                </a:lnTo>
                <a:moveTo>
                  <a:pt x="737" y="611"/>
                </a:moveTo>
                <a:lnTo>
                  <a:pt x="573" y="611"/>
                </a:lnTo>
                <a:lnTo>
                  <a:pt x="573" y="539"/>
                </a:lnTo>
                <a:lnTo>
                  <a:pt x="737" y="539"/>
                </a:lnTo>
                <a:lnTo>
                  <a:pt x="737" y="611"/>
                </a:lnTo>
                <a:moveTo>
                  <a:pt x="456" y="611"/>
                </a:moveTo>
                <a:lnTo>
                  <a:pt x="292" y="611"/>
                </a:lnTo>
                <a:lnTo>
                  <a:pt x="292" y="539"/>
                </a:lnTo>
                <a:lnTo>
                  <a:pt x="456" y="539"/>
                </a:lnTo>
                <a:lnTo>
                  <a:pt x="456" y="611"/>
                </a:lnTo>
                <a:moveTo>
                  <a:pt x="175" y="611"/>
                </a:moveTo>
                <a:lnTo>
                  <a:pt x="0" y="611"/>
                </a:lnTo>
                <a:lnTo>
                  <a:pt x="0" y="552"/>
                </a:lnTo>
                <a:lnTo>
                  <a:pt x="70" y="552"/>
                </a:lnTo>
                <a:lnTo>
                  <a:pt x="70" y="576"/>
                </a:lnTo>
                <a:lnTo>
                  <a:pt x="35" y="576"/>
                </a:lnTo>
                <a:lnTo>
                  <a:pt x="35" y="539"/>
                </a:lnTo>
                <a:lnTo>
                  <a:pt x="175" y="539"/>
                </a:lnTo>
                <a:lnTo>
                  <a:pt x="175" y="611"/>
                </a:lnTo>
                <a:moveTo>
                  <a:pt x="0" y="431"/>
                </a:moveTo>
                <a:lnTo>
                  <a:pt x="0" y="264"/>
                </a:lnTo>
                <a:lnTo>
                  <a:pt x="70" y="264"/>
                </a:lnTo>
                <a:lnTo>
                  <a:pt x="70" y="431"/>
                </a:lnTo>
                <a:lnTo>
                  <a:pt x="0" y="431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1484280" y="3426840"/>
            <a:ext cx="135000" cy="104040"/>
          </a:xfrm>
          <a:custGeom>
            <a:avLst/>
            <a:gdLst/>
            <a:ahLst/>
            <a:rect l="0" t="0" r="r" b="b"/>
            <a:pathLst>
              <a:path w="375" h="289">
                <a:moveTo>
                  <a:pt x="0" y="289"/>
                </a:moveTo>
                <a:lnTo>
                  <a:pt x="188" y="0"/>
                </a:lnTo>
                <a:lnTo>
                  <a:pt x="375" y="289"/>
                </a:lnTo>
                <a:lnTo>
                  <a:pt x="0" y="289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634320" y="4157280"/>
            <a:ext cx="8326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Elke ronde maakt de volgende sneller.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afspraak zelf blijft mensenwerk; AI versnelt het werk eromheen.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2484360" y="3671280"/>
            <a:ext cx="4592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en elke ronde levert sneller een voorstel waarover mensen kunnen besluiten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05" name=""/>
          <p:cNvSpPr/>
          <p:nvPr/>
        </p:nvSpPr>
        <p:spPr>
          <a:xfrm>
            <a:off x="485640" y="1056960"/>
            <a:ext cx="4705560" cy="1610280"/>
          </a:xfrm>
          <a:custGeom>
            <a:avLst/>
            <a:gdLst/>
            <a:ahLst/>
            <a:rect l="0" t="0" r="r" b="b"/>
            <a:pathLst>
              <a:path w="1307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1"/>
                </a:lnTo>
                <a:cubicBezTo>
                  <a:pt x="13071" y="4275"/>
                  <a:pt x="13070" y="4289"/>
                  <a:pt x="13067" y="4302"/>
                </a:cubicBezTo>
                <a:cubicBezTo>
                  <a:pt x="13065" y="4316"/>
                  <a:pt x="13060" y="4329"/>
                  <a:pt x="13055" y="4342"/>
                </a:cubicBezTo>
                <a:cubicBezTo>
                  <a:pt x="13050" y="4355"/>
                  <a:pt x="13043" y="4367"/>
                  <a:pt x="13036" y="4379"/>
                </a:cubicBezTo>
                <a:cubicBezTo>
                  <a:pt x="13028" y="4390"/>
                  <a:pt x="13019" y="4401"/>
                  <a:pt x="13009" y="4411"/>
                </a:cubicBezTo>
                <a:cubicBezTo>
                  <a:pt x="12999" y="4421"/>
                  <a:pt x="12989" y="4429"/>
                  <a:pt x="12977" y="4437"/>
                </a:cubicBezTo>
                <a:cubicBezTo>
                  <a:pt x="12966" y="4445"/>
                  <a:pt x="12953" y="4451"/>
                  <a:pt x="12941" y="4457"/>
                </a:cubicBezTo>
                <a:cubicBezTo>
                  <a:pt x="12928" y="4462"/>
                  <a:pt x="12915" y="4466"/>
                  <a:pt x="12901" y="4469"/>
                </a:cubicBezTo>
                <a:cubicBezTo>
                  <a:pt x="12887" y="4471"/>
                  <a:pt x="12874" y="4473"/>
                  <a:pt x="12860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90" y="4462"/>
                  <a:pt x="82" y="4457"/>
                </a:cubicBezTo>
                <a:cubicBezTo>
                  <a:pt x="74" y="4451"/>
                  <a:pt x="66" y="4445"/>
                  <a:pt x="59" y="4437"/>
                </a:cubicBezTo>
                <a:cubicBezTo>
                  <a:pt x="51" y="4429"/>
                  <a:pt x="45" y="4421"/>
                  <a:pt x="39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7" y="4329"/>
                  <a:pt x="4" y="4316"/>
                  <a:pt x="2" y="4302"/>
                </a:cubicBezTo>
                <a:cubicBezTo>
                  <a:pt x="1" y="4289"/>
                  <a:pt x="0" y="4275"/>
                  <a:pt x="0" y="426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456840" y="1056960"/>
            <a:ext cx="4734360" cy="1610280"/>
          </a:xfrm>
          <a:custGeom>
            <a:avLst/>
            <a:gdLst/>
            <a:ahLst/>
            <a:rect l="0" t="0" r="r" b="b"/>
            <a:pathLst>
              <a:path w="13151" h="4473">
                <a:moveTo>
                  <a:pt x="0" y="0"/>
                </a:moveTo>
                <a:lnTo>
                  <a:pt x="13151" y="0"/>
                </a:lnTo>
                <a:lnTo>
                  <a:pt x="1315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685440" y="192384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39920" y="3866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681840" y="12207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681840" y="147960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2542320" y="215028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4"/>
                </a:moveTo>
                <a:cubicBezTo>
                  <a:pt x="26" y="92"/>
                  <a:pt x="52" y="73"/>
                  <a:pt x="78" y="57"/>
                </a:cubicBezTo>
                <a:lnTo>
                  <a:pt x="106" y="103"/>
                </a:lnTo>
                <a:cubicBezTo>
                  <a:pt x="82" y="117"/>
                  <a:pt x="58" y="134"/>
                  <a:pt x="35" y="155"/>
                </a:cubicBezTo>
                <a:lnTo>
                  <a:pt x="0" y="114"/>
                </a:lnTo>
                <a:moveTo>
                  <a:pt x="144" y="25"/>
                </a:moveTo>
                <a:cubicBezTo>
                  <a:pt x="175" y="12"/>
                  <a:pt x="206" y="4"/>
                  <a:pt x="238" y="1"/>
                </a:cubicBezTo>
                <a:lnTo>
                  <a:pt x="243" y="55"/>
                </a:lnTo>
                <a:cubicBezTo>
                  <a:pt x="216" y="58"/>
                  <a:pt x="190" y="64"/>
                  <a:pt x="163" y="74"/>
                </a:cubicBezTo>
                <a:lnTo>
                  <a:pt x="144" y="25"/>
                </a:lnTo>
                <a:moveTo>
                  <a:pt x="314" y="4"/>
                </a:moveTo>
                <a:cubicBezTo>
                  <a:pt x="345" y="8"/>
                  <a:pt x="376" y="19"/>
                  <a:pt x="406" y="33"/>
                </a:cubicBezTo>
                <a:lnTo>
                  <a:pt x="385" y="81"/>
                </a:lnTo>
                <a:cubicBezTo>
                  <a:pt x="358" y="69"/>
                  <a:pt x="332" y="61"/>
                  <a:pt x="306" y="57"/>
                </a:cubicBezTo>
                <a:lnTo>
                  <a:pt x="314" y="4"/>
                </a:lnTo>
                <a:moveTo>
                  <a:pt x="470" y="67"/>
                </a:moveTo>
                <a:cubicBezTo>
                  <a:pt x="491" y="81"/>
                  <a:pt x="511" y="96"/>
                  <a:pt x="532" y="114"/>
                </a:cubicBezTo>
                <a:cubicBezTo>
                  <a:pt x="537" y="118"/>
                  <a:pt x="542" y="122"/>
                  <a:pt x="547" y="126"/>
                </a:cubicBezTo>
                <a:lnTo>
                  <a:pt x="513" y="168"/>
                </a:lnTo>
                <a:cubicBezTo>
                  <a:pt x="508" y="164"/>
                  <a:pt x="502" y="159"/>
                  <a:pt x="497" y="155"/>
                </a:cubicBezTo>
                <a:cubicBezTo>
                  <a:pt x="478" y="138"/>
                  <a:pt x="459" y="124"/>
                  <a:pt x="441" y="112"/>
                </a:cubicBezTo>
                <a:lnTo>
                  <a:pt x="470" y="67"/>
                </a:lnTo>
                <a:moveTo>
                  <a:pt x="603" y="166"/>
                </a:moveTo>
                <a:cubicBezTo>
                  <a:pt x="628" y="181"/>
                  <a:pt x="652" y="192"/>
                  <a:pt x="677" y="200"/>
                </a:cubicBezTo>
                <a:lnTo>
                  <a:pt x="660" y="251"/>
                </a:lnTo>
                <a:cubicBezTo>
                  <a:pt x="632" y="242"/>
                  <a:pt x="604" y="229"/>
                  <a:pt x="576" y="212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4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7"/>
                  <a:pt x="930" y="163"/>
                  <a:pt x="953" y="147"/>
                </a:cubicBezTo>
                <a:lnTo>
                  <a:pt x="984" y="190"/>
                </a:lnTo>
                <a:cubicBezTo>
                  <a:pt x="958" y="209"/>
                  <a:pt x="931" y="224"/>
                  <a:pt x="905" y="236"/>
                </a:cubicBezTo>
                <a:lnTo>
                  <a:pt x="883" y="187"/>
                </a:lnTo>
                <a:moveTo>
                  <a:pt x="1012" y="100"/>
                </a:moveTo>
                <a:cubicBezTo>
                  <a:pt x="1038" y="79"/>
                  <a:pt x="1064" y="62"/>
                  <a:pt x="1090" y="47"/>
                </a:cubicBezTo>
                <a:lnTo>
                  <a:pt x="1116" y="94"/>
                </a:lnTo>
                <a:cubicBezTo>
                  <a:pt x="1092" y="107"/>
                  <a:pt x="1069" y="123"/>
                  <a:pt x="1045" y="142"/>
                </a:cubicBezTo>
                <a:lnTo>
                  <a:pt x="1012" y="100"/>
                </a:lnTo>
                <a:moveTo>
                  <a:pt x="1159" y="18"/>
                </a:moveTo>
                <a:cubicBezTo>
                  <a:pt x="1190" y="7"/>
                  <a:pt x="1222" y="1"/>
                  <a:pt x="1253" y="0"/>
                </a:cubicBezTo>
                <a:lnTo>
                  <a:pt x="1255" y="55"/>
                </a:lnTo>
                <a:cubicBezTo>
                  <a:pt x="1228" y="55"/>
                  <a:pt x="1202" y="60"/>
                  <a:pt x="1175" y="68"/>
                </a:cubicBezTo>
                <a:lnTo>
                  <a:pt x="1159" y="18"/>
                </a:lnTo>
                <a:moveTo>
                  <a:pt x="1329" y="8"/>
                </a:moveTo>
                <a:cubicBezTo>
                  <a:pt x="1359" y="15"/>
                  <a:pt x="1389" y="26"/>
                  <a:pt x="1419" y="41"/>
                </a:cubicBezTo>
                <a:lnTo>
                  <a:pt x="1395" y="88"/>
                </a:lnTo>
                <a:cubicBezTo>
                  <a:pt x="1369" y="75"/>
                  <a:pt x="1343" y="66"/>
                  <a:pt x="1318" y="61"/>
                </a:cubicBezTo>
                <a:lnTo>
                  <a:pt x="1329" y="8"/>
                </a:lnTo>
                <a:moveTo>
                  <a:pt x="1482" y="79"/>
                </a:moveTo>
                <a:cubicBezTo>
                  <a:pt x="1497" y="90"/>
                  <a:pt x="1512" y="101"/>
                  <a:pt x="1527" y="114"/>
                </a:cubicBezTo>
                <a:cubicBezTo>
                  <a:pt x="1538" y="124"/>
                  <a:pt x="1549" y="133"/>
                  <a:pt x="1560" y="141"/>
                </a:cubicBezTo>
                <a:lnTo>
                  <a:pt x="1526" y="183"/>
                </a:lnTo>
                <a:cubicBezTo>
                  <a:pt x="1515" y="174"/>
                  <a:pt x="1504" y="165"/>
                  <a:pt x="1492" y="155"/>
                </a:cubicBezTo>
                <a:cubicBezTo>
                  <a:pt x="1478" y="143"/>
                  <a:pt x="1465" y="132"/>
                  <a:pt x="1451" y="122"/>
                </a:cubicBezTo>
                <a:lnTo>
                  <a:pt x="1482" y="79"/>
                </a:lnTo>
                <a:moveTo>
                  <a:pt x="1614" y="181"/>
                </a:moveTo>
                <a:cubicBezTo>
                  <a:pt x="1643" y="201"/>
                  <a:pt x="1666" y="212"/>
                  <a:pt x="1682" y="214"/>
                </a:cubicBezTo>
                <a:lnTo>
                  <a:pt x="1675" y="267"/>
                </a:lnTo>
                <a:cubicBezTo>
                  <a:pt x="1650" y="263"/>
                  <a:pt x="1620" y="250"/>
                  <a:pt x="1584" y="226"/>
                </a:cubicBezTo>
                <a:lnTo>
                  <a:pt x="1614" y="181"/>
                </a:lnTo>
                <a:moveTo>
                  <a:pt x="1699" y="199"/>
                </a:moveTo>
                <a:cubicBezTo>
                  <a:pt x="1701" y="185"/>
                  <a:pt x="1700" y="165"/>
                  <a:pt x="1696" y="139"/>
                </a:cubicBezTo>
                <a:lnTo>
                  <a:pt x="1749" y="130"/>
                </a:lnTo>
                <a:cubicBezTo>
                  <a:pt x="1754" y="162"/>
                  <a:pt x="1755" y="188"/>
                  <a:pt x="1751" y="208"/>
                </a:cubicBezTo>
                <a:lnTo>
                  <a:pt x="1699" y="199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2855160" y="2013120"/>
            <a:ext cx="32400" cy="64080"/>
          </a:xfrm>
          <a:custGeom>
            <a:avLst/>
            <a:gdLst/>
            <a:ahLst/>
            <a:rect l="0" t="0" r="r" b="b"/>
            <a:pathLst>
              <a:path fill="none" w="90" h="178">
                <a:moveTo>
                  <a:pt x="0" y="0"/>
                </a:moveTo>
                <a:lnTo>
                  <a:pt x="0" y="124"/>
                </a:lnTo>
                <a:lnTo>
                  <a:pt x="90" y="178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81840" y="167976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5343480" y="1056960"/>
            <a:ext cx="3200760" cy="1610280"/>
          </a:xfrm>
          <a:custGeom>
            <a:avLst/>
            <a:gdLst/>
            <a:ahLst/>
            <a:rect l="0" t="0" r="r" b="b"/>
            <a:pathLst>
              <a:path w="889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1"/>
                </a:lnTo>
                <a:cubicBezTo>
                  <a:pt x="8891" y="4275"/>
                  <a:pt x="8889" y="4289"/>
                  <a:pt x="8887" y="4302"/>
                </a:cubicBezTo>
                <a:cubicBezTo>
                  <a:pt x="8884" y="4316"/>
                  <a:pt x="8880" y="4329"/>
                  <a:pt x="8875" y="4342"/>
                </a:cubicBezTo>
                <a:cubicBezTo>
                  <a:pt x="8869" y="4355"/>
                  <a:pt x="8863" y="4367"/>
                  <a:pt x="8855" y="4379"/>
                </a:cubicBezTo>
                <a:cubicBezTo>
                  <a:pt x="8847" y="4390"/>
                  <a:pt x="8838" y="4401"/>
                  <a:pt x="8829" y="4411"/>
                </a:cubicBezTo>
                <a:cubicBezTo>
                  <a:pt x="8819" y="4421"/>
                  <a:pt x="8808" y="4429"/>
                  <a:pt x="8797" y="4437"/>
                </a:cubicBezTo>
                <a:cubicBezTo>
                  <a:pt x="8785" y="4445"/>
                  <a:pt x="8773" y="4451"/>
                  <a:pt x="8760" y="4457"/>
                </a:cubicBezTo>
                <a:cubicBezTo>
                  <a:pt x="8747" y="4462"/>
                  <a:pt x="8734" y="4466"/>
                  <a:pt x="8720" y="4469"/>
                </a:cubicBezTo>
                <a:cubicBezTo>
                  <a:pt x="8707" y="4471"/>
                  <a:pt x="8693" y="4473"/>
                  <a:pt x="8679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89" y="4462"/>
                  <a:pt x="81" y="4457"/>
                </a:cubicBezTo>
                <a:cubicBezTo>
                  <a:pt x="73" y="4451"/>
                  <a:pt x="66" y="4445"/>
                  <a:pt x="58" y="4437"/>
                </a:cubicBezTo>
                <a:cubicBezTo>
                  <a:pt x="51" y="4429"/>
                  <a:pt x="45" y="4421"/>
                  <a:pt x="38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6" y="4329"/>
                  <a:pt x="4" y="4316"/>
                  <a:pt x="2" y="4302"/>
                </a:cubicBezTo>
                <a:cubicBezTo>
                  <a:pt x="0" y="4289"/>
                  <a:pt x="0" y="4275"/>
                  <a:pt x="0" y="426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314680" y="1056960"/>
            <a:ext cx="3229560" cy="1610280"/>
          </a:xfrm>
          <a:custGeom>
            <a:avLst/>
            <a:gdLst/>
            <a:ahLst/>
            <a:rect l="0" t="0" r="r" b="b"/>
            <a:pathLst>
              <a:path w="8971" h="4473">
                <a:moveTo>
                  <a:pt x="0" y="0"/>
                </a:moveTo>
                <a:lnTo>
                  <a:pt x="8971" y="0"/>
                </a:lnTo>
                <a:lnTo>
                  <a:pt x="897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246680" y="240336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5535360" y="12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5535360" y="142812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5535360" y="164736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85640" y="2781000"/>
            <a:ext cx="4705560" cy="2086560"/>
          </a:xfrm>
          <a:custGeom>
            <a:avLst/>
            <a:gdLst/>
            <a:ahLst/>
            <a:rect l="0" t="0" r="r" b="b"/>
            <a:pathLst>
              <a:path w="1307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584"/>
                </a:lnTo>
                <a:cubicBezTo>
                  <a:pt x="13071" y="5598"/>
                  <a:pt x="13070" y="5612"/>
                  <a:pt x="13067" y="5625"/>
                </a:cubicBezTo>
                <a:cubicBezTo>
                  <a:pt x="13065" y="5639"/>
                  <a:pt x="13060" y="5652"/>
                  <a:pt x="13055" y="5665"/>
                </a:cubicBezTo>
                <a:cubicBezTo>
                  <a:pt x="13050" y="5678"/>
                  <a:pt x="13043" y="5690"/>
                  <a:pt x="13036" y="5702"/>
                </a:cubicBezTo>
                <a:cubicBezTo>
                  <a:pt x="13028" y="5713"/>
                  <a:pt x="13019" y="5724"/>
                  <a:pt x="13009" y="5734"/>
                </a:cubicBezTo>
                <a:cubicBezTo>
                  <a:pt x="12999" y="5744"/>
                  <a:pt x="12989" y="5752"/>
                  <a:pt x="12977" y="5760"/>
                </a:cubicBezTo>
                <a:cubicBezTo>
                  <a:pt x="12966" y="5768"/>
                  <a:pt x="12953" y="5774"/>
                  <a:pt x="12941" y="5780"/>
                </a:cubicBezTo>
                <a:cubicBezTo>
                  <a:pt x="12928" y="5785"/>
                  <a:pt x="12915" y="5789"/>
                  <a:pt x="12901" y="5792"/>
                </a:cubicBezTo>
                <a:cubicBezTo>
                  <a:pt x="12887" y="5794"/>
                  <a:pt x="12874" y="5796"/>
                  <a:pt x="12860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90" y="5785"/>
                  <a:pt x="82" y="5780"/>
                </a:cubicBezTo>
                <a:cubicBezTo>
                  <a:pt x="74" y="5774"/>
                  <a:pt x="66" y="5768"/>
                  <a:pt x="59" y="5760"/>
                </a:cubicBezTo>
                <a:cubicBezTo>
                  <a:pt x="51" y="5752"/>
                  <a:pt x="45" y="5744"/>
                  <a:pt x="39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7" y="5652"/>
                  <a:pt x="4" y="5639"/>
                  <a:pt x="2" y="5625"/>
                </a:cubicBezTo>
                <a:cubicBezTo>
                  <a:pt x="1" y="5612"/>
                  <a:pt x="0" y="5598"/>
                  <a:pt x="0" y="558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456840" y="2781000"/>
            <a:ext cx="4734360" cy="2086560"/>
          </a:xfrm>
          <a:custGeom>
            <a:avLst/>
            <a:gdLst/>
            <a:ahLst/>
            <a:rect l="0" t="0" r="r" b="b"/>
            <a:pathLst>
              <a:path w="13151" h="5796">
                <a:moveTo>
                  <a:pt x="0" y="0"/>
                </a:moveTo>
                <a:lnTo>
                  <a:pt x="13151" y="0"/>
                </a:lnTo>
                <a:lnTo>
                  <a:pt x="1315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685440" y="413352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5535360" y="186624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81840" y="293508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81840" y="319428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81840" y="339408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681840" y="36799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  <a:lnTo>
                  <a:pt x="0" y="27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fill="none"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681840" y="38894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2764440" y="4276440"/>
            <a:ext cx="178200" cy="25920"/>
          </a:xfrm>
          <a:custGeom>
            <a:avLst/>
            <a:gdLst/>
            <a:ahLst/>
            <a:rect l="0" t="0" r="r" b="b"/>
            <a:pathLst>
              <a:path w="495" h="72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5"/>
                  <a:pt x="482" y="7"/>
                  <a:pt x="485" y="11"/>
                </a:cubicBezTo>
                <a:cubicBezTo>
                  <a:pt x="488" y="14"/>
                  <a:pt x="491" y="18"/>
                  <a:pt x="493" y="22"/>
                </a:cubicBezTo>
                <a:cubicBezTo>
                  <a:pt x="494" y="26"/>
                  <a:pt x="495" y="31"/>
                  <a:pt x="495" y="36"/>
                </a:cubicBezTo>
                <a:cubicBezTo>
                  <a:pt x="495" y="40"/>
                  <a:pt x="494" y="45"/>
                  <a:pt x="493" y="49"/>
                </a:cubicBezTo>
                <a:cubicBezTo>
                  <a:pt x="491" y="53"/>
                  <a:pt x="488" y="58"/>
                  <a:pt x="485" y="62"/>
                </a:cubicBezTo>
                <a:cubicBezTo>
                  <a:pt x="482" y="65"/>
                  <a:pt x="478" y="67"/>
                  <a:pt x="473" y="69"/>
                </a:cubicBezTo>
                <a:cubicBezTo>
                  <a:pt x="469" y="71"/>
                  <a:pt x="465" y="72"/>
                  <a:pt x="460" y="72"/>
                </a:cubicBezTo>
                <a:lnTo>
                  <a:pt x="36" y="72"/>
                </a:lnTo>
                <a:cubicBezTo>
                  <a:pt x="31" y="72"/>
                  <a:pt x="26" y="71"/>
                  <a:pt x="22" y="69"/>
                </a:cubicBezTo>
                <a:cubicBezTo>
                  <a:pt x="18" y="67"/>
                  <a:pt x="14" y="65"/>
                  <a:pt x="11" y="62"/>
                </a:cubicBezTo>
                <a:cubicBezTo>
                  <a:pt x="7" y="58"/>
                  <a:pt x="5" y="53"/>
                  <a:pt x="3" y="49"/>
                </a:cubicBezTo>
                <a:cubicBezTo>
                  <a:pt x="1" y="45"/>
                  <a:pt x="0" y="40"/>
                  <a:pt x="0" y="36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2764440" y="43653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764440" y="441612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764440" y="446688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251244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3396240" y="424512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3377160" y="422568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08" y="54"/>
                </a:moveTo>
                <a:cubicBezTo>
                  <a:pt x="108" y="61"/>
                  <a:pt x="107" y="68"/>
                  <a:pt x="104" y="75"/>
                </a:cubicBezTo>
                <a:cubicBezTo>
                  <a:pt x="101" y="81"/>
                  <a:pt x="97" y="88"/>
                  <a:pt x="92" y="93"/>
                </a:cubicBezTo>
                <a:cubicBezTo>
                  <a:pt x="86" y="98"/>
                  <a:pt x="81" y="102"/>
                  <a:pt x="74" y="105"/>
                </a:cubicBezTo>
                <a:cubicBezTo>
                  <a:pt x="67" y="108"/>
                  <a:pt x="60" y="109"/>
                  <a:pt x="53" y="109"/>
                </a:cubicBezTo>
                <a:cubicBezTo>
                  <a:pt x="46" y="109"/>
                  <a:pt x="39" y="108"/>
                  <a:pt x="33" y="105"/>
                </a:cubicBezTo>
                <a:cubicBezTo>
                  <a:pt x="26" y="102"/>
                  <a:pt x="20" y="98"/>
                  <a:pt x="15" y="93"/>
                </a:cubicBezTo>
                <a:cubicBezTo>
                  <a:pt x="10" y="88"/>
                  <a:pt x="6" y="81"/>
                  <a:pt x="4" y="75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4" y="5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4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334476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7" y="68"/>
                  <a:pt x="104" y="75"/>
                </a:cubicBezTo>
                <a:cubicBezTo>
                  <a:pt x="102" y="81"/>
                  <a:pt x="98" y="87"/>
                  <a:pt x="93" y="92"/>
                </a:cubicBezTo>
                <a:cubicBezTo>
                  <a:pt x="88" y="97"/>
                  <a:pt x="82" y="101"/>
                  <a:pt x="75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5" y="4"/>
                </a:cubicBezTo>
                <a:cubicBezTo>
                  <a:pt x="82" y="6"/>
                  <a:pt x="88" y="10"/>
                  <a:pt x="93" y="15"/>
                </a:cubicBezTo>
                <a:cubicBezTo>
                  <a:pt x="98" y="20"/>
                  <a:pt x="102" y="26"/>
                  <a:pt x="104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340920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6" y="68"/>
                  <a:pt x="104" y="75"/>
                </a:cubicBezTo>
                <a:cubicBezTo>
                  <a:pt x="101" y="81"/>
                  <a:pt x="97" y="87"/>
                  <a:pt x="92" y="92"/>
                </a:cubicBezTo>
                <a:cubicBezTo>
                  <a:pt x="87" y="97"/>
                  <a:pt x="81" y="101"/>
                  <a:pt x="74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4" y="4"/>
                </a:cubicBezTo>
                <a:cubicBezTo>
                  <a:pt x="81" y="6"/>
                  <a:pt x="87" y="10"/>
                  <a:pt x="92" y="15"/>
                </a:cubicBezTo>
                <a:cubicBezTo>
                  <a:pt x="97" y="20"/>
                  <a:pt x="101" y="26"/>
                  <a:pt x="104" y="33"/>
                </a:cubicBezTo>
                <a:cubicBezTo>
                  <a:pt x="106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09528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5343480" y="2781000"/>
            <a:ext cx="3200760" cy="2086560"/>
          </a:xfrm>
          <a:custGeom>
            <a:avLst/>
            <a:gdLst/>
            <a:ahLst/>
            <a:rect l="0" t="0" r="r" b="b"/>
            <a:pathLst>
              <a:path w="889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584"/>
                </a:lnTo>
                <a:cubicBezTo>
                  <a:pt x="8891" y="5598"/>
                  <a:pt x="8889" y="5612"/>
                  <a:pt x="8887" y="5625"/>
                </a:cubicBezTo>
                <a:cubicBezTo>
                  <a:pt x="8884" y="5639"/>
                  <a:pt x="8880" y="5652"/>
                  <a:pt x="8875" y="5665"/>
                </a:cubicBezTo>
                <a:cubicBezTo>
                  <a:pt x="8869" y="5678"/>
                  <a:pt x="8863" y="5690"/>
                  <a:pt x="8855" y="5702"/>
                </a:cubicBezTo>
                <a:cubicBezTo>
                  <a:pt x="8847" y="5713"/>
                  <a:pt x="8838" y="5724"/>
                  <a:pt x="8829" y="5734"/>
                </a:cubicBezTo>
                <a:cubicBezTo>
                  <a:pt x="8819" y="5744"/>
                  <a:pt x="8808" y="5752"/>
                  <a:pt x="8797" y="5760"/>
                </a:cubicBezTo>
                <a:cubicBezTo>
                  <a:pt x="8785" y="5768"/>
                  <a:pt x="8773" y="5774"/>
                  <a:pt x="8760" y="5780"/>
                </a:cubicBezTo>
                <a:cubicBezTo>
                  <a:pt x="8747" y="5785"/>
                  <a:pt x="8734" y="5789"/>
                  <a:pt x="8720" y="5792"/>
                </a:cubicBezTo>
                <a:cubicBezTo>
                  <a:pt x="8707" y="5794"/>
                  <a:pt x="8693" y="5796"/>
                  <a:pt x="8679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89" y="5785"/>
                  <a:pt x="81" y="5780"/>
                </a:cubicBezTo>
                <a:cubicBezTo>
                  <a:pt x="73" y="5774"/>
                  <a:pt x="66" y="5768"/>
                  <a:pt x="58" y="5760"/>
                </a:cubicBezTo>
                <a:cubicBezTo>
                  <a:pt x="51" y="5752"/>
                  <a:pt x="45" y="5744"/>
                  <a:pt x="38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6" y="5652"/>
                  <a:pt x="4" y="5639"/>
                  <a:pt x="2" y="5625"/>
                </a:cubicBezTo>
                <a:cubicBezTo>
                  <a:pt x="0" y="5612"/>
                  <a:pt x="0" y="5598"/>
                  <a:pt x="0" y="558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5314680" y="2781000"/>
            <a:ext cx="3229560" cy="2086560"/>
          </a:xfrm>
          <a:custGeom>
            <a:avLst/>
            <a:gdLst/>
            <a:ahLst/>
            <a:rect l="0" t="0" r="r" b="b"/>
            <a:pathLst>
              <a:path w="8971" h="5796">
                <a:moveTo>
                  <a:pt x="0" y="0"/>
                </a:moveTo>
                <a:lnTo>
                  <a:pt x="8971" y="0"/>
                </a:lnTo>
                <a:lnTo>
                  <a:pt x="897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1018080" y="460368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5535360" y="2922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5535360" y="315216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5535360" y="33710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535360" y="359028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5670720" y="377136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1" name=""/>
          <p:cNvSpPr/>
          <p:nvPr/>
        </p:nvSpPr>
        <p:spPr>
          <a:xfrm>
            <a:off x="485640" y="1581120"/>
            <a:ext cx="7715520" cy="695520"/>
          </a:xfrm>
          <a:custGeom>
            <a:avLst/>
            <a:gdLst/>
            <a:ahLst/>
            <a:rect l="0" t="0" r="r" b="b"/>
            <a:pathLst>
              <a:path w="21432" h="1932">
                <a:moveTo>
                  <a:pt x="0" y="172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6"/>
                  <a:pt x="21289" y="10"/>
                  <a:pt x="21301" y="16"/>
                </a:cubicBezTo>
                <a:cubicBezTo>
                  <a:pt x="21314" y="21"/>
                  <a:pt x="21326" y="28"/>
                  <a:pt x="21338" y="35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1"/>
                  <a:pt x="21389" y="82"/>
                  <a:pt x="21396" y="94"/>
                </a:cubicBezTo>
                <a:cubicBezTo>
                  <a:pt x="21404" y="105"/>
                  <a:pt x="21411" y="117"/>
                  <a:pt x="21416" y="130"/>
                </a:cubicBezTo>
                <a:cubicBezTo>
                  <a:pt x="21421" y="143"/>
                  <a:pt x="21425" y="156"/>
                  <a:pt x="21428" y="170"/>
                </a:cubicBezTo>
                <a:cubicBezTo>
                  <a:pt x="21431" y="184"/>
                  <a:pt x="21432" y="197"/>
                  <a:pt x="21432" y="211"/>
                </a:cubicBezTo>
                <a:lnTo>
                  <a:pt x="21432" y="1720"/>
                </a:lnTo>
                <a:cubicBezTo>
                  <a:pt x="21432" y="1734"/>
                  <a:pt x="21431" y="1748"/>
                  <a:pt x="21428" y="1762"/>
                </a:cubicBezTo>
                <a:cubicBezTo>
                  <a:pt x="21425" y="1775"/>
                  <a:pt x="21421" y="1789"/>
                  <a:pt x="21416" y="1801"/>
                </a:cubicBezTo>
                <a:cubicBezTo>
                  <a:pt x="21411" y="1814"/>
                  <a:pt x="21404" y="1826"/>
                  <a:pt x="21396" y="1838"/>
                </a:cubicBezTo>
                <a:cubicBezTo>
                  <a:pt x="21389" y="1850"/>
                  <a:pt x="21380" y="1860"/>
                  <a:pt x="21370" y="1870"/>
                </a:cubicBezTo>
                <a:cubicBezTo>
                  <a:pt x="21360" y="1880"/>
                  <a:pt x="21350" y="1889"/>
                  <a:pt x="21338" y="1896"/>
                </a:cubicBezTo>
                <a:cubicBezTo>
                  <a:pt x="21326" y="1904"/>
                  <a:pt x="21314" y="1911"/>
                  <a:pt x="21301" y="1916"/>
                </a:cubicBezTo>
                <a:cubicBezTo>
                  <a:pt x="21289" y="1921"/>
                  <a:pt x="21275" y="1925"/>
                  <a:pt x="21262" y="1928"/>
                </a:cubicBezTo>
                <a:cubicBezTo>
                  <a:pt x="21248" y="1931"/>
                  <a:pt x="21234" y="1932"/>
                  <a:pt x="21220" y="1932"/>
                </a:cubicBezTo>
                <a:lnTo>
                  <a:pt x="132" y="1932"/>
                </a:lnTo>
                <a:cubicBezTo>
                  <a:pt x="123" y="1932"/>
                  <a:pt x="115" y="1931"/>
                  <a:pt x="106" y="1928"/>
                </a:cubicBezTo>
                <a:cubicBezTo>
                  <a:pt x="98" y="1925"/>
                  <a:pt x="90" y="1921"/>
                  <a:pt x="82" y="1916"/>
                </a:cubicBezTo>
                <a:cubicBezTo>
                  <a:pt x="74" y="1911"/>
                  <a:pt x="66" y="1904"/>
                  <a:pt x="59" y="1896"/>
                </a:cubicBezTo>
                <a:cubicBezTo>
                  <a:pt x="51" y="1889"/>
                  <a:pt x="45" y="1880"/>
                  <a:pt x="39" y="1870"/>
                </a:cubicBezTo>
                <a:cubicBezTo>
                  <a:pt x="32" y="1860"/>
                  <a:pt x="27" y="1850"/>
                  <a:pt x="22" y="1838"/>
                </a:cubicBezTo>
                <a:cubicBezTo>
                  <a:pt x="17" y="1826"/>
                  <a:pt x="13" y="1814"/>
                  <a:pt x="10" y="1801"/>
                </a:cubicBezTo>
                <a:cubicBezTo>
                  <a:pt x="7" y="1789"/>
                  <a:pt x="4" y="1775"/>
                  <a:pt x="2" y="1762"/>
                </a:cubicBezTo>
                <a:cubicBezTo>
                  <a:pt x="1" y="1748"/>
                  <a:pt x="0" y="1734"/>
                  <a:pt x="0" y="172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456840" y="1581120"/>
            <a:ext cx="7744320" cy="695520"/>
          </a:xfrm>
          <a:custGeom>
            <a:avLst/>
            <a:gdLst/>
            <a:ahLst/>
            <a:rect l="0" t="0" r="r" b="b"/>
            <a:pathLst>
              <a:path w="21512" h="1932">
                <a:moveTo>
                  <a:pt x="0" y="0"/>
                </a:moveTo>
                <a:lnTo>
                  <a:pt x="21512" y="0"/>
                </a:lnTo>
                <a:lnTo>
                  <a:pt x="21512" y="1932"/>
                </a:lnTo>
                <a:lnTo>
                  <a:pt x="0" y="193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439920" y="9104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696960" y="17226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485640" y="2342880"/>
            <a:ext cx="7715520" cy="695880"/>
          </a:xfrm>
          <a:custGeom>
            <a:avLst/>
            <a:gdLst/>
            <a:ahLst/>
            <a:rect l="0" t="0" r="r" b="b"/>
            <a:pathLst>
              <a:path w="2143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2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2"/>
                  <a:pt x="21326" y="28"/>
                  <a:pt x="21338" y="36"/>
                </a:cubicBezTo>
                <a:cubicBezTo>
                  <a:pt x="21350" y="44"/>
                  <a:pt x="21360" y="52"/>
                  <a:pt x="21370" y="62"/>
                </a:cubicBezTo>
                <a:cubicBezTo>
                  <a:pt x="21380" y="72"/>
                  <a:pt x="21389" y="83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4"/>
                  <a:pt x="21425" y="157"/>
                  <a:pt x="21428" y="171"/>
                </a:cubicBezTo>
                <a:cubicBezTo>
                  <a:pt x="21431" y="184"/>
                  <a:pt x="21432" y="198"/>
                  <a:pt x="21432" y="212"/>
                </a:cubicBezTo>
                <a:lnTo>
                  <a:pt x="21432" y="1721"/>
                </a:lnTo>
                <a:cubicBezTo>
                  <a:pt x="21432" y="1735"/>
                  <a:pt x="21431" y="1749"/>
                  <a:pt x="21428" y="1762"/>
                </a:cubicBezTo>
                <a:cubicBezTo>
                  <a:pt x="21425" y="1776"/>
                  <a:pt x="21421" y="1789"/>
                  <a:pt x="21416" y="1802"/>
                </a:cubicBezTo>
                <a:cubicBezTo>
                  <a:pt x="21411" y="1815"/>
                  <a:pt x="21404" y="1827"/>
                  <a:pt x="21396" y="1839"/>
                </a:cubicBezTo>
                <a:cubicBezTo>
                  <a:pt x="21389" y="1850"/>
                  <a:pt x="21380" y="1861"/>
                  <a:pt x="21370" y="1871"/>
                </a:cubicBezTo>
                <a:cubicBezTo>
                  <a:pt x="21360" y="1881"/>
                  <a:pt x="21350" y="1889"/>
                  <a:pt x="21338" y="1897"/>
                </a:cubicBezTo>
                <a:cubicBezTo>
                  <a:pt x="21326" y="1905"/>
                  <a:pt x="21314" y="1911"/>
                  <a:pt x="21301" y="1917"/>
                </a:cubicBezTo>
                <a:cubicBezTo>
                  <a:pt x="21289" y="1922"/>
                  <a:pt x="21275" y="1926"/>
                  <a:pt x="21262" y="1929"/>
                </a:cubicBezTo>
                <a:cubicBezTo>
                  <a:pt x="21248" y="1931"/>
                  <a:pt x="21234" y="1933"/>
                  <a:pt x="21220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456840" y="2342880"/>
            <a:ext cx="7744320" cy="695880"/>
          </a:xfrm>
          <a:custGeom>
            <a:avLst/>
            <a:gdLst/>
            <a:ahLst/>
            <a:rect l="0" t="0" r="r" b="b"/>
            <a:pathLst>
              <a:path w="21512" h="1933">
                <a:moveTo>
                  <a:pt x="0" y="0"/>
                </a:moveTo>
                <a:lnTo>
                  <a:pt x="21512" y="0"/>
                </a:lnTo>
                <a:lnTo>
                  <a:pt x="2151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696960" y="194184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696960" y="248472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485640" y="3105000"/>
            <a:ext cx="7715520" cy="466920"/>
          </a:xfrm>
          <a:custGeom>
            <a:avLst/>
            <a:gdLst/>
            <a:ahLst/>
            <a:rect l="0" t="0" r="r" b="b"/>
            <a:pathLst>
              <a:path w="21432" h="1297">
                <a:moveTo>
                  <a:pt x="0" y="1085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1"/>
                  <a:pt x="21326" y="28"/>
                  <a:pt x="21338" y="36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2"/>
                  <a:pt x="21389" y="82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3"/>
                  <a:pt x="21425" y="157"/>
                  <a:pt x="21428" y="170"/>
                </a:cubicBezTo>
                <a:cubicBezTo>
                  <a:pt x="21431" y="184"/>
                  <a:pt x="21432" y="198"/>
                  <a:pt x="21432" y="212"/>
                </a:cubicBezTo>
                <a:lnTo>
                  <a:pt x="21432" y="1085"/>
                </a:lnTo>
                <a:cubicBezTo>
                  <a:pt x="21432" y="1100"/>
                  <a:pt x="21431" y="1113"/>
                  <a:pt x="21428" y="1127"/>
                </a:cubicBezTo>
                <a:cubicBezTo>
                  <a:pt x="21425" y="1141"/>
                  <a:pt x="21421" y="1154"/>
                  <a:pt x="21416" y="1167"/>
                </a:cubicBezTo>
                <a:cubicBezTo>
                  <a:pt x="21411" y="1180"/>
                  <a:pt x="21404" y="1192"/>
                  <a:pt x="21396" y="1203"/>
                </a:cubicBezTo>
                <a:cubicBezTo>
                  <a:pt x="21389" y="1215"/>
                  <a:pt x="21380" y="1226"/>
                  <a:pt x="21370" y="1235"/>
                </a:cubicBezTo>
                <a:cubicBezTo>
                  <a:pt x="21360" y="1245"/>
                  <a:pt x="21350" y="1254"/>
                  <a:pt x="21338" y="1262"/>
                </a:cubicBezTo>
                <a:cubicBezTo>
                  <a:pt x="21326" y="1269"/>
                  <a:pt x="21314" y="1276"/>
                  <a:pt x="21301" y="1281"/>
                </a:cubicBezTo>
                <a:cubicBezTo>
                  <a:pt x="21289" y="1287"/>
                  <a:pt x="21275" y="1291"/>
                  <a:pt x="21262" y="1293"/>
                </a:cubicBezTo>
                <a:cubicBezTo>
                  <a:pt x="21248" y="1296"/>
                  <a:pt x="21234" y="1297"/>
                  <a:pt x="21220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456840" y="3105000"/>
            <a:ext cx="7744320" cy="466920"/>
          </a:xfrm>
          <a:custGeom>
            <a:avLst/>
            <a:gdLst/>
            <a:ahLst/>
            <a:rect l="0" t="0" r="r" b="b"/>
            <a:pathLst>
              <a:path w="21512" h="1297">
                <a:moveTo>
                  <a:pt x="0" y="0"/>
                </a:moveTo>
                <a:lnTo>
                  <a:pt x="21512" y="0"/>
                </a:lnTo>
                <a:lnTo>
                  <a:pt x="2151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696960" y="270360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696960" y="324648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598320" y="3820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2575080" y="3820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/>
          <p:nvPr/>
        </p:nvSpPr>
        <p:spPr>
          <a:xfrm>
            <a:off x="6991200" y="3743280"/>
            <a:ext cx="1209960" cy="295560"/>
          </a:xfrm>
          <a:custGeom>
            <a:avLst/>
            <a:gdLst/>
            <a:ahLst/>
            <a:rect l="0" t="0" r="r" b="b"/>
            <a:pathLst>
              <a:path w="3361" h="821">
                <a:moveTo>
                  <a:pt x="0" y="0"/>
                </a:moveTo>
                <a:lnTo>
                  <a:pt x="3361" y="0"/>
                </a:lnTo>
                <a:lnTo>
                  <a:pt x="336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5018760" y="3820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6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8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6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0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6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8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0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6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6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2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4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6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8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9" name=""/>
          <p:cNvSpPr/>
          <p:nvPr/>
        </p:nvSpPr>
        <p:spPr>
          <a:xfrm>
            <a:off x="456840" y="4133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4"/>
                </a:moveTo>
                <a:cubicBezTo>
                  <a:pt x="0" y="47"/>
                  <a:pt x="2" y="41"/>
                  <a:pt x="5" y="34"/>
                </a:cubicBezTo>
                <a:cubicBezTo>
                  <a:pt x="7" y="28"/>
                  <a:pt x="11" y="22"/>
                  <a:pt x="16" y="17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4"/>
                </a:cubicBezTo>
                <a:cubicBezTo>
                  <a:pt x="21486" y="7"/>
                  <a:pt x="21492" y="11"/>
                  <a:pt x="21497" y="17"/>
                </a:cubicBezTo>
                <a:cubicBezTo>
                  <a:pt x="21502" y="22"/>
                  <a:pt x="21505" y="28"/>
                  <a:pt x="21508" y="34"/>
                </a:cubicBezTo>
                <a:cubicBezTo>
                  <a:pt x="21511" y="41"/>
                  <a:pt x="21512" y="47"/>
                  <a:pt x="21512" y="54"/>
                </a:cubicBezTo>
                <a:cubicBezTo>
                  <a:pt x="21512" y="61"/>
                  <a:pt x="21511" y="68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0" name=""/>
          <p:cNvSpPr/>
          <p:nvPr/>
        </p:nvSpPr>
        <p:spPr>
          <a:xfrm>
            <a:off x="456840" y="426708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7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6"/>
                  <a:pt x="21512" y="53"/>
                </a:cubicBezTo>
                <a:cubicBezTo>
                  <a:pt x="21512" y="60"/>
                  <a:pt x="21511" y="68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3"/>
                </a:cubicBezTo>
                <a:cubicBezTo>
                  <a:pt x="21473" y="105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8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2" name=""/>
          <p:cNvSpPr txBox="1"/>
          <p:nvPr/>
        </p:nvSpPr>
        <p:spPr>
          <a:xfrm>
            <a:off x="7129080" y="3820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60" name=""/>
          <p:cNvSpPr/>
          <p:nvPr/>
        </p:nvSpPr>
        <p:spPr>
          <a:xfrm>
            <a:off x="456840" y="1923840"/>
            <a:ext cx="38520" cy="448200"/>
          </a:xfrm>
          <a:custGeom>
            <a:avLst/>
            <a:gdLst/>
            <a:ahLst/>
            <a:rect l="0" t="0" r="r" b="b"/>
            <a:pathLst>
              <a:path w="107" h="1245">
                <a:moveTo>
                  <a:pt x="0" y="0"/>
                </a:moveTo>
                <a:lnTo>
                  <a:pt x="107" y="0"/>
                </a:lnTo>
                <a:lnTo>
                  <a:pt x="10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1" name=""/>
          <p:cNvSpPr txBox="1"/>
          <p:nvPr/>
        </p:nvSpPr>
        <p:spPr>
          <a:xfrm>
            <a:off x="439920" y="1310400"/>
            <a:ext cx="5903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Is de hoofdvraag beantwoord?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2" name=""/>
          <p:cNvSpPr txBox="1"/>
          <p:nvPr/>
        </p:nvSpPr>
        <p:spPr>
          <a:xfrm>
            <a:off x="632520" y="1951560"/>
            <a:ext cx="8110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Bouwen we geen stoomtrein door koppelvlakken te standaardiseren? Zeker met de opkomst van AI. Hebben we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3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4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5" name=""/>
          <p:cNvSpPr txBox="1"/>
          <p:nvPr/>
        </p:nvSpPr>
        <p:spPr>
          <a:xfrm>
            <a:off x="632520" y="2180160"/>
            <a:ext cx="215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straks geen vliegende auto's?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6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7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noFill/>
          <a:ln w="18720">
            <a:solidFill>
              <a:srgbClr val="2e86c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8" name=""/>
          <p:cNvSpPr txBox="1"/>
          <p:nvPr/>
        </p:nvSpPr>
        <p:spPr>
          <a:xfrm>
            <a:off x="3114000" y="2951280"/>
            <a:ext cx="350280" cy="40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60" spc="-1" strike="noStrike">
                <a:solidFill>
                  <a:srgbClr val="0e9e7e"/>
                </a:solidFill>
                <a:latin typeface="Arial"/>
                <a:ea typeface="Arial"/>
              </a:rPr>
              <a:t>?</a:t>
            </a:r>
            <a:endParaRPr b="0" lang="en-US" sz="2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9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0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1" name=""/>
          <p:cNvSpPr txBox="1"/>
          <p:nvPr/>
        </p:nvSpPr>
        <p:spPr>
          <a:xfrm>
            <a:off x="4116600" y="2771640"/>
            <a:ext cx="471960" cy="5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20" spc="-1" strike="noStrike">
                <a:solidFill>
                  <a:srgbClr val="2e86c1"/>
                </a:solidFill>
                <a:latin typeface="Arial"/>
                <a:ea typeface="Arial"/>
              </a:rPr>
              <a:t>?</a:t>
            </a:r>
            <a:endParaRPr b="0" lang="en-US" sz="3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2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3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4" name=""/>
          <p:cNvSpPr txBox="1"/>
          <p:nvPr/>
        </p:nvSpPr>
        <p:spPr>
          <a:xfrm>
            <a:off x="5207040" y="2894400"/>
            <a:ext cx="38052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e8912b"/>
                </a:solidFill>
                <a:latin typeface="Arial"/>
                <a:ea typeface="Arial"/>
              </a:rPr>
              <a:t>?</a:t>
            </a:r>
            <a:endParaRPr b="0" lang="en-US" sz="30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5" name=""/>
          <p:cNvSpPr txBox="1"/>
          <p:nvPr/>
        </p:nvSpPr>
        <p:spPr>
          <a:xfrm>
            <a:off x="6114600" y="30175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7a5dba"/>
                </a:solidFill>
                <a:latin typeface="Arial"/>
                <a:ea typeface="Arial"/>
              </a:rPr>
              <a:t>?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7" name=""/>
          <p:cNvSpPr txBox="1"/>
          <p:nvPr/>
        </p:nvSpPr>
        <p:spPr>
          <a:xfrm>
            <a:off x="2928600" y="3737880"/>
            <a:ext cx="27410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wat is er nog niet beantwoord?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