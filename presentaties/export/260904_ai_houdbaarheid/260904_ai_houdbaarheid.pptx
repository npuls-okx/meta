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14480" y="2532960"/>
            <a:ext cx="6265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Veertig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457280"/>
            <a:ext cx="7553520" cy="686160"/>
          </a:xfrm>
          <a:custGeom>
            <a:avLst/>
            <a:gdLst/>
            <a:ahLst/>
            <a:rect l="0" t="0" r="r" b="b"/>
            <a:pathLst>
              <a:path w="20982" h="1906">
                <a:moveTo>
                  <a:pt x="0" y="1694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6"/>
                  <a:pt x="20839" y="10"/>
                  <a:pt x="20852" y="16"/>
                </a:cubicBezTo>
                <a:cubicBezTo>
                  <a:pt x="20865" y="21"/>
                  <a:pt x="20877" y="28"/>
                  <a:pt x="20888" y="35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1"/>
                  <a:pt x="20939" y="82"/>
                  <a:pt x="20947" y="94"/>
                </a:cubicBezTo>
                <a:cubicBezTo>
                  <a:pt x="20954" y="105"/>
                  <a:pt x="20961" y="117"/>
                  <a:pt x="20966" y="130"/>
                </a:cubicBezTo>
                <a:cubicBezTo>
                  <a:pt x="20972" y="143"/>
                  <a:pt x="20976" y="156"/>
                  <a:pt x="20978" y="170"/>
                </a:cubicBezTo>
                <a:cubicBezTo>
                  <a:pt x="20981" y="184"/>
                  <a:pt x="20982" y="197"/>
                  <a:pt x="20982" y="211"/>
                </a:cubicBezTo>
                <a:lnTo>
                  <a:pt x="20982" y="1694"/>
                </a:lnTo>
                <a:cubicBezTo>
                  <a:pt x="20982" y="1708"/>
                  <a:pt x="20981" y="1722"/>
                  <a:pt x="20978" y="1735"/>
                </a:cubicBezTo>
                <a:cubicBezTo>
                  <a:pt x="20976" y="1749"/>
                  <a:pt x="20972" y="1762"/>
                  <a:pt x="20966" y="1775"/>
                </a:cubicBezTo>
                <a:cubicBezTo>
                  <a:pt x="20961" y="1788"/>
                  <a:pt x="20954" y="1800"/>
                  <a:pt x="20947" y="1812"/>
                </a:cubicBezTo>
                <a:cubicBezTo>
                  <a:pt x="20939" y="1823"/>
                  <a:pt x="20930" y="1834"/>
                  <a:pt x="20920" y="1844"/>
                </a:cubicBezTo>
                <a:cubicBezTo>
                  <a:pt x="20911" y="1853"/>
                  <a:pt x="20900" y="1862"/>
                  <a:pt x="20888" y="1870"/>
                </a:cubicBezTo>
                <a:cubicBezTo>
                  <a:pt x="20877" y="1878"/>
                  <a:pt x="20865" y="1884"/>
                  <a:pt x="20852" y="1890"/>
                </a:cubicBezTo>
                <a:cubicBezTo>
                  <a:pt x="20839" y="1895"/>
                  <a:pt x="20826" y="1899"/>
                  <a:pt x="20812" y="1902"/>
                </a:cubicBezTo>
                <a:cubicBezTo>
                  <a:pt x="20798" y="1904"/>
                  <a:pt x="20785" y="1906"/>
                  <a:pt x="20771" y="1906"/>
                </a:cubicBezTo>
                <a:lnTo>
                  <a:pt x="132" y="1906"/>
                </a:lnTo>
                <a:cubicBezTo>
                  <a:pt x="123" y="1906"/>
                  <a:pt x="115" y="1904"/>
                  <a:pt x="106" y="1902"/>
                </a:cubicBezTo>
                <a:cubicBezTo>
                  <a:pt x="98" y="1899"/>
                  <a:pt x="90" y="1895"/>
                  <a:pt x="82" y="1890"/>
                </a:cubicBezTo>
                <a:cubicBezTo>
                  <a:pt x="74" y="1884"/>
                  <a:pt x="66" y="1878"/>
                  <a:pt x="59" y="1870"/>
                </a:cubicBezTo>
                <a:cubicBezTo>
                  <a:pt x="51" y="1862"/>
                  <a:pt x="45" y="1853"/>
                  <a:pt x="39" y="1844"/>
                </a:cubicBezTo>
                <a:cubicBezTo>
                  <a:pt x="32" y="1834"/>
                  <a:pt x="27" y="1823"/>
                  <a:pt x="22" y="1812"/>
                </a:cubicBezTo>
                <a:cubicBezTo>
                  <a:pt x="17" y="1800"/>
                  <a:pt x="13" y="1788"/>
                  <a:pt x="10" y="1775"/>
                </a:cubicBezTo>
                <a:cubicBezTo>
                  <a:pt x="7" y="1762"/>
                  <a:pt x="4" y="1749"/>
                  <a:pt x="2" y="1735"/>
                </a:cubicBezTo>
                <a:cubicBezTo>
                  <a:pt x="1" y="1722"/>
                  <a:pt x="0" y="1708"/>
                  <a:pt x="0" y="1694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457280"/>
            <a:ext cx="7582320" cy="686160"/>
          </a:xfrm>
          <a:custGeom>
            <a:avLst/>
            <a:gdLst/>
            <a:ahLst/>
            <a:rect l="0" t="0" r="r" b="b"/>
            <a:pathLst>
              <a:path w="21062" h="1906">
                <a:moveTo>
                  <a:pt x="0" y="0"/>
                </a:moveTo>
                <a:lnTo>
                  <a:pt x="21062" y="0"/>
                </a:lnTo>
                <a:lnTo>
                  <a:pt x="21062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7963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96960" y="15894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219040"/>
            <a:ext cx="7553520" cy="695880"/>
          </a:xfrm>
          <a:custGeom>
            <a:avLst/>
            <a:gdLst/>
            <a:ahLst/>
            <a:rect l="0" t="0" r="r" b="b"/>
            <a:pathLst>
              <a:path w="2098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4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1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721"/>
                </a:lnTo>
                <a:cubicBezTo>
                  <a:pt x="20982" y="1735"/>
                  <a:pt x="20981" y="1749"/>
                  <a:pt x="20978" y="1762"/>
                </a:cubicBezTo>
                <a:cubicBezTo>
                  <a:pt x="20976" y="1776"/>
                  <a:pt x="20972" y="1789"/>
                  <a:pt x="20966" y="1802"/>
                </a:cubicBezTo>
                <a:cubicBezTo>
                  <a:pt x="20961" y="1815"/>
                  <a:pt x="20954" y="1827"/>
                  <a:pt x="20947" y="1839"/>
                </a:cubicBezTo>
                <a:cubicBezTo>
                  <a:pt x="20939" y="1850"/>
                  <a:pt x="20930" y="1861"/>
                  <a:pt x="20920" y="1871"/>
                </a:cubicBezTo>
                <a:cubicBezTo>
                  <a:pt x="20911" y="1881"/>
                  <a:pt x="20900" y="1889"/>
                  <a:pt x="20888" y="1897"/>
                </a:cubicBezTo>
                <a:cubicBezTo>
                  <a:pt x="20877" y="1905"/>
                  <a:pt x="20865" y="1911"/>
                  <a:pt x="20852" y="1917"/>
                </a:cubicBezTo>
                <a:cubicBezTo>
                  <a:pt x="20839" y="1922"/>
                  <a:pt x="20826" y="1926"/>
                  <a:pt x="20812" y="1929"/>
                </a:cubicBezTo>
                <a:cubicBezTo>
                  <a:pt x="20798" y="1931"/>
                  <a:pt x="20785" y="1933"/>
                  <a:pt x="20771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219040"/>
            <a:ext cx="7582320" cy="695880"/>
          </a:xfrm>
          <a:custGeom>
            <a:avLst/>
            <a:gdLst/>
            <a:ahLst/>
            <a:rect l="0" t="0" r="r" b="b"/>
            <a:pathLst>
              <a:path w="21062" h="1933">
                <a:moveTo>
                  <a:pt x="0" y="0"/>
                </a:moveTo>
                <a:lnTo>
                  <a:pt x="21062" y="0"/>
                </a:lnTo>
                <a:lnTo>
                  <a:pt x="2106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96960" y="181800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96960" y="235116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85640" y="2981160"/>
            <a:ext cx="7553520" cy="466920"/>
          </a:xfrm>
          <a:custGeom>
            <a:avLst/>
            <a:gdLst/>
            <a:ahLst/>
            <a:rect l="0" t="0" r="r" b="b"/>
            <a:pathLst>
              <a:path w="20982" h="1297">
                <a:moveTo>
                  <a:pt x="0" y="1086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8"/>
                  <a:pt x="20978" y="171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086"/>
                </a:lnTo>
                <a:cubicBezTo>
                  <a:pt x="20982" y="1100"/>
                  <a:pt x="20981" y="1113"/>
                  <a:pt x="20978" y="1127"/>
                </a:cubicBezTo>
                <a:cubicBezTo>
                  <a:pt x="20976" y="1141"/>
                  <a:pt x="20972" y="1154"/>
                  <a:pt x="20966" y="1167"/>
                </a:cubicBezTo>
                <a:cubicBezTo>
                  <a:pt x="20961" y="1180"/>
                  <a:pt x="20954" y="1192"/>
                  <a:pt x="20947" y="1203"/>
                </a:cubicBezTo>
                <a:cubicBezTo>
                  <a:pt x="20939" y="1215"/>
                  <a:pt x="20930" y="1226"/>
                  <a:pt x="20920" y="1235"/>
                </a:cubicBezTo>
                <a:cubicBezTo>
                  <a:pt x="20911" y="1245"/>
                  <a:pt x="20900" y="1254"/>
                  <a:pt x="20888" y="1262"/>
                </a:cubicBezTo>
                <a:cubicBezTo>
                  <a:pt x="20877" y="1269"/>
                  <a:pt x="20865" y="1276"/>
                  <a:pt x="20852" y="1281"/>
                </a:cubicBezTo>
                <a:cubicBezTo>
                  <a:pt x="20839" y="1287"/>
                  <a:pt x="20826" y="1291"/>
                  <a:pt x="20812" y="1293"/>
                </a:cubicBezTo>
                <a:cubicBezTo>
                  <a:pt x="20798" y="1296"/>
                  <a:pt x="20785" y="1297"/>
                  <a:pt x="20771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56840" y="2981160"/>
            <a:ext cx="7582320" cy="466920"/>
          </a:xfrm>
          <a:custGeom>
            <a:avLst/>
            <a:gdLst/>
            <a:ahLst/>
            <a:rect l="0" t="0" r="r" b="b"/>
            <a:pathLst>
              <a:path w="21062" h="1297">
                <a:moveTo>
                  <a:pt x="0" y="0"/>
                </a:moveTo>
                <a:lnTo>
                  <a:pt x="21062" y="0"/>
                </a:lnTo>
                <a:lnTo>
                  <a:pt x="2106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96960" y="257976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96960" y="312264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98320" y="3658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575080" y="3658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991200" y="3581280"/>
            <a:ext cx="1209960" cy="304920"/>
          </a:xfrm>
          <a:custGeom>
            <a:avLst/>
            <a:gdLst/>
            <a:ahLst/>
            <a:rect l="0" t="0" r="r" b="b"/>
            <a:pathLst>
              <a:path w="3361" h="847">
                <a:moveTo>
                  <a:pt x="0" y="0"/>
                </a:moveTo>
                <a:lnTo>
                  <a:pt x="3361" y="0"/>
                </a:lnTo>
                <a:lnTo>
                  <a:pt x="336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018760" y="3658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129080" y="3658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971880"/>
            <a:ext cx="7744320" cy="38160"/>
          </a:xfrm>
          <a:custGeom>
            <a:avLst/>
            <a:gdLst/>
            <a:ahLst/>
            <a:rect l="0" t="0" r="r" b="b"/>
            <a:pathLst>
              <a:path w="21512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6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7"/>
                  <a:pt x="21512" y="54"/>
                </a:cubicBezTo>
                <a:cubicBezTo>
                  <a:pt x="21512" y="61"/>
                  <a:pt x="21511" y="67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2"/>
                </a:cubicBezTo>
                <a:cubicBezTo>
                  <a:pt x="21473" y="105"/>
                  <a:pt x="21466" y="106"/>
                  <a:pt x="21459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11444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40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5"/>
                </a:cubicBezTo>
                <a:cubicBezTo>
                  <a:pt x="21486" y="7"/>
                  <a:pt x="21492" y="11"/>
                  <a:pt x="21497" y="16"/>
                </a:cubicBezTo>
                <a:cubicBezTo>
                  <a:pt x="21502" y="21"/>
                  <a:pt x="21505" y="27"/>
                  <a:pt x="21508" y="33"/>
                </a:cubicBezTo>
                <a:cubicBezTo>
                  <a:pt x="21511" y="40"/>
                  <a:pt x="21512" y="46"/>
                  <a:pt x="21512" y="53"/>
                </a:cubicBezTo>
                <a:cubicBezTo>
                  <a:pt x="21512" y="60"/>
                  <a:pt x="21511" y="67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1639440" y="428976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0" name=""/>
          <p:cNvSpPr txBox="1"/>
          <p:nvPr/>
        </p:nvSpPr>
        <p:spPr>
          <a:xfrm>
            <a:off x="439920" y="605880"/>
            <a:ext cx="3435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Waarop werkt AI?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457200" y="1165680"/>
            <a:ext cx="4080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618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973080" y="1455480"/>
            <a:ext cx="102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618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1082880" y="232200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618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177920" y="25221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263600" y="27316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1861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13776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071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5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137760" y="190296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519280" y="2280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29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29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233160" y="21124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519280" y="2490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318840" y="23220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519280" y="2700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3242520" y="252216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3137760" y="27316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16905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5207040" y="1455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189036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7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412"/>
                </a:lnTo>
                <a:cubicBezTo>
                  <a:pt x="5292" y="427"/>
                  <a:pt x="5289" y="443"/>
                  <a:pt x="5283" y="457"/>
                </a:cubicBezTo>
                <a:cubicBezTo>
                  <a:pt x="5277" y="472"/>
                  <a:pt x="5269" y="485"/>
                  <a:pt x="5258" y="496"/>
                </a:cubicBezTo>
                <a:cubicBezTo>
                  <a:pt x="5246" y="507"/>
                  <a:pt x="5233" y="516"/>
                  <a:pt x="5219" y="522"/>
                </a:cubicBezTo>
                <a:cubicBezTo>
                  <a:pt x="5204" y="528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8"/>
                  <a:pt x="73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3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5202360" y="172224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210024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411"/>
                </a:lnTo>
                <a:cubicBezTo>
                  <a:pt x="5292" y="426"/>
                  <a:pt x="5289" y="442"/>
                  <a:pt x="5283" y="456"/>
                </a:cubicBezTo>
                <a:cubicBezTo>
                  <a:pt x="5277" y="471"/>
                  <a:pt x="5269" y="484"/>
                  <a:pt x="5258" y="495"/>
                </a:cubicBezTo>
                <a:cubicBezTo>
                  <a:pt x="5246" y="506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3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5288040" y="19317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5373720" y="21412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76680" y="2519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297760" y="235080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76680" y="27288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254920" y="2560320"/>
            <a:ext cx="55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12000" y="2769840"/>
            <a:ext cx="87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6624360" y="16905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7262280" y="1455480"/>
            <a:ext cx="747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189036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2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7"/>
                  <a:pt x="5304" y="59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412"/>
                </a:lnTo>
                <a:cubicBezTo>
                  <a:pt x="5319" y="427"/>
                  <a:pt x="5316" y="443"/>
                  <a:pt x="5310" y="457"/>
                </a:cubicBezTo>
                <a:cubicBezTo>
                  <a:pt x="5304" y="472"/>
                  <a:pt x="5296" y="485"/>
                  <a:pt x="5285" y="496"/>
                </a:cubicBezTo>
                <a:cubicBezTo>
                  <a:pt x="5273" y="507"/>
                  <a:pt x="5260" y="516"/>
                  <a:pt x="5246" y="522"/>
                </a:cubicBezTo>
                <a:cubicBezTo>
                  <a:pt x="5231" y="528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8"/>
                  <a:pt x="74" y="522"/>
                </a:cubicBezTo>
                <a:cubicBezTo>
                  <a:pt x="59" y="516"/>
                  <a:pt x="46" y="507"/>
                  <a:pt x="35" y="496"/>
                </a:cubicBezTo>
                <a:cubicBezTo>
                  <a:pt x="24" y="485"/>
                  <a:pt x="15" y="472"/>
                  <a:pt x="9" y="457"/>
                </a:cubicBezTo>
                <a:cubicBezTo>
                  <a:pt x="3" y="443"/>
                  <a:pt x="0" y="427"/>
                  <a:pt x="0" y="412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7119360" y="1722240"/>
            <a:ext cx="1015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10024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411"/>
                </a:lnTo>
                <a:cubicBezTo>
                  <a:pt x="5319" y="426"/>
                  <a:pt x="5316" y="442"/>
                  <a:pt x="5310" y="456"/>
                </a:cubicBezTo>
                <a:cubicBezTo>
                  <a:pt x="5304" y="471"/>
                  <a:pt x="5296" y="484"/>
                  <a:pt x="5285" y="495"/>
                </a:cubicBezTo>
                <a:cubicBezTo>
                  <a:pt x="5273" y="506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6"/>
                  <a:pt x="35" y="495"/>
                </a:cubicBezTo>
                <a:cubicBezTo>
                  <a:pt x="24" y="484"/>
                  <a:pt x="15" y="471"/>
                  <a:pt x="9" y="456"/>
                </a:cubicBezTo>
                <a:cubicBezTo>
                  <a:pt x="3" y="442"/>
                  <a:pt x="0" y="426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257600" y="193176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343280" y="214128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2519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428960" y="23508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6624360" y="27288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5"/>
                  <a:pt x="5296" y="457"/>
                  <a:pt x="5285" y="469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0"/>
                  <a:pt x="74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4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352640" y="256032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1467360" y="4174920"/>
            <a:ext cx="6062760" cy="199440"/>
          </a:xfrm>
          <a:custGeom>
            <a:avLst/>
            <a:gdLst/>
            <a:ahLst/>
            <a:rect l="0" t="0" r="r" b="b"/>
            <a:pathLst>
              <a:path fill="none" w="16841" h="554">
                <a:moveTo>
                  <a:pt x="0" y="554"/>
                </a:moveTo>
                <a:cubicBezTo>
                  <a:pt x="4210" y="489"/>
                  <a:pt x="7252" y="424"/>
                  <a:pt x="10058" y="326"/>
                </a:cubicBezTo>
                <a:cubicBezTo>
                  <a:pt x="12631" y="228"/>
                  <a:pt x="14736" y="130"/>
                  <a:pt x="16841" y="0"/>
                </a:cubicBezTo>
              </a:path>
            </a:pathLst>
          </a:custGeom>
          <a:ln cap="rnd" w="50040">
            <a:solidFill>
              <a:srgbClr val="94a3b0"/>
            </a:solidFill>
            <a:miter/>
          </a:ln>
        </p:spPr>
        <p:txBody>
          <a:bodyPr lIns="24840" rIns="24840" tIns="24840" bIns="24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67360" y="3168720"/>
            <a:ext cx="6062760" cy="1229040"/>
          </a:xfrm>
          <a:custGeom>
            <a:avLst/>
            <a:gdLst/>
            <a:ahLst/>
            <a:rect l="0" t="0" r="r" b="b"/>
            <a:pathLst>
              <a:path fill="none" w="16841" h="3414">
                <a:moveTo>
                  <a:pt x="0" y="3414"/>
                </a:moveTo>
                <a:cubicBezTo>
                  <a:pt x="4913" y="3381"/>
                  <a:pt x="8421" y="3316"/>
                  <a:pt x="11228" y="3154"/>
                </a:cubicBezTo>
                <a:cubicBezTo>
                  <a:pt x="13099" y="3023"/>
                  <a:pt x="14222" y="2763"/>
                  <a:pt x="15064" y="2308"/>
                </a:cubicBezTo>
                <a:cubicBezTo>
                  <a:pt x="15906" y="1820"/>
                  <a:pt x="16420" y="1007"/>
                  <a:pt x="16841" y="0"/>
                </a:cubicBezTo>
              </a:path>
            </a:pathLst>
          </a:custGeom>
          <a:ln cap="rnd" w="70200">
            <a:solidFill>
              <a:srgbClr val="e8912b"/>
            </a:solidFill>
            <a:miter/>
          </a:ln>
        </p:spPr>
        <p:txBody>
          <a:bodyPr lIns="34920" rIns="34920" tIns="34920" bIns="34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7445520" y="3051720"/>
            <a:ext cx="168840" cy="234360"/>
          </a:xfrm>
          <a:custGeom>
            <a:avLst/>
            <a:gdLst/>
            <a:ahLst/>
            <a:rect l="0" t="0" r="r" b="b"/>
            <a:pathLst>
              <a:path w="469" h="651">
                <a:moveTo>
                  <a:pt x="469" y="326"/>
                </a:moveTo>
                <a:cubicBezTo>
                  <a:pt x="469" y="347"/>
                  <a:pt x="467" y="368"/>
                  <a:pt x="464" y="389"/>
                </a:cubicBezTo>
                <a:cubicBezTo>
                  <a:pt x="461" y="410"/>
                  <a:pt x="457" y="430"/>
                  <a:pt x="451" y="450"/>
                </a:cubicBezTo>
                <a:cubicBezTo>
                  <a:pt x="445" y="470"/>
                  <a:pt x="438" y="489"/>
                  <a:pt x="430" y="506"/>
                </a:cubicBezTo>
                <a:cubicBezTo>
                  <a:pt x="421" y="524"/>
                  <a:pt x="411" y="541"/>
                  <a:pt x="400" y="556"/>
                </a:cubicBezTo>
                <a:cubicBezTo>
                  <a:pt x="390" y="571"/>
                  <a:pt x="378" y="584"/>
                  <a:pt x="365" y="596"/>
                </a:cubicBezTo>
                <a:cubicBezTo>
                  <a:pt x="352" y="608"/>
                  <a:pt x="339" y="618"/>
                  <a:pt x="325" y="626"/>
                </a:cubicBezTo>
                <a:cubicBezTo>
                  <a:pt x="310" y="634"/>
                  <a:pt x="296" y="640"/>
                  <a:pt x="281" y="645"/>
                </a:cubicBezTo>
                <a:cubicBezTo>
                  <a:pt x="266" y="649"/>
                  <a:pt x="250" y="651"/>
                  <a:pt x="235" y="651"/>
                </a:cubicBezTo>
                <a:cubicBezTo>
                  <a:pt x="220" y="651"/>
                  <a:pt x="204" y="649"/>
                  <a:pt x="189" y="645"/>
                </a:cubicBezTo>
                <a:cubicBezTo>
                  <a:pt x="174" y="640"/>
                  <a:pt x="160" y="634"/>
                  <a:pt x="146" y="626"/>
                </a:cubicBezTo>
                <a:cubicBezTo>
                  <a:pt x="131" y="618"/>
                  <a:pt x="118" y="608"/>
                  <a:pt x="105" y="596"/>
                </a:cubicBezTo>
                <a:cubicBezTo>
                  <a:pt x="91" y="584"/>
                  <a:pt x="80" y="571"/>
                  <a:pt x="69" y="556"/>
                </a:cubicBezTo>
                <a:cubicBezTo>
                  <a:pt x="58" y="541"/>
                  <a:pt x="48" y="524"/>
                  <a:pt x="40" y="506"/>
                </a:cubicBezTo>
                <a:cubicBezTo>
                  <a:pt x="31" y="489"/>
                  <a:pt x="24" y="470"/>
                  <a:pt x="18" y="450"/>
                </a:cubicBezTo>
                <a:cubicBezTo>
                  <a:pt x="12" y="430"/>
                  <a:pt x="8" y="410"/>
                  <a:pt x="5" y="389"/>
                </a:cubicBezTo>
                <a:cubicBezTo>
                  <a:pt x="2" y="368"/>
                  <a:pt x="0" y="347"/>
                  <a:pt x="0" y="326"/>
                </a:cubicBezTo>
                <a:cubicBezTo>
                  <a:pt x="0" y="304"/>
                  <a:pt x="2" y="282"/>
                  <a:pt x="5" y="261"/>
                </a:cubicBezTo>
                <a:cubicBezTo>
                  <a:pt x="8" y="240"/>
                  <a:pt x="12" y="220"/>
                  <a:pt x="18" y="200"/>
                </a:cubicBezTo>
                <a:cubicBezTo>
                  <a:pt x="24" y="181"/>
                  <a:pt x="31" y="162"/>
                  <a:pt x="40" y="144"/>
                </a:cubicBezTo>
                <a:cubicBezTo>
                  <a:pt x="48" y="126"/>
                  <a:pt x="58" y="110"/>
                  <a:pt x="69" y="95"/>
                </a:cubicBezTo>
                <a:cubicBezTo>
                  <a:pt x="80" y="80"/>
                  <a:pt x="91" y="66"/>
                  <a:pt x="105" y="55"/>
                </a:cubicBezTo>
                <a:cubicBezTo>
                  <a:pt x="118" y="43"/>
                  <a:pt x="131" y="33"/>
                  <a:pt x="146" y="25"/>
                </a:cubicBezTo>
                <a:cubicBezTo>
                  <a:pt x="160" y="16"/>
                  <a:pt x="174" y="10"/>
                  <a:pt x="189" y="6"/>
                </a:cubicBezTo>
                <a:cubicBezTo>
                  <a:pt x="204" y="2"/>
                  <a:pt x="220" y="0"/>
                  <a:pt x="235" y="0"/>
                </a:cubicBezTo>
                <a:cubicBezTo>
                  <a:pt x="250" y="0"/>
                  <a:pt x="266" y="2"/>
                  <a:pt x="281" y="6"/>
                </a:cubicBezTo>
                <a:cubicBezTo>
                  <a:pt x="296" y="10"/>
                  <a:pt x="310" y="16"/>
                  <a:pt x="325" y="25"/>
                </a:cubicBezTo>
                <a:cubicBezTo>
                  <a:pt x="339" y="33"/>
                  <a:pt x="352" y="43"/>
                  <a:pt x="365" y="55"/>
                </a:cubicBezTo>
                <a:cubicBezTo>
                  <a:pt x="378" y="66"/>
                  <a:pt x="390" y="80"/>
                  <a:pt x="400" y="95"/>
                </a:cubicBezTo>
                <a:cubicBezTo>
                  <a:pt x="411" y="110"/>
                  <a:pt x="421" y="126"/>
                  <a:pt x="430" y="144"/>
                </a:cubicBezTo>
                <a:cubicBezTo>
                  <a:pt x="438" y="162"/>
                  <a:pt x="445" y="181"/>
                  <a:pt x="451" y="200"/>
                </a:cubicBezTo>
                <a:cubicBezTo>
                  <a:pt x="457" y="220"/>
                  <a:pt x="461" y="240"/>
                  <a:pt x="464" y="261"/>
                </a:cubicBezTo>
                <a:cubicBezTo>
                  <a:pt x="467" y="282"/>
                  <a:pt x="469" y="304"/>
                  <a:pt x="469" y="326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7470720" y="4093200"/>
            <a:ext cx="118440" cy="164160"/>
          </a:xfrm>
          <a:custGeom>
            <a:avLst/>
            <a:gdLst/>
            <a:ahLst/>
            <a:rect l="0" t="0" r="r" b="b"/>
            <a:pathLst>
              <a:path w="329" h="456">
                <a:moveTo>
                  <a:pt x="329" y="227"/>
                </a:moveTo>
                <a:cubicBezTo>
                  <a:pt x="329" y="243"/>
                  <a:pt x="328" y="258"/>
                  <a:pt x="326" y="273"/>
                </a:cubicBezTo>
                <a:cubicBezTo>
                  <a:pt x="324" y="287"/>
                  <a:pt x="320" y="301"/>
                  <a:pt x="316" y="315"/>
                </a:cubicBezTo>
                <a:cubicBezTo>
                  <a:pt x="312" y="329"/>
                  <a:pt x="307" y="342"/>
                  <a:pt x="301" y="355"/>
                </a:cubicBezTo>
                <a:cubicBezTo>
                  <a:pt x="295" y="367"/>
                  <a:pt x="288" y="379"/>
                  <a:pt x="281" y="389"/>
                </a:cubicBezTo>
                <a:cubicBezTo>
                  <a:pt x="273" y="400"/>
                  <a:pt x="265" y="409"/>
                  <a:pt x="256" y="417"/>
                </a:cubicBezTo>
                <a:cubicBezTo>
                  <a:pt x="247" y="426"/>
                  <a:pt x="238" y="433"/>
                  <a:pt x="228" y="438"/>
                </a:cubicBezTo>
                <a:cubicBezTo>
                  <a:pt x="218" y="444"/>
                  <a:pt x="208" y="448"/>
                  <a:pt x="197" y="451"/>
                </a:cubicBezTo>
                <a:cubicBezTo>
                  <a:pt x="186" y="454"/>
                  <a:pt x="176" y="456"/>
                  <a:pt x="165" y="456"/>
                </a:cubicBezTo>
                <a:cubicBezTo>
                  <a:pt x="154" y="456"/>
                  <a:pt x="144" y="454"/>
                  <a:pt x="133" y="451"/>
                </a:cubicBezTo>
                <a:cubicBezTo>
                  <a:pt x="123" y="448"/>
                  <a:pt x="112" y="444"/>
                  <a:pt x="102" y="438"/>
                </a:cubicBezTo>
                <a:cubicBezTo>
                  <a:pt x="92" y="433"/>
                  <a:pt x="83" y="426"/>
                  <a:pt x="74" y="417"/>
                </a:cubicBezTo>
                <a:cubicBezTo>
                  <a:pt x="65" y="409"/>
                  <a:pt x="57" y="400"/>
                  <a:pt x="49" y="389"/>
                </a:cubicBezTo>
                <a:cubicBezTo>
                  <a:pt x="42" y="379"/>
                  <a:pt x="35" y="367"/>
                  <a:pt x="29" y="355"/>
                </a:cubicBezTo>
                <a:cubicBezTo>
                  <a:pt x="23" y="342"/>
                  <a:pt x="18" y="329"/>
                  <a:pt x="14" y="315"/>
                </a:cubicBezTo>
                <a:cubicBezTo>
                  <a:pt x="9" y="301"/>
                  <a:pt x="6" y="287"/>
                  <a:pt x="3" y="273"/>
                </a:cubicBezTo>
                <a:cubicBezTo>
                  <a:pt x="1" y="258"/>
                  <a:pt x="0" y="243"/>
                  <a:pt x="0" y="227"/>
                </a:cubicBezTo>
                <a:cubicBezTo>
                  <a:pt x="0" y="212"/>
                  <a:pt x="1" y="197"/>
                  <a:pt x="3" y="183"/>
                </a:cubicBezTo>
                <a:cubicBezTo>
                  <a:pt x="6" y="168"/>
                  <a:pt x="9" y="154"/>
                  <a:pt x="14" y="140"/>
                </a:cubicBezTo>
                <a:cubicBezTo>
                  <a:pt x="18" y="126"/>
                  <a:pt x="23" y="113"/>
                  <a:pt x="29" y="101"/>
                </a:cubicBezTo>
                <a:cubicBezTo>
                  <a:pt x="35" y="88"/>
                  <a:pt x="42" y="77"/>
                  <a:pt x="49" y="66"/>
                </a:cubicBezTo>
                <a:cubicBezTo>
                  <a:pt x="57" y="56"/>
                  <a:pt x="65" y="46"/>
                  <a:pt x="74" y="38"/>
                </a:cubicBezTo>
                <a:cubicBezTo>
                  <a:pt x="83" y="30"/>
                  <a:pt x="92" y="23"/>
                  <a:pt x="102" y="17"/>
                </a:cubicBezTo>
                <a:cubicBezTo>
                  <a:pt x="112" y="11"/>
                  <a:pt x="123" y="7"/>
                  <a:pt x="133" y="4"/>
                </a:cubicBezTo>
                <a:cubicBezTo>
                  <a:pt x="144" y="1"/>
                  <a:pt x="154" y="0"/>
                  <a:pt x="165" y="0"/>
                </a:cubicBezTo>
                <a:cubicBezTo>
                  <a:pt x="176" y="0"/>
                  <a:pt x="186" y="1"/>
                  <a:pt x="197" y="4"/>
                </a:cubicBezTo>
                <a:cubicBezTo>
                  <a:pt x="208" y="7"/>
                  <a:pt x="218" y="11"/>
                  <a:pt x="228" y="17"/>
                </a:cubicBezTo>
                <a:cubicBezTo>
                  <a:pt x="238" y="23"/>
                  <a:pt x="247" y="30"/>
                  <a:pt x="256" y="38"/>
                </a:cubicBezTo>
                <a:cubicBezTo>
                  <a:pt x="265" y="46"/>
                  <a:pt x="273" y="56"/>
                  <a:pt x="281" y="66"/>
                </a:cubicBezTo>
                <a:cubicBezTo>
                  <a:pt x="288" y="77"/>
                  <a:pt x="295" y="88"/>
                  <a:pt x="301" y="101"/>
                </a:cubicBezTo>
                <a:cubicBezTo>
                  <a:pt x="307" y="113"/>
                  <a:pt x="312" y="126"/>
                  <a:pt x="316" y="140"/>
                </a:cubicBezTo>
                <a:cubicBezTo>
                  <a:pt x="320" y="154"/>
                  <a:pt x="324" y="168"/>
                  <a:pt x="326" y="183"/>
                </a:cubicBezTo>
                <a:cubicBezTo>
                  <a:pt x="328" y="197"/>
                  <a:pt x="329" y="212"/>
                  <a:pt x="329" y="227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56840" y="4543200"/>
            <a:ext cx="248040" cy="38520"/>
          </a:xfrm>
          <a:custGeom>
            <a:avLst/>
            <a:gdLst/>
            <a:ahLst/>
            <a:rect l="0" t="0" r="r" b="b"/>
            <a:pathLst>
              <a:path w="689" h="107">
                <a:moveTo>
                  <a:pt x="0" y="54"/>
                </a:moveTo>
                <a:cubicBezTo>
                  <a:pt x="0" y="47"/>
                  <a:pt x="2" y="40"/>
                  <a:pt x="5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636" y="0"/>
                </a:lnTo>
                <a:cubicBezTo>
                  <a:pt x="644" y="0"/>
                  <a:pt x="650" y="1"/>
                  <a:pt x="657" y="4"/>
                </a:cubicBezTo>
                <a:cubicBezTo>
                  <a:pt x="663" y="7"/>
                  <a:pt x="669" y="11"/>
                  <a:pt x="674" y="16"/>
                </a:cubicBezTo>
                <a:cubicBezTo>
                  <a:pt x="679" y="21"/>
                  <a:pt x="683" y="26"/>
                  <a:pt x="685" y="34"/>
                </a:cubicBezTo>
                <a:cubicBezTo>
                  <a:pt x="688" y="40"/>
                  <a:pt x="689" y="47"/>
                  <a:pt x="689" y="54"/>
                </a:cubicBezTo>
                <a:cubicBezTo>
                  <a:pt x="689" y="61"/>
                  <a:pt x="688" y="68"/>
                  <a:pt x="685" y="74"/>
                </a:cubicBezTo>
                <a:cubicBezTo>
                  <a:pt x="683" y="81"/>
                  <a:pt x="679" y="86"/>
                  <a:pt x="674" y="91"/>
                </a:cubicBezTo>
                <a:cubicBezTo>
                  <a:pt x="669" y="96"/>
                  <a:pt x="663" y="100"/>
                  <a:pt x="657" y="103"/>
                </a:cubicBezTo>
                <a:cubicBezTo>
                  <a:pt x="650" y="106"/>
                  <a:pt x="644" y="107"/>
                  <a:pt x="636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1"/>
                  <a:pt x="5" y="74"/>
                </a:cubicBezTo>
                <a:cubicBezTo>
                  <a:pt x="2" y="68"/>
                  <a:pt x="0" y="61"/>
                  <a:pt x="0" y="54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909840" y="2769840"/>
            <a:ext cx="143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 en andere ecosystemen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381040" y="4543200"/>
            <a:ext cx="238680" cy="38520"/>
          </a:xfrm>
          <a:custGeom>
            <a:avLst/>
            <a:gdLst/>
            <a:ahLst/>
            <a:rect l="0" t="0" r="r" b="b"/>
            <a:pathLst>
              <a:path w="663" h="107">
                <a:moveTo>
                  <a:pt x="0" y="54"/>
                </a:moveTo>
                <a:cubicBezTo>
                  <a:pt x="0" y="47"/>
                  <a:pt x="1" y="40"/>
                  <a:pt x="4" y="34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10" y="0"/>
                </a:lnTo>
                <a:cubicBezTo>
                  <a:pt x="617" y="0"/>
                  <a:pt x="623" y="1"/>
                  <a:pt x="630" y="4"/>
                </a:cubicBezTo>
                <a:cubicBezTo>
                  <a:pt x="636" y="7"/>
                  <a:pt x="642" y="11"/>
                  <a:pt x="647" y="16"/>
                </a:cubicBezTo>
                <a:cubicBezTo>
                  <a:pt x="652" y="21"/>
                  <a:pt x="656" y="26"/>
                  <a:pt x="659" y="34"/>
                </a:cubicBezTo>
                <a:cubicBezTo>
                  <a:pt x="661" y="40"/>
                  <a:pt x="663" y="47"/>
                  <a:pt x="663" y="54"/>
                </a:cubicBezTo>
                <a:cubicBezTo>
                  <a:pt x="663" y="61"/>
                  <a:pt x="661" y="68"/>
                  <a:pt x="659" y="74"/>
                </a:cubicBezTo>
                <a:cubicBezTo>
                  <a:pt x="656" y="81"/>
                  <a:pt x="652" y="86"/>
                  <a:pt x="647" y="91"/>
                </a:cubicBezTo>
                <a:cubicBezTo>
                  <a:pt x="642" y="96"/>
                  <a:pt x="636" y="100"/>
                  <a:pt x="630" y="103"/>
                </a:cubicBezTo>
                <a:cubicBezTo>
                  <a:pt x="623" y="106"/>
                  <a:pt x="617" y="107"/>
                  <a:pt x="610" y="107"/>
                </a:cubicBezTo>
                <a:lnTo>
                  <a:pt x="53" y="107"/>
                </a:lnTo>
                <a:cubicBezTo>
                  <a:pt x="46" y="107"/>
                  <a:pt x="39" y="106"/>
                  <a:pt x="33" y="103"/>
                </a:cubicBezTo>
                <a:cubicBezTo>
                  <a:pt x="26" y="100"/>
                  <a:pt x="21" y="96"/>
                  <a:pt x="16" y="91"/>
                </a:cubicBezTo>
                <a:cubicBezTo>
                  <a:pt x="11" y="86"/>
                  <a:pt x="7" y="81"/>
                  <a:pt x="4" y="74"/>
                </a:cubicBezTo>
                <a:cubicBezTo>
                  <a:pt x="1" y="68"/>
                  <a:pt x="0" y="61"/>
                  <a:pt x="0" y="54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54200" y="449964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koppelingen en datavraag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676240" y="4499640"/>
            <a:ext cx="1625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onderdelen in een systeem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4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7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2165040" y="1152360"/>
            <a:ext cx="2819520" cy="717840"/>
          </a:xfrm>
          <a:custGeom>
            <a:avLst/>
            <a:gdLst/>
            <a:ahLst/>
            <a:rect l="0" t="0" r="r" b="b"/>
            <a:pathLst>
              <a:path fill="none" w="7832" h="1994">
                <a:moveTo>
                  <a:pt x="0" y="1994"/>
                </a:moveTo>
                <a:lnTo>
                  <a:pt x="727" y="1661"/>
                </a:lnTo>
                <a:cubicBezTo>
                  <a:pt x="1453" y="1329"/>
                  <a:pt x="2907" y="664"/>
                  <a:pt x="4213" y="332"/>
                </a:cubicBezTo>
                <a:cubicBezTo>
                  <a:pt x="5518" y="0"/>
                  <a:pt x="6675" y="0"/>
                  <a:pt x="7253" y="0"/>
                </a:cubicBezTo>
                <a:lnTo>
                  <a:pt x="7832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2133720" y="1818000"/>
            <a:ext cx="85320" cy="69480"/>
          </a:xfrm>
          <a:custGeom>
            <a:avLst/>
            <a:gdLst/>
            <a:ahLst/>
            <a:rect l="0" t="0" r="r" b="b"/>
            <a:pathLst>
              <a:path w="237" h="193">
                <a:moveTo>
                  <a:pt x="0" y="185"/>
                </a:moveTo>
                <a:lnTo>
                  <a:pt x="237" y="193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125800" y="181080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4" y="194"/>
                </a:moveTo>
                <a:lnTo>
                  <a:pt x="65" y="195"/>
                </a:lnTo>
                <a:lnTo>
                  <a:pt x="64" y="217"/>
                </a:lnTo>
                <a:lnTo>
                  <a:pt x="43" y="216"/>
                </a:lnTo>
                <a:lnTo>
                  <a:pt x="44" y="194"/>
                </a:lnTo>
                <a:moveTo>
                  <a:pt x="65" y="195"/>
                </a:moveTo>
                <a:lnTo>
                  <a:pt x="86" y="195"/>
                </a:lnTo>
                <a:lnTo>
                  <a:pt x="85" y="218"/>
                </a:lnTo>
                <a:lnTo>
                  <a:pt x="64" y="217"/>
                </a:lnTo>
                <a:lnTo>
                  <a:pt x="65" y="195"/>
                </a:lnTo>
                <a:moveTo>
                  <a:pt x="86" y="195"/>
                </a:moveTo>
                <a:lnTo>
                  <a:pt x="107" y="196"/>
                </a:lnTo>
                <a:lnTo>
                  <a:pt x="106" y="218"/>
                </a:lnTo>
                <a:lnTo>
                  <a:pt x="85" y="218"/>
                </a:lnTo>
                <a:lnTo>
                  <a:pt x="86" y="195"/>
                </a:lnTo>
                <a:moveTo>
                  <a:pt x="107" y="196"/>
                </a:moveTo>
                <a:lnTo>
                  <a:pt x="128" y="197"/>
                </a:lnTo>
                <a:lnTo>
                  <a:pt x="127" y="219"/>
                </a:lnTo>
                <a:lnTo>
                  <a:pt x="106" y="218"/>
                </a:lnTo>
                <a:lnTo>
                  <a:pt x="107" y="196"/>
                </a:lnTo>
                <a:moveTo>
                  <a:pt x="128" y="197"/>
                </a:moveTo>
                <a:lnTo>
                  <a:pt x="149" y="198"/>
                </a:lnTo>
                <a:lnTo>
                  <a:pt x="149" y="220"/>
                </a:lnTo>
                <a:lnTo>
                  <a:pt x="127" y="219"/>
                </a:lnTo>
                <a:lnTo>
                  <a:pt x="128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70" y="221"/>
                </a:lnTo>
                <a:lnTo>
                  <a:pt x="149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2" y="199"/>
                </a:lnTo>
                <a:lnTo>
                  <a:pt x="191" y="221"/>
                </a:lnTo>
                <a:lnTo>
                  <a:pt x="170" y="221"/>
                </a:lnTo>
                <a:lnTo>
                  <a:pt x="170" y="198"/>
                </a:lnTo>
                <a:moveTo>
                  <a:pt x="192" y="199"/>
                </a:moveTo>
                <a:lnTo>
                  <a:pt x="213" y="200"/>
                </a:lnTo>
                <a:lnTo>
                  <a:pt x="212" y="222"/>
                </a:lnTo>
                <a:lnTo>
                  <a:pt x="191" y="221"/>
                </a:lnTo>
                <a:lnTo>
                  <a:pt x="192" y="199"/>
                </a:lnTo>
                <a:moveTo>
                  <a:pt x="213" y="200"/>
                </a:moveTo>
                <a:lnTo>
                  <a:pt x="234" y="201"/>
                </a:lnTo>
                <a:lnTo>
                  <a:pt x="233" y="223"/>
                </a:lnTo>
                <a:lnTo>
                  <a:pt x="212" y="222"/>
                </a:lnTo>
                <a:lnTo>
                  <a:pt x="213" y="200"/>
                </a:lnTo>
                <a:moveTo>
                  <a:pt x="234" y="201"/>
                </a:moveTo>
                <a:lnTo>
                  <a:pt x="255" y="201"/>
                </a:lnTo>
                <a:lnTo>
                  <a:pt x="254" y="224"/>
                </a:lnTo>
                <a:lnTo>
                  <a:pt x="233" y="223"/>
                </a:lnTo>
                <a:lnTo>
                  <a:pt x="234" y="201"/>
                </a:lnTo>
                <a:moveTo>
                  <a:pt x="255" y="201"/>
                </a:moveTo>
                <a:lnTo>
                  <a:pt x="259" y="202"/>
                </a:lnTo>
                <a:lnTo>
                  <a:pt x="258" y="213"/>
                </a:lnTo>
                <a:lnTo>
                  <a:pt x="249" y="218"/>
                </a:lnTo>
                <a:lnTo>
                  <a:pt x="242" y="201"/>
                </a:lnTo>
                <a:lnTo>
                  <a:pt x="262" y="192"/>
                </a:lnTo>
                <a:lnTo>
                  <a:pt x="276" y="224"/>
                </a:lnTo>
                <a:lnTo>
                  <a:pt x="254" y="224"/>
                </a:lnTo>
                <a:lnTo>
                  <a:pt x="255" y="201"/>
                </a:lnTo>
                <a:moveTo>
                  <a:pt x="242" y="201"/>
                </a:moveTo>
                <a:lnTo>
                  <a:pt x="233" y="181"/>
                </a:lnTo>
                <a:lnTo>
                  <a:pt x="252" y="173"/>
                </a:lnTo>
                <a:lnTo>
                  <a:pt x="262" y="192"/>
                </a:lnTo>
                <a:lnTo>
                  <a:pt x="242" y="201"/>
                </a:lnTo>
                <a:moveTo>
                  <a:pt x="233" y="181"/>
                </a:moveTo>
                <a:lnTo>
                  <a:pt x="224" y="162"/>
                </a:lnTo>
                <a:lnTo>
                  <a:pt x="243" y="153"/>
                </a:lnTo>
                <a:lnTo>
                  <a:pt x="252" y="173"/>
                </a:lnTo>
                <a:lnTo>
                  <a:pt x="233" y="181"/>
                </a:lnTo>
                <a:moveTo>
                  <a:pt x="224" y="162"/>
                </a:moveTo>
                <a:lnTo>
                  <a:pt x="215" y="143"/>
                </a:lnTo>
                <a:lnTo>
                  <a:pt x="235" y="134"/>
                </a:lnTo>
                <a:lnTo>
                  <a:pt x="243" y="153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6" y="115"/>
                </a:lnTo>
                <a:lnTo>
                  <a:pt x="235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8" y="104"/>
                </a:lnTo>
                <a:lnTo>
                  <a:pt x="217" y="96"/>
                </a:lnTo>
                <a:lnTo>
                  <a:pt x="226" y="115"/>
                </a:lnTo>
                <a:lnTo>
                  <a:pt x="206" y="124"/>
                </a:lnTo>
                <a:moveTo>
                  <a:pt x="198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8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1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1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1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5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5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5" y="56"/>
                </a:lnTo>
                <a:moveTo>
                  <a:pt x="141" y="73"/>
                </a:moveTo>
                <a:lnTo>
                  <a:pt x="128" y="89"/>
                </a:lnTo>
                <a:lnTo>
                  <a:pt x="112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5" y="106"/>
                </a:lnTo>
                <a:lnTo>
                  <a:pt x="98" y="92"/>
                </a:lnTo>
                <a:lnTo>
                  <a:pt x="112" y="76"/>
                </a:lnTo>
                <a:lnTo>
                  <a:pt x="128" y="89"/>
                </a:lnTo>
                <a:moveTo>
                  <a:pt x="115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5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2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5" y="155"/>
                </a:lnTo>
                <a:lnTo>
                  <a:pt x="58" y="142"/>
                </a:lnTo>
                <a:lnTo>
                  <a:pt x="72" y="125"/>
                </a:lnTo>
                <a:lnTo>
                  <a:pt x="88" y="139"/>
                </a:lnTo>
                <a:moveTo>
                  <a:pt x="75" y="155"/>
                </a:moveTo>
                <a:lnTo>
                  <a:pt x="62" y="172"/>
                </a:lnTo>
                <a:lnTo>
                  <a:pt x="45" y="158"/>
                </a:lnTo>
                <a:lnTo>
                  <a:pt x="58" y="142"/>
                </a:lnTo>
                <a:lnTo>
                  <a:pt x="75" y="155"/>
                </a:lnTo>
                <a:moveTo>
                  <a:pt x="62" y="172"/>
                </a:moveTo>
                <a:lnTo>
                  <a:pt x="48" y="188"/>
                </a:lnTo>
                <a:lnTo>
                  <a:pt x="32" y="175"/>
                </a:lnTo>
                <a:lnTo>
                  <a:pt x="45" y="158"/>
                </a:lnTo>
                <a:lnTo>
                  <a:pt x="62" y="172"/>
                </a:lnTo>
                <a:moveTo>
                  <a:pt x="48" y="188"/>
                </a:moveTo>
                <a:lnTo>
                  <a:pt x="35" y="205"/>
                </a:lnTo>
                <a:lnTo>
                  <a:pt x="19" y="191"/>
                </a:lnTo>
                <a:lnTo>
                  <a:pt x="32" y="175"/>
                </a:lnTo>
                <a:lnTo>
                  <a:pt x="48" y="188"/>
                </a:lnTo>
                <a:moveTo>
                  <a:pt x="35" y="205"/>
                </a:moveTo>
                <a:lnTo>
                  <a:pt x="30" y="210"/>
                </a:lnTo>
                <a:lnTo>
                  <a:pt x="22" y="204"/>
                </a:lnTo>
                <a:lnTo>
                  <a:pt x="22" y="193"/>
                </a:lnTo>
                <a:lnTo>
                  <a:pt x="44" y="194"/>
                </a:lnTo>
                <a:lnTo>
                  <a:pt x="43" y="216"/>
                </a:lnTo>
                <a:lnTo>
                  <a:pt x="0" y="215"/>
                </a:lnTo>
                <a:lnTo>
                  <a:pt x="19" y="191"/>
                </a:lnTo>
                <a:lnTo>
                  <a:pt x="35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9460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9420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6"/>
                </a:lnTo>
                <a:moveTo>
                  <a:pt x="110" y="55"/>
                </a:moveTo>
                <a:lnTo>
                  <a:pt x="130" y="64"/>
                </a:lnTo>
                <a:lnTo>
                  <a:pt x="121" y="83"/>
                </a:lnTo>
                <a:lnTo>
                  <a:pt x="101" y="74"/>
                </a:lnTo>
                <a:lnTo>
                  <a:pt x="110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9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9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3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3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8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8" y="197"/>
                </a:moveTo>
                <a:lnTo>
                  <a:pt x="79" y="206"/>
                </a:lnTo>
                <a:lnTo>
                  <a:pt x="70" y="188"/>
                </a:lnTo>
                <a:lnTo>
                  <a:pt x="89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70" y="188"/>
                </a:lnTo>
                <a:lnTo>
                  <a:pt x="79" y="206"/>
                </a:lnTo>
                <a:moveTo>
                  <a:pt x="60" y="216"/>
                </a:moveTo>
                <a:lnTo>
                  <a:pt x="41" y="225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2639880" y="2143080"/>
            <a:ext cx="2190600" cy="0"/>
          </a:xfrm>
          <a:custGeom>
            <a:avLst/>
            <a:gdLst/>
            <a:ahLst/>
            <a:rect l="0" t="0" r="r" b="b"/>
            <a:pathLst>
              <a:path fill="none" w="6085" h="0">
                <a:moveTo>
                  <a:pt x="0" y="0"/>
                </a:moveTo>
                <a:lnTo>
                  <a:pt x="507" y="0"/>
                </a:lnTo>
                <a:cubicBezTo>
                  <a:pt x="1014" y="0"/>
                  <a:pt x="2028" y="0"/>
                  <a:pt x="3042" y="0"/>
                </a:cubicBezTo>
                <a:cubicBezTo>
                  <a:pt x="4056" y="0"/>
                  <a:pt x="5071" y="0"/>
                  <a:pt x="5578" y="0"/>
                </a:cubicBezTo>
                <a:lnTo>
                  <a:pt x="6085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923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7883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4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3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3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9"/>
                </a:lnTo>
                <a:lnTo>
                  <a:pt x="127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9"/>
                </a:moveTo>
                <a:lnTo>
                  <a:pt x="118" y="188"/>
                </a:lnTo>
                <a:lnTo>
                  <a:pt x="109" y="168"/>
                </a:lnTo>
                <a:lnTo>
                  <a:pt x="127" y="159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9" y="168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1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1" y="188"/>
                </a:lnTo>
                <a:lnTo>
                  <a:pt x="80" y="207"/>
                </a:lnTo>
                <a:moveTo>
                  <a:pt x="61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2165040" y="2415960"/>
            <a:ext cx="2682000" cy="717840"/>
          </a:xfrm>
          <a:custGeom>
            <a:avLst/>
            <a:gdLst/>
            <a:ahLst/>
            <a:rect l="0" t="0" r="r" b="b"/>
            <a:pathLst>
              <a:path fill="none" w="7450" h="1994">
                <a:moveTo>
                  <a:pt x="0" y="0"/>
                </a:moveTo>
                <a:lnTo>
                  <a:pt x="727" y="333"/>
                </a:lnTo>
                <a:cubicBezTo>
                  <a:pt x="1453" y="665"/>
                  <a:pt x="2907" y="1330"/>
                  <a:pt x="4149" y="1662"/>
                </a:cubicBezTo>
                <a:cubicBezTo>
                  <a:pt x="5392" y="1994"/>
                  <a:pt x="6421" y="1994"/>
                  <a:pt x="6936" y="1994"/>
                </a:cubicBezTo>
                <a:lnTo>
                  <a:pt x="7450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2133720" y="2398680"/>
            <a:ext cx="85320" cy="69840"/>
          </a:xfrm>
          <a:custGeom>
            <a:avLst/>
            <a:gdLst/>
            <a:ahLst/>
            <a:rect l="0" t="0" r="r" b="b"/>
            <a:pathLst>
              <a:path w="237" h="194">
                <a:moveTo>
                  <a:pt x="0" y="8"/>
                </a:moveTo>
                <a:lnTo>
                  <a:pt x="150" y="194"/>
                </a:lnTo>
                <a:lnTo>
                  <a:pt x="237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2125800" y="23947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4" y="29"/>
                </a:moveTo>
                <a:lnTo>
                  <a:pt x="57" y="46"/>
                </a:lnTo>
                <a:lnTo>
                  <a:pt x="40" y="59"/>
                </a:lnTo>
                <a:lnTo>
                  <a:pt x="27" y="43"/>
                </a:lnTo>
                <a:lnTo>
                  <a:pt x="44" y="29"/>
                </a:lnTo>
                <a:moveTo>
                  <a:pt x="57" y="46"/>
                </a:moveTo>
                <a:lnTo>
                  <a:pt x="70" y="62"/>
                </a:lnTo>
                <a:lnTo>
                  <a:pt x="54" y="75"/>
                </a:lnTo>
                <a:lnTo>
                  <a:pt x="40" y="59"/>
                </a:lnTo>
                <a:lnTo>
                  <a:pt x="57" y="46"/>
                </a:lnTo>
                <a:moveTo>
                  <a:pt x="70" y="62"/>
                </a:moveTo>
                <a:lnTo>
                  <a:pt x="83" y="79"/>
                </a:lnTo>
                <a:lnTo>
                  <a:pt x="67" y="92"/>
                </a:lnTo>
                <a:lnTo>
                  <a:pt x="54" y="75"/>
                </a:lnTo>
                <a:lnTo>
                  <a:pt x="70" y="62"/>
                </a:lnTo>
                <a:moveTo>
                  <a:pt x="83" y="79"/>
                </a:moveTo>
                <a:lnTo>
                  <a:pt x="97" y="95"/>
                </a:lnTo>
                <a:lnTo>
                  <a:pt x="80" y="108"/>
                </a:lnTo>
                <a:lnTo>
                  <a:pt x="67" y="92"/>
                </a:lnTo>
                <a:lnTo>
                  <a:pt x="83" y="79"/>
                </a:lnTo>
                <a:moveTo>
                  <a:pt x="97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8"/>
                </a:lnTo>
                <a:lnTo>
                  <a:pt x="97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7" y="141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7" y="141"/>
                </a:lnTo>
                <a:lnTo>
                  <a:pt x="123" y="128"/>
                </a:lnTo>
                <a:moveTo>
                  <a:pt x="136" y="145"/>
                </a:moveTo>
                <a:lnTo>
                  <a:pt x="150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5"/>
                </a:lnTo>
                <a:moveTo>
                  <a:pt x="150" y="162"/>
                </a:moveTo>
                <a:lnTo>
                  <a:pt x="163" y="179"/>
                </a:lnTo>
                <a:lnTo>
                  <a:pt x="147" y="192"/>
                </a:lnTo>
                <a:lnTo>
                  <a:pt x="133" y="175"/>
                </a:lnTo>
                <a:lnTo>
                  <a:pt x="150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7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1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6" y="145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6" y="145"/>
                </a:moveTo>
                <a:lnTo>
                  <a:pt x="194" y="126"/>
                </a:lnTo>
                <a:lnTo>
                  <a:pt x="214" y="135"/>
                </a:lnTo>
                <a:lnTo>
                  <a:pt x="205" y="155"/>
                </a:lnTo>
                <a:lnTo>
                  <a:pt x="186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3" y="115"/>
                </a:lnTo>
                <a:lnTo>
                  <a:pt x="214" y="135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3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1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1" y="68"/>
                </a:moveTo>
                <a:lnTo>
                  <a:pt x="230" y="49"/>
                </a:lnTo>
                <a:lnTo>
                  <a:pt x="249" y="58"/>
                </a:lnTo>
                <a:lnTo>
                  <a:pt x="240" y="77"/>
                </a:lnTo>
                <a:lnTo>
                  <a:pt x="221" y="68"/>
                </a:lnTo>
                <a:moveTo>
                  <a:pt x="230" y="49"/>
                </a:moveTo>
                <a:lnTo>
                  <a:pt x="238" y="29"/>
                </a:lnTo>
                <a:lnTo>
                  <a:pt x="258" y="38"/>
                </a:lnTo>
                <a:lnTo>
                  <a:pt x="249" y="58"/>
                </a:lnTo>
                <a:lnTo>
                  <a:pt x="230" y="49"/>
                </a:lnTo>
                <a:moveTo>
                  <a:pt x="238" y="29"/>
                </a:moveTo>
                <a:lnTo>
                  <a:pt x="247" y="10"/>
                </a:lnTo>
                <a:lnTo>
                  <a:pt x="268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9" y="7"/>
                </a:lnTo>
                <a:lnTo>
                  <a:pt x="258" y="11"/>
                </a:lnTo>
                <a:lnTo>
                  <a:pt x="259" y="22"/>
                </a:lnTo>
                <a:lnTo>
                  <a:pt x="242" y="22"/>
                </a:lnTo>
                <a:lnTo>
                  <a:pt x="241" y="1"/>
                </a:lnTo>
                <a:lnTo>
                  <a:pt x="276" y="0"/>
                </a:lnTo>
                <a:lnTo>
                  <a:pt x="268" y="19"/>
                </a:lnTo>
                <a:lnTo>
                  <a:pt x="247" y="10"/>
                </a:lnTo>
                <a:moveTo>
                  <a:pt x="242" y="22"/>
                </a:moveTo>
                <a:lnTo>
                  <a:pt x="220" y="23"/>
                </a:lnTo>
                <a:lnTo>
                  <a:pt x="220" y="2"/>
                </a:lnTo>
                <a:lnTo>
                  <a:pt x="241" y="1"/>
                </a:lnTo>
                <a:lnTo>
                  <a:pt x="242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20" y="2"/>
                </a:lnTo>
                <a:lnTo>
                  <a:pt x="220" y="23"/>
                </a:lnTo>
                <a:moveTo>
                  <a:pt x="199" y="24"/>
                </a:moveTo>
                <a:lnTo>
                  <a:pt x="178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8" y="25"/>
                </a:moveTo>
                <a:lnTo>
                  <a:pt x="157" y="25"/>
                </a:lnTo>
                <a:lnTo>
                  <a:pt x="156" y="4"/>
                </a:lnTo>
                <a:lnTo>
                  <a:pt x="177" y="3"/>
                </a:lnTo>
                <a:lnTo>
                  <a:pt x="178" y="25"/>
                </a:lnTo>
                <a:moveTo>
                  <a:pt x="157" y="25"/>
                </a:moveTo>
                <a:lnTo>
                  <a:pt x="136" y="26"/>
                </a:lnTo>
                <a:lnTo>
                  <a:pt x="135" y="5"/>
                </a:lnTo>
                <a:lnTo>
                  <a:pt x="156" y="4"/>
                </a:lnTo>
                <a:lnTo>
                  <a:pt x="157" y="25"/>
                </a:lnTo>
                <a:moveTo>
                  <a:pt x="136" y="26"/>
                </a:moveTo>
                <a:lnTo>
                  <a:pt x="115" y="27"/>
                </a:lnTo>
                <a:lnTo>
                  <a:pt x="114" y="6"/>
                </a:lnTo>
                <a:lnTo>
                  <a:pt x="135" y="5"/>
                </a:lnTo>
                <a:lnTo>
                  <a:pt x="136" y="26"/>
                </a:lnTo>
                <a:moveTo>
                  <a:pt x="115" y="27"/>
                </a:moveTo>
                <a:lnTo>
                  <a:pt x="93" y="27"/>
                </a:lnTo>
                <a:lnTo>
                  <a:pt x="93" y="6"/>
                </a:lnTo>
                <a:lnTo>
                  <a:pt x="114" y="6"/>
                </a:lnTo>
                <a:lnTo>
                  <a:pt x="115" y="27"/>
                </a:lnTo>
                <a:moveTo>
                  <a:pt x="93" y="27"/>
                </a:moveTo>
                <a:lnTo>
                  <a:pt x="72" y="28"/>
                </a:lnTo>
                <a:lnTo>
                  <a:pt x="72" y="7"/>
                </a:lnTo>
                <a:lnTo>
                  <a:pt x="93" y="6"/>
                </a:lnTo>
                <a:lnTo>
                  <a:pt x="93" y="27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2" y="7"/>
                </a:lnTo>
                <a:lnTo>
                  <a:pt x="72" y="28"/>
                </a:lnTo>
                <a:moveTo>
                  <a:pt x="51" y="29"/>
                </a:moveTo>
                <a:lnTo>
                  <a:pt x="30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30" y="30"/>
                </a:moveTo>
                <a:lnTo>
                  <a:pt x="22" y="30"/>
                </a:lnTo>
                <a:lnTo>
                  <a:pt x="22" y="19"/>
                </a:lnTo>
                <a:lnTo>
                  <a:pt x="30" y="13"/>
                </a:lnTo>
                <a:lnTo>
                  <a:pt x="44" y="29"/>
                </a:lnTo>
                <a:lnTo>
                  <a:pt x="27" y="43"/>
                </a:lnTo>
                <a:lnTo>
                  <a:pt x="0" y="10"/>
                </a:lnTo>
                <a:lnTo>
                  <a:pt x="29" y="9"/>
                </a:lnTo>
                <a:lnTo>
                  <a:pt x="30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80852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80492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7"/>
                </a:lnTo>
                <a:lnTo>
                  <a:pt x="45" y="46"/>
                </a:lnTo>
                <a:lnTo>
                  <a:pt x="26" y="36"/>
                </a:lnTo>
                <a:lnTo>
                  <a:pt x="35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2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2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5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2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5" y="142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4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2" y="227"/>
                </a:moveTo>
                <a:lnTo>
                  <a:pt x="23" y="236"/>
                </a:lnTo>
                <a:lnTo>
                  <a:pt x="14" y="217"/>
                </a:lnTo>
                <a:lnTo>
                  <a:pt x="32" y="208"/>
                </a:lnTo>
                <a:lnTo>
                  <a:pt x="42" y="227"/>
                </a:lnTo>
                <a:moveTo>
                  <a:pt x="23" y="236"/>
                </a:moveTo>
                <a:lnTo>
                  <a:pt x="0" y="247"/>
                </a:lnTo>
                <a:lnTo>
                  <a:pt x="0" y="217"/>
                </a:lnTo>
                <a:lnTo>
                  <a:pt x="22" y="217"/>
                </a:lnTo>
                <a:lnTo>
                  <a:pt x="22" y="230"/>
                </a:lnTo>
                <a:lnTo>
                  <a:pt x="11" y="230"/>
                </a:lnTo>
                <a:lnTo>
                  <a:pt x="7" y="221"/>
                </a:lnTo>
                <a:lnTo>
                  <a:pt x="14" y="217"/>
                </a:lnTo>
                <a:lnTo>
                  <a:pt x="23" y="236"/>
                </a:lnTo>
                <a:moveTo>
                  <a:pt x="0" y="217"/>
                </a:moveTo>
                <a:lnTo>
                  <a:pt x="0" y="195"/>
                </a:lnTo>
                <a:lnTo>
                  <a:pt x="22" y="195"/>
                </a:lnTo>
                <a:lnTo>
                  <a:pt x="22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2" y="174"/>
                </a:lnTo>
                <a:lnTo>
                  <a:pt x="22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2" y="153"/>
                </a:lnTo>
                <a:lnTo>
                  <a:pt x="22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2" y="132"/>
                </a:lnTo>
                <a:lnTo>
                  <a:pt x="22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2" y="110"/>
                </a:lnTo>
                <a:lnTo>
                  <a:pt x="22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2" y="89"/>
                </a:lnTo>
                <a:lnTo>
                  <a:pt x="22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2" y="67"/>
                </a:lnTo>
                <a:lnTo>
                  <a:pt x="22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2" y="46"/>
                </a:lnTo>
                <a:lnTo>
                  <a:pt x="22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2" y="25"/>
                </a:lnTo>
                <a:lnTo>
                  <a:pt x="22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7" y="27"/>
                </a:lnTo>
                <a:lnTo>
                  <a:pt x="11" y="17"/>
                </a:lnTo>
                <a:lnTo>
                  <a:pt x="22" y="17"/>
                </a:lnTo>
                <a:lnTo>
                  <a:pt x="22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29538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33307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2953800" y="19350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2928240" y="2163600"/>
            <a:ext cx="16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resultaatstructuur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29538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840040" y="3154320"/>
            <a:ext cx="179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leermiddelkoppeling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3082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15448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70680" y="303984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71320" y="3680280"/>
            <a:ext cx="1568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Onderwijsspeciﬁcatie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2619000" y="3680280"/>
            <a:ext cx="1276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666320" y="3680280"/>
            <a:ext cx="156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Onderwijsverbintenis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666320" y="3884400"/>
            <a:ext cx="189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een student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666320" y="4056120"/>
            <a:ext cx="1114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 aanbod heef 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713640" y="3680280"/>
            <a:ext cx="1401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Onderwijsresultaat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7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3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4" name=""/>
          <p:cNvSpPr txBox="1"/>
          <p:nvPr/>
        </p:nvSpPr>
        <p:spPr>
          <a:xfrm>
            <a:off x="439920" y="729360"/>
            <a:ext cx="7730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wij leveren, en wat AI daarmee kan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456840" y="1609560"/>
            <a:ext cx="2496240" cy="1752840"/>
          </a:xfrm>
          <a:custGeom>
            <a:avLst/>
            <a:gdLst/>
            <a:ahLst/>
            <a:rect l="0" t="0" r="r" b="b"/>
            <a:pathLst>
              <a:path w="6934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669" y="0"/>
                </a:lnTo>
                <a:cubicBezTo>
                  <a:pt x="6686" y="0"/>
                  <a:pt x="6704" y="2"/>
                  <a:pt x="6721" y="5"/>
                </a:cubicBezTo>
                <a:cubicBezTo>
                  <a:pt x="6738" y="8"/>
                  <a:pt x="6754" y="13"/>
                  <a:pt x="6770" y="20"/>
                </a:cubicBezTo>
                <a:cubicBezTo>
                  <a:pt x="6786" y="27"/>
                  <a:pt x="6802" y="35"/>
                  <a:pt x="6816" y="45"/>
                </a:cubicBezTo>
                <a:cubicBezTo>
                  <a:pt x="6830" y="54"/>
                  <a:pt x="6844" y="65"/>
                  <a:pt x="6856" y="77"/>
                </a:cubicBezTo>
                <a:cubicBezTo>
                  <a:pt x="6868" y="90"/>
                  <a:pt x="6879" y="103"/>
                  <a:pt x="6889" y="118"/>
                </a:cubicBezTo>
                <a:cubicBezTo>
                  <a:pt x="6899" y="132"/>
                  <a:pt x="6907" y="147"/>
                  <a:pt x="6913" y="163"/>
                </a:cubicBezTo>
                <a:cubicBezTo>
                  <a:pt x="6920" y="179"/>
                  <a:pt x="6925" y="196"/>
                  <a:pt x="6928" y="213"/>
                </a:cubicBezTo>
                <a:cubicBezTo>
                  <a:pt x="6932" y="230"/>
                  <a:pt x="6934" y="247"/>
                  <a:pt x="6934" y="265"/>
                </a:cubicBezTo>
                <a:lnTo>
                  <a:pt x="6934" y="4605"/>
                </a:lnTo>
                <a:cubicBezTo>
                  <a:pt x="6934" y="4622"/>
                  <a:pt x="6932" y="4639"/>
                  <a:pt x="6928" y="4656"/>
                </a:cubicBezTo>
                <a:cubicBezTo>
                  <a:pt x="6925" y="4673"/>
                  <a:pt x="6920" y="4690"/>
                  <a:pt x="6913" y="4706"/>
                </a:cubicBezTo>
                <a:cubicBezTo>
                  <a:pt x="6907" y="4722"/>
                  <a:pt x="6899" y="4737"/>
                  <a:pt x="6889" y="4752"/>
                </a:cubicBezTo>
                <a:cubicBezTo>
                  <a:pt x="6879" y="4766"/>
                  <a:pt x="6868" y="4780"/>
                  <a:pt x="6856" y="4792"/>
                </a:cubicBezTo>
                <a:cubicBezTo>
                  <a:pt x="6844" y="4804"/>
                  <a:pt x="6830" y="4815"/>
                  <a:pt x="6816" y="4825"/>
                </a:cubicBezTo>
                <a:cubicBezTo>
                  <a:pt x="6802" y="4834"/>
                  <a:pt x="6786" y="4843"/>
                  <a:pt x="6770" y="4849"/>
                </a:cubicBezTo>
                <a:cubicBezTo>
                  <a:pt x="6754" y="4856"/>
                  <a:pt x="6738" y="4861"/>
                  <a:pt x="6721" y="4864"/>
                </a:cubicBezTo>
                <a:cubicBezTo>
                  <a:pt x="6704" y="4868"/>
                  <a:pt x="6686" y="4869"/>
                  <a:pt x="6669" y="4869"/>
                </a:cubicBezTo>
                <a:lnTo>
                  <a:pt x="265" y="4869"/>
                </a:lnTo>
                <a:cubicBezTo>
                  <a:pt x="248" y="4869"/>
                  <a:pt x="231" y="4868"/>
                  <a:pt x="213" y="4864"/>
                </a:cubicBezTo>
                <a:cubicBezTo>
                  <a:pt x="196" y="4861"/>
                  <a:pt x="180" y="4856"/>
                  <a:pt x="164" y="4849"/>
                </a:cubicBezTo>
                <a:cubicBezTo>
                  <a:pt x="148" y="4843"/>
                  <a:pt x="133" y="4834"/>
                  <a:pt x="118" y="4825"/>
                </a:cubicBezTo>
                <a:cubicBezTo>
                  <a:pt x="104" y="4815"/>
                  <a:pt x="90" y="4804"/>
                  <a:pt x="78" y="4792"/>
                </a:cubicBezTo>
                <a:cubicBezTo>
                  <a:pt x="66" y="4780"/>
                  <a:pt x="55" y="4766"/>
                  <a:pt x="45" y="4752"/>
                </a:cubicBezTo>
                <a:cubicBezTo>
                  <a:pt x="35" y="4737"/>
                  <a:pt x="27" y="4722"/>
                  <a:pt x="21" y="4706"/>
                </a:cubicBezTo>
                <a:cubicBezTo>
                  <a:pt x="14" y="4690"/>
                  <a:pt x="9" y="4673"/>
                  <a:pt x="6" y="4656"/>
                </a:cubicBezTo>
                <a:cubicBezTo>
                  <a:pt x="2" y="4639"/>
                  <a:pt x="0" y="4622"/>
                  <a:pt x="0" y="4605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457200" y="1294920"/>
            <a:ext cx="4591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Onze bijdrage zit 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594360" y="1746360"/>
            <a:ext cx="171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594360" y="1992960"/>
            <a:ext cx="2262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Elk systeem weet wat het van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594360" y="2174040"/>
            <a:ext cx="2262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ander kan verwachten, en wat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90400" y="261936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590400" y="3047760"/>
            <a:ext cx="2229120" cy="190800"/>
          </a:xfrm>
          <a:custGeom>
            <a:avLst/>
            <a:gdLst/>
            <a:ahLst/>
            <a:rect l="0" t="0" r="r" b="b"/>
            <a:pathLst>
              <a:path w="6192" h="530">
                <a:moveTo>
                  <a:pt x="0" y="398"/>
                </a:moveTo>
                <a:lnTo>
                  <a:pt x="0" y="132"/>
                </a:ln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2" y="0"/>
                </a:cubicBezTo>
                <a:lnTo>
                  <a:pt x="6060" y="0"/>
                </a:lnTo>
                <a:cubicBezTo>
                  <a:pt x="6077" y="0"/>
                  <a:pt x="6094" y="4"/>
                  <a:pt x="6110" y="10"/>
                </a:cubicBezTo>
                <a:cubicBezTo>
                  <a:pt x="6127" y="17"/>
                  <a:pt x="6141" y="27"/>
                  <a:pt x="6153" y="39"/>
                </a:cubicBezTo>
                <a:cubicBezTo>
                  <a:pt x="6166" y="51"/>
                  <a:pt x="6175" y="66"/>
                  <a:pt x="6182" y="82"/>
                </a:cubicBezTo>
                <a:cubicBezTo>
                  <a:pt x="6189" y="98"/>
                  <a:pt x="6192" y="115"/>
                  <a:pt x="6192" y="132"/>
                </a:cubicBezTo>
                <a:lnTo>
                  <a:pt x="6192" y="398"/>
                </a:lnTo>
                <a:cubicBezTo>
                  <a:pt x="6192" y="416"/>
                  <a:pt x="6189" y="432"/>
                  <a:pt x="6182" y="449"/>
                </a:cubicBezTo>
                <a:cubicBezTo>
                  <a:pt x="6175" y="465"/>
                  <a:pt x="6166" y="479"/>
                  <a:pt x="6153" y="492"/>
                </a:cubicBezTo>
                <a:cubicBezTo>
                  <a:pt x="6141" y="504"/>
                  <a:pt x="6127" y="514"/>
                  <a:pt x="6110" y="520"/>
                </a:cubicBezTo>
                <a:cubicBezTo>
                  <a:pt x="6094" y="527"/>
                  <a:pt x="6077" y="530"/>
                  <a:pt x="6060" y="530"/>
                </a:cubicBezTo>
                <a:lnTo>
                  <a:pt x="132" y="530"/>
                </a:lnTo>
                <a:cubicBezTo>
                  <a:pt x="115" y="530"/>
                  <a:pt x="98" y="527"/>
                  <a:pt x="82" y="520"/>
                </a:cubicBezTo>
                <a:cubicBezTo>
                  <a:pt x="65" y="514"/>
                  <a:pt x="51" y="504"/>
                  <a:pt x="39" y="492"/>
                </a:cubicBezTo>
                <a:cubicBezTo>
                  <a:pt x="26" y="479"/>
                  <a:pt x="17" y="465"/>
                  <a:pt x="10" y="449"/>
                </a:cubicBezTo>
                <a:cubicBezTo>
                  <a:pt x="3" y="432"/>
                  <a:pt x="0" y="416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59976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5" y="3"/>
                  <a:pt x="1868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8" y="522"/>
                </a:cubicBezTo>
                <a:cubicBezTo>
                  <a:pt x="1855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/>
          <p:nvPr/>
        </p:nvSpPr>
        <p:spPr>
          <a:xfrm>
            <a:off x="59976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5" y="3"/>
                  <a:pt x="1868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8" y="522"/>
                </a:cubicBezTo>
                <a:cubicBezTo>
                  <a:pt x="1855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594360" y="2354760"/>
            <a:ext cx="631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betekent.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1361880" y="2714400"/>
            <a:ext cx="686160" cy="190800"/>
          </a:xfrm>
          <a:custGeom>
            <a:avLst/>
            <a:gdLst/>
            <a:ahLst/>
            <a:rect l="0" t="0" r="r" b="b"/>
            <a:pathLst>
              <a:path w="1906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800" y="0"/>
                </a:lnTo>
                <a:cubicBezTo>
                  <a:pt x="1814" y="0"/>
                  <a:pt x="1828" y="3"/>
                  <a:pt x="1841" y="8"/>
                </a:cubicBezTo>
                <a:cubicBezTo>
                  <a:pt x="1854" y="14"/>
                  <a:pt x="1865" y="21"/>
                  <a:pt x="1875" y="31"/>
                </a:cubicBezTo>
                <a:cubicBezTo>
                  <a:pt x="1885" y="41"/>
                  <a:pt x="1893" y="52"/>
                  <a:pt x="1898" y="65"/>
                </a:cubicBezTo>
                <a:cubicBezTo>
                  <a:pt x="1903" y="78"/>
                  <a:pt x="1906" y="92"/>
                  <a:pt x="1906" y="106"/>
                </a:cubicBezTo>
                <a:lnTo>
                  <a:pt x="1906" y="424"/>
                </a:lnTo>
                <a:cubicBezTo>
                  <a:pt x="1906" y="438"/>
                  <a:pt x="1903" y="452"/>
                  <a:pt x="1898" y="465"/>
                </a:cubicBezTo>
                <a:cubicBezTo>
                  <a:pt x="1893" y="478"/>
                  <a:pt x="1885" y="489"/>
                  <a:pt x="1875" y="499"/>
                </a:cubicBezTo>
                <a:cubicBezTo>
                  <a:pt x="1865" y="509"/>
                  <a:pt x="1854" y="517"/>
                  <a:pt x="1841" y="522"/>
                </a:cubicBezTo>
                <a:cubicBezTo>
                  <a:pt x="1828" y="528"/>
                  <a:pt x="1814" y="530"/>
                  <a:pt x="1800" y="530"/>
                </a:cubicBezTo>
                <a:lnTo>
                  <a:pt x="106" y="530"/>
                </a:lnTo>
                <a:cubicBezTo>
                  <a:pt x="92" y="530"/>
                  <a:pt x="78" y="528"/>
                  <a:pt x="65" y="522"/>
                </a:cubicBezTo>
                <a:cubicBezTo>
                  <a:pt x="52" y="517"/>
                  <a:pt x="41" y="509"/>
                  <a:pt x="31" y="499"/>
                </a:cubicBezTo>
                <a:cubicBezTo>
                  <a:pt x="21" y="489"/>
                  <a:pt x="13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1361880" y="2714400"/>
            <a:ext cx="686160" cy="190800"/>
          </a:xfrm>
          <a:custGeom>
            <a:avLst/>
            <a:gdLst/>
            <a:ahLst/>
            <a:rect l="0" t="0" r="r" b="b"/>
            <a:pathLst>
              <a:path w="1906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1800" y="0"/>
                </a:lnTo>
                <a:cubicBezTo>
                  <a:pt x="1814" y="0"/>
                  <a:pt x="1828" y="3"/>
                  <a:pt x="1841" y="8"/>
                </a:cubicBezTo>
                <a:cubicBezTo>
                  <a:pt x="1854" y="14"/>
                  <a:pt x="1865" y="21"/>
                  <a:pt x="1875" y="31"/>
                </a:cubicBezTo>
                <a:cubicBezTo>
                  <a:pt x="1885" y="41"/>
                  <a:pt x="1893" y="52"/>
                  <a:pt x="1898" y="65"/>
                </a:cubicBezTo>
                <a:cubicBezTo>
                  <a:pt x="1903" y="78"/>
                  <a:pt x="1906" y="92"/>
                  <a:pt x="1906" y="106"/>
                </a:cubicBezTo>
                <a:lnTo>
                  <a:pt x="1906" y="424"/>
                </a:lnTo>
                <a:cubicBezTo>
                  <a:pt x="1906" y="438"/>
                  <a:pt x="1903" y="452"/>
                  <a:pt x="1898" y="465"/>
                </a:cubicBezTo>
                <a:cubicBezTo>
                  <a:pt x="1893" y="478"/>
                  <a:pt x="1885" y="489"/>
                  <a:pt x="1875" y="499"/>
                </a:cubicBezTo>
                <a:cubicBezTo>
                  <a:pt x="1865" y="509"/>
                  <a:pt x="1854" y="517"/>
                  <a:pt x="1841" y="522"/>
                </a:cubicBezTo>
                <a:cubicBezTo>
                  <a:pt x="1828" y="528"/>
                  <a:pt x="1814" y="530"/>
                  <a:pt x="1800" y="530"/>
                </a:cubicBezTo>
                <a:lnTo>
                  <a:pt x="106" y="530"/>
                </a:lnTo>
                <a:cubicBezTo>
                  <a:pt x="92" y="530"/>
                  <a:pt x="78" y="528"/>
                  <a:pt x="65" y="522"/>
                </a:cubicBezTo>
                <a:cubicBezTo>
                  <a:pt x="52" y="517"/>
                  <a:pt x="41" y="509"/>
                  <a:pt x="31" y="499"/>
                </a:cubicBezTo>
                <a:cubicBezTo>
                  <a:pt x="21" y="489"/>
                  <a:pt x="13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874080" y="276300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OC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211428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3"/>
                  <a:pt x="1867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7" y="522"/>
                </a:cubicBezTo>
                <a:cubicBezTo>
                  <a:pt x="1854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2114280" y="2714400"/>
            <a:ext cx="695880" cy="190800"/>
          </a:xfrm>
          <a:custGeom>
            <a:avLst/>
            <a:gdLst/>
            <a:ahLst/>
            <a:rect l="0" t="0" r="r" b="b"/>
            <a:pathLst>
              <a:path w="1933" h="530">
                <a:moveTo>
                  <a:pt x="0" y="424"/>
                </a:moveTo>
                <a:lnTo>
                  <a:pt x="0" y="106"/>
                </a:ln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1827" y="0"/>
                </a:lnTo>
                <a:cubicBezTo>
                  <a:pt x="1841" y="0"/>
                  <a:pt x="1854" y="3"/>
                  <a:pt x="1867" y="8"/>
                </a:cubicBezTo>
                <a:cubicBezTo>
                  <a:pt x="1880" y="14"/>
                  <a:pt x="1892" y="21"/>
                  <a:pt x="1902" y="31"/>
                </a:cubicBezTo>
                <a:cubicBezTo>
                  <a:pt x="1912" y="41"/>
                  <a:pt x="1919" y="52"/>
                  <a:pt x="1925" y="65"/>
                </a:cubicBezTo>
                <a:cubicBezTo>
                  <a:pt x="1930" y="78"/>
                  <a:pt x="1933" y="92"/>
                  <a:pt x="1933" y="106"/>
                </a:cubicBezTo>
                <a:lnTo>
                  <a:pt x="1933" y="424"/>
                </a:lnTo>
                <a:cubicBezTo>
                  <a:pt x="1933" y="438"/>
                  <a:pt x="1930" y="452"/>
                  <a:pt x="1925" y="465"/>
                </a:cubicBezTo>
                <a:cubicBezTo>
                  <a:pt x="1919" y="478"/>
                  <a:pt x="1912" y="489"/>
                  <a:pt x="1902" y="499"/>
                </a:cubicBezTo>
                <a:cubicBezTo>
                  <a:pt x="1892" y="509"/>
                  <a:pt x="1880" y="517"/>
                  <a:pt x="1867" y="522"/>
                </a:cubicBezTo>
                <a:cubicBezTo>
                  <a:pt x="1854" y="528"/>
                  <a:pt x="1841" y="530"/>
                  <a:pt x="1827" y="530"/>
                </a:cubicBezTo>
                <a:lnTo>
                  <a:pt x="106" y="530"/>
                </a:lnTo>
                <a:cubicBezTo>
                  <a:pt x="92" y="530"/>
                  <a:pt x="79" y="528"/>
                  <a:pt x="66" y="522"/>
                </a:cubicBezTo>
                <a:cubicBezTo>
                  <a:pt x="53" y="517"/>
                  <a:pt x="41" y="509"/>
                  <a:pt x="31" y="499"/>
                </a:cubicBezTo>
                <a:cubicBezTo>
                  <a:pt x="21" y="489"/>
                  <a:pt x="14" y="478"/>
                  <a:pt x="8" y="465"/>
                </a:cubicBezTo>
                <a:cubicBezTo>
                  <a:pt x="3" y="452"/>
                  <a:pt x="0" y="438"/>
                  <a:pt x="0" y="424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1634040" y="2763000"/>
            <a:ext cx="1652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SIS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957240" y="2914560"/>
            <a:ext cx="744840" cy="137520"/>
          </a:xfrm>
          <a:custGeom>
            <a:avLst/>
            <a:gdLst/>
            <a:ahLst/>
            <a:rect l="0" t="0" r="r" b="b"/>
            <a:pathLst>
              <a:path fill="none" w="2069" h="382">
                <a:moveTo>
                  <a:pt x="0" y="0"/>
                </a:moveTo>
                <a:lnTo>
                  <a:pt x="0" y="134"/>
                </a:lnTo>
                <a:lnTo>
                  <a:pt x="2069" y="134"/>
                </a:lnTo>
                <a:lnTo>
                  <a:pt x="2069" y="382"/>
                </a:lnTo>
              </a:path>
            </a:pathLst>
          </a:custGeom>
          <a:ln w="1764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1701720" y="2914560"/>
            <a:ext cx="0" cy="137160"/>
          </a:xfrm>
          <a:prstGeom prst="line">
            <a:avLst/>
          </a:prstGeom>
          <a:ln w="1764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1701720" y="2914560"/>
            <a:ext cx="744840" cy="137520"/>
          </a:xfrm>
          <a:custGeom>
            <a:avLst/>
            <a:gdLst/>
            <a:ahLst/>
            <a:rect l="0" t="0" r="r" b="b"/>
            <a:pathLst>
              <a:path fill="none" w="2069" h="382">
                <a:moveTo>
                  <a:pt x="2069" y="0"/>
                </a:moveTo>
                <a:lnTo>
                  <a:pt x="2069" y="134"/>
                </a:lnTo>
                <a:lnTo>
                  <a:pt x="0" y="134"/>
                </a:lnTo>
                <a:lnTo>
                  <a:pt x="0" y="382"/>
                </a:lnTo>
              </a:path>
            </a:pathLst>
          </a:custGeom>
          <a:ln w="1764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2365200" y="2763000"/>
            <a:ext cx="2156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0e9e7e"/>
                </a:solidFill>
                <a:latin typeface="Arial"/>
                <a:ea typeface="Arial"/>
              </a:rPr>
              <a:t>LMS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1243440" y="3078360"/>
            <a:ext cx="1081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dezelfde betekenis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3247920" y="1609560"/>
            <a:ext cx="2495880" cy="1752840"/>
          </a:xfrm>
          <a:custGeom>
            <a:avLst/>
            <a:gdLst/>
            <a:ahLst/>
            <a:rect l="0" t="0" r="r" b="b"/>
            <a:pathLst>
              <a:path w="6933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6668" y="0"/>
                </a:lnTo>
                <a:cubicBezTo>
                  <a:pt x="6686" y="0"/>
                  <a:pt x="6703" y="2"/>
                  <a:pt x="6720" y="5"/>
                </a:cubicBezTo>
                <a:cubicBezTo>
                  <a:pt x="6737" y="8"/>
                  <a:pt x="6753" y="13"/>
                  <a:pt x="6770" y="20"/>
                </a:cubicBezTo>
                <a:cubicBezTo>
                  <a:pt x="6786" y="27"/>
                  <a:pt x="6801" y="35"/>
                  <a:pt x="6815" y="45"/>
                </a:cubicBezTo>
                <a:cubicBezTo>
                  <a:pt x="6830" y="54"/>
                  <a:pt x="6843" y="65"/>
                  <a:pt x="6855" y="77"/>
                </a:cubicBezTo>
                <a:cubicBezTo>
                  <a:pt x="6868" y="90"/>
                  <a:pt x="6879" y="103"/>
                  <a:pt x="6888" y="118"/>
                </a:cubicBezTo>
                <a:cubicBezTo>
                  <a:pt x="6898" y="132"/>
                  <a:pt x="6906" y="147"/>
                  <a:pt x="6913" y="163"/>
                </a:cubicBezTo>
                <a:cubicBezTo>
                  <a:pt x="6919" y="179"/>
                  <a:pt x="6924" y="196"/>
                  <a:pt x="6928" y="213"/>
                </a:cubicBezTo>
                <a:cubicBezTo>
                  <a:pt x="6931" y="230"/>
                  <a:pt x="6933" y="247"/>
                  <a:pt x="6933" y="265"/>
                </a:cubicBezTo>
                <a:lnTo>
                  <a:pt x="6933" y="4605"/>
                </a:lnTo>
                <a:cubicBezTo>
                  <a:pt x="6933" y="4622"/>
                  <a:pt x="6931" y="4639"/>
                  <a:pt x="6928" y="4656"/>
                </a:cubicBezTo>
                <a:cubicBezTo>
                  <a:pt x="6924" y="4673"/>
                  <a:pt x="6919" y="4690"/>
                  <a:pt x="6913" y="4706"/>
                </a:cubicBezTo>
                <a:cubicBezTo>
                  <a:pt x="6906" y="4722"/>
                  <a:pt x="6898" y="4737"/>
                  <a:pt x="6888" y="4752"/>
                </a:cubicBezTo>
                <a:cubicBezTo>
                  <a:pt x="6879" y="4766"/>
                  <a:pt x="6868" y="4780"/>
                  <a:pt x="6855" y="4792"/>
                </a:cubicBezTo>
                <a:cubicBezTo>
                  <a:pt x="6843" y="4804"/>
                  <a:pt x="6830" y="4815"/>
                  <a:pt x="6815" y="4825"/>
                </a:cubicBezTo>
                <a:cubicBezTo>
                  <a:pt x="6801" y="4834"/>
                  <a:pt x="6786" y="4843"/>
                  <a:pt x="6770" y="4849"/>
                </a:cubicBezTo>
                <a:cubicBezTo>
                  <a:pt x="6753" y="4856"/>
                  <a:pt x="6737" y="4861"/>
                  <a:pt x="6720" y="4864"/>
                </a:cubicBezTo>
                <a:cubicBezTo>
                  <a:pt x="6703" y="4868"/>
                  <a:pt x="6686" y="4869"/>
                  <a:pt x="6668" y="4869"/>
                </a:cubicBezTo>
                <a:lnTo>
                  <a:pt x="264" y="4869"/>
                </a:lnTo>
                <a:cubicBezTo>
                  <a:pt x="247" y="4869"/>
                  <a:pt x="230" y="4868"/>
                  <a:pt x="213" y="4864"/>
                </a:cubicBezTo>
                <a:cubicBezTo>
                  <a:pt x="196" y="4861"/>
                  <a:pt x="179" y="4856"/>
                  <a:pt x="163" y="4849"/>
                </a:cubicBezTo>
                <a:cubicBezTo>
                  <a:pt x="147" y="4843"/>
                  <a:pt x="132" y="4834"/>
                  <a:pt x="117" y="4825"/>
                </a:cubicBezTo>
                <a:cubicBezTo>
                  <a:pt x="103" y="4815"/>
                  <a:pt x="90" y="4804"/>
                  <a:pt x="77" y="4792"/>
                </a:cubicBezTo>
                <a:cubicBezTo>
                  <a:pt x="65" y="4780"/>
                  <a:pt x="54" y="4766"/>
                  <a:pt x="44" y="4752"/>
                </a:cubicBezTo>
                <a:cubicBezTo>
                  <a:pt x="35" y="4737"/>
                  <a:pt x="27" y="4722"/>
                  <a:pt x="20" y="4706"/>
                </a:cubicBezTo>
                <a:cubicBezTo>
                  <a:pt x="13" y="4690"/>
                  <a:pt x="8" y="4673"/>
                  <a:pt x="5" y="4656"/>
                </a:cubicBezTo>
                <a:cubicBezTo>
                  <a:pt x="1" y="4639"/>
                  <a:pt x="0" y="4622"/>
                  <a:pt x="0" y="460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3037680" y="2387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3387600" y="17463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3387600" y="1992960"/>
            <a:ext cx="2390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Die betekenis leggen we vast in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3390840" y="2819160"/>
            <a:ext cx="2219400" cy="10080"/>
          </a:xfrm>
          <a:custGeom>
            <a:avLst/>
            <a:gdLst/>
            <a:ahLst/>
            <a:rect l="0" t="0" r="r" b="b"/>
            <a:pathLst>
              <a:path w="6165" h="28">
                <a:moveTo>
                  <a:pt x="0" y="0"/>
                </a:moveTo>
                <a:lnTo>
                  <a:pt x="6165" y="0"/>
                </a:lnTo>
                <a:lnTo>
                  <a:pt x="61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3995640" y="2927880"/>
            <a:ext cx="222840" cy="289800"/>
          </a:xfrm>
          <a:custGeom>
            <a:avLst/>
            <a:gdLst/>
            <a:ahLst/>
            <a:rect l="0" t="0" r="r" b="b"/>
            <a:pathLst>
              <a:path w="619" h="805">
                <a:moveTo>
                  <a:pt x="46" y="0"/>
                </a:moveTo>
                <a:lnTo>
                  <a:pt x="573" y="0"/>
                </a:lnTo>
                <a:cubicBezTo>
                  <a:pt x="579" y="0"/>
                  <a:pt x="585" y="1"/>
                  <a:pt x="591" y="3"/>
                </a:cubicBezTo>
                <a:cubicBezTo>
                  <a:pt x="597" y="6"/>
                  <a:pt x="602" y="9"/>
                  <a:pt x="606" y="13"/>
                </a:cubicBezTo>
                <a:cubicBezTo>
                  <a:pt x="610" y="18"/>
                  <a:pt x="614" y="23"/>
                  <a:pt x="616" y="28"/>
                </a:cubicBezTo>
                <a:cubicBezTo>
                  <a:pt x="618" y="34"/>
                  <a:pt x="619" y="40"/>
                  <a:pt x="619" y="46"/>
                </a:cubicBezTo>
                <a:lnTo>
                  <a:pt x="619" y="758"/>
                </a:lnTo>
                <a:cubicBezTo>
                  <a:pt x="619" y="765"/>
                  <a:pt x="618" y="771"/>
                  <a:pt x="616" y="776"/>
                </a:cubicBezTo>
                <a:cubicBezTo>
                  <a:pt x="614" y="782"/>
                  <a:pt x="610" y="787"/>
                  <a:pt x="606" y="791"/>
                </a:cubicBezTo>
                <a:cubicBezTo>
                  <a:pt x="602" y="796"/>
                  <a:pt x="597" y="799"/>
                  <a:pt x="591" y="801"/>
                </a:cubicBezTo>
                <a:cubicBezTo>
                  <a:pt x="585" y="804"/>
                  <a:pt x="579" y="805"/>
                  <a:pt x="573" y="805"/>
                </a:cubicBezTo>
                <a:lnTo>
                  <a:pt x="46" y="805"/>
                </a:lnTo>
                <a:cubicBezTo>
                  <a:pt x="40" y="805"/>
                  <a:pt x="34" y="804"/>
                  <a:pt x="29" y="801"/>
                </a:cubicBezTo>
                <a:cubicBezTo>
                  <a:pt x="23" y="799"/>
                  <a:pt x="18" y="796"/>
                  <a:pt x="14" y="791"/>
                </a:cubicBezTo>
                <a:cubicBezTo>
                  <a:pt x="9" y="787"/>
                  <a:pt x="6" y="782"/>
                  <a:pt x="3" y="776"/>
                </a:cubicBezTo>
                <a:cubicBezTo>
                  <a:pt x="1" y="771"/>
                  <a:pt x="0" y="765"/>
                  <a:pt x="0" y="758"/>
                </a:cubicBezTo>
                <a:lnTo>
                  <a:pt x="0" y="46"/>
                </a:lnTo>
                <a:cubicBezTo>
                  <a:pt x="0" y="40"/>
                  <a:pt x="1" y="34"/>
                  <a:pt x="3" y="28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6"/>
                  <a:pt x="29" y="3"/>
                </a:cubicBezTo>
                <a:cubicBezTo>
                  <a:pt x="34" y="1"/>
                  <a:pt x="40" y="0"/>
                  <a:pt x="4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3995640" y="2927880"/>
            <a:ext cx="222840" cy="289800"/>
          </a:xfrm>
          <a:custGeom>
            <a:avLst/>
            <a:gdLst/>
            <a:ahLst/>
            <a:rect l="0" t="0" r="r" b="b"/>
            <a:pathLst>
              <a:path w="619" h="805">
                <a:moveTo>
                  <a:pt x="46" y="0"/>
                </a:moveTo>
                <a:lnTo>
                  <a:pt x="573" y="0"/>
                </a:lnTo>
                <a:cubicBezTo>
                  <a:pt x="579" y="0"/>
                  <a:pt x="585" y="1"/>
                  <a:pt x="591" y="3"/>
                </a:cubicBezTo>
                <a:cubicBezTo>
                  <a:pt x="597" y="6"/>
                  <a:pt x="602" y="9"/>
                  <a:pt x="606" y="13"/>
                </a:cubicBezTo>
                <a:cubicBezTo>
                  <a:pt x="610" y="18"/>
                  <a:pt x="614" y="23"/>
                  <a:pt x="616" y="28"/>
                </a:cubicBezTo>
                <a:cubicBezTo>
                  <a:pt x="618" y="34"/>
                  <a:pt x="619" y="40"/>
                  <a:pt x="619" y="46"/>
                </a:cubicBezTo>
                <a:lnTo>
                  <a:pt x="619" y="758"/>
                </a:lnTo>
                <a:cubicBezTo>
                  <a:pt x="619" y="765"/>
                  <a:pt x="618" y="771"/>
                  <a:pt x="616" y="776"/>
                </a:cubicBezTo>
                <a:cubicBezTo>
                  <a:pt x="614" y="782"/>
                  <a:pt x="610" y="787"/>
                  <a:pt x="606" y="791"/>
                </a:cubicBezTo>
                <a:cubicBezTo>
                  <a:pt x="602" y="796"/>
                  <a:pt x="597" y="799"/>
                  <a:pt x="591" y="801"/>
                </a:cubicBezTo>
                <a:cubicBezTo>
                  <a:pt x="585" y="804"/>
                  <a:pt x="579" y="805"/>
                  <a:pt x="573" y="805"/>
                </a:cubicBezTo>
                <a:lnTo>
                  <a:pt x="46" y="805"/>
                </a:lnTo>
                <a:cubicBezTo>
                  <a:pt x="40" y="805"/>
                  <a:pt x="34" y="804"/>
                  <a:pt x="29" y="801"/>
                </a:cubicBezTo>
                <a:cubicBezTo>
                  <a:pt x="23" y="799"/>
                  <a:pt x="18" y="796"/>
                  <a:pt x="14" y="791"/>
                </a:cubicBezTo>
                <a:cubicBezTo>
                  <a:pt x="9" y="787"/>
                  <a:pt x="6" y="782"/>
                  <a:pt x="3" y="776"/>
                </a:cubicBezTo>
                <a:cubicBezTo>
                  <a:pt x="1" y="771"/>
                  <a:pt x="0" y="765"/>
                  <a:pt x="0" y="758"/>
                </a:cubicBezTo>
                <a:lnTo>
                  <a:pt x="0" y="46"/>
                </a:lnTo>
                <a:cubicBezTo>
                  <a:pt x="0" y="40"/>
                  <a:pt x="1" y="34"/>
                  <a:pt x="3" y="28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6"/>
                  <a:pt x="29" y="3"/>
                </a:cubicBezTo>
                <a:cubicBezTo>
                  <a:pt x="34" y="1"/>
                  <a:pt x="40" y="0"/>
                  <a:pt x="46" y="0"/>
                </a:cubicBezTo>
                <a:close/>
              </a:path>
            </a:pathLst>
          </a:custGeom>
          <a:noFill/>
          <a:ln w="1080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029120" y="2972160"/>
            <a:ext cx="156240" cy="22680"/>
          </a:xfrm>
          <a:custGeom>
            <a:avLst/>
            <a:gdLst/>
            <a:ahLst/>
            <a:rect l="0" t="0" r="r" b="b"/>
            <a:pathLst>
              <a:path w="434" h="63">
                <a:moveTo>
                  <a:pt x="31" y="0"/>
                </a:moveTo>
                <a:lnTo>
                  <a:pt x="403" y="0"/>
                </a:lnTo>
                <a:cubicBezTo>
                  <a:pt x="411" y="0"/>
                  <a:pt x="419" y="3"/>
                  <a:pt x="425" y="11"/>
                </a:cubicBezTo>
                <a:cubicBezTo>
                  <a:pt x="431" y="17"/>
                  <a:pt x="434" y="24"/>
                  <a:pt x="434" y="32"/>
                </a:cubicBezTo>
                <a:cubicBezTo>
                  <a:pt x="434" y="41"/>
                  <a:pt x="431" y="48"/>
                  <a:pt x="425" y="54"/>
                </a:cubicBezTo>
                <a:cubicBezTo>
                  <a:pt x="419" y="60"/>
                  <a:pt x="411" y="63"/>
                  <a:pt x="403" y="63"/>
                </a:cubicBezTo>
                <a:lnTo>
                  <a:pt x="31" y="63"/>
                </a:lnTo>
                <a:cubicBezTo>
                  <a:pt x="22" y="63"/>
                  <a:pt x="15" y="60"/>
                  <a:pt x="9" y="54"/>
                </a:cubicBezTo>
                <a:cubicBezTo>
                  <a:pt x="3" y="48"/>
                  <a:pt x="0" y="41"/>
                  <a:pt x="0" y="32"/>
                </a:cubicBezTo>
                <a:cubicBezTo>
                  <a:pt x="0" y="24"/>
                  <a:pt x="3" y="17"/>
                  <a:pt x="9" y="11"/>
                </a:cubicBezTo>
                <a:cubicBezTo>
                  <a:pt x="15" y="3"/>
                  <a:pt x="22" y="0"/>
                  <a:pt x="31" y="0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029120" y="3050280"/>
            <a:ext cx="15588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4029120" y="3094920"/>
            <a:ext cx="15588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4029120" y="3139200"/>
            <a:ext cx="111240" cy="0"/>
          </a:xfrm>
          <a:prstGeom prst="line">
            <a:avLst/>
          </a:prstGeom>
          <a:ln w="108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3387600" y="2174040"/>
            <a:ext cx="2006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vorm die een agent kan lezen.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4315320" y="2980440"/>
            <a:ext cx="261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DejaVuSansMono"/>
                <a:ea typeface="DejaVuSansMono"/>
              </a:rPr>
              <a:t>{ }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4914720" y="2941200"/>
            <a:ext cx="0" cy="45720"/>
          </a:xfrm>
          <a:prstGeom prst="line">
            <a:avLst/>
          </a:prstGeom>
          <a:ln w="111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4897440" y="2923920"/>
            <a:ext cx="34920" cy="34560"/>
          </a:xfrm>
          <a:custGeom>
            <a:avLst/>
            <a:gdLst/>
            <a:ahLst/>
            <a:rect l="0" t="0" r="r" b="b"/>
            <a:pathLst>
              <a:path w="97" h="96">
                <a:moveTo>
                  <a:pt x="97" y="49"/>
                </a:moveTo>
                <a:cubicBezTo>
                  <a:pt x="97" y="55"/>
                  <a:pt x="95" y="61"/>
                  <a:pt x="93" y="67"/>
                </a:cubicBezTo>
                <a:cubicBezTo>
                  <a:pt x="91" y="73"/>
                  <a:pt x="87" y="78"/>
                  <a:pt x="83" y="83"/>
                </a:cubicBezTo>
                <a:cubicBezTo>
                  <a:pt x="78" y="87"/>
                  <a:pt x="73" y="90"/>
                  <a:pt x="67" y="93"/>
                </a:cubicBezTo>
                <a:cubicBezTo>
                  <a:pt x="61" y="95"/>
                  <a:pt x="55" y="96"/>
                  <a:pt x="49" y="96"/>
                </a:cubicBezTo>
                <a:cubicBezTo>
                  <a:pt x="43" y="96"/>
                  <a:pt x="37" y="95"/>
                  <a:pt x="31" y="93"/>
                </a:cubicBezTo>
                <a:cubicBezTo>
                  <a:pt x="24" y="90"/>
                  <a:pt x="19" y="87"/>
                  <a:pt x="14" y="83"/>
                </a:cubicBezTo>
                <a:cubicBezTo>
                  <a:pt x="10" y="78"/>
                  <a:pt x="6" y="73"/>
                  <a:pt x="4" y="67"/>
                </a:cubicBezTo>
                <a:cubicBezTo>
                  <a:pt x="2" y="61"/>
                  <a:pt x="0" y="55"/>
                  <a:pt x="0" y="49"/>
                </a:cubicBezTo>
                <a:cubicBezTo>
                  <a:pt x="0" y="43"/>
                  <a:pt x="2" y="36"/>
                  <a:pt x="4" y="31"/>
                </a:cubicBezTo>
                <a:cubicBezTo>
                  <a:pt x="6" y="25"/>
                  <a:pt x="10" y="20"/>
                  <a:pt x="14" y="15"/>
                </a:cubicBezTo>
                <a:cubicBezTo>
                  <a:pt x="19" y="11"/>
                  <a:pt x="24" y="7"/>
                  <a:pt x="31" y="5"/>
                </a:cubicBezTo>
                <a:cubicBezTo>
                  <a:pt x="37" y="2"/>
                  <a:pt x="43" y="0"/>
                  <a:pt x="49" y="0"/>
                </a:cubicBezTo>
                <a:cubicBezTo>
                  <a:pt x="55" y="0"/>
                  <a:pt x="61" y="2"/>
                  <a:pt x="67" y="5"/>
                </a:cubicBezTo>
                <a:cubicBezTo>
                  <a:pt x="73" y="7"/>
                  <a:pt x="78" y="11"/>
                  <a:pt x="83" y="15"/>
                </a:cubicBezTo>
                <a:cubicBezTo>
                  <a:pt x="87" y="20"/>
                  <a:pt x="91" y="25"/>
                  <a:pt x="93" y="31"/>
                </a:cubicBezTo>
                <a:cubicBezTo>
                  <a:pt x="95" y="36"/>
                  <a:pt x="97" y="43"/>
                  <a:pt x="97" y="49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4834800" y="2986920"/>
            <a:ext cx="160200" cy="126000"/>
          </a:xfrm>
          <a:custGeom>
            <a:avLst/>
            <a:gdLst/>
            <a:ahLst/>
            <a:rect l="0" t="0" r="r" b="b"/>
            <a:pathLst>
              <a:path w="445" h="350">
                <a:moveTo>
                  <a:pt x="79" y="0"/>
                </a:moveTo>
                <a:lnTo>
                  <a:pt x="366" y="0"/>
                </a:lnTo>
                <a:cubicBezTo>
                  <a:pt x="376" y="0"/>
                  <a:pt x="387" y="2"/>
                  <a:pt x="396" y="6"/>
                </a:cubicBezTo>
                <a:cubicBezTo>
                  <a:pt x="406" y="10"/>
                  <a:pt x="415" y="16"/>
                  <a:pt x="422" y="23"/>
                </a:cubicBezTo>
                <a:cubicBezTo>
                  <a:pt x="429" y="31"/>
                  <a:pt x="435" y="39"/>
                  <a:pt x="439" y="49"/>
                </a:cubicBezTo>
                <a:cubicBezTo>
                  <a:pt x="443" y="59"/>
                  <a:pt x="445" y="69"/>
                  <a:pt x="445" y="79"/>
                </a:cubicBezTo>
                <a:lnTo>
                  <a:pt x="445" y="271"/>
                </a:lnTo>
                <a:cubicBezTo>
                  <a:pt x="445" y="281"/>
                  <a:pt x="443" y="291"/>
                  <a:pt x="439" y="301"/>
                </a:cubicBezTo>
                <a:cubicBezTo>
                  <a:pt x="435" y="311"/>
                  <a:pt x="429" y="319"/>
                  <a:pt x="422" y="327"/>
                </a:cubicBezTo>
                <a:cubicBezTo>
                  <a:pt x="415" y="334"/>
                  <a:pt x="406" y="340"/>
                  <a:pt x="396" y="344"/>
                </a:cubicBezTo>
                <a:cubicBezTo>
                  <a:pt x="387" y="348"/>
                  <a:pt x="376" y="350"/>
                  <a:pt x="366" y="350"/>
                </a:cubicBezTo>
                <a:lnTo>
                  <a:pt x="79" y="350"/>
                </a:lnTo>
                <a:cubicBezTo>
                  <a:pt x="69" y="350"/>
                  <a:pt x="58" y="348"/>
                  <a:pt x="49" y="344"/>
                </a:cubicBezTo>
                <a:cubicBezTo>
                  <a:pt x="39" y="340"/>
                  <a:pt x="30" y="334"/>
                  <a:pt x="23" y="327"/>
                </a:cubicBezTo>
                <a:cubicBezTo>
                  <a:pt x="16" y="319"/>
                  <a:pt x="10" y="311"/>
                  <a:pt x="6" y="301"/>
                </a:cubicBezTo>
                <a:cubicBezTo>
                  <a:pt x="2" y="291"/>
                  <a:pt x="0" y="281"/>
                  <a:pt x="0" y="271"/>
                </a:cubicBez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4834800" y="2986920"/>
            <a:ext cx="160200" cy="126000"/>
          </a:xfrm>
          <a:custGeom>
            <a:avLst/>
            <a:gdLst/>
            <a:ahLst/>
            <a:rect l="0" t="0" r="r" b="b"/>
            <a:pathLst>
              <a:path w="445" h="350">
                <a:moveTo>
                  <a:pt x="79" y="0"/>
                </a:moveTo>
                <a:lnTo>
                  <a:pt x="366" y="0"/>
                </a:lnTo>
                <a:cubicBezTo>
                  <a:pt x="376" y="0"/>
                  <a:pt x="387" y="2"/>
                  <a:pt x="396" y="6"/>
                </a:cubicBezTo>
                <a:cubicBezTo>
                  <a:pt x="406" y="10"/>
                  <a:pt x="415" y="16"/>
                  <a:pt x="422" y="23"/>
                </a:cubicBezTo>
                <a:cubicBezTo>
                  <a:pt x="429" y="31"/>
                  <a:pt x="435" y="39"/>
                  <a:pt x="439" y="49"/>
                </a:cubicBezTo>
                <a:cubicBezTo>
                  <a:pt x="443" y="59"/>
                  <a:pt x="445" y="69"/>
                  <a:pt x="445" y="79"/>
                </a:cubicBezTo>
                <a:lnTo>
                  <a:pt x="445" y="271"/>
                </a:lnTo>
                <a:cubicBezTo>
                  <a:pt x="445" y="281"/>
                  <a:pt x="443" y="291"/>
                  <a:pt x="439" y="301"/>
                </a:cubicBezTo>
                <a:cubicBezTo>
                  <a:pt x="435" y="311"/>
                  <a:pt x="429" y="319"/>
                  <a:pt x="422" y="327"/>
                </a:cubicBezTo>
                <a:cubicBezTo>
                  <a:pt x="415" y="334"/>
                  <a:pt x="406" y="340"/>
                  <a:pt x="396" y="344"/>
                </a:cubicBezTo>
                <a:cubicBezTo>
                  <a:pt x="387" y="348"/>
                  <a:pt x="376" y="350"/>
                  <a:pt x="366" y="350"/>
                </a:cubicBezTo>
                <a:lnTo>
                  <a:pt x="79" y="350"/>
                </a:lnTo>
                <a:cubicBezTo>
                  <a:pt x="69" y="350"/>
                  <a:pt x="58" y="348"/>
                  <a:pt x="49" y="344"/>
                </a:cubicBezTo>
                <a:cubicBezTo>
                  <a:pt x="39" y="340"/>
                  <a:pt x="30" y="334"/>
                  <a:pt x="23" y="327"/>
                </a:cubicBezTo>
                <a:cubicBezTo>
                  <a:pt x="16" y="319"/>
                  <a:pt x="10" y="311"/>
                  <a:pt x="6" y="301"/>
                </a:cubicBezTo>
                <a:cubicBezTo>
                  <a:pt x="2" y="291"/>
                  <a:pt x="0" y="281"/>
                  <a:pt x="0" y="271"/>
                </a:cubicBez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lose/>
              </a:path>
            </a:pathLst>
          </a:custGeom>
          <a:noFill/>
          <a:ln w="1116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4869000" y="303264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7"/>
                </a:moveTo>
                <a:cubicBezTo>
                  <a:pt x="96" y="54"/>
                  <a:pt x="95" y="60"/>
                  <a:pt x="93" y="66"/>
                </a:cubicBezTo>
                <a:cubicBezTo>
                  <a:pt x="90" y="72"/>
                  <a:pt x="87" y="77"/>
                  <a:pt x="82" y="82"/>
                </a:cubicBezTo>
                <a:cubicBezTo>
                  <a:pt x="78" y="87"/>
                  <a:pt x="73" y="90"/>
                  <a:pt x="67" y="92"/>
                </a:cubicBezTo>
                <a:cubicBezTo>
                  <a:pt x="61" y="95"/>
                  <a:pt x="55" y="96"/>
                  <a:pt x="49" y="96"/>
                </a:cubicBezTo>
                <a:cubicBezTo>
                  <a:pt x="42" y="96"/>
                  <a:pt x="36" y="95"/>
                  <a:pt x="30" y="92"/>
                </a:cubicBezTo>
                <a:cubicBezTo>
                  <a:pt x="25" y="90"/>
                  <a:pt x="19" y="87"/>
                  <a:pt x="15" y="82"/>
                </a:cubicBezTo>
                <a:cubicBezTo>
                  <a:pt x="9" y="77"/>
                  <a:pt x="6" y="72"/>
                  <a:pt x="4" y="66"/>
                </a:cubicBezTo>
                <a:cubicBezTo>
                  <a:pt x="1" y="60"/>
                  <a:pt x="0" y="54"/>
                  <a:pt x="0" y="47"/>
                </a:cubicBezTo>
                <a:cubicBezTo>
                  <a:pt x="0" y="41"/>
                  <a:pt x="1" y="35"/>
                  <a:pt x="4" y="29"/>
                </a:cubicBezTo>
                <a:cubicBezTo>
                  <a:pt x="6" y="23"/>
                  <a:pt x="9" y="18"/>
                  <a:pt x="15" y="14"/>
                </a:cubicBezTo>
                <a:cubicBezTo>
                  <a:pt x="19" y="9"/>
                  <a:pt x="25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ubicBezTo>
                  <a:pt x="55" y="0"/>
                  <a:pt x="61" y="1"/>
                  <a:pt x="67" y="3"/>
                </a:cubicBezTo>
                <a:cubicBezTo>
                  <a:pt x="73" y="6"/>
                  <a:pt x="78" y="9"/>
                  <a:pt x="82" y="14"/>
                </a:cubicBezTo>
                <a:cubicBezTo>
                  <a:pt x="87" y="18"/>
                  <a:pt x="90" y="23"/>
                  <a:pt x="93" y="29"/>
                </a:cubicBezTo>
                <a:cubicBezTo>
                  <a:pt x="95" y="35"/>
                  <a:pt x="96" y="41"/>
                  <a:pt x="96" y="47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4926240" y="303264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7"/>
                </a:moveTo>
                <a:cubicBezTo>
                  <a:pt x="96" y="54"/>
                  <a:pt x="95" y="60"/>
                  <a:pt x="92" y="66"/>
                </a:cubicBezTo>
                <a:cubicBezTo>
                  <a:pt x="90" y="72"/>
                  <a:pt x="87" y="77"/>
                  <a:pt x="82" y="82"/>
                </a:cubicBezTo>
                <a:cubicBezTo>
                  <a:pt x="78" y="87"/>
                  <a:pt x="72" y="90"/>
                  <a:pt x="67" y="92"/>
                </a:cubicBezTo>
                <a:cubicBezTo>
                  <a:pt x="61" y="95"/>
                  <a:pt x="55" y="96"/>
                  <a:pt x="48" y="96"/>
                </a:cubicBezTo>
                <a:cubicBezTo>
                  <a:pt x="41" y="96"/>
                  <a:pt x="35" y="95"/>
                  <a:pt x="29" y="92"/>
                </a:cubicBezTo>
                <a:cubicBezTo>
                  <a:pt x="23" y="90"/>
                  <a:pt x="18" y="87"/>
                  <a:pt x="14" y="82"/>
                </a:cubicBezTo>
                <a:cubicBezTo>
                  <a:pt x="9" y="77"/>
                  <a:pt x="6" y="72"/>
                  <a:pt x="3" y="66"/>
                </a:cubicBezTo>
                <a:cubicBezTo>
                  <a:pt x="1" y="60"/>
                  <a:pt x="0" y="54"/>
                  <a:pt x="0" y="47"/>
                </a:cubicBez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ubicBezTo>
                  <a:pt x="55" y="0"/>
                  <a:pt x="61" y="1"/>
                  <a:pt x="67" y="3"/>
                </a:cubicBezTo>
                <a:cubicBezTo>
                  <a:pt x="72" y="6"/>
                  <a:pt x="78" y="9"/>
                  <a:pt x="82" y="14"/>
                </a:cubicBezTo>
                <a:cubicBezTo>
                  <a:pt x="87" y="18"/>
                  <a:pt x="90" y="23"/>
                  <a:pt x="92" y="29"/>
                </a:cubicBezTo>
                <a:cubicBezTo>
                  <a:pt x="95" y="35"/>
                  <a:pt x="96" y="41"/>
                  <a:pt x="96" y="47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4857480" y="3135600"/>
            <a:ext cx="114840" cy="57240"/>
          </a:xfrm>
          <a:custGeom>
            <a:avLst/>
            <a:gdLst/>
            <a:ahLst/>
            <a:rect l="0" t="0" r="r" b="b"/>
            <a:pathLst>
              <a:path w="319" h="159">
                <a:moveTo>
                  <a:pt x="32" y="0"/>
                </a:moveTo>
                <a:lnTo>
                  <a:pt x="286" y="0"/>
                </a:lnTo>
                <a:cubicBezTo>
                  <a:pt x="295" y="0"/>
                  <a:pt x="303" y="3"/>
                  <a:pt x="309" y="9"/>
                </a:cubicBezTo>
                <a:cubicBezTo>
                  <a:pt x="316" y="15"/>
                  <a:pt x="319" y="23"/>
                  <a:pt x="319" y="31"/>
                </a:cubicBezTo>
                <a:lnTo>
                  <a:pt x="319" y="128"/>
                </a:lnTo>
                <a:cubicBezTo>
                  <a:pt x="319" y="136"/>
                  <a:pt x="316" y="144"/>
                  <a:pt x="309" y="150"/>
                </a:cubicBezTo>
                <a:cubicBezTo>
                  <a:pt x="303" y="156"/>
                  <a:pt x="295" y="159"/>
                  <a:pt x="286" y="159"/>
                </a:cubicBezTo>
                <a:lnTo>
                  <a:pt x="32" y="159"/>
                </a:lnTo>
                <a:cubicBezTo>
                  <a:pt x="23" y="159"/>
                  <a:pt x="16" y="156"/>
                  <a:pt x="10" y="150"/>
                </a:cubicBezTo>
                <a:cubicBezTo>
                  <a:pt x="3" y="144"/>
                  <a:pt x="0" y="136"/>
                  <a:pt x="0" y="128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4857480" y="3135600"/>
            <a:ext cx="114840" cy="57240"/>
          </a:xfrm>
          <a:custGeom>
            <a:avLst/>
            <a:gdLst/>
            <a:ahLst/>
            <a:rect l="0" t="0" r="r" b="b"/>
            <a:pathLst>
              <a:path w="319" h="159">
                <a:moveTo>
                  <a:pt x="32" y="0"/>
                </a:moveTo>
                <a:lnTo>
                  <a:pt x="286" y="0"/>
                </a:lnTo>
                <a:cubicBezTo>
                  <a:pt x="295" y="0"/>
                  <a:pt x="303" y="3"/>
                  <a:pt x="309" y="9"/>
                </a:cubicBezTo>
                <a:cubicBezTo>
                  <a:pt x="316" y="15"/>
                  <a:pt x="319" y="23"/>
                  <a:pt x="319" y="31"/>
                </a:cubicBezTo>
                <a:lnTo>
                  <a:pt x="319" y="128"/>
                </a:lnTo>
                <a:cubicBezTo>
                  <a:pt x="319" y="136"/>
                  <a:pt x="316" y="144"/>
                  <a:pt x="309" y="150"/>
                </a:cubicBezTo>
                <a:cubicBezTo>
                  <a:pt x="303" y="156"/>
                  <a:pt x="295" y="159"/>
                  <a:pt x="286" y="159"/>
                </a:cubicBezTo>
                <a:lnTo>
                  <a:pt x="32" y="159"/>
                </a:lnTo>
                <a:cubicBezTo>
                  <a:pt x="23" y="159"/>
                  <a:pt x="16" y="156"/>
                  <a:pt x="10" y="150"/>
                </a:cubicBezTo>
                <a:cubicBezTo>
                  <a:pt x="3" y="144"/>
                  <a:pt x="0" y="136"/>
                  <a:pt x="0" y="128"/>
                </a:cubicBezTo>
                <a:lnTo>
                  <a:pt x="0" y="31"/>
                </a:lnTo>
                <a:cubicBezTo>
                  <a:pt x="0" y="23"/>
                  <a:pt x="3" y="15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160">
            <a:solidFill>
              <a:srgbClr val="5b667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4637520" y="299700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6048360" y="1609560"/>
            <a:ext cx="2495880" cy="1752840"/>
          </a:xfrm>
          <a:custGeom>
            <a:avLst/>
            <a:gdLst/>
            <a:ahLst/>
            <a:rect l="0" t="0" r="r" b="b"/>
            <a:pathLst>
              <a:path w="6933" h="4869">
                <a:moveTo>
                  <a:pt x="0" y="4605"/>
                </a:moveTo>
                <a:lnTo>
                  <a:pt x="0" y="265"/>
                </a:ln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4" y="132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89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5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6668" y="0"/>
                </a:lnTo>
                <a:cubicBezTo>
                  <a:pt x="6685" y="0"/>
                  <a:pt x="6703" y="2"/>
                  <a:pt x="6720" y="5"/>
                </a:cubicBezTo>
                <a:cubicBezTo>
                  <a:pt x="6737" y="8"/>
                  <a:pt x="6753" y="13"/>
                  <a:pt x="6769" y="20"/>
                </a:cubicBezTo>
                <a:cubicBezTo>
                  <a:pt x="6785" y="27"/>
                  <a:pt x="6801" y="35"/>
                  <a:pt x="6815" y="45"/>
                </a:cubicBezTo>
                <a:cubicBezTo>
                  <a:pt x="6829" y="54"/>
                  <a:pt x="6843" y="65"/>
                  <a:pt x="6855" y="77"/>
                </a:cubicBezTo>
                <a:cubicBezTo>
                  <a:pt x="6867" y="90"/>
                  <a:pt x="6878" y="103"/>
                  <a:pt x="6888" y="118"/>
                </a:cubicBezTo>
                <a:cubicBezTo>
                  <a:pt x="6898" y="132"/>
                  <a:pt x="6906" y="147"/>
                  <a:pt x="6912" y="163"/>
                </a:cubicBezTo>
                <a:cubicBezTo>
                  <a:pt x="6919" y="179"/>
                  <a:pt x="6924" y="196"/>
                  <a:pt x="6928" y="213"/>
                </a:cubicBezTo>
                <a:cubicBezTo>
                  <a:pt x="6931" y="230"/>
                  <a:pt x="6933" y="247"/>
                  <a:pt x="6933" y="265"/>
                </a:cubicBezTo>
                <a:lnTo>
                  <a:pt x="6933" y="4605"/>
                </a:lnTo>
                <a:cubicBezTo>
                  <a:pt x="6933" y="4622"/>
                  <a:pt x="6931" y="4639"/>
                  <a:pt x="6928" y="4656"/>
                </a:cubicBezTo>
                <a:cubicBezTo>
                  <a:pt x="6924" y="4673"/>
                  <a:pt x="6919" y="4690"/>
                  <a:pt x="6912" y="4706"/>
                </a:cubicBezTo>
                <a:cubicBezTo>
                  <a:pt x="6906" y="4722"/>
                  <a:pt x="6898" y="4737"/>
                  <a:pt x="6888" y="4752"/>
                </a:cubicBezTo>
                <a:cubicBezTo>
                  <a:pt x="6878" y="4766"/>
                  <a:pt x="6867" y="4780"/>
                  <a:pt x="6855" y="4792"/>
                </a:cubicBezTo>
                <a:cubicBezTo>
                  <a:pt x="6843" y="4804"/>
                  <a:pt x="6829" y="4815"/>
                  <a:pt x="6815" y="4825"/>
                </a:cubicBezTo>
                <a:cubicBezTo>
                  <a:pt x="6801" y="4834"/>
                  <a:pt x="6785" y="4843"/>
                  <a:pt x="6769" y="4849"/>
                </a:cubicBezTo>
                <a:cubicBezTo>
                  <a:pt x="6753" y="4856"/>
                  <a:pt x="6737" y="4861"/>
                  <a:pt x="6720" y="4864"/>
                </a:cubicBezTo>
                <a:cubicBezTo>
                  <a:pt x="6703" y="4868"/>
                  <a:pt x="6685" y="4869"/>
                  <a:pt x="6668" y="4869"/>
                </a:cubicBezTo>
                <a:lnTo>
                  <a:pt x="264" y="4869"/>
                </a:lnTo>
                <a:cubicBezTo>
                  <a:pt x="247" y="4869"/>
                  <a:pt x="230" y="4868"/>
                  <a:pt x="213" y="4864"/>
                </a:cubicBezTo>
                <a:cubicBezTo>
                  <a:pt x="195" y="4861"/>
                  <a:pt x="179" y="4856"/>
                  <a:pt x="163" y="4849"/>
                </a:cubicBezTo>
                <a:cubicBezTo>
                  <a:pt x="147" y="4843"/>
                  <a:pt x="132" y="4834"/>
                  <a:pt x="117" y="4825"/>
                </a:cubicBezTo>
                <a:cubicBezTo>
                  <a:pt x="103" y="4815"/>
                  <a:pt x="89" y="4804"/>
                  <a:pt x="77" y="4792"/>
                </a:cubicBezTo>
                <a:cubicBezTo>
                  <a:pt x="65" y="4780"/>
                  <a:pt x="54" y="4766"/>
                  <a:pt x="44" y="4752"/>
                </a:cubicBezTo>
                <a:cubicBezTo>
                  <a:pt x="34" y="4737"/>
                  <a:pt x="26" y="4722"/>
                  <a:pt x="20" y="4706"/>
                </a:cubicBezTo>
                <a:cubicBezTo>
                  <a:pt x="13" y="4690"/>
                  <a:pt x="8" y="4673"/>
                  <a:pt x="5" y="4656"/>
                </a:cubicBezTo>
                <a:cubicBezTo>
                  <a:pt x="1" y="4639"/>
                  <a:pt x="0" y="4622"/>
                  <a:pt x="0" y="4605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5830920" y="2387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6180840" y="1746360"/>
            <a:ext cx="1398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e8912b"/>
                </a:solidFill>
                <a:latin typeface="Arial"/>
                <a:ea typeface="Arial"/>
              </a:rPr>
              <a:t>Sneller uitwerken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6180840" y="1992960"/>
            <a:ext cx="2038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AI erbij gaat het uitwerken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6181560" y="2752560"/>
            <a:ext cx="2219760" cy="9720"/>
          </a:xfrm>
          <a:custGeom>
            <a:avLst/>
            <a:gdLst/>
            <a:ahLst/>
            <a:rect l="0" t="0" r="r" b="b"/>
            <a:pathLst>
              <a:path w="6166" h="27">
                <a:moveTo>
                  <a:pt x="0" y="0"/>
                </a:moveTo>
                <a:lnTo>
                  <a:pt x="6166" y="0"/>
                </a:lnTo>
                <a:lnTo>
                  <a:pt x="61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6438600" y="2847960"/>
            <a:ext cx="219600" cy="162000"/>
          </a:xfrm>
          <a:custGeom>
            <a:avLst/>
            <a:gdLst/>
            <a:ahLst/>
            <a:rect l="0" t="0" r="r" b="b"/>
            <a:pathLst>
              <a:path w="610" h="450">
                <a:moveTo>
                  <a:pt x="0" y="224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5"/>
                  <a:pt x="30" y="112"/>
                  <a:pt x="38" y="99"/>
                </a:cubicBezTo>
                <a:cubicBezTo>
                  <a:pt x="46" y="87"/>
                  <a:pt x="57" y="76"/>
                  <a:pt x="67" y="65"/>
                </a:cubicBezTo>
                <a:cubicBezTo>
                  <a:pt x="78" y="55"/>
                  <a:pt x="89" y="46"/>
                  <a:pt x="101" y="37"/>
                </a:cubicBezTo>
                <a:cubicBezTo>
                  <a:pt x="114" y="29"/>
                  <a:pt x="127" y="22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lnTo>
                  <a:pt x="385" y="0"/>
                </a:lnTo>
                <a:cubicBezTo>
                  <a:pt x="400" y="0"/>
                  <a:pt x="414" y="1"/>
                  <a:pt x="429" y="4"/>
                </a:cubicBezTo>
                <a:cubicBezTo>
                  <a:pt x="443" y="7"/>
                  <a:pt x="457" y="11"/>
                  <a:pt x="471" y="17"/>
                </a:cubicBezTo>
                <a:cubicBezTo>
                  <a:pt x="485" y="22"/>
                  <a:pt x="498" y="29"/>
                  <a:pt x="510" y="37"/>
                </a:cubicBezTo>
                <a:cubicBezTo>
                  <a:pt x="522" y="46"/>
                  <a:pt x="534" y="55"/>
                  <a:pt x="544" y="65"/>
                </a:cubicBezTo>
                <a:cubicBezTo>
                  <a:pt x="554" y="76"/>
                  <a:pt x="564" y="87"/>
                  <a:pt x="572" y="99"/>
                </a:cubicBezTo>
                <a:cubicBezTo>
                  <a:pt x="580" y="112"/>
                  <a:pt x="587" y="125"/>
                  <a:pt x="593" y="138"/>
                </a:cubicBezTo>
                <a:cubicBezTo>
                  <a:pt x="598" y="152"/>
                  <a:pt x="603" y="166"/>
                  <a:pt x="606" y="181"/>
                </a:cubicBezTo>
                <a:cubicBezTo>
                  <a:pt x="608" y="195"/>
                  <a:pt x="610" y="210"/>
                  <a:pt x="610" y="224"/>
                </a:cubicBezTo>
                <a:cubicBezTo>
                  <a:pt x="610" y="239"/>
                  <a:pt x="608" y="254"/>
                  <a:pt x="606" y="268"/>
                </a:cubicBezTo>
                <a:cubicBezTo>
                  <a:pt x="603" y="283"/>
                  <a:pt x="598" y="297"/>
                  <a:pt x="593" y="311"/>
                </a:cubicBezTo>
                <a:cubicBezTo>
                  <a:pt x="587" y="324"/>
                  <a:pt x="580" y="337"/>
                  <a:pt x="572" y="349"/>
                </a:cubicBezTo>
                <a:cubicBezTo>
                  <a:pt x="564" y="362"/>
                  <a:pt x="554" y="373"/>
                  <a:pt x="544" y="383"/>
                </a:cubicBezTo>
                <a:cubicBezTo>
                  <a:pt x="534" y="394"/>
                  <a:pt x="522" y="404"/>
                  <a:pt x="510" y="412"/>
                </a:cubicBezTo>
                <a:cubicBezTo>
                  <a:pt x="498" y="421"/>
                  <a:pt x="485" y="428"/>
                  <a:pt x="471" y="433"/>
                </a:cubicBezTo>
                <a:cubicBezTo>
                  <a:pt x="457" y="439"/>
                  <a:pt x="443" y="443"/>
                  <a:pt x="429" y="446"/>
                </a:cubicBezTo>
                <a:cubicBezTo>
                  <a:pt x="414" y="449"/>
                  <a:pt x="400" y="450"/>
                  <a:pt x="385" y="450"/>
                </a:cubicBezTo>
                <a:lnTo>
                  <a:pt x="226" y="450"/>
                </a:lnTo>
                <a:cubicBezTo>
                  <a:pt x="211" y="450"/>
                  <a:pt x="197" y="449"/>
                  <a:pt x="182" y="446"/>
                </a:cubicBezTo>
                <a:cubicBezTo>
                  <a:pt x="168" y="443"/>
                  <a:pt x="154" y="439"/>
                  <a:pt x="140" y="433"/>
                </a:cubicBezTo>
                <a:cubicBezTo>
                  <a:pt x="127" y="428"/>
                  <a:pt x="114" y="421"/>
                  <a:pt x="101" y="412"/>
                </a:cubicBezTo>
                <a:cubicBezTo>
                  <a:pt x="89" y="404"/>
                  <a:pt x="78" y="394"/>
                  <a:pt x="67" y="383"/>
                </a:cubicBezTo>
                <a:cubicBezTo>
                  <a:pt x="57" y="373"/>
                  <a:pt x="46" y="362"/>
                  <a:pt x="38" y="349"/>
                </a:cubicBezTo>
                <a:cubicBezTo>
                  <a:pt x="30" y="337"/>
                  <a:pt x="23" y="324"/>
                  <a:pt x="17" y="311"/>
                </a:cubicBezTo>
                <a:cubicBezTo>
                  <a:pt x="12" y="297"/>
                  <a:pt x="8" y="283"/>
                  <a:pt x="5" y="268"/>
                </a:cubicBezTo>
                <a:cubicBezTo>
                  <a:pt x="2" y="254"/>
                  <a:pt x="0" y="239"/>
                  <a:pt x="0" y="224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6180840" y="2174040"/>
            <a:ext cx="1396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sneller en completer.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6700680" y="2842920"/>
            <a:ext cx="676440" cy="172080"/>
          </a:xfrm>
          <a:custGeom>
            <a:avLst/>
            <a:gdLst/>
            <a:ahLst/>
            <a:rect l="0" t="0" r="r" b="b"/>
            <a:pathLst>
              <a:path w="1879" h="478">
                <a:moveTo>
                  <a:pt x="0" y="238"/>
                </a:move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1641" y="0"/>
                </a:lnTo>
                <a:cubicBezTo>
                  <a:pt x="1657" y="0"/>
                  <a:pt x="1672" y="2"/>
                  <a:pt x="1688" y="5"/>
                </a:cubicBezTo>
                <a:cubicBezTo>
                  <a:pt x="1703" y="8"/>
                  <a:pt x="1718" y="12"/>
                  <a:pt x="1732" y="18"/>
                </a:cubicBezTo>
                <a:cubicBezTo>
                  <a:pt x="1747" y="24"/>
                  <a:pt x="1761" y="32"/>
                  <a:pt x="1774" y="40"/>
                </a:cubicBezTo>
                <a:cubicBezTo>
                  <a:pt x="1787" y="49"/>
                  <a:pt x="1799" y="59"/>
                  <a:pt x="1810" y="70"/>
                </a:cubicBezTo>
                <a:cubicBezTo>
                  <a:pt x="1821" y="81"/>
                  <a:pt x="1831" y="93"/>
                  <a:pt x="1839" y="106"/>
                </a:cubicBezTo>
                <a:cubicBezTo>
                  <a:pt x="1848" y="119"/>
                  <a:pt x="1855" y="133"/>
                  <a:pt x="1861" y="147"/>
                </a:cubicBezTo>
                <a:cubicBezTo>
                  <a:pt x="1867" y="162"/>
                  <a:pt x="1872" y="177"/>
                  <a:pt x="1875" y="192"/>
                </a:cubicBezTo>
                <a:cubicBezTo>
                  <a:pt x="1878" y="207"/>
                  <a:pt x="1879" y="223"/>
                  <a:pt x="1879" y="238"/>
                </a:cubicBezTo>
                <a:cubicBezTo>
                  <a:pt x="1879" y="254"/>
                  <a:pt x="1878" y="270"/>
                  <a:pt x="1875" y="285"/>
                </a:cubicBezTo>
                <a:cubicBezTo>
                  <a:pt x="1872" y="300"/>
                  <a:pt x="1867" y="315"/>
                  <a:pt x="1861" y="330"/>
                </a:cubicBezTo>
                <a:cubicBezTo>
                  <a:pt x="1855" y="344"/>
                  <a:pt x="1848" y="358"/>
                  <a:pt x="1839" y="371"/>
                </a:cubicBezTo>
                <a:cubicBezTo>
                  <a:pt x="1831" y="384"/>
                  <a:pt x="1821" y="396"/>
                  <a:pt x="1810" y="407"/>
                </a:cubicBezTo>
                <a:cubicBezTo>
                  <a:pt x="1799" y="418"/>
                  <a:pt x="1787" y="428"/>
                  <a:pt x="1774" y="437"/>
                </a:cubicBezTo>
                <a:cubicBezTo>
                  <a:pt x="1761" y="446"/>
                  <a:pt x="1747" y="453"/>
                  <a:pt x="1732" y="459"/>
                </a:cubicBezTo>
                <a:cubicBezTo>
                  <a:pt x="1718" y="465"/>
                  <a:pt x="1703" y="470"/>
                  <a:pt x="1688" y="473"/>
                </a:cubicBezTo>
                <a:cubicBezTo>
                  <a:pt x="1672" y="476"/>
                  <a:pt x="1657" y="478"/>
                  <a:pt x="1641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2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8" y="300"/>
                  <a:pt x="5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6700680" y="2842920"/>
            <a:ext cx="676440" cy="172080"/>
          </a:xfrm>
          <a:custGeom>
            <a:avLst/>
            <a:gdLst/>
            <a:ahLst/>
            <a:rect l="0" t="0" r="r" b="b"/>
            <a:pathLst>
              <a:path w="1879" h="478">
                <a:moveTo>
                  <a:pt x="0" y="238"/>
                </a:move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1641" y="0"/>
                </a:lnTo>
                <a:cubicBezTo>
                  <a:pt x="1657" y="0"/>
                  <a:pt x="1672" y="2"/>
                  <a:pt x="1688" y="5"/>
                </a:cubicBezTo>
                <a:cubicBezTo>
                  <a:pt x="1703" y="8"/>
                  <a:pt x="1718" y="12"/>
                  <a:pt x="1732" y="18"/>
                </a:cubicBezTo>
                <a:cubicBezTo>
                  <a:pt x="1747" y="24"/>
                  <a:pt x="1761" y="32"/>
                  <a:pt x="1774" y="40"/>
                </a:cubicBezTo>
                <a:cubicBezTo>
                  <a:pt x="1787" y="49"/>
                  <a:pt x="1799" y="59"/>
                  <a:pt x="1810" y="70"/>
                </a:cubicBezTo>
                <a:cubicBezTo>
                  <a:pt x="1821" y="81"/>
                  <a:pt x="1831" y="93"/>
                  <a:pt x="1839" y="106"/>
                </a:cubicBezTo>
                <a:cubicBezTo>
                  <a:pt x="1848" y="119"/>
                  <a:pt x="1855" y="133"/>
                  <a:pt x="1861" y="147"/>
                </a:cubicBezTo>
                <a:cubicBezTo>
                  <a:pt x="1867" y="162"/>
                  <a:pt x="1872" y="177"/>
                  <a:pt x="1875" y="192"/>
                </a:cubicBezTo>
                <a:cubicBezTo>
                  <a:pt x="1878" y="207"/>
                  <a:pt x="1879" y="223"/>
                  <a:pt x="1879" y="238"/>
                </a:cubicBezTo>
                <a:cubicBezTo>
                  <a:pt x="1879" y="254"/>
                  <a:pt x="1878" y="270"/>
                  <a:pt x="1875" y="285"/>
                </a:cubicBezTo>
                <a:cubicBezTo>
                  <a:pt x="1872" y="300"/>
                  <a:pt x="1867" y="315"/>
                  <a:pt x="1861" y="330"/>
                </a:cubicBezTo>
                <a:cubicBezTo>
                  <a:pt x="1855" y="344"/>
                  <a:pt x="1848" y="358"/>
                  <a:pt x="1839" y="371"/>
                </a:cubicBezTo>
                <a:cubicBezTo>
                  <a:pt x="1831" y="384"/>
                  <a:pt x="1821" y="396"/>
                  <a:pt x="1810" y="407"/>
                </a:cubicBezTo>
                <a:cubicBezTo>
                  <a:pt x="1799" y="418"/>
                  <a:pt x="1787" y="428"/>
                  <a:pt x="1774" y="437"/>
                </a:cubicBezTo>
                <a:cubicBezTo>
                  <a:pt x="1761" y="446"/>
                  <a:pt x="1747" y="453"/>
                  <a:pt x="1732" y="459"/>
                </a:cubicBezTo>
                <a:cubicBezTo>
                  <a:pt x="1718" y="465"/>
                  <a:pt x="1703" y="470"/>
                  <a:pt x="1688" y="473"/>
                </a:cubicBezTo>
                <a:cubicBezTo>
                  <a:pt x="1672" y="476"/>
                  <a:pt x="1657" y="478"/>
                  <a:pt x="1641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2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8" y="300"/>
                  <a:pt x="5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6503400" y="2877480"/>
            <a:ext cx="104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7424640" y="2842920"/>
            <a:ext cx="714600" cy="172080"/>
          </a:xfrm>
          <a:custGeom>
            <a:avLst/>
            <a:gdLst/>
            <a:ahLst/>
            <a:rect l="0" t="0" r="r" b="b"/>
            <a:pathLst>
              <a:path w="198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8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3" y="0"/>
                  <a:pt x="239" y="0"/>
                </a:cubicBezTo>
                <a:lnTo>
                  <a:pt x="1747" y="0"/>
                </a:lnTo>
                <a:cubicBezTo>
                  <a:pt x="1763" y="0"/>
                  <a:pt x="1778" y="2"/>
                  <a:pt x="1793" y="5"/>
                </a:cubicBezTo>
                <a:cubicBezTo>
                  <a:pt x="1809" y="8"/>
                  <a:pt x="1824" y="12"/>
                  <a:pt x="1838" y="18"/>
                </a:cubicBezTo>
                <a:cubicBezTo>
                  <a:pt x="1853" y="24"/>
                  <a:pt x="1866" y="32"/>
                  <a:pt x="1879" y="40"/>
                </a:cubicBezTo>
                <a:cubicBezTo>
                  <a:pt x="1892" y="49"/>
                  <a:pt x="1904" y="59"/>
                  <a:pt x="1915" y="70"/>
                </a:cubicBezTo>
                <a:cubicBezTo>
                  <a:pt x="1926" y="81"/>
                  <a:pt x="1936" y="93"/>
                  <a:pt x="1945" y="106"/>
                </a:cubicBezTo>
                <a:cubicBezTo>
                  <a:pt x="1954" y="119"/>
                  <a:pt x="1961" y="133"/>
                  <a:pt x="1967" y="147"/>
                </a:cubicBezTo>
                <a:cubicBezTo>
                  <a:pt x="1973" y="162"/>
                  <a:pt x="1978" y="177"/>
                  <a:pt x="1981" y="192"/>
                </a:cubicBezTo>
                <a:cubicBezTo>
                  <a:pt x="1984" y="207"/>
                  <a:pt x="1985" y="223"/>
                  <a:pt x="1985" y="238"/>
                </a:cubicBezTo>
                <a:cubicBezTo>
                  <a:pt x="1985" y="254"/>
                  <a:pt x="1984" y="270"/>
                  <a:pt x="1981" y="285"/>
                </a:cubicBezTo>
                <a:cubicBezTo>
                  <a:pt x="1978" y="300"/>
                  <a:pt x="1973" y="315"/>
                  <a:pt x="1967" y="330"/>
                </a:cubicBezTo>
                <a:cubicBezTo>
                  <a:pt x="1961" y="344"/>
                  <a:pt x="1954" y="358"/>
                  <a:pt x="1945" y="371"/>
                </a:cubicBezTo>
                <a:cubicBezTo>
                  <a:pt x="1936" y="384"/>
                  <a:pt x="1926" y="396"/>
                  <a:pt x="1915" y="407"/>
                </a:cubicBezTo>
                <a:cubicBezTo>
                  <a:pt x="1904" y="418"/>
                  <a:pt x="1892" y="428"/>
                  <a:pt x="1879" y="437"/>
                </a:cubicBezTo>
                <a:cubicBezTo>
                  <a:pt x="1866" y="446"/>
                  <a:pt x="1853" y="453"/>
                  <a:pt x="1838" y="459"/>
                </a:cubicBezTo>
                <a:cubicBezTo>
                  <a:pt x="1824" y="465"/>
                  <a:pt x="1809" y="470"/>
                  <a:pt x="1793" y="473"/>
                </a:cubicBezTo>
                <a:cubicBezTo>
                  <a:pt x="1778" y="476"/>
                  <a:pt x="1763" y="478"/>
                  <a:pt x="1747" y="478"/>
                </a:cubicBezTo>
                <a:lnTo>
                  <a:pt x="239" y="478"/>
                </a:lnTo>
                <a:cubicBezTo>
                  <a:pt x="223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8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7424640" y="2842920"/>
            <a:ext cx="714600" cy="172080"/>
          </a:xfrm>
          <a:custGeom>
            <a:avLst/>
            <a:gdLst/>
            <a:ahLst/>
            <a:rect l="0" t="0" r="r" b="b"/>
            <a:pathLst>
              <a:path w="198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8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3" y="0"/>
                  <a:pt x="239" y="0"/>
                </a:cubicBezTo>
                <a:lnTo>
                  <a:pt x="1747" y="0"/>
                </a:lnTo>
                <a:cubicBezTo>
                  <a:pt x="1763" y="0"/>
                  <a:pt x="1778" y="2"/>
                  <a:pt x="1793" y="5"/>
                </a:cubicBezTo>
                <a:cubicBezTo>
                  <a:pt x="1809" y="8"/>
                  <a:pt x="1824" y="12"/>
                  <a:pt x="1838" y="18"/>
                </a:cubicBezTo>
                <a:cubicBezTo>
                  <a:pt x="1853" y="24"/>
                  <a:pt x="1866" y="32"/>
                  <a:pt x="1879" y="40"/>
                </a:cubicBezTo>
                <a:cubicBezTo>
                  <a:pt x="1892" y="49"/>
                  <a:pt x="1904" y="59"/>
                  <a:pt x="1915" y="70"/>
                </a:cubicBezTo>
                <a:cubicBezTo>
                  <a:pt x="1926" y="81"/>
                  <a:pt x="1936" y="93"/>
                  <a:pt x="1945" y="106"/>
                </a:cubicBezTo>
                <a:cubicBezTo>
                  <a:pt x="1954" y="119"/>
                  <a:pt x="1961" y="133"/>
                  <a:pt x="1967" y="147"/>
                </a:cubicBezTo>
                <a:cubicBezTo>
                  <a:pt x="1973" y="162"/>
                  <a:pt x="1978" y="177"/>
                  <a:pt x="1981" y="192"/>
                </a:cubicBezTo>
                <a:cubicBezTo>
                  <a:pt x="1984" y="207"/>
                  <a:pt x="1985" y="223"/>
                  <a:pt x="1985" y="238"/>
                </a:cubicBezTo>
                <a:cubicBezTo>
                  <a:pt x="1985" y="254"/>
                  <a:pt x="1984" y="270"/>
                  <a:pt x="1981" y="285"/>
                </a:cubicBezTo>
                <a:cubicBezTo>
                  <a:pt x="1978" y="300"/>
                  <a:pt x="1973" y="315"/>
                  <a:pt x="1967" y="330"/>
                </a:cubicBezTo>
                <a:cubicBezTo>
                  <a:pt x="1961" y="344"/>
                  <a:pt x="1954" y="358"/>
                  <a:pt x="1945" y="371"/>
                </a:cubicBezTo>
                <a:cubicBezTo>
                  <a:pt x="1936" y="384"/>
                  <a:pt x="1926" y="396"/>
                  <a:pt x="1915" y="407"/>
                </a:cubicBezTo>
                <a:cubicBezTo>
                  <a:pt x="1904" y="418"/>
                  <a:pt x="1892" y="428"/>
                  <a:pt x="1879" y="437"/>
                </a:cubicBezTo>
                <a:cubicBezTo>
                  <a:pt x="1866" y="446"/>
                  <a:pt x="1853" y="453"/>
                  <a:pt x="1838" y="459"/>
                </a:cubicBezTo>
                <a:cubicBezTo>
                  <a:pt x="1824" y="465"/>
                  <a:pt x="1809" y="470"/>
                  <a:pt x="1793" y="473"/>
                </a:cubicBezTo>
                <a:cubicBezTo>
                  <a:pt x="1778" y="476"/>
                  <a:pt x="1763" y="478"/>
                  <a:pt x="1747" y="478"/>
                </a:cubicBezTo>
                <a:lnTo>
                  <a:pt x="239" y="478"/>
                </a:lnTo>
                <a:cubicBezTo>
                  <a:pt x="223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8" y="396"/>
                  <a:pt x="49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6768000" y="2877480"/>
            <a:ext cx="6040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meedenken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6719760" y="3062160"/>
            <a:ext cx="505080" cy="171720"/>
          </a:xfrm>
          <a:custGeom>
            <a:avLst/>
            <a:gdLst/>
            <a:ahLst/>
            <a:rect l="0" t="0" r="r" b="b"/>
            <a:pathLst>
              <a:path w="1403" h="477">
                <a:moveTo>
                  <a:pt x="0" y="238"/>
                </a:move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1165" y="0"/>
                </a:lnTo>
                <a:cubicBezTo>
                  <a:pt x="1181" y="0"/>
                  <a:pt x="1196" y="1"/>
                  <a:pt x="1211" y="4"/>
                </a:cubicBezTo>
                <a:cubicBezTo>
                  <a:pt x="1227" y="7"/>
                  <a:pt x="1242" y="12"/>
                  <a:pt x="1256" y="18"/>
                </a:cubicBezTo>
                <a:cubicBezTo>
                  <a:pt x="1271" y="24"/>
                  <a:pt x="1284" y="31"/>
                  <a:pt x="1297" y="40"/>
                </a:cubicBezTo>
                <a:cubicBezTo>
                  <a:pt x="1310" y="49"/>
                  <a:pt x="1322" y="59"/>
                  <a:pt x="1333" y="70"/>
                </a:cubicBezTo>
                <a:cubicBezTo>
                  <a:pt x="1344" y="81"/>
                  <a:pt x="1354" y="93"/>
                  <a:pt x="1363" y="106"/>
                </a:cubicBezTo>
                <a:cubicBezTo>
                  <a:pt x="1372" y="119"/>
                  <a:pt x="1379" y="132"/>
                  <a:pt x="1385" y="147"/>
                </a:cubicBezTo>
                <a:cubicBezTo>
                  <a:pt x="1391" y="161"/>
                  <a:pt x="1396" y="176"/>
                  <a:pt x="1399" y="192"/>
                </a:cubicBezTo>
                <a:cubicBezTo>
                  <a:pt x="1402" y="207"/>
                  <a:pt x="1403" y="222"/>
                  <a:pt x="1403" y="238"/>
                </a:cubicBezTo>
                <a:cubicBezTo>
                  <a:pt x="1403" y="254"/>
                  <a:pt x="1402" y="269"/>
                  <a:pt x="1399" y="284"/>
                </a:cubicBezTo>
                <a:cubicBezTo>
                  <a:pt x="1396" y="301"/>
                  <a:pt x="1391" y="316"/>
                  <a:pt x="1385" y="330"/>
                </a:cubicBezTo>
                <a:cubicBezTo>
                  <a:pt x="1379" y="345"/>
                  <a:pt x="1372" y="358"/>
                  <a:pt x="1363" y="371"/>
                </a:cubicBezTo>
                <a:cubicBezTo>
                  <a:pt x="1354" y="384"/>
                  <a:pt x="1344" y="396"/>
                  <a:pt x="1333" y="407"/>
                </a:cubicBezTo>
                <a:cubicBezTo>
                  <a:pt x="1322" y="418"/>
                  <a:pt x="1310" y="428"/>
                  <a:pt x="1297" y="437"/>
                </a:cubicBezTo>
                <a:cubicBezTo>
                  <a:pt x="1284" y="446"/>
                  <a:pt x="1271" y="453"/>
                  <a:pt x="1256" y="459"/>
                </a:cubicBezTo>
                <a:cubicBezTo>
                  <a:pt x="1242" y="465"/>
                  <a:pt x="1227" y="469"/>
                  <a:pt x="1211" y="473"/>
                </a:cubicBezTo>
                <a:cubicBezTo>
                  <a:pt x="1196" y="476"/>
                  <a:pt x="1181" y="477"/>
                  <a:pt x="1165" y="477"/>
                </a:cubicBezTo>
                <a:lnTo>
                  <a:pt x="238" y="477"/>
                </a:lnTo>
                <a:cubicBezTo>
                  <a:pt x="222" y="477"/>
                  <a:pt x="207" y="476"/>
                  <a:pt x="192" y="473"/>
                </a:cubicBezTo>
                <a:cubicBezTo>
                  <a:pt x="176" y="469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5"/>
                  <a:pt x="18" y="330"/>
                </a:cubicBezTo>
                <a:cubicBezTo>
                  <a:pt x="12" y="316"/>
                  <a:pt x="7" y="301"/>
                  <a:pt x="4" y="284"/>
                </a:cubicBezTo>
                <a:cubicBezTo>
                  <a:pt x="1" y="269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6719760" y="3062160"/>
            <a:ext cx="505080" cy="171720"/>
          </a:xfrm>
          <a:custGeom>
            <a:avLst/>
            <a:gdLst/>
            <a:ahLst/>
            <a:rect l="0" t="0" r="r" b="b"/>
            <a:pathLst>
              <a:path w="1403" h="477">
                <a:moveTo>
                  <a:pt x="0" y="238"/>
                </a:moveTo>
                <a:cubicBezTo>
                  <a:pt x="0" y="222"/>
                  <a:pt x="1" y="207"/>
                  <a:pt x="4" y="192"/>
                </a:cubicBezTo>
                <a:cubicBezTo>
                  <a:pt x="7" y="176"/>
                  <a:pt x="12" y="161"/>
                  <a:pt x="18" y="147"/>
                </a:cubicBezTo>
                <a:cubicBezTo>
                  <a:pt x="24" y="132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2" y="24"/>
                  <a:pt x="147" y="18"/>
                </a:cubicBezTo>
                <a:cubicBezTo>
                  <a:pt x="161" y="12"/>
                  <a:pt x="176" y="7"/>
                  <a:pt x="192" y="4"/>
                </a:cubicBezTo>
                <a:cubicBezTo>
                  <a:pt x="207" y="1"/>
                  <a:pt x="222" y="0"/>
                  <a:pt x="238" y="0"/>
                </a:cubicBezTo>
                <a:lnTo>
                  <a:pt x="1165" y="0"/>
                </a:lnTo>
                <a:cubicBezTo>
                  <a:pt x="1181" y="0"/>
                  <a:pt x="1196" y="1"/>
                  <a:pt x="1211" y="4"/>
                </a:cubicBezTo>
                <a:cubicBezTo>
                  <a:pt x="1227" y="7"/>
                  <a:pt x="1242" y="12"/>
                  <a:pt x="1256" y="18"/>
                </a:cubicBezTo>
                <a:cubicBezTo>
                  <a:pt x="1271" y="24"/>
                  <a:pt x="1284" y="31"/>
                  <a:pt x="1297" y="40"/>
                </a:cubicBezTo>
                <a:cubicBezTo>
                  <a:pt x="1310" y="49"/>
                  <a:pt x="1322" y="59"/>
                  <a:pt x="1333" y="70"/>
                </a:cubicBezTo>
                <a:cubicBezTo>
                  <a:pt x="1344" y="81"/>
                  <a:pt x="1354" y="93"/>
                  <a:pt x="1363" y="106"/>
                </a:cubicBezTo>
                <a:cubicBezTo>
                  <a:pt x="1372" y="119"/>
                  <a:pt x="1379" y="132"/>
                  <a:pt x="1385" y="147"/>
                </a:cubicBezTo>
                <a:cubicBezTo>
                  <a:pt x="1391" y="161"/>
                  <a:pt x="1396" y="176"/>
                  <a:pt x="1399" y="192"/>
                </a:cubicBezTo>
                <a:cubicBezTo>
                  <a:pt x="1402" y="207"/>
                  <a:pt x="1403" y="222"/>
                  <a:pt x="1403" y="238"/>
                </a:cubicBezTo>
                <a:cubicBezTo>
                  <a:pt x="1403" y="254"/>
                  <a:pt x="1402" y="269"/>
                  <a:pt x="1399" y="284"/>
                </a:cubicBezTo>
                <a:cubicBezTo>
                  <a:pt x="1396" y="301"/>
                  <a:pt x="1391" y="316"/>
                  <a:pt x="1385" y="330"/>
                </a:cubicBezTo>
                <a:cubicBezTo>
                  <a:pt x="1379" y="345"/>
                  <a:pt x="1372" y="358"/>
                  <a:pt x="1363" y="371"/>
                </a:cubicBezTo>
                <a:cubicBezTo>
                  <a:pt x="1354" y="384"/>
                  <a:pt x="1344" y="396"/>
                  <a:pt x="1333" y="407"/>
                </a:cubicBezTo>
                <a:cubicBezTo>
                  <a:pt x="1322" y="418"/>
                  <a:pt x="1310" y="428"/>
                  <a:pt x="1297" y="437"/>
                </a:cubicBezTo>
                <a:cubicBezTo>
                  <a:pt x="1284" y="446"/>
                  <a:pt x="1271" y="453"/>
                  <a:pt x="1256" y="459"/>
                </a:cubicBezTo>
                <a:cubicBezTo>
                  <a:pt x="1242" y="465"/>
                  <a:pt x="1227" y="469"/>
                  <a:pt x="1211" y="473"/>
                </a:cubicBezTo>
                <a:cubicBezTo>
                  <a:pt x="1196" y="476"/>
                  <a:pt x="1181" y="477"/>
                  <a:pt x="1165" y="477"/>
                </a:cubicBezTo>
                <a:lnTo>
                  <a:pt x="238" y="477"/>
                </a:lnTo>
                <a:cubicBezTo>
                  <a:pt x="222" y="477"/>
                  <a:pt x="207" y="476"/>
                  <a:pt x="192" y="473"/>
                </a:cubicBezTo>
                <a:cubicBezTo>
                  <a:pt x="176" y="469"/>
                  <a:pt x="161" y="465"/>
                  <a:pt x="147" y="459"/>
                </a:cubicBezTo>
                <a:cubicBezTo>
                  <a:pt x="132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0" y="371"/>
                </a:cubicBezTo>
                <a:cubicBezTo>
                  <a:pt x="31" y="358"/>
                  <a:pt x="24" y="345"/>
                  <a:pt x="18" y="330"/>
                </a:cubicBezTo>
                <a:cubicBezTo>
                  <a:pt x="12" y="316"/>
                  <a:pt x="7" y="301"/>
                  <a:pt x="4" y="284"/>
                </a:cubicBezTo>
                <a:cubicBezTo>
                  <a:pt x="1" y="269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7489800" y="2877480"/>
            <a:ext cx="677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samenvatten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7272000" y="3062160"/>
            <a:ext cx="591120" cy="171720"/>
          </a:xfrm>
          <a:custGeom>
            <a:avLst/>
            <a:gdLst/>
            <a:ahLst/>
            <a:rect l="0" t="0" r="r" b="b"/>
            <a:pathLst>
              <a:path w="1642" h="477">
                <a:moveTo>
                  <a:pt x="0" y="238"/>
                </a:move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1404" y="0"/>
                </a:lnTo>
                <a:cubicBezTo>
                  <a:pt x="1419" y="0"/>
                  <a:pt x="1435" y="1"/>
                  <a:pt x="1450" y="4"/>
                </a:cubicBezTo>
                <a:cubicBezTo>
                  <a:pt x="1466" y="7"/>
                  <a:pt x="1480" y="12"/>
                  <a:pt x="1495" y="18"/>
                </a:cubicBezTo>
                <a:cubicBezTo>
                  <a:pt x="1509" y="24"/>
                  <a:pt x="1523" y="31"/>
                  <a:pt x="1536" y="40"/>
                </a:cubicBezTo>
                <a:cubicBezTo>
                  <a:pt x="1549" y="49"/>
                  <a:pt x="1561" y="59"/>
                  <a:pt x="1572" y="70"/>
                </a:cubicBezTo>
                <a:cubicBezTo>
                  <a:pt x="1583" y="81"/>
                  <a:pt x="1593" y="93"/>
                  <a:pt x="1602" y="106"/>
                </a:cubicBezTo>
                <a:cubicBezTo>
                  <a:pt x="1610" y="119"/>
                  <a:pt x="1618" y="132"/>
                  <a:pt x="1624" y="147"/>
                </a:cubicBezTo>
                <a:cubicBezTo>
                  <a:pt x="1630" y="161"/>
                  <a:pt x="1634" y="176"/>
                  <a:pt x="1637" y="192"/>
                </a:cubicBezTo>
                <a:cubicBezTo>
                  <a:pt x="1640" y="207"/>
                  <a:pt x="1642" y="222"/>
                  <a:pt x="1642" y="238"/>
                </a:cubicBezTo>
                <a:cubicBezTo>
                  <a:pt x="1642" y="254"/>
                  <a:pt x="1640" y="269"/>
                  <a:pt x="1637" y="284"/>
                </a:cubicBezTo>
                <a:cubicBezTo>
                  <a:pt x="1634" y="301"/>
                  <a:pt x="1630" y="316"/>
                  <a:pt x="1624" y="330"/>
                </a:cubicBezTo>
                <a:cubicBezTo>
                  <a:pt x="1618" y="345"/>
                  <a:pt x="1610" y="358"/>
                  <a:pt x="1602" y="371"/>
                </a:cubicBezTo>
                <a:cubicBezTo>
                  <a:pt x="1593" y="384"/>
                  <a:pt x="1583" y="396"/>
                  <a:pt x="1572" y="407"/>
                </a:cubicBezTo>
                <a:cubicBezTo>
                  <a:pt x="1561" y="418"/>
                  <a:pt x="1549" y="428"/>
                  <a:pt x="1536" y="437"/>
                </a:cubicBezTo>
                <a:cubicBezTo>
                  <a:pt x="1523" y="446"/>
                  <a:pt x="1509" y="453"/>
                  <a:pt x="1495" y="459"/>
                </a:cubicBezTo>
                <a:cubicBezTo>
                  <a:pt x="1480" y="465"/>
                  <a:pt x="1466" y="469"/>
                  <a:pt x="1450" y="473"/>
                </a:cubicBezTo>
                <a:cubicBezTo>
                  <a:pt x="1435" y="476"/>
                  <a:pt x="1419" y="477"/>
                  <a:pt x="1404" y="477"/>
                </a:cubicBezTo>
                <a:lnTo>
                  <a:pt x="239" y="477"/>
                </a:lnTo>
                <a:cubicBezTo>
                  <a:pt x="223" y="477"/>
                  <a:pt x="207" y="476"/>
                  <a:pt x="192" y="473"/>
                </a:cubicBezTo>
                <a:cubicBezTo>
                  <a:pt x="177" y="469"/>
                  <a:pt x="162" y="465"/>
                  <a:pt x="147" y="459"/>
                </a:cubicBezTo>
                <a:cubicBezTo>
                  <a:pt x="133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1" y="371"/>
                </a:cubicBezTo>
                <a:cubicBezTo>
                  <a:pt x="32" y="358"/>
                  <a:pt x="25" y="345"/>
                  <a:pt x="19" y="330"/>
                </a:cubicBezTo>
                <a:cubicBezTo>
                  <a:pt x="13" y="316"/>
                  <a:pt x="8" y="301"/>
                  <a:pt x="5" y="284"/>
                </a:cubicBezTo>
                <a:cubicBezTo>
                  <a:pt x="2" y="269"/>
                  <a:pt x="0" y="254"/>
                  <a:pt x="0" y="23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7272000" y="3062160"/>
            <a:ext cx="591120" cy="171720"/>
          </a:xfrm>
          <a:custGeom>
            <a:avLst/>
            <a:gdLst/>
            <a:ahLst/>
            <a:rect l="0" t="0" r="r" b="b"/>
            <a:pathLst>
              <a:path w="1642" h="477">
                <a:moveTo>
                  <a:pt x="0" y="238"/>
                </a:moveTo>
                <a:cubicBezTo>
                  <a:pt x="0" y="222"/>
                  <a:pt x="2" y="207"/>
                  <a:pt x="5" y="192"/>
                </a:cubicBezTo>
                <a:cubicBezTo>
                  <a:pt x="8" y="176"/>
                  <a:pt x="13" y="161"/>
                  <a:pt x="19" y="147"/>
                </a:cubicBezTo>
                <a:cubicBezTo>
                  <a:pt x="25" y="132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1"/>
                  <a:pt x="133" y="24"/>
                  <a:pt x="147" y="18"/>
                </a:cubicBezTo>
                <a:cubicBezTo>
                  <a:pt x="162" y="12"/>
                  <a:pt x="177" y="7"/>
                  <a:pt x="192" y="4"/>
                </a:cubicBezTo>
                <a:cubicBezTo>
                  <a:pt x="207" y="1"/>
                  <a:pt x="223" y="0"/>
                  <a:pt x="239" y="0"/>
                </a:cubicBezTo>
                <a:lnTo>
                  <a:pt x="1404" y="0"/>
                </a:lnTo>
                <a:cubicBezTo>
                  <a:pt x="1419" y="0"/>
                  <a:pt x="1435" y="1"/>
                  <a:pt x="1450" y="4"/>
                </a:cubicBezTo>
                <a:cubicBezTo>
                  <a:pt x="1466" y="7"/>
                  <a:pt x="1480" y="12"/>
                  <a:pt x="1495" y="18"/>
                </a:cubicBezTo>
                <a:cubicBezTo>
                  <a:pt x="1509" y="24"/>
                  <a:pt x="1523" y="31"/>
                  <a:pt x="1536" y="40"/>
                </a:cubicBezTo>
                <a:cubicBezTo>
                  <a:pt x="1549" y="49"/>
                  <a:pt x="1561" y="59"/>
                  <a:pt x="1572" y="70"/>
                </a:cubicBezTo>
                <a:cubicBezTo>
                  <a:pt x="1583" y="81"/>
                  <a:pt x="1593" y="93"/>
                  <a:pt x="1602" y="106"/>
                </a:cubicBezTo>
                <a:cubicBezTo>
                  <a:pt x="1610" y="119"/>
                  <a:pt x="1618" y="132"/>
                  <a:pt x="1624" y="147"/>
                </a:cubicBezTo>
                <a:cubicBezTo>
                  <a:pt x="1630" y="161"/>
                  <a:pt x="1634" y="176"/>
                  <a:pt x="1637" y="192"/>
                </a:cubicBezTo>
                <a:cubicBezTo>
                  <a:pt x="1640" y="207"/>
                  <a:pt x="1642" y="222"/>
                  <a:pt x="1642" y="238"/>
                </a:cubicBezTo>
                <a:cubicBezTo>
                  <a:pt x="1642" y="254"/>
                  <a:pt x="1640" y="269"/>
                  <a:pt x="1637" y="284"/>
                </a:cubicBezTo>
                <a:cubicBezTo>
                  <a:pt x="1634" y="301"/>
                  <a:pt x="1630" y="316"/>
                  <a:pt x="1624" y="330"/>
                </a:cubicBezTo>
                <a:cubicBezTo>
                  <a:pt x="1618" y="345"/>
                  <a:pt x="1610" y="358"/>
                  <a:pt x="1602" y="371"/>
                </a:cubicBezTo>
                <a:cubicBezTo>
                  <a:pt x="1593" y="384"/>
                  <a:pt x="1583" y="396"/>
                  <a:pt x="1572" y="407"/>
                </a:cubicBezTo>
                <a:cubicBezTo>
                  <a:pt x="1561" y="418"/>
                  <a:pt x="1549" y="428"/>
                  <a:pt x="1536" y="437"/>
                </a:cubicBezTo>
                <a:cubicBezTo>
                  <a:pt x="1523" y="446"/>
                  <a:pt x="1509" y="453"/>
                  <a:pt x="1495" y="459"/>
                </a:cubicBezTo>
                <a:cubicBezTo>
                  <a:pt x="1480" y="465"/>
                  <a:pt x="1466" y="469"/>
                  <a:pt x="1450" y="473"/>
                </a:cubicBezTo>
                <a:cubicBezTo>
                  <a:pt x="1435" y="476"/>
                  <a:pt x="1419" y="477"/>
                  <a:pt x="1404" y="477"/>
                </a:cubicBezTo>
                <a:lnTo>
                  <a:pt x="239" y="477"/>
                </a:lnTo>
                <a:cubicBezTo>
                  <a:pt x="223" y="477"/>
                  <a:pt x="207" y="476"/>
                  <a:pt x="192" y="473"/>
                </a:cubicBezTo>
                <a:cubicBezTo>
                  <a:pt x="177" y="469"/>
                  <a:pt x="162" y="465"/>
                  <a:pt x="147" y="459"/>
                </a:cubicBezTo>
                <a:cubicBezTo>
                  <a:pt x="133" y="453"/>
                  <a:pt x="119" y="446"/>
                  <a:pt x="106" y="437"/>
                </a:cubicBezTo>
                <a:cubicBezTo>
                  <a:pt x="93" y="428"/>
                  <a:pt x="81" y="418"/>
                  <a:pt x="70" y="407"/>
                </a:cubicBezTo>
                <a:cubicBezTo>
                  <a:pt x="59" y="396"/>
                  <a:pt x="49" y="384"/>
                  <a:pt x="41" y="371"/>
                </a:cubicBezTo>
                <a:cubicBezTo>
                  <a:pt x="32" y="358"/>
                  <a:pt x="25" y="345"/>
                  <a:pt x="19" y="330"/>
                </a:cubicBezTo>
                <a:cubicBezTo>
                  <a:pt x="13" y="316"/>
                  <a:pt x="8" y="301"/>
                  <a:pt x="5" y="284"/>
                </a:cubicBezTo>
                <a:cubicBezTo>
                  <a:pt x="2" y="269"/>
                  <a:pt x="0" y="254"/>
                  <a:pt x="0" y="238"/>
                </a:cubicBezTo>
                <a:close/>
              </a:path>
            </a:pathLst>
          </a:custGeom>
          <a:noFill/>
          <a:ln w="9360">
            <a:solidFill>
              <a:srgbClr val="e8912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6788160" y="3096360"/>
            <a:ext cx="424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voorstel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456840" y="3943080"/>
            <a:ext cx="8087400" cy="581400"/>
          </a:xfrm>
          <a:custGeom>
            <a:avLst/>
            <a:gdLst/>
            <a:ahLst/>
            <a:rect l="0" t="0" r="r" b="b"/>
            <a:pathLst>
              <a:path w="22465" h="1615">
                <a:moveTo>
                  <a:pt x="0" y="0"/>
                </a:moveTo>
                <a:lnTo>
                  <a:pt x="22465" y="0"/>
                </a:lnTo>
                <a:lnTo>
                  <a:pt x="2246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456840" y="39430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456840" y="45147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8534160" y="3943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456840" y="3943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0" y="1615"/>
                </a:lnTo>
                <a:lnTo>
                  <a:pt x="28" y="161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7338600" y="3096360"/>
            <a:ext cx="518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2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1539000" y="3426840"/>
            <a:ext cx="5835240" cy="219960"/>
          </a:xfrm>
          <a:custGeom>
            <a:avLst/>
            <a:gdLst/>
            <a:ahLst/>
            <a:rect l="0" t="0" r="r" b="b"/>
            <a:pathLst>
              <a:path w="16209" h="611">
                <a:moveTo>
                  <a:pt x="16209" y="0"/>
                </a:moveTo>
                <a:lnTo>
                  <a:pt x="16209" y="168"/>
                </a:lnTo>
                <a:lnTo>
                  <a:pt x="16139" y="168"/>
                </a:lnTo>
                <a:lnTo>
                  <a:pt x="16139" y="0"/>
                </a:lnTo>
                <a:lnTo>
                  <a:pt x="16209" y="0"/>
                </a:lnTo>
                <a:moveTo>
                  <a:pt x="16209" y="288"/>
                </a:moveTo>
                <a:lnTo>
                  <a:pt x="16209" y="455"/>
                </a:lnTo>
                <a:lnTo>
                  <a:pt x="16139" y="455"/>
                </a:lnTo>
                <a:lnTo>
                  <a:pt x="16139" y="288"/>
                </a:lnTo>
                <a:lnTo>
                  <a:pt x="16209" y="288"/>
                </a:lnTo>
                <a:moveTo>
                  <a:pt x="16174" y="611"/>
                </a:moveTo>
                <a:lnTo>
                  <a:pt x="16011" y="611"/>
                </a:lnTo>
                <a:lnTo>
                  <a:pt x="16011" y="539"/>
                </a:lnTo>
                <a:lnTo>
                  <a:pt x="16174" y="539"/>
                </a:lnTo>
                <a:lnTo>
                  <a:pt x="16174" y="611"/>
                </a:lnTo>
                <a:moveTo>
                  <a:pt x="15894" y="611"/>
                </a:moveTo>
                <a:lnTo>
                  <a:pt x="15730" y="611"/>
                </a:lnTo>
                <a:lnTo>
                  <a:pt x="15730" y="539"/>
                </a:lnTo>
                <a:lnTo>
                  <a:pt x="15894" y="539"/>
                </a:lnTo>
                <a:lnTo>
                  <a:pt x="15894" y="611"/>
                </a:lnTo>
                <a:moveTo>
                  <a:pt x="15613" y="611"/>
                </a:moveTo>
                <a:lnTo>
                  <a:pt x="15449" y="611"/>
                </a:lnTo>
                <a:lnTo>
                  <a:pt x="15449" y="539"/>
                </a:lnTo>
                <a:lnTo>
                  <a:pt x="15613" y="539"/>
                </a:lnTo>
                <a:lnTo>
                  <a:pt x="15613" y="611"/>
                </a:lnTo>
                <a:moveTo>
                  <a:pt x="15332" y="611"/>
                </a:moveTo>
                <a:lnTo>
                  <a:pt x="15169" y="611"/>
                </a:lnTo>
                <a:lnTo>
                  <a:pt x="15169" y="539"/>
                </a:lnTo>
                <a:lnTo>
                  <a:pt x="15332" y="539"/>
                </a:lnTo>
                <a:lnTo>
                  <a:pt x="15332" y="611"/>
                </a:lnTo>
                <a:moveTo>
                  <a:pt x="15052" y="611"/>
                </a:moveTo>
                <a:lnTo>
                  <a:pt x="14888" y="611"/>
                </a:lnTo>
                <a:lnTo>
                  <a:pt x="14888" y="539"/>
                </a:lnTo>
                <a:lnTo>
                  <a:pt x="15052" y="539"/>
                </a:lnTo>
                <a:lnTo>
                  <a:pt x="15052" y="611"/>
                </a:lnTo>
                <a:moveTo>
                  <a:pt x="14771" y="611"/>
                </a:moveTo>
                <a:lnTo>
                  <a:pt x="14607" y="611"/>
                </a:lnTo>
                <a:lnTo>
                  <a:pt x="14607" y="539"/>
                </a:lnTo>
                <a:lnTo>
                  <a:pt x="14771" y="539"/>
                </a:lnTo>
                <a:lnTo>
                  <a:pt x="14771" y="611"/>
                </a:lnTo>
                <a:moveTo>
                  <a:pt x="14490" y="611"/>
                </a:moveTo>
                <a:lnTo>
                  <a:pt x="14327" y="611"/>
                </a:lnTo>
                <a:lnTo>
                  <a:pt x="14327" y="539"/>
                </a:lnTo>
                <a:lnTo>
                  <a:pt x="14490" y="539"/>
                </a:lnTo>
                <a:lnTo>
                  <a:pt x="14490" y="611"/>
                </a:lnTo>
                <a:moveTo>
                  <a:pt x="14210" y="611"/>
                </a:moveTo>
                <a:lnTo>
                  <a:pt x="14046" y="611"/>
                </a:lnTo>
                <a:lnTo>
                  <a:pt x="14046" y="539"/>
                </a:lnTo>
                <a:lnTo>
                  <a:pt x="14210" y="539"/>
                </a:lnTo>
                <a:lnTo>
                  <a:pt x="14210" y="611"/>
                </a:lnTo>
                <a:moveTo>
                  <a:pt x="13929" y="611"/>
                </a:moveTo>
                <a:lnTo>
                  <a:pt x="13765" y="611"/>
                </a:lnTo>
                <a:lnTo>
                  <a:pt x="13765" y="539"/>
                </a:lnTo>
                <a:lnTo>
                  <a:pt x="13929" y="539"/>
                </a:lnTo>
                <a:lnTo>
                  <a:pt x="13929" y="611"/>
                </a:lnTo>
                <a:moveTo>
                  <a:pt x="13648" y="611"/>
                </a:moveTo>
                <a:lnTo>
                  <a:pt x="13485" y="611"/>
                </a:lnTo>
                <a:lnTo>
                  <a:pt x="13485" y="539"/>
                </a:lnTo>
                <a:lnTo>
                  <a:pt x="13648" y="539"/>
                </a:lnTo>
                <a:lnTo>
                  <a:pt x="13648" y="611"/>
                </a:lnTo>
                <a:moveTo>
                  <a:pt x="13368" y="611"/>
                </a:moveTo>
                <a:lnTo>
                  <a:pt x="13204" y="611"/>
                </a:lnTo>
                <a:lnTo>
                  <a:pt x="13204" y="539"/>
                </a:lnTo>
                <a:lnTo>
                  <a:pt x="13368" y="539"/>
                </a:lnTo>
                <a:lnTo>
                  <a:pt x="13368" y="611"/>
                </a:lnTo>
                <a:moveTo>
                  <a:pt x="13087" y="611"/>
                </a:moveTo>
                <a:lnTo>
                  <a:pt x="12923" y="611"/>
                </a:lnTo>
                <a:lnTo>
                  <a:pt x="12923" y="539"/>
                </a:lnTo>
                <a:lnTo>
                  <a:pt x="13087" y="539"/>
                </a:lnTo>
                <a:lnTo>
                  <a:pt x="13087" y="611"/>
                </a:lnTo>
                <a:moveTo>
                  <a:pt x="12806" y="611"/>
                </a:moveTo>
                <a:lnTo>
                  <a:pt x="12643" y="611"/>
                </a:lnTo>
                <a:lnTo>
                  <a:pt x="12643" y="539"/>
                </a:lnTo>
                <a:lnTo>
                  <a:pt x="12806" y="539"/>
                </a:lnTo>
                <a:lnTo>
                  <a:pt x="12806" y="611"/>
                </a:lnTo>
                <a:moveTo>
                  <a:pt x="12526" y="611"/>
                </a:moveTo>
                <a:lnTo>
                  <a:pt x="12362" y="611"/>
                </a:lnTo>
                <a:lnTo>
                  <a:pt x="12362" y="539"/>
                </a:lnTo>
                <a:lnTo>
                  <a:pt x="12526" y="539"/>
                </a:lnTo>
                <a:lnTo>
                  <a:pt x="12526" y="611"/>
                </a:lnTo>
                <a:moveTo>
                  <a:pt x="12245" y="611"/>
                </a:moveTo>
                <a:lnTo>
                  <a:pt x="12081" y="611"/>
                </a:lnTo>
                <a:lnTo>
                  <a:pt x="12081" y="539"/>
                </a:lnTo>
                <a:lnTo>
                  <a:pt x="12245" y="539"/>
                </a:lnTo>
                <a:lnTo>
                  <a:pt x="12245" y="611"/>
                </a:lnTo>
                <a:moveTo>
                  <a:pt x="11964" y="611"/>
                </a:moveTo>
                <a:lnTo>
                  <a:pt x="11801" y="611"/>
                </a:lnTo>
                <a:lnTo>
                  <a:pt x="11801" y="539"/>
                </a:lnTo>
                <a:lnTo>
                  <a:pt x="11964" y="539"/>
                </a:lnTo>
                <a:lnTo>
                  <a:pt x="11964" y="611"/>
                </a:lnTo>
                <a:moveTo>
                  <a:pt x="11684" y="611"/>
                </a:moveTo>
                <a:lnTo>
                  <a:pt x="11520" y="611"/>
                </a:lnTo>
                <a:lnTo>
                  <a:pt x="11520" y="539"/>
                </a:lnTo>
                <a:lnTo>
                  <a:pt x="11684" y="539"/>
                </a:lnTo>
                <a:lnTo>
                  <a:pt x="11684" y="611"/>
                </a:lnTo>
                <a:moveTo>
                  <a:pt x="11403" y="611"/>
                </a:moveTo>
                <a:lnTo>
                  <a:pt x="11239" y="611"/>
                </a:lnTo>
                <a:lnTo>
                  <a:pt x="11239" y="539"/>
                </a:lnTo>
                <a:lnTo>
                  <a:pt x="11403" y="539"/>
                </a:lnTo>
                <a:lnTo>
                  <a:pt x="11403" y="611"/>
                </a:lnTo>
                <a:moveTo>
                  <a:pt x="11122" y="611"/>
                </a:moveTo>
                <a:lnTo>
                  <a:pt x="10959" y="611"/>
                </a:lnTo>
                <a:lnTo>
                  <a:pt x="10959" y="539"/>
                </a:lnTo>
                <a:lnTo>
                  <a:pt x="11122" y="539"/>
                </a:lnTo>
                <a:lnTo>
                  <a:pt x="11122" y="611"/>
                </a:lnTo>
                <a:moveTo>
                  <a:pt x="10842" y="611"/>
                </a:moveTo>
                <a:lnTo>
                  <a:pt x="10678" y="611"/>
                </a:lnTo>
                <a:lnTo>
                  <a:pt x="10678" y="539"/>
                </a:lnTo>
                <a:lnTo>
                  <a:pt x="10842" y="539"/>
                </a:lnTo>
                <a:lnTo>
                  <a:pt x="10842" y="611"/>
                </a:lnTo>
                <a:moveTo>
                  <a:pt x="10561" y="611"/>
                </a:moveTo>
                <a:lnTo>
                  <a:pt x="10397" y="611"/>
                </a:lnTo>
                <a:lnTo>
                  <a:pt x="10397" y="539"/>
                </a:lnTo>
                <a:lnTo>
                  <a:pt x="10561" y="539"/>
                </a:lnTo>
                <a:lnTo>
                  <a:pt x="10561" y="611"/>
                </a:lnTo>
                <a:moveTo>
                  <a:pt x="10280" y="611"/>
                </a:moveTo>
                <a:lnTo>
                  <a:pt x="10117" y="611"/>
                </a:lnTo>
                <a:lnTo>
                  <a:pt x="10117" y="539"/>
                </a:lnTo>
                <a:lnTo>
                  <a:pt x="10280" y="539"/>
                </a:lnTo>
                <a:lnTo>
                  <a:pt x="10280" y="611"/>
                </a:lnTo>
                <a:moveTo>
                  <a:pt x="10000" y="611"/>
                </a:moveTo>
                <a:lnTo>
                  <a:pt x="9836" y="611"/>
                </a:lnTo>
                <a:lnTo>
                  <a:pt x="9836" y="539"/>
                </a:lnTo>
                <a:lnTo>
                  <a:pt x="10000" y="539"/>
                </a:lnTo>
                <a:lnTo>
                  <a:pt x="10000" y="611"/>
                </a:lnTo>
                <a:moveTo>
                  <a:pt x="9719" y="611"/>
                </a:moveTo>
                <a:lnTo>
                  <a:pt x="9555" y="611"/>
                </a:lnTo>
                <a:lnTo>
                  <a:pt x="9555" y="539"/>
                </a:lnTo>
                <a:lnTo>
                  <a:pt x="9719" y="539"/>
                </a:lnTo>
                <a:lnTo>
                  <a:pt x="9719" y="611"/>
                </a:lnTo>
                <a:moveTo>
                  <a:pt x="9438" y="611"/>
                </a:moveTo>
                <a:lnTo>
                  <a:pt x="9275" y="611"/>
                </a:lnTo>
                <a:lnTo>
                  <a:pt x="9275" y="539"/>
                </a:lnTo>
                <a:lnTo>
                  <a:pt x="9438" y="539"/>
                </a:lnTo>
                <a:lnTo>
                  <a:pt x="9438" y="611"/>
                </a:lnTo>
                <a:moveTo>
                  <a:pt x="9158" y="611"/>
                </a:moveTo>
                <a:lnTo>
                  <a:pt x="8994" y="611"/>
                </a:lnTo>
                <a:lnTo>
                  <a:pt x="8994" y="539"/>
                </a:lnTo>
                <a:lnTo>
                  <a:pt x="9158" y="539"/>
                </a:lnTo>
                <a:lnTo>
                  <a:pt x="9158" y="611"/>
                </a:lnTo>
                <a:moveTo>
                  <a:pt x="8877" y="611"/>
                </a:moveTo>
                <a:lnTo>
                  <a:pt x="8713" y="611"/>
                </a:lnTo>
                <a:lnTo>
                  <a:pt x="8713" y="539"/>
                </a:lnTo>
                <a:lnTo>
                  <a:pt x="8877" y="539"/>
                </a:lnTo>
                <a:lnTo>
                  <a:pt x="8877" y="611"/>
                </a:lnTo>
                <a:moveTo>
                  <a:pt x="8596" y="611"/>
                </a:moveTo>
                <a:lnTo>
                  <a:pt x="8433" y="611"/>
                </a:lnTo>
                <a:lnTo>
                  <a:pt x="8433" y="539"/>
                </a:lnTo>
                <a:lnTo>
                  <a:pt x="8596" y="539"/>
                </a:lnTo>
                <a:lnTo>
                  <a:pt x="8596" y="611"/>
                </a:lnTo>
                <a:moveTo>
                  <a:pt x="8316" y="611"/>
                </a:moveTo>
                <a:lnTo>
                  <a:pt x="8152" y="611"/>
                </a:lnTo>
                <a:lnTo>
                  <a:pt x="8152" y="539"/>
                </a:lnTo>
                <a:lnTo>
                  <a:pt x="8316" y="539"/>
                </a:lnTo>
                <a:lnTo>
                  <a:pt x="8316" y="611"/>
                </a:lnTo>
                <a:moveTo>
                  <a:pt x="8035" y="611"/>
                </a:moveTo>
                <a:lnTo>
                  <a:pt x="7871" y="611"/>
                </a:lnTo>
                <a:lnTo>
                  <a:pt x="7871" y="539"/>
                </a:lnTo>
                <a:lnTo>
                  <a:pt x="8035" y="539"/>
                </a:lnTo>
                <a:lnTo>
                  <a:pt x="8035" y="611"/>
                </a:lnTo>
                <a:moveTo>
                  <a:pt x="7754" y="611"/>
                </a:moveTo>
                <a:lnTo>
                  <a:pt x="7591" y="611"/>
                </a:lnTo>
                <a:lnTo>
                  <a:pt x="7591" y="539"/>
                </a:lnTo>
                <a:lnTo>
                  <a:pt x="7754" y="539"/>
                </a:lnTo>
                <a:lnTo>
                  <a:pt x="7754" y="611"/>
                </a:lnTo>
                <a:moveTo>
                  <a:pt x="7474" y="611"/>
                </a:moveTo>
                <a:lnTo>
                  <a:pt x="7310" y="611"/>
                </a:lnTo>
                <a:lnTo>
                  <a:pt x="7310" y="539"/>
                </a:lnTo>
                <a:lnTo>
                  <a:pt x="7474" y="539"/>
                </a:lnTo>
                <a:lnTo>
                  <a:pt x="7474" y="611"/>
                </a:lnTo>
                <a:moveTo>
                  <a:pt x="7193" y="611"/>
                </a:moveTo>
                <a:lnTo>
                  <a:pt x="7029" y="611"/>
                </a:lnTo>
                <a:lnTo>
                  <a:pt x="7029" y="539"/>
                </a:lnTo>
                <a:lnTo>
                  <a:pt x="7193" y="539"/>
                </a:lnTo>
                <a:lnTo>
                  <a:pt x="7193" y="611"/>
                </a:lnTo>
                <a:moveTo>
                  <a:pt x="6912" y="611"/>
                </a:moveTo>
                <a:lnTo>
                  <a:pt x="6749" y="611"/>
                </a:lnTo>
                <a:lnTo>
                  <a:pt x="6749" y="539"/>
                </a:lnTo>
                <a:lnTo>
                  <a:pt x="6912" y="539"/>
                </a:lnTo>
                <a:lnTo>
                  <a:pt x="6912" y="611"/>
                </a:lnTo>
                <a:moveTo>
                  <a:pt x="6632" y="611"/>
                </a:moveTo>
                <a:lnTo>
                  <a:pt x="6468" y="611"/>
                </a:lnTo>
                <a:lnTo>
                  <a:pt x="6468" y="539"/>
                </a:lnTo>
                <a:lnTo>
                  <a:pt x="6632" y="539"/>
                </a:lnTo>
                <a:lnTo>
                  <a:pt x="6632" y="611"/>
                </a:lnTo>
                <a:moveTo>
                  <a:pt x="6351" y="611"/>
                </a:moveTo>
                <a:lnTo>
                  <a:pt x="6187" y="611"/>
                </a:lnTo>
                <a:lnTo>
                  <a:pt x="6187" y="539"/>
                </a:lnTo>
                <a:lnTo>
                  <a:pt x="6351" y="539"/>
                </a:lnTo>
                <a:lnTo>
                  <a:pt x="6351" y="611"/>
                </a:lnTo>
                <a:moveTo>
                  <a:pt x="6070" y="611"/>
                </a:moveTo>
                <a:lnTo>
                  <a:pt x="5907" y="611"/>
                </a:lnTo>
                <a:lnTo>
                  <a:pt x="5907" y="539"/>
                </a:lnTo>
                <a:lnTo>
                  <a:pt x="6070" y="539"/>
                </a:lnTo>
                <a:lnTo>
                  <a:pt x="6070" y="611"/>
                </a:lnTo>
                <a:moveTo>
                  <a:pt x="5790" y="611"/>
                </a:moveTo>
                <a:lnTo>
                  <a:pt x="5626" y="611"/>
                </a:lnTo>
                <a:lnTo>
                  <a:pt x="5626" y="539"/>
                </a:lnTo>
                <a:lnTo>
                  <a:pt x="5790" y="539"/>
                </a:lnTo>
                <a:lnTo>
                  <a:pt x="5790" y="611"/>
                </a:lnTo>
                <a:moveTo>
                  <a:pt x="5509" y="611"/>
                </a:moveTo>
                <a:lnTo>
                  <a:pt x="5345" y="611"/>
                </a:lnTo>
                <a:lnTo>
                  <a:pt x="5345" y="539"/>
                </a:lnTo>
                <a:lnTo>
                  <a:pt x="5509" y="539"/>
                </a:lnTo>
                <a:lnTo>
                  <a:pt x="5509" y="611"/>
                </a:lnTo>
                <a:moveTo>
                  <a:pt x="5228" y="611"/>
                </a:moveTo>
                <a:lnTo>
                  <a:pt x="5065" y="611"/>
                </a:lnTo>
                <a:lnTo>
                  <a:pt x="5065" y="539"/>
                </a:lnTo>
                <a:lnTo>
                  <a:pt x="5228" y="539"/>
                </a:lnTo>
                <a:lnTo>
                  <a:pt x="5228" y="611"/>
                </a:lnTo>
                <a:moveTo>
                  <a:pt x="4948" y="611"/>
                </a:moveTo>
                <a:lnTo>
                  <a:pt x="4784" y="611"/>
                </a:lnTo>
                <a:lnTo>
                  <a:pt x="4784" y="539"/>
                </a:lnTo>
                <a:lnTo>
                  <a:pt x="4948" y="539"/>
                </a:lnTo>
                <a:lnTo>
                  <a:pt x="4948" y="611"/>
                </a:lnTo>
                <a:moveTo>
                  <a:pt x="4667" y="611"/>
                </a:moveTo>
                <a:lnTo>
                  <a:pt x="4503" y="611"/>
                </a:lnTo>
                <a:lnTo>
                  <a:pt x="4503" y="539"/>
                </a:lnTo>
                <a:lnTo>
                  <a:pt x="4667" y="539"/>
                </a:lnTo>
                <a:lnTo>
                  <a:pt x="4667" y="611"/>
                </a:lnTo>
                <a:moveTo>
                  <a:pt x="4386" y="611"/>
                </a:moveTo>
                <a:lnTo>
                  <a:pt x="4223" y="611"/>
                </a:lnTo>
                <a:lnTo>
                  <a:pt x="4223" y="539"/>
                </a:lnTo>
                <a:lnTo>
                  <a:pt x="4386" y="539"/>
                </a:lnTo>
                <a:lnTo>
                  <a:pt x="4386" y="611"/>
                </a:lnTo>
                <a:moveTo>
                  <a:pt x="4106" y="611"/>
                </a:moveTo>
                <a:lnTo>
                  <a:pt x="3942" y="611"/>
                </a:lnTo>
                <a:lnTo>
                  <a:pt x="3942" y="539"/>
                </a:lnTo>
                <a:lnTo>
                  <a:pt x="4106" y="539"/>
                </a:lnTo>
                <a:lnTo>
                  <a:pt x="4106" y="611"/>
                </a:lnTo>
                <a:moveTo>
                  <a:pt x="3824" y="611"/>
                </a:moveTo>
                <a:lnTo>
                  <a:pt x="3660" y="611"/>
                </a:lnTo>
                <a:lnTo>
                  <a:pt x="3660" y="539"/>
                </a:lnTo>
                <a:lnTo>
                  <a:pt x="3824" y="539"/>
                </a:lnTo>
                <a:lnTo>
                  <a:pt x="3824" y="611"/>
                </a:lnTo>
                <a:moveTo>
                  <a:pt x="3543" y="611"/>
                </a:moveTo>
                <a:lnTo>
                  <a:pt x="3380" y="611"/>
                </a:lnTo>
                <a:lnTo>
                  <a:pt x="3380" y="539"/>
                </a:lnTo>
                <a:lnTo>
                  <a:pt x="3543" y="539"/>
                </a:lnTo>
                <a:lnTo>
                  <a:pt x="3543" y="611"/>
                </a:lnTo>
                <a:moveTo>
                  <a:pt x="3263" y="611"/>
                </a:moveTo>
                <a:lnTo>
                  <a:pt x="3099" y="611"/>
                </a:lnTo>
                <a:lnTo>
                  <a:pt x="3099" y="539"/>
                </a:lnTo>
                <a:lnTo>
                  <a:pt x="3263" y="539"/>
                </a:lnTo>
                <a:lnTo>
                  <a:pt x="3263" y="611"/>
                </a:lnTo>
                <a:moveTo>
                  <a:pt x="2982" y="611"/>
                </a:moveTo>
                <a:lnTo>
                  <a:pt x="2818" y="611"/>
                </a:lnTo>
                <a:lnTo>
                  <a:pt x="2818" y="539"/>
                </a:lnTo>
                <a:lnTo>
                  <a:pt x="2982" y="539"/>
                </a:lnTo>
                <a:lnTo>
                  <a:pt x="2982" y="611"/>
                </a:lnTo>
                <a:moveTo>
                  <a:pt x="2701" y="611"/>
                </a:moveTo>
                <a:lnTo>
                  <a:pt x="2538" y="611"/>
                </a:lnTo>
                <a:lnTo>
                  <a:pt x="2538" y="539"/>
                </a:lnTo>
                <a:lnTo>
                  <a:pt x="2701" y="539"/>
                </a:lnTo>
                <a:lnTo>
                  <a:pt x="2701" y="611"/>
                </a:lnTo>
                <a:moveTo>
                  <a:pt x="2421" y="611"/>
                </a:moveTo>
                <a:lnTo>
                  <a:pt x="2257" y="611"/>
                </a:lnTo>
                <a:lnTo>
                  <a:pt x="2257" y="539"/>
                </a:lnTo>
                <a:lnTo>
                  <a:pt x="2421" y="539"/>
                </a:lnTo>
                <a:lnTo>
                  <a:pt x="2421" y="611"/>
                </a:lnTo>
                <a:moveTo>
                  <a:pt x="2140" y="611"/>
                </a:moveTo>
                <a:lnTo>
                  <a:pt x="1976" y="611"/>
                </a:lnTo>
                <a:lnTo>
                  <a:pt x="1976" y="539"/>
                </a:lnTo>
                <a:lnTo>
                  <a:pt x="2140" y="539"/>
                </a:lnTo>
                <a:lnTo>
                  <a:pt x="2140" y="611"/>
                </a:lnTo>
                <a:moveTo>
                  <a:pt x="1859" y="611"/>
                </a:moveTo>
                <a:lnTo>
                  <a:pt x="1696" y="611"/>
                </a:lnTo>
                <a:lnTo>
                  <a:pt x="1696" y="539"/>
                </a:lnTo>
                <a:lnTo>
                  <a:pt x="1859" y="539"/>
                </a:lnTo>
                <a:lnTo>
                  <a:pt x="1859" y="611"/>
                </a:lnTo>
                <a:moveTo>
                  <a:pt x="1579" y="611"/>
                </a:moveTo>
                <a:lnTo>
                  <a:pt x="1415" y="611"/>
                </a:lnTo>
                <a:lnTo>
                  <a:pt x="1415" y="539"/>
                </a:lnTo>
                <a:lnTo>
                  <a:pt x="1579" y="539"/>
                </a:lnTo>
                <a:lnTo>
                  <a:pt x="1579" y="611"/>
                </a:lnTo>
                <a:moveTo>
                  <a:pt x="1298" y="611"/>
                </a:moveTo>
                <a:lnTo>
                  <a:pt x="1134" y="611"/>
                </a:lnTo>
                <a:lnTo>
                  <a:pt x="1134" y="539"/>
                </a:lnTo>
                <a:lnTo>
                  <a:pt x="1298" y="539"/>
                </a:lnTo>
                <a:lnTo>
                  <a:pt x="1298" y="611"/>
                </a:lnTo>
                <a:moveTo>
                  <a:pt x="1017" y="611"/>
                </a:moveTo>
                <a:lnTo>
                  <a:pt x="854" y="611"/>
                </a:lnTo>
                <a:lnTo>
                  <a:pt x="854" y="539"/>
                </a:lnTo>
                <a:lnTo>
                  <a:pt x="1017" y="539"/>
                </a:lnTo>
                <a:lnTo>
                  <a:pt x="1017" y="611"/>
                </a:lnTo>
                <a:moveTo>
                  <a:pt x="737" y="611"/>
                </a:moveTo>
                <a:lnTo>
                  <a:pt x="573" y="611"/>
                </a:lnTo>
                <a:lnTo>
                  <a:pt x="573" y="539"/>
                </a:lnTo>
                <a:lnTo>
                  <a:pt x="737" y="539"/>
                </a:lnTo>
                <a:lnTo>
                  <a:pt x="737" y="611"/>
                </a:lnTo>
                <a:moveTo>
                  <a:pt x="456" y="611"/>
                </a:moveTo>
                <a:lnTo>
                  <a:pt x="292" y="611"/>
                </a:lnTo>
                <a:lnTo>
                  <a:pt x="292" y="539"/>
                </a:lnTo>
                <a:lnTo>
                  <a:pt x="456" y="539"/>
                </a:lnTo>
                <a:lnTo>
                  <a:pt x="456" y="611"/>
                </a:lnTo>
                <a:moveTo>
                  <a:pt x="175" y="611"/>
                </a:moveTo>
                <a:lnTo>
                  <a:pt x="0" y="611"/>
                </a:lnTo>
                <a:lnTo>
                  <a:pt x="0" y="552"/>
                </a:lnTo>
                <a:lnTo>
                  <a:pt x="70" y="552"/>
                </a:lnTo>
                <a:lnTo>
                  <a:pt x="70" y="576"/>
                </a:lnTo>
                <a:lnTo>
                  <a:pt x="35" y="576"/>
                </a:lnTo>
                <a:lnTo>
                  <a:pt x="35" y="539"/>
                </a:lnTo>
                <a:lnTo>
                  <a:pt x="175" y="539"/>
                </a:lnTo>
                <a:lnTo>
                  <a:pt x="175" y="611"/>
                </a:lnTo>
                <a:moveTo>
                  <a:pt x="0" y="431"/>
                </a:moveTo>
                <a:lnTo>
                  <a:pt x="0" y="264"/>
                </a:lnTo>
                <a:lnTo>
                  <a:pt x="70" y="264"/>
                </a:lnTo>
                <a:lnTo>
                  <a:pt x="70" y="431"/>
                </a:lnTo>
                <a:lnTo>
                  <a:pt x="0" y="431"/>
                </a:ln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1484280" y="3426840"/>
            <a:ext cx="135000" cy="104040"/>
          </a:xfrm>
          <a:custGeom>
            <a:avLst/>
            <a:gdLst/>
            <a:ahLst/>
            <a:rect l="0" t="0" r="r" b="b"/>
            <a:pathLst>
              <a:path w="375" h="289">
                <a:moveTo>
                  <a:pt x="0" y="289"/>
                </a:moveTo>
                <a:lnTo>
                  <a:pt x="188" y="0"/>
                </a:lnTo>
                <a:lnTo>
                  <a:pt x="375" y="289"/>
                </a:lnTo>
                <a:lnTo>
                  <a:pt x="0" y="289"/>
                </a:ln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634320" y="4157280"/>
            <a:ext cx="83264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Elke ronde maakt de volgende sneller.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De afspraak zelf blijft mensenwerk; AI versnelt het werk eromheen.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2484360" y="3671280"/>
            <a:ext cx="4592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en elke ronde levert sneller een voorstel waarover mensen kunnen besluiten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0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05" name=""/>
          <p:cNvSpPr/>
          <p:nvPr/>
        </p:nvSpPr>
        <p:spPr>
          <a:xfrm>
            <a:off x="485640" y="1056960"/>
            <a:ext cx="4705560" cy="1610280"/>
          </a:xfrm>
          <a:custGeom>
            <a:avLst/>
            <a:gdLst/>
            <a:ahLst/>
            <a:rect l="0" t="0" r="r" b="b"/>
            <a:pathLst>
              <a:path w="13071" h="4473">
                <a:moveTo>
                  <a:pt x="0" y="426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4261"/>
                </a:lnTo>
                <a:cubicBezTo>
                  <a:pt x="13071" y="4275"/>
                  <a:pt x="13070" y="4289"/>
                  <a:pt x="13067" y="4302"/>
                </a:cubicBezTo>
                <a:cubicBezTo>
                  <a:pt x="13065" y="4316"/>
                  <a:pt x="13060" y="4329"/>
                  <a:pt x="13055" y="4342"/>
                </a:cubicBezTo>
                <a:cubicBezTo>
                  <a:pt x="13050" y="4355"/>
                  <a:pt x="13043" y="4367"/>
                  <a:pt x="13036" y="4379"/>
                </a:cubicBezTo>
                <a:cubicBezTo>
                  <a:pt x="13028" y="4390"/>
                  <a:pt x="13019" y="4401"/>
                  <a:pt x="13009" y="4411"/>
                </a:cubicBezTo>
                <a:cubicBezTo>
                  <a:pt x="12999" y="4421"/>
                  <a:pt x="12989" y="4429"/>
                  <a:pt x="12977" y="4437"/>
                </a:cubicBezTo>
                <a:cubicBezTo>
                  <a:pt x="12966" y="4445"/>
                  <a:pt x="12953" y="4451"/>
                  <a:pt x="12941" y="4457"/>
                </a:cubicBezTo>
                <a:cubicBezTo>
                  <a:pt x="12928" y="4462"/>
                  <a:pt x="12915" y="4466"/>
                  <a:pt x="12901" y="4469"/>
                </a:cubicBezTo>
                <a:cubicBezTo>
                  <a:pt x="12887" y="4471"/>
                  <a:pt x="12874" y="4473"/>
                  <a:pt x="12860" y="4473"/>
                </a:cubicBezTo>
                <a:lnTo>
                  <a:pt x="132" y="4473"/>
                </a:lnTo>
                <a:cubicBezTo>
                  <a:pt x="123" y="4473"/>
                  <a:pt x="115" y="4471"/>
                  <a:pt x="106" y="4469"/>
                </a:cubicBezTo>
                <a:cubicBezTo>
                  <a:pt x="98" y="4466"/>
                  <a:pt x="90" y="4462"/>
                  <a:pt x="82" y="4457"/>
                </a:cubicBezTo>
                <a:cubicBezTo>
                  <a:pt x="74" y="4451"/>
                  <a:pt x="66" y="4445"/>
                  <a:pt x="59" y="4437"/>
                </a:cubicBezTo>
                <a:cubicBezTo>
                  <a:pt x="51" y="4429"/>
                  <a:pt x="45" y="4421"/>
                  <a:pt x="39" y="4411"/>
                </a:cubicBezTo>
                <a:cubicBezTo>
                  <a:pt x="32" y="4401"/>
                  <a:pt x="27" y="4390"/>
                  <a:pt x="22" y="4379"/>
                </a:cubicBezTo>
                <a:cubicBezTo>
                  <a:pt x="17" y="4367"/>
                  <a:pt x="13" y="4355"/>
                  <a:pt x="10" y="4342"/>
                </a:cubicBezTo>
                <a:cubicBezTo>
                  <a:pt x="7" y="4329"/>
                  <a:pt x="4" y="4316"/>
                  <a:pt x="2" y="4302"/>
                </a:cubicBezTo>
                <a:cubicBezTo>
                  <a:pt x="1" y="4289"/>
                  <a:pt x="0" y="4275"/>
                  <a:pt x="0" y="4261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456840" y="1056960"/>
            <a:ext cx="4734360" cy="1610280"/>
          </a:xfrm>
          <a:custGeom>
            <a:avLst/>
            <a:gdLst/>
            <a:ahLst/>
            <a:rect l="0" t="0" r="r" b="b"/>
            <a:pathLst>
              <a:path w="13151" h="4473">
                <a:moveTo>
                  <a:pt x="0" y="0"/>
                </a:moveTo>
                <a:lnTo>
                  <a:pt x="13151" y="0"/>
                </a:lnTo>
                <a:lnTo>
                  <a:pt x="13151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685440" y="192384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8a5a12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439920" y="38664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681840" y="122076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681840" y="1479600"/>
            <a:ext cx="4801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En de techniek wisselt mogelijk zo snel dat 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2126880" y="210888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1"/>
                  <a:pt x="1140" y="4"/>
                </a:cubicBezTo>
                <a:cubicBezTo>
                  <a:pt x="1146" y="7"/>
                  <a:pt x="1152" y="10"/>
                  <a:pt x="1157" y="15"/>
                </a:cubicBezTo>
                <a:cubicBezTo>
                  <a:pt x="1162" y="20"/>
                  <a:pt x="1166" y="26"/>
                  <a:pt x="1168" y="33"/>
                </a:cubicBezTo>
                <a:cubicBezTo>
                  <a:pt x="1171" y="39"/>
                  <a:pt x="1172" y="46"/>
                  <a:pt x="1172" y="53"/>
                </a:cubicBezTo>
                <a:lnTo>
                  <a:pt x="1172" y="445"/>
                </a:lnTo>
                <a:cubicBezTo>
                  <a:pt x="1172" y="452"/>
                  <a:pt x="1171" y="458"/>
                  <a:pt x="1168" y="465"/>
                </a:cubicBezTo>
                <a:cubicBezTo>
                  <a:pt x="1166" y="471"/>
                  <a:pt x="1162" y="477"/>
                  <a:pt x="1157" y="482"/>
                </a:cubicBezTo>
                <a:cubicBezTo>
                  <a:pt x="1152" y="487"/>
                  <a:pt x="1146" y="491"/>
                  <a:pt x="1140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6"/>
                  <a:pt x="33" y="494"/>
                </a:cubicBezTo>
                <a:cubicBezTo>
                  <a:pt x="26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1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2126880" y="210888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1"/>
                  <a:pt x="1140" y="4"/>
                </a:cubicBezTo>
                <a:cubicBezTo>
                  <a:pt x="1146" y="7"/>
                  <a:pt x="1152" y="10"/>
                  <a:pt x="1157" y="15"/>
                </a:cubicBezTo>
                <a:cubicBezTo>
                  <a:pt x="1162" y="20"/>
                  <a:pt x="1166" y="26"/>
                  <a:pt x="1168" y="33"/>
                </a:cubicBezTo>
                <a:cubicBezTo>
                  <a:pt x="1171" y="39"/>
                  <a:pt x="1172" y="46"/>
                  <a:pt x="1172" y="53"/>
                </a:cubicBezTo>
                <a:lnTo>
                  <a:pt x="1172" y="445"/>
                </a:lnTo>
                <a:cubicBezTo>
                  <a:pt x="1172" y="452"/>
                  <a:pt x="1171" y="458"/>
                  <a:pt x="1168" y="465"/>
                </a:cubicBezTo>
                <a:cubicBezTo>
                  <a:pt x="1166" y="471"/>
                  <a:pt x="1162" y="477"/>
                  <a:pt x="1157" y="482"/>
                </a:cubicBezTo>
                <a:cubicBezTo>
                  <a:pt x="1152" y="487"/>
                  <a:pt x="1146" y="491"/>
                  <a:pt x="1140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6"/>
                  <a:pt x="33" y="494"/>
                </a:cubicBezTo>
                <a:cubicBezTo>
                  <a:pt x="26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1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3161880" y="210888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1"/>
                  <a:pt x="1139" y="4"/>
                </a:cubicBezTo>
                <a:cubicBezTo>
                  <a:pt x="1146" y="7"/>
                  <a:pt x="1151" y="10"/>
                  <a:pt x="1156" y="15"/>
                </a:cubicBezTo>
                <a:cubicBezTo>
                  <a:pt x="1161" y="20"/>
                  <a:pt x="1165" y="26"/>
                  <a:pt x="1168" y="33"/>
                </a:cubicBezTo>
                <a:cubicBezTo>
                  <a:pt x="1172" y="39"/>
                  <a:pt x="1173" y="46"/>
                  <a:pt x="1173" y="53"/>
                </a:cubicBezTo>
                <a:lnTo>
                  <a:pt x="1173" y="445"/>
                </a:lnTo>
                <a:cubicBezTo>
                  <a:pt x="1173" y="452"/>
                  <a:pt x="1172" y="458"/>
                  <a:pt x="1168" y="465"/>
                </a:cubicBezTo>
                <a:cubicBezTo>
                  <a:pt x="1165" y="471"/>
                  <a:pt x="1161" y="477"/>
                  <a:pt x="1156" y="482"/>
                </a:cubicBezTo>
                <a:cubicBezTo>
                  <a:pt x="1151" y="487"/>
                  <a:pt x="1146" y="491"/>
                  <a:pt x="1139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6"/>
                  <a:pt x="33" y="494"/>
                </a:cubicBezTo>
                <a:cubicBezTo>
                  <a:pt x="27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2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7" y="0"/>
                  <a:pt x="54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3161880" y="210888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1"/>
                  <a:pt x="1139" y="4"/>
                </a:cubicBezTo>
                <a:cubicBezTo>
                  <a:pt x="1146" y="7"/>
                  <a:pt x="1151" y="10"/>
                  <a:pt x="1156" y="15"/>
                </a:cubicBezTo>
                <a:cubicBezTo>
                  <a:pt x="1161" y="20"/>
                  <a:pt x="1165" y="26"/>
                  <a:pt x="1168" y="33"/>
                </a:cubicBezTo>
                <a:cubicBezTo>
                  <a:pt x="1172" y="39"/>
                  <a:pt x="1173" y="46"/>
                  <a:pt x="1173" y="53"/>
                </a:cubicBezTo>
                <a:lnTo>
                  <a:pt x="1173" y="445"/>
                </a:lnTo>
                <a:cubicBezTo>
                  <a:pt x="1173" y="452"/>
                  <a:pt x="1172" y="458"/>
                  <a:pt x="1168" y="465"/>
                </a:cubicBezTo>
                <a:cubicBezTo>
                  <a:pt x="1165" y="471"/>
                  <a:pt x="1161" y="477"/>
                  <a:pt x="1156" y="482"/>
                </a:cubicBezTo>
                <a:cubicBezTo>
                  <a:pt x="1151" y="487"/>
                  <a:pt x="1146" y="491"/>
                  <a:pt x="1139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6"/>
                  <a:pt x="33" y="494"/>
                </a:cubicBezTo>
                <a:cubicBezTo>
                  <a:pt x="27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2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7" y="0"/>
                  <a:pt x="54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2542320" y="2150280"/>
            <a:ext cx="631080" cy="96120"/>
          </a:xfrm>
          <a:custGeom>
            <a:avLst/>
            <a:gdLst/>
            <a:ahLst/>
            <a:rect l="0" t="0" r="r" b="b"/>
            <a:pathLst>
              <a:path w="1753" h="267">
                <a:moveTo>
                  <a:pt x="0" y="114"/>
                </a:moveTo>
                <a:cubicBezTo>
                  <a:pt x="26" y="92"/>
                  <a:pt x="52" y="73"/>
                  <a:pt x="78" y="57"/>
                </a:cubicBezTo>
                <a:lnTo>
                  <a:pt x="106" y="103"/>
                </a:lnTo>
                <a:cubicBezTo>
                  <a:pt x="82" y="117"/>
                  <a:pt x="58" y="134"/>
                  <a:pt x="35" y="155"/>
                </a:cubicBezTo>
                <a:lnTo>
                  <a:pt x="0" y="114"/>
                </a:lnTo>
                <a:moveTo>
                  <a:pt x="144" y="25"/>
                </a:moveTo>
                <a:cubicBezTo>
                  <a:pt x="175" y="12"/>
                  <a:pt x="206" y="4"/>
                  <a:pt x="238" y="1"/>
                </a:cubicBezTo>
                <a:lnTo>
                  <a:pt x="243" y="55"/>
                </a:lnTo>
                <a:cubicBezTo>
                  <a:pt x="216" y="58"/>
                  <a:pt x="190" y="64"/>
                  <a:pt x="163" y="74"/>
                </a:cubicBezTo>
                <a:lnTo>
                  <a:pt x="144" y="25"/>
                </a:lnTo>
                <a:moveTo>
                  <a:pt x="314" y="4"/>
                </a:moveTo>
                <a:cubicBezTo>
                  <a:pt x="345" y="8"/>
                  <a:pt x="376" y="19"/>
                  <a:pt x="406" y="33"/>
                </a:cubicBezTo>
                <a:lnTo>
                  <a:pt x="385" y="81"/>
                </a:lnTo>
                <a:cubicBezTo>
                  <a:pt x="358" y="69"/>
                  <a:pt x="332" y="61"/>
                  <a:pt x="306" y="57"/>
                </a:cubicBezTo>
                <a:lnTo>
                  <a:pt x="314" y="4"/>
                </a:lnTo>
                <a:moveTo>
                  <a:pt x="470" y="67"/>
                </a:moveTo>
                <a:cubicBezTo>
                  <a:pt x="491" y="81"/>
                  <a:pt x="511" y="96"/>
                  <a:pt x="532" y="114"/>
                </a:cubicBezTo>
                <a:cubicBezTo>
                  <a:pt x="537" y="118"/>
                  <a:pt x="542" y="122"/>
                  <a:pt x="547" y="126"/>
                </a:cubicBezTo>
                <a:lnTo>
                  <a:pt x="513" y="168"/>
                </a:lnTo>
                <a:cubicBezTo>
                  <a:pt x="508" y="164"/>
                  <a:pt x="502" y="159"/>
                  <a:pt x="497" y="155"/>
                </a:cubicBezTo>
                <a:cubicBezTo>
                  <a:pt x="478" y="138"/>
                  <a:pt x="459" y="124"/>
                  <a:pt x="441" y="112"/>
                </a:cubicBezTo>
                <a:lnTo>
                  <a:pt x="470" y="67"/>
                </a:lnTo>
                <a:moveTo>
                  <a:pt x="603" y="166"/>
                </a:moveTo>
                <a:cubicBezTo>
                  <a:pt x="628" y="181"/>
                  <a:pt x="652" y="192"/>
                  <a:pt x="677" y="200"/>
                </a:cubicBezTo>
                <a:lnTo>
                  <a:pt x="660" y="251"/>
                </a:lnTo>
                <a:cubicBezTo>
                  <a:pt x="632" y="242"/>
                  <a:pt x="604" y="229"/>
                  <a:pt x="576" y="212"/>
                </a:cubicBezTo>
                <a:lnTo>
                  <a:pt x="603" y="166"/>
                </a:lnTo>
                <a:moveTo>
                  <a:pt x="740" y="213"/>
                </a:moveTo>
                <a:cubicBezTo>
                  <a:pt x="766" y="215"/>
                  <a:pt x="793" y="214"/>
                  <a:pt x="819" y="208"/>
                </a:cubicBezTo>
                <a:lnTo>
                  <a:pt x="831" y="260"/>
                </a:lnTo>
                <a:cubicBezTo>
                  <a:pt x="799" y="267"/>
                  <a:pt x="767" y="269"/>
                  <a:pt x="736" y="266"/>
                </a:cubicBezTo>
                <a:lnTo>
                  <a:pt x="740" y="213"/>
                </a:lnTo>
                <a:moveTo>
                  <a:pt x="883" y="187"/>
                </a:moveTo>
                <a:cubicBezTo>
                  <a:pt x="907" y="177"/>
                  <a:pt x="930" y="163"/>
                  <a:pt x="953" y="147"/>
                </a:cubicBezTo>
                <a:lnTo>
                  <a:pt x="984" y="190"/>
                </a:lnTo>
                <a:cubicBezTo>
                  <a:pt x="958" y="209"/>
                  <a:pt x="931" y="224"/>
                  <a:pt x="905" y="236"/>
                </a:cubicBezTo>
                <a:lnTo>
                  <a:pt x="883" y="187"/>
                </a:lnTo>
                <a:moveTo>
                  <a:pt x="1012" y="100"/>
                </a:moveTo>
                <a:cubicBezTo>
                  <a:pt x="1038" y="79"/>
                  <a:pt x="1064" y="62"/>
                  <a:pt x="1090" y="47"/>
                </a:cubicBezTo>
                <a:lnTo>
                  <a:pt x="1116" y="94"/>
                </a:lnTo>
                <a:cubicBezTo>
                  <a:pt x="1092" y="107"/>
                  <a:pt x="1069" y="123"/>
                  <a:pt x="1045" y="142"/>
                </a:cubicBezTo>
                <a:lnTo>
                  <a:pt x="1012" y="100"/>
                </a:lnTo>
                <a:moveTo>
                  <a:pt x="1159" y="18"/>
                </a:moveTo>
                <a:cubicBezTo>
                  <a:pt x="1190" y="7"/>
                  <a:pt x="1222" y="1"/>
                  <a:pt x="1253" y="0"/>
                </a:cubicBezTo>
                <a:lnTo>
                  <a:pt x="1255" y="55"/>
                </a:lnTo>
                <a:cubicBezTo>
                  <a:pt x="1228" y="55"/>
                  <a:pt x="1202" y="60"/>
                  <a:pt x="1175" y="68"/>
                </a:cubicBezTo>
                <a:lnTo>
                  <a:pt x="1159" y="18"/>
                </a:lnTo>
                <a:moveTo>
                  <a:pt x="1329" y="8"/>
                </a:moveTo>
                <a:cubicBezTo>
                  <a:pt x="1359" y="15"/>
                  <a:pt x="1389" y="26"/>
                  <a:pt x="1419" y="41"/>
                </a:cubicBezTo>
                <a:lnTo>
                  <a:pt x="1395" y="88"/>
                </a:lnTo>
                <a:cubicBezTo>
                  <a:pt x="1369" y="75"/>
                  <a:pt x="1343" y="66"/>
                  <a:pt x="1318" y="61"/>
                </a:cubicBezTo>
                <a:lnTo>
                  <a:pt x="1329" y="8"/>
                </a:lnTo>
                <a:moveTo>
                  <a:pt x="1482" y="79"/>
                </a:moveTo>
                <a:cubicBezTo>
                  <a:pt x="1497" y="90"/>
                  <a:pt x="1512" y="101"/>
                  <a:pt x="1527" y="114"/>
                </a:cubicBezTo>
                <a:cubicBezTo>
                  <a:pt x="1538" y="124"/>
                  <a:pt x="1549" y="133"/>
                  <a:pt x="1560" y="141"/>
                </a:cubicBezTo>
                <a:lnTo>
                  <a:pt x="1526" y="183"/>
                </a:lnTo>
                <a:cubicBezTo>
                  <a:pt x="1515" y="174"/>
                  <a:pt x="1504" y="165"/>
                  <a:pt x="1492" y="155"/>
                </a:cubicBezTo>
                <a:cubicBezTo>
                  <a:pt x="1478" y="143"/>
                  <a:pt x="1465" y="132"/>
                  <a:pt x="1451" y="122"/>
                </a:cubicBezTo>
                <a:lnTo>
                  <a:pt x="1482" y="79"/>
                </a:lnTo>
                <a:moveTo>
                  <a:pt x="1614" y="181"/>
                </a:moveTo>
                <a:cubicBezTo>
                  <a:pt x="1643" y="201"/>
                  <a:pt x="1666" y="212"/>
                  <a:pt x="1682" y="214"/>
                </a:cubicBezTo>
                <a:lnTo>
                  <a:pt x="1675" y="267"/>
                </a:lnTo>
                <a:cubicBezTo>
                  <a:pt x="1650" y="263"/>
                  <a:pt x="1620" y="250"/>
                  <a:pt x="1584" y="226"/>
                </a:cubicBezTo>
                <a:lnTo>
                  <a:pt x="1614" y="181"/>
                </a:lnTo>
                <a:moveTo>
                  <a:pt x="1699" y="199"/>
                </a:moveTo>
                <a:cubicBezTo>
                  <a:pt x="1701" y="185"/>
                  <a:pt x="1700" y="165"/>
                  <a:pt x="1696" y="139"/>
                </a:cubicBezTo>
                <a:lnTo>
                  <a:pt x="1749" y="130"/>
                </a:lnTo>
                <a:cubicBezTo>
                  <a:pt x="1754" y="162"/>
                  <a:pt x="1755" y="188"/>
                  <a:pt x="1751" y="208"/>
                </a:cubicBezTo>
                <a:lnTo>
                  <a:pt x="1699" y="199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2791440" y="199368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8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4"/>
                  <a:pt x="347" y="235"/>
                  <a:pt x="342" y="246"/>
                </a:cubicBezTo>
                <a:cubicBezTo>
                  <a:pt x="338" y="257"/>
                  <a:pt x="332" y="267"/>
                  <a:pt x="326" y="276"/>
                </a:cubicBezTo>
                <a:cubicBezTo>
                  <a:pt x="320" y="286"/>
                  <a:pt x="312" y="295"/>
                  <a:pt x="304" y="303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3"/>
                  <a:pt x="257" y="338"/>
                  <a:pt x="246" y="343"/>
                </a:cubicBezTo>
                <a:cubicBezTo>
                  <a:pt x="236" y="347"/>
                  <a:pt x="223" y="351"/>
                  <a:pt x="212" y="353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3"/>
                </a:cubicBezTo>
                <a:cubicBezTo>
                  <a:pt x="131" y="351"/>
                  <a:pt x="120" y="347"/>
                  <a:pt x="109" y="343"/>
                </a:cubicBezTo>
                <a:cubicBezTo>
                  <a:pt x="99" y="338"/>
                  <a:pt x="88" y="333"/>
                  <a:pt x="79" y="326"/>
                </a:cubicBezTo>
                <a:cubicBezTo>
                  <a:pt x="69" y="319"/>
                  <a:pt x="60" y="312"/>
                  <a:pt x="52" y="303"/>
                </a:cubicBezTo>
                <a:cubicBezTo>
                  <a:pt x="44" y="295"/>
                  <a:pt x="36" y="286"/>
                  <a:pt x="30" y="276"/>
                </a:cubicBezTo>
                <a:cubicBezTo>
                  <a:pt x="23" y="267"/>
                  <a:pt x="18" y="257"/>
                  <a:pt x="13" y="246"/>
                </a:cubicBezTo>
                <a:cubicBezTo>
                  <a:pt x="9" y="235"/>
                  <a:pt x="6" y="224"/>
                  <a:pt x="3" y="212"/>
                </a:cubicBezTo>
                <a:cubicBezTo>
                  <a:pt x="1" y="201"/>
                  <a:pt x="0" y="189"/>
                  <a:pt x="0" y="178"/>
                </a:cubicBezTo>
                <a:cubicBezTo>
                  <a:pt x="0" y="166"/>
                  <a:pt x="1" y="155"/>
                  <a:pt x="3" y="143"/>
                </a:cubicBezTo>
                <a:cubicBezTo>
                  <a:pt x="6" y="132"/>
                  <a:pt x="9" y="121"/>
                  <a:pt x="13" y="110"/>
                </a:cubicBezTo>
                <a:cubicBezTo>
                  <a:pt x="18" y="99"/>
                  <a:pt x="23" y="89"/>
                  <a:pt x="30" y="79"/>
                </a:cubicBezTo>
                <a:cubicBezTo>
                  <a:pt x="36" y="70"/>
                  <a:pt x="44" y="61"/>
                  <a:pt x="52" y="52"/>
                </a:cubicBezTo>
                <a:cubicBezTo>
                  <a:pt x="60" y="44"/>
                  <a:pt x="69" y="37"/>
                  <a:pt x="79" y="30"/>
                </a:cubicBezTo>
                <a:cubicBezTo>
                  <a:pt x="88" y="24"/>
                  <a:pt x="99" y="18"/>
                  <a:pt x="109" y="14"/>
                </a:cubicBezTo>
                <a:cubicBezTo>
                  <a:pt x="120" y="9"/>
                  <a:pt x="131" y="6"/>
                  <a:pt x="143" y="4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4"/>
                </a:cubicBezTo>
                <a:cubicBezTo>
                  <a:pt x="223" y="6"/>
                  <a:pt x="236" y="9"/>
                  <a:pt x="246" y="14"/>
                </a:cubicBezTo>
                <a:cubicBezTo>
                  <a:pt x="257" y="18"/>
                  <a:pt x="267" y="24"/>
                  <a:pt x="277" y="30"/>
                </a:cubicBezTo>
                <a:cubicBezTo>
                  <a:pt x="287" y="37"/>
                  <a:pt x="296" y="44"/>
                  <a:pt x="304" y="52"/>
                </a:cubicBezTo>
                <a:cubicBezTo>
                  <a:pt x="312" y="61"/>
                  <a:pt x="320" y="70"/>
                  <a:pt x="326" y="79"/>
                </a:cubicBezTo>
                <a:cubicBezTo>
                  <a:pt x="332" y="89"/>
                  <a:pt x="338" y="99"/>
                  <a:pt x="342" y="110"/>
                </a:cubicBezTo>
                <a:cubicBezTo>
                  <a:pt x="347" y="121"/>
                  <a:pt x="350" y="132"/>
                  <a:pt x="353" y="143"/>
                </a:cubicBezTo>
                <a:cubicBezTo>
                  <a:pt x="355" y="155"/>
                  <a:pt x="356" y="166"/>
                  <a:pt x="356" y="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2791440" y="199368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8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4"/>
                  <a:pt x="347" y="235"/>
                  <a:pt x="342" y="246"/>
                </a:cubicBezTo>
                <a:cubicBezTo>
                  <a:pt x="338" y="257"/>
                  <a:pt x="332" y="267"/>
                  <a:pt x="326" y="276"/>
                </a:cubicBezTo>
                <a:cubicBezTo>
                  <a:pt x="320" y="286"/>
                  <a:pt x="312" y="295"/>
                  <a:pt x="304" y="303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3"/>
                  <a:pt x="257" y="338"/>
                  <a:pt x="246" y="343"/>
                </a:cubicBezTo>
                <a:cubicBezTo>
                  <a:pt x="236" y="347"/>
                  <a:pt x="223" y="351"/>
                  <a:pt x="212" y="353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3"/>
                </a:cubicBezTo>
                <a:cubicBezTo>
                  <a:pt x="131" y="351"/>
                  <a:pt x="120" y="347"/>
                  <a:pt x="109" y="343"/>
                </a:cubicBezTo>
                <a:cubicBezTo>
                  <a:pt x="99" y="338"/>
                  <a:pt x="88" y="333"/>
                  <a:pt x="79" y="326"/>
                </a:cubicBezTo>
                <a:cubicBezTo>
                  <a:pt x="69" y="319"/>
                  <a:pt x="60" y="312"/>
                  <a:pt x="52" y="303"/>
                </a:cubicBezTo>
                <a:cubicBezTo>
                  <a:pt x="44" y="295"/>
                  <a:pt x="36" y="286"/>
                  <a:pt x="30" y="276"/>
                </a:cubicBezTo>
                <a:cubicBezTo>
                  <a:pt x="23" y="267"/>
                  <a:pt x="18" y="257"/>
                  <a:pt x="13" y="246"/>
                </a:cubicBezTo>
                <a:cubicBezTo>
                  <a:pt x="9" y="235"/>
                  <a:pt x="6" y="224"/>
                  <a:pt x="3" y="212"/>
                </a:cubicBezTo>
                <a:cubicBezTo>
                  <a:pt x="1" y="201"/>
                  <a:pt x="0" y="189"/>
                  <a:pt x="0" y="178"/>
                </a:cubicBezTo>
                <a:cubicBezTo>
                  <a:pt x="0" y="166"/>
                  <a:pt x="1" y="155"/>
                  <a:pt x="3" y="143"/>
                </a:cubicBezTo>
                <a:cubicBezTo>
                  <a:pt x="6" y="132"/>
                  <a:pt x="9" y="121"/>
                  <a:pt x="13" y="110"/>
                </a:cubicBezTo>
                <a:cubicBezTo>
                  <a:pt x="18" y="99"/>
                  <a:pt x="23" y="89"/>
                  <a:pt x="30" y="79"/>
                </a:cubicBezTo>
                <a:cubicBezTo>
                  <a:pt x="36" y="70"/>
                  <a:pt x="44" y="61"/>
                  <a:pt x="52" y="52"/>
                </a:cubicBezTo>
                <a:cubicBezTo>
                  <a:pt x="60" y="44"/>
                  <a:pt x="69" y="37"/>
                  <a:pt x="79" y="30"/>
                </a:cubicBezTo>
                <a:cubicBezTo>
                  <a:pt x="88" y="24"/>
                  <a:pt x="99" y="18"/>
                  <a:pt x="109" y="14"/>
                </a:cubicBezTo>
                <a:cubicBezTo>
                  <a:pt x="120" y="9"/>
                  <a:pt x="131" y="6"/>
                  <a:pt x="143" y="4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4"/>
                </a:cubicBezTo>
                <a:cubicBezTo>
                  <a:pt x="223" y="6"/>
                  <a:pt x="236" y="9"/>
                  <a:pt x="246" y="14"/>
                </a:cubicBezTo>
                <a:cubicBezTo>
                  <a:pt x="257" y="18"/>
                  <a:pt x="267" y="24"/>
                  <a:pt x="277" y="30"/>
                </a:cubicBezTo>
                <a:cubicBezTo>
                  <a:pt x="287" y="37"/>
                  <a:pt x="296" y="44"/>
                  <a:pt x="304" y="52"/>
                </a:cubicBezTo>
                <a:cubicBezTo>
                  <a:pt x="312" y="61"/>
                  <a:pt x="320" y="70"/>
                  <a:pt x="326" y="79"/>
                </a:cubicBezTo>
                <a:cubicBezTo>
                  <a:pt x="332" y="89"/>
                  <a:pt x="338" y="99"/>
                  <a:pt x="342" y="110"/>
                </a:cubicBezTo>
                <a:cubicBezTo>
                  <a:pt x="347" y="121"/>
                  <a:pt x="350" y="132"/>
                  <a:pt x="353" y="143"/>
                </a:cubicBezTo>
                <a:cubicBezTo>
                  <a:pt x="355" y="155"/>
                  <a:pt x="356" y="166"/>
                  <a:pt x="356" y="178"/>
                </a:cubicBezTo>
                <a:close/>
              </a:path>
            </a:pathLst>
          </a:custGeom>
          <a:noFill/>
          <a:ln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2855160" y="2013120"/>
            <a:ext cx="32400" cy="64080"/>
          </a:xfrm>
          <a:custGeom>
            <a:avLst/>
            <a:gdLst/>
            <a:ahLst/>
            <a:rect l="0" t="0" r="r" b="b"/>
            <a:pathLst>
              <a:path fill="none" w="90" h="178">
                <a:moveTo>
                  <a:pt x="0" y="0"/>
                </a:moveTo>
                <a:lnTo>
                  <a:pt x="0" y="124"/>
                </a:lnTo>
                <a:lnTo>
                  <a:pt x="90" y="178"/>
                </a:lnTo>
              </a:path>
            </a:pathLst>
          </a:custGeom>
          <a:ln cap="rnd"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681840" y="1679760"/>
            <a:ext cx="2521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tijd is om ertussen te bouwen.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5343480" y="1056960"/>
            <a:ext cx="3200760" cy="1610280"/>
          </a:xfrm>
          <a:custGeom>
            <a:avLst/>
            <a:gdLst/>
            <a:ahLst/>
            <a:rect l="0" t="0" r="r" b="b"/>
            <a:pathLst>
              <a:path w="8891" h="4473">
                <a:moveTo>
                  <a:pt x="0" y="4261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4261"/>
                </a:lnTo>
                <a:cubicBezTo>
                  <a:pt x="8891" y="4275"/>
                  <a:pt x="8889" y="4289"/>
                  <a:pt x="8887" y="4302"/>
                </a:cubicBezTo>
                <a:cubicBezTo>
                  <a:pt x="8884" y="4316"/>
                  <a:pt x="8880" y="4329"/>
                  <a:pt x="8875" y="4342"/>
                </a:cubicBezTo>
                <a:cubicBezTo>
                  <a:pt x="8869" y="4355"/>
                  <a:pt x="8863" y="4367"/>
                  <a:pt x="8855" y="4379"/>
                </a:cubicBezTo>
                <a:cubicBezTo>
                  <a:pt x="8847" y="4390"/>
                  <a:pt x="8838" y="4401"/>
                  <a:pt x="8829" y="4411"/>
                </a:cubicBezTo>
                <a:cubicBezTo>
                  <a:pt x="8819" y="4421"/>
                  <a:pt x="8808" y="4429"/>
                  <a:pt x="8797" y="4437"/>
                </a:cubicBezTo>
                <a:cubicBezTo>
                  <a:pt x="8785" y="4445"/>
                  <a:pt x="8773" y="4451"/>
                  <a:pt x="8760" y="4457"/>
                </a:cubicBezTo>
                <a:cubicBezTo>
                  <a:pt x="8747" y="4462"/>
                  <a:pt x="8734" y="4466"/>
                  <a:pt x="8720" y="4469"/>
                </a:cubicBezTo>
                <a:cubicBezTo>
                  <a:pt x="8707" y="4471"/>
                  <a:pt x="8693" y="4473"/>
                  <a:pt x="8679" y="4473"/>
                </a:cubicBezTo>
                <a:lnTo>
                  <a:pt x="132" y="4473"/>
                </a:lnTo>
                <a:cubicBezTo>
                  <a:pt x="123" y="4473"/>
                  <a:pt x="115" y="4471"/>
                  <a:pt x="106" y="4469"/>
                </a:cubicBezTo>
                <a:cubicBezTo>
                  <a:pt x="98" y="4466"/>
                  <a:pt x="89" y="4462"/>
                  <a:pt x="81" y="4457"/>
                </a:cubicBezTo>
                <a:cubicBezTo>
                  <a:pt x="73" y="4451"/>
                  <a:pt x="66" y="4445"/>
                  <a:pt x="58" y="4437"/>
                </a:cubicBezTo>
                <a:cubicBezTo>
                  <a:pt x="51" y="4429"/>
                  <a:pt x="45" y="4421"/>
                  <a:pt x="38" y="4411"/>
                </a:cubicBezTo>
                <a:cubicBezTo>
                  <a:pt x="32" y="4401"/>
                  <a:pt x="27" y="4390"/>
                  <a:pt x="22" y="4379"/>
                </a:cubicBezTo>
                <a:cubicBezTo>
                  <a:pt x="17" y="4367"/>
                  <a:pt x="13" y="4355"/>
                  <a:pt x="10" y="4342"/>
                </a:cubicBezTo>
                <a:cubicBezTo>
                  <a:pt x="6" y="4329"/>
                  <a:pt x="4" y="4316"/>
                  <a:pt x="2" y="4302"/>
                </a:cubicBezTo>
                <a:cubicBezTo>
                  <a:pt x="0" y="4289"/>
                  <a:pt x="0" y="4275"/>
                  <a:pt x="0" y="4261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5314680" y="1056960"/>
            <a:ext cx="3229560" cy="1610280"/>
          </a:xfrm>
          <a:custGeom>
            <a:avLst/>
            <a:gdLst/>
            <a:ahLst/>
            <a:rect l="0" t="0" r="r" b="b"/>
            <a:pathLst>
              <a:path w="8971" h="4473">
                <a:moveTo>
                  <a:pt x="0" y="0"/>
                </a:moveTo>
                <a:lnTo>
                  <a:pt x="8971" y="0"/>
                </a:lnTo>
                <a:lnTo>
                  <a:pt x="8971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1246680" y="2403360"/>
            <a:ext cx="371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Zolang de afspraak er niet is, knoopt de praktijk het zelf aan elkaar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5535360" y="12085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5535360" y="142812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5535360" y="1647360"/>
            <a:ext cx="258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60 issues in Public, van acht auteurs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485640" y="2781000"/>
            <a:ext cx="4705560" cy="2086560"/>
          </a:xfrm>
          <a:custGeom>
            <a:avLst/>
            <a:gdLst/>
            <a:ahLst/>
            <a:rect l="0" t="0" r="r" b="b"/>
            <a:pathLst>
              <a:path w="13071" h="5796">
                <a:moveTo>
                  <a:pt x="0" y="5584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5584"/>
                </a:lnTo>
                <a:cubicBezTo>
                  <a:pt x="13071" y="5598"/>
                  <a:pt x="13070" y="5612"/>
                  <a:pt x="13067" y="5625"/>
                </a:cubicBezTo>
                <a:cubicBezTo>
                  <a:pt x="13065" y="5639"/>
                  <a:pt x="13060" y="5652"/>
                  <a:pt x="13055" y="5665"/>
                </a:cubicBezTo>
                <a:cubicBezTo>
                  <a:pt x="13050" y="5678"/>
                  <a:pt x="13043" y="5690"/>
                  <a:pt x="13036" y="5702"/>
                </a:cubicBezTo>
                <a:cubicBezTo>
                  <a:pt x="13028" y="5713"/>
                  <a:pt x="13019" y="5724"/>
                  <a:pt x="13009" y="5734"/>
                </a:cubicBezTo>
                <a:cubicBezTo>
                  <a:pt x="12999" y="5744"/>
                  <a:pt x="12989" y="5752"/>
                  <a:pt x="12977" y="5760"/>
                </a:cubicBezTo>
                <a:cubicBezTo>
                  <a:pt x="12966" y="5768"/>
                  <a:pt x="12953" y="5774"/>
                  <a:pt x="12941" y="5780"/>
                </a:cubicBezTo>
                <a:cubicBezTo>
                  <a:pt x="12928" y="5785"/>
                  <a:pt x="12915" y="5789"/>
                  <a:pt x="12901" y="5792"/>
                </a:cubicBezTo>
                <a:cubicBezTo>
                  <a:pt x="12887" y="5794"/>
                  <a:pt x="12874" y="5796"/>
                  <a:pt x="12860" y="5796"/>
                </a:cubicBezTo>
                <a:lnTo>
                  <a:pt x="132" y="5796"/>
                </a:lnTo>
                <a:cubicBezTo>
                  <a:pt x="123" y="5796"/>
                  <a:pt x="115" y="5794"/>
                  <a:pt x="106" y="5792"/>
                </a:cubicBezTo>
                <a:cubicBezTo>
                  <a:pt x="98" y="5789"/>
                  <a:pt x="90" y="5785"/>
                  <a:pt x="82" y="5780"/>
                </a:cubicBezTo>
                <a:cubicBezTo>
                  <a:pt x="74" y="5774"/>
                  <a:pt x="66" y="5768"/>
                  <a:pt x="59" y="5760"/>
                </a:cubicBezTo>
                <a:cubicBezTo>
                  <a:pt x="51" y="5752"/>
                  <a:pt x="45" y="5744"/>
                  <a:pt x="39" y="5734"/>
                </a:cubicBezTo>
                <a:cubicBezTo>
                  <a:pt x="32" y="5724"/>
                  <a:pt x="27" y="5713"/>
                  <a:pt x="22" y="5702"/>
                </a:cubicBezTo>
                <a:cubicBezTo>
                  <a:pt x="17" y="5690"/>
                  <a:pt x="13" y="5678"/>
                  <a:pt x="10" y="5665"/>
                </a:cubicBezTo>
                <a:cubicBezTo>
                  <a:pt x="7" y="5652"/>
                  <a:pt x="4" y="5639"/>
                  <a:pt x="2" y="5625"/>
                </a:cubicBezTo>
                <a:cubicBezTo>
                  <a:pt x="1" y="5612"/>
                  <a:pt x="0" y="5598"/>
                  <a:pt x="0" y="5584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456840" y="2781000"/>
            <a:ext cx="4734360" cy="2086560"/>
          </a:xfrm>
          <a:custGeom>
            <a:avLst/>
            <a:gdLst/>
            <a:ahLst/>
            <a:rect l="0" t="0" r="r" b="b"/>
            <a:pathLst>
              <a:path w="13151" h="5796">
                <a:moveTo>
                  <a:pt x="0" y="0"/>
                </a:moveTo>
                <a:lnTo>
                  <a:pt x="13151" y="0"/>
                </a:lnTo>
                <a:lnTo>
                  <a:pt x="13151" y="5796"/>
                </a:lnTo>
                <a:lnTo>
                  <a:pt x="0" y="5796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685440" y="413352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c039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5535360" y="1866240"/>
            <a:ext cx="20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leverancier haakt aan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681840" y="293508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 txBox="1"/>
          <p:nvPr/>
        </p:nvSpPr>
        <p:spPr>
          <a:xfrm>
            <a:off x="681840" y="319428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uitgangspunt is OEAPI, tenzij. Het risico is niet die keuze,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681840" y="3394080"/>
            <a:ext cx="3425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de eis erachter nergens los is opgeschreven.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 txBox="1"/>
          <p:nvPr/>
        </p:nvSpPr>
        <p:spPr>
          <a:xfrm>
            <a:off x="681840" y="3679920"/>
            <a:ext cx="5269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leg je de maat vast in een spoortype, in plaats van in de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/>
          <p:nvPr/>
        </p:nvSpPr>
        <p:spPr>
          <a:xfrm>
            <a:off x="2252520" y="425160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2"/>
                  <a:pt x="322" y="182"/>
                  <a:pt x="320" y="193"/>
                </a:cubicBezTo>
                <a:cubicBezTo>
                  <a:pt x="318" y="203"/>
                  <a:pt x="315" y="213"/>
                  <a:pt x="311" y="223"/>
                </a:cubicBezTo>
                <a:cubicBezTo>
                  <a:pt x="307" y="233"/>
                  <a:pt x="302" y="242"/>
                  <a:pt x="296" y="251"/>
                </a:cubicBezTo>
                <a:cubicBezTo>
                  <a:pt x="290" y="260"/>
                  <a:pt x="284" y="269"/>
                  <a:pt x="276" y="276"/>
                </a:cubicBezTo>
                <a:cubicBezTo>
                  <a:pt x="269" y="284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4"/>
                  <a:pt x="48" y="276"/>
                </a:cubicBezTo>
                <a:cubicBezTo>
                  <a:pt x="41" y="269"/>
                  <a:pt x="34" y="260"/>
                  <a:pt x="28" y="251"/>
                </a:cubicBezTo>
                <a:cubicBezTo>
                  <a:pt x="21" y="242"/>
                  <a:pt x="16" y="233"/>
                  <a:pt x="12" y="223"/>
                </a:cubicBezTo>
                <a:cubicBezTo>
                  <a:pt x="8" y="213"/>
                  <a:pt x="5" y="203"/>
                  <a:pt x="3" y="193"/>
                </a:cubicBezTo>
                <a:cubicBezTo>
                  <a:pt x="1" y="182"/>
                  <a:pt x="0" y="172"/>
                  <a:pt x="0" y="161"/>
                </a:cubicBezTo>
                <a:cubicBezTo>
                  <a:pt x="0" y="151"/>
                  <a:pt x="1" y="140"/>
                  <a:pt x="3" y="130"/>
                </a:cubicBezTo>
                <a:cubicBezTo>
                  <a:pt x="5" y="119"/>
                  <a:pt x="8" y="109"/>
                  <a:pt x="12" y="100"/>
                </a:cubicBezTo>
                <a:cubicBezTo>
                  <a:pt x="16" y="90"/>
                  <a:pt x="21" y="80"/>
                  <a:pt x="28" y="72"/>
                </a:cubicBezTo>
                <a:cubicBezTo>
                  <a:pt x="34" y="63"/>
                  <a:pt x="41" y="55"/>
                  <a:pt x="48" y="47"/>
                </a:cubicBezTo>
                <a:cubicBezTo>
                  <a:pt x="56" y="40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40"/>
                  <a:pt x="276" y="47"/>
                </a:cubicBezTo>
                <a:cubicBezTo>
                  <a:pt x="284" y="55"/>
                  <a:pt x="290" y="63"/>
                  <a:pt x="296" y="72"/>
                </a:cubicBezTo>
                <a:cubicBezTo>
                  <a:pt x="302" y="80"/>
                  <a:pt x="307" y="90"/>
                  <a:pt x="311" y="100"/>
                </a:cubicBezTo>
                <a:cubicBezTo>
                  <a:pt x="315" y="109"/>
                  <a:pt x="318" y="119"/>
                  <a:pt x="320" y="130"/>
                </a:cubicBezTo>
                <a:cubicBezTo>
                  <a:pt x="322" y="140"/>
                  <a:pt x="323" y="151"/>
                  <a:pt x="323" y="16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/>
          <p:nvPr/>
        </p:nvSpPr>
        <p:spPr>
          <a:xfrm>
            <a:off x="2252520" y="425160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2"/>
                  <a:pt x="322" y="182"/>
                  <a:pt x="320" y="193"/>
                </a:cubicBezTo>
                <a:cubicBezTo>
                  <a:pt x="318" y="203"/>
                  <a:pt x="315" y="213"/>
                  <a:pt x="311" y="223"/>
                </a:cubicBezTo>
                <a:cubicBezTo>
                  <a:pt x="307" y="233"/>
                  <a:pt x="302" y="242"/>
                  <a:pt x="296" y="251"/>
                </a:cubicBezTo>
                <a:cubicBezTo>
                  <a:pt x="290" y="260"/>
                  <a:pt x="284" y="269"/>
                  <a:pt x="276" y="276"/>
                </a:cubicBezTo>
                <a:cubicBezTo>
                  <a:pt x="269" y="284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4"/>
                  <a:pt x="48" y="276"/>
                </a:cubicBezTo>
                <a:cubicBezTo>
                  <a:pt x="41" y="269"/>
                  <a:pt x="34" y="260"/>
                  <a:pt x="28" y="251"/>
                </a:cubicBezTo>
                <a:cubicBezTo>
                  <a:pt x="21" y="242"/>
                  <a:pt x="16" y="233"/>
                  <a:pt x="12" y="223"/>
                </a:cubicBezTo>
                <a:cubicBezTo>
                  <a:pt x="8" y="213"/>
                  <a:pt x="5" y="203"/>
                  <a:pt x="3" y="193"/>
                </a:cubicBezTo>
                <a:cubicBezTo>
                  <a:pt x="1" y="182"/>
                  <a:pt x="0" y="172"/>
                  <a:pt x="0" y="161"/>
                </a:cubicBezTo>
                <a:cubicBezTo>
                  <a:pt x="0" y="151"/>
                  <a:pt x="1" y="140"/>
                  <a:pt x="3" y="130"/>
                </a:cubicBezTo>
                <a:cubicBezTo>
                  <a:pt x="5" y="119"/>
                  <a:pt x="8" y="109"/>
                  <a:pt x="12" y="100"/>
                </a:cubicBezTo>
                <a:cubicBezTo>
                  <a:pt x="16" y="90"/>
                  <a:pt x="21" y="80"/>
                  <a:pt x="28" y="72"/>
                </a:cubicBezTo>
                <a:cubicBezTo>
                  <a:pt x="34" y="63"/>
                  <a:pt x="41" y="55"/>
                  <a:pt x="48" y="47"/>
                </a:cubicBezTo>
                <a:cubicBezTo>
                  <a:pt x="56" y="40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40"/>
                  <a:pt x="276" y="47"/>
                </a:cubicBezTo>
                <a:cubicBezTo>
                  <a:pt x="284" y="55"/>
                  <a:pt x="290" y="63"/>
                  <a:pt x="296" y="72"/>
                </a:cubicBezTo>
                <a:cubicBezTo>
                  <a:pt x="302" y="80"/>
                  <a:pt x="307" y="90"/>
                  <a:pt x="311" y="100"/>
                </a:cubicBezTo>
                <a:cubicBezTo>
                  <a:pt x="315" y="109"/>
                  <a:pt x="318" y="119"/>
                  <a:pt x="320" y="130"/>
                </a:cubicBezTo>
                <a:cubicBezTo>
                  <a:pt x="322" y="140"/>
                  <a:pt x="323" y="151"/>
                  <a:pt x="323" y="161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2214000" y="4431960"/>
            <a:ext cx="193680" cy="97200"/>
          </a:xfrm>
          <a:custGeom>
            <a:avLst/>
            <a:gdLst/>
            <a:ahLst/>
            <a:rect l="0" t="0" r="r" b="b"/>
            <a:pathLst>
              <a:path w="538" h="270">
                <a:moveTo>
                  <a:pt x="0" y="270"/>
                </a:moveTo>
                <a:cubicBezTo>
                  <a:pt x="0" y="252"/>
                  <a:pt x="1" y="235"/>
                  <a:pt x="5" y="218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4"/>
                  <a:pt x="46" y="120"/>
                </a:cubicBezTo>
                <a:cubicBezTo>
                  <a:pt x="56" y="105"/>
                  <a:pt x="67" y="91"/>
                  <a:pt x="79" y="79"/>
                </a:cubicBezTo>
                <a:cubicBezTo>
                  <a:pt x="92" y="67"/>
                  <a:pt x="105" y="55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4"/>
                  <a:pt x="199" y="9"/>
                  <a:pt x="217" y="6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6"/>
                </a:cubicBezTo>
                <a:cubicBezTo>
                  <a:pt x="339" y="9"/>
                  <a:pt x="356" y="14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5"/>
                  <a:pt x="447" y="67"/>
                  <a:pt x="459" y="79"/>
                </a:cubicBezTo>
                <a:cubicBezTo>
                  <a:pt x="471" y="91"/>
                  <a:pt x="483" y="105"/>
                  <a:pt x="492" y="120"/>
                </a:cubicBezTo>
                <a:cubicBezTo>
                  <a:pt x="502" y="134"/>
                  <a:pt x="510" y="150"/>
                  <a:pt x="517" y="167"/>
                </a:cubicBezTo>
                <a:cubicBezTo>
                  <a:pt x="524" y="183"/>
                  <a:pt x="529" y="200"/>
                  <a:pt x="533" y="218"/>
                </a:cubicBezTo>
                <a:cubicBezTo>
                  <a:pt x="536" y="235"/>
                  <a:pt x="538" y="252"/>
                  <a:pt x="538" y="270"/>
                </a:cubicBezTo>
                <a:lnTo>
                  <a:pt x="0" y="27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2214000" y="4431960"/>
            <a:ext cx="193680" cy="97200"/>
          </a:xfrm>
          <a:custGeom>
            <a:avLst/>
            <a:gdLst/>
            <a:ahLst/>
            <a:rect l="0" t="0" r="r" b="b"/>
            <a:pathLst>
              <a:path fill="none" w="538" h="270">
                <a:moveTo>
                  <a:pt x="0" y="270"/>
                </a:moveTo>
                <a:cubicBezTo>
                  <a:pt x="0" y="252"/>
                  <a:pt x="1" y="235"/>
                  <a:pt x="5" y="218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4"/>
                  <a:pt x="46" y="120"/>
                </a:cubicBezTo>
                <a:cubicBezTo>
                  <a:pt x="56" y="105"/>
                  <a:pt x="67" y="91"/>
                  <a:pt x="79" y="79"/>
                </a:cubicBezTo>
                <a:cubicBezTo>
                  <a:pt x="92" y="67"/>
                  <a:pt x="105" y="55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4"/>
                  <a:pt x="199" y="9"/>
                  <a:pt x="217" y="6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6"/>
                </a:cubicBezTo>
                <a:cubicBezTo>
                  <a:pt x="339" y="9"/>
                  <a:pt x="356" y="14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5"/>
                  <a:pt x="447" y="67"/>
                  <a:pt x="459" y="79"/>
                </a:cubicBezTo>
                <a:cubicBezTo>
                  <a:pt x="471" y="91"/>
                  <a:pt x="483" y="105"/>
                  <a:pt x="492" y="120"/>
                </a:cubicBezTo>
                <a:cubicBezTo>
                  <a:pt x="502" y="134"/>
                  <a:pt x="510" y="150"/>
                  <a:pt x="517" y="167"/>
                </a:cubicBezTo>
                <a:cubicBezTo>
                  <a:pt x="524" y="183"/>
                  <a:pt x="529" y="200"/>
                  <a:pt x="533" y="218"/>
                </a:cubicBezTo>
                <a:cubicBezTo>
                  <a:pt x="536" y="235"/>
                  <a:pt x="538" y="252"/>
                  <a:pt x="538" y="270"/>
                </a:cubicBezTo>
              </a:path>
            </a:pathLst>
          </a:custGeom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681840" y="388944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zelf.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2726280" y="422568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2"/>
                  <a:pt x="674" y="4"/>
                </a:cubicBezTo>
                <a:cubicBezTo>
                  <a:pt x="681" y="7"/>
                  <a:pt x="687" y="11"/>
                  <a:pt x="692" y="16"/>
                </a:cubicBezTo>
                <a:cubicBezTo>
                  <a:pt x="696" y="21"/>
                  <a:pt x="700" y="26"/>
                  <a:pt x="703" y="33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3"/>
                  <a:pt x="706" y="879"/>
                  <a:pt x="703" y="886"/>
                </a:cubicBezTo>
                <a:cubicBezTo>
                  <a:pt x="700" y="892"/>
                  <a:pt x="696" y="898"/>
                  <a:pt x="692" y="903"/>
                </a:cubicBezTo>
                <a:cubicBezTo>
                  <a:pt x="687" y="908"/>
                  <a:pt x="681" y="912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2"/>
                  <a:pt x="21" y="908"/>
                  <a:pt x="16" y="903"/>
                </a:cubicBezTo>
                <a:cubicBezTo>
                  <a:pt x="11" y="898"/>
                  <a:pt x="7" y="892"/>
                  <a:pt x="5" y="886"/>
                </a:cubicBezTo>
                <a:cubicBezTo>
                  <a:pt x="2" y="879"/>
                  <a:pt x="0" y="873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2726280" y="422568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2"/>
                  <a:pt x="674" y="4"/>
                </a:cubicBezTo>
                <a:cubicBezTo>
                  <a:pt x="681" y="7"/>
                  <a:pt x="687" y="11"/>
                  <a:pt x="692" y="16"/>
                </a:cubicBezTo>
                <a:cubicBezTo>
                  <a:pt x="696" y="21"/>
                  <a:pt x="700" y="26"/>
                  <a:pt x="703" y="33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3"/>
                  <a:pt x="706" y="879"/>
                  <a:pt x="703" y="886"/>
                </a:cubicBezTo>
                <a:cubicBezTo>
                  <a:pt x="700" y="892"/>
                  <a:pt x="696" y="898"/>
                  <a:pt x="692" y="903"/>
                </a:cubicBezTo>
                <a:cubicBezTo>
                  <a:pt x="687" y="908"/>
                  <a:pt x="681" y="912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2"/>
                  <a:pt x="21" y="908"/>
                  <a:pt x="16" y="903"/>
                </a:cubicBezTo>
                <a:cubicBezTo>
                  <a:pt x="11" y="898"/>
                  <a:pt x="7" y="892"/>
                  <a:pt x="5" y="886"/>
                </a:cubicBezTo>
                <a:cubicBezTo>
                  <a:pt x="2" y="879"/>
                  <a:pt x="0" y="873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/>
          <p:nvPr/>
        </p:nvSpPr>
        <p:spPr>
          <a:xfrm>
            <a:off x="2764440" y="4276440"/>
            <a:ext cx="178200" cy="25920"/>
          </a:xfrm>
          <a:custGeom>
            <a:avLst/>
            <a:gdLst/>
            <a:ahLst/>
            <a:rect l="0" t="0" r="r" b="b"/>
            <a:pathLst>
              <a:path w="495" h="72">
                <a:moveTo>
                  <a:pt x="36" y="0"/>
                </a:moveTo>
                <a:lnTo>
                  <a:pt x="460" y="0"/>
                </a:lnTo>
                <a:cubicBezTo>
                  <a:pt x="465" y="0"/>
                  <a:pt x="469" y="1"/>
                  <a:pt x="473" y="3"/>
                </a:cubicBezTo>
                <a:cubicBezTo>
                  <a:pt x="478" y="5"/>
                  <a:pt x="482" y="7"/>
                  <a:pt x="485" y="11"/>
                </a:cubicBezTo>
                <a:cubicBezTo>
                  <a:pt x="488" y="14"/>
                  <a:pt x="491" y="18"/>
                  <a:pt x="493" y="22"/>
                </a:cubicBezTo>
                <a:cubicBezTo>
                  <a:pt x="494" y="26"/>
                  <a:pt x="495" y="31"/>
                  <a:pt x="495" y="36"/>
                </a:cubicBezTo>
                <a:cubicBezTo>
                  <a:pt x="495" y="40"/>
                  <a:pt x="494" y="45"/>
                  <a:pt x="493" y="49"/>
                </a:cubicBezTo>
                <a:cubicBezTo>
                  <a:pt x="491" y="53"/>
                  <a:pt x="488" y="58"/>
                  <a:pt x="485" y="62"/>
                </a:cubicBezTo>
                <a:cubicBezTo>
                  <a:pt x="482" y="65"/>
                  <a:pt x="478" y="67"/>
                  <a:pt x="473" y="69"/>
                </a:cubicBezTo>
                <a:cubicBezTo>
                  <a:pt x="469" y="71"/>
                  <a:pt x="465" y="72"/>
                  <a:pt x="460" y="72"/>
                </a:cubicBezTo>
                <a:lnTo>
                  <a:pt x="36" y="72"/>
                </a:lnTo>
                <a:cubicBezTo>
                  <a:pt x="31" y="72"/>
                  <a:pt x="26" y="71"/>
                  <a:pt x="22" y="69"/>
                </a:cubicBezTo>
                <a:cubicBezTo>
                  <a:pt x="18" y="67"/>
                  <a:pt x="14" y="65"/>
                  <a:pt x="11" y="62"/>
                </a:cubicBezTo>
                <a:cubicBezTo>
                  <a:pt x="7" y="58"/>
                  <a:pt x="5" y="53"/>
                  <a:pt x="3" y="49"/>
                </a:cubicBezTo>
                <a:cubicBezTo>
                  <a:pt x="1" y="45"/>
                  <a:pt x="0" y="40"/>
                  <a:pt x="0" y="36"/>
                </a:cubicBez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6" y="0"/>
                </a:cubicBez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2764440" y="436536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2764440" y="441612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2764440" y="4466880"/>
            <a:ext cx="12708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2512440" y="428076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3396240" y="4245120"/>
            <a:ext cx="0" cy="51480"/>
          </a:xfrm>
          <a:prstGeom prst="line">
            <a:avLst/>
          </a:prstGeom>
          <a:ln w="1260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3377160" y="4225680"/>
            <a:ext cx="38880" cy="39240"/>
          </a:xfrm>
          <a:custGeom>
            <a:avLst/>
            <a:gdLst/>
            <a:ahLst/>
            <a:rect l="0" t="0" r="r" b="b"/>
            <a:pathLst>
              <a:path w="108" h="109">
                <a:moveTo>
                  <a:pt x="108" y="54"/>
                </a:moveTo>
                <a:cubicBezTo>
                  <a:pt x="108" y="61"/>
                  <a:pt x="107" y="68"/>
                  <a:pt x="104" y="75"/>
                </a:cubicBezTo>
                <a:cubicBezTo>
                  <a:pt x="101" y="81"/>
                  <a:pt x="97" y="88"/>
                  <a:pt x="92" y="93"/>
                </a:cubicBezTo>
                <a:cubicBezTo>
                  <a:pt x="86" y="98"/>
                  <a:pt x="81" y="102"/>
                  <a:pt x="74" y="105"/>
                </a:cubicBezTo>
                <a:cubicBezTo>
                  <a:pt x="67" y="108"/>
                  <a:pt x="60" y="109"/>
                  <a:pt x="53" y="109"/>
                </a:cubicBezTo>
                <a:cubicBezTo>
                  <a:pt x="46" y="109"/>
                  <a:pt x="39" y="108"/>
                  <a:pt x="33" y="105"/>
                </a:cubicBezTo>
                <a:cubicBezTo>
                  <a:pt x="26" y="102"/>
                  <a:pt x="20" y="98"/>
                  <a:pt x="15" y="93"/>
                </a:cubicBezTo>
                <a:cubicBezTo>
                  <a:pt x="10" y="88"/>
                  <a:pt x="6" y="81"/>
                  <a:pt x="4" y="75"/>
                </a:cubicBezTo>
                <a:cubicBezTo>
                  <a:pt x="1" y="68"/>
                  <a:pt x="0" y="61"/>
                  <a:pt x="0" y="54"/>
                </a:cubicBezTo>
                <a:cubicBezTo>
                  <a:pt x="0" y="47"/>
                  <a:pt x="1" y="40"/>
                  <a:pt x="4" y="34"/>
                </a:cubicBezTo>
                <a:cubicBezTo>
                  <a:pt x="6" y="27"/>
                  <a:pt x="10" y="21"/>
                  <a:pt x="15" y="16"/>
                </a:cubicBezTo>
                <a:cubicBezTo>
                  <a:pt x="20" y="11"/>
                  <a:pt x="26" y="7"/>
                  <a:pt x="33" y="5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7" y="2"/>
                  <a:pt x="74" y="5"/>
                </a:cubicBezTo>
                <a:cubicBezTo>
                  <a:pt x="81" y="7"/>
                  <a:pt x="86" y="11"/>
                  <a:pt x="92" y="16"/>
                </a:cubicBezTo>
                <a:cubicBezTo>
                  <a:pt x="97" y="21"/>
                  <a:pt x="101" y="27"/>
                  <a:pt x="104" y="34"/>
                </a:cubicBezTo>
                <a:cubicBezTo>
                  <a:pt x="107" y="40"/>
                  <a:pt x="108" y="47"/>
                  <a:pt x="108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3306240" y="429660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3"/>
                  <a:pt x="447" y="7"/>
                </a:cubicBezTo>
                <a:cubicBezTo>
                  <a:pt x="458" y="12"/>
                  <a:pt x="467" y="18"/>
                  <a:pt x="476" y="27"/>
                </a:cubicBezTo>
                <a:cubicBezTo>
                  <a:pt x="484" y="35"/>
                  <a:pt x="491" y="45"/>
                  <a:pt x="495" y="57"/>
                </a:cubicBezTo>
                <a:cubicBezTo>
                  <a:pt x="500" y="68"/>
                  <a:pt x="502" y="79"/>
                  <a:pt x="502" y="91"/>
                </a:cubicBezTo>
                <a:lnTo>
                  <a:pt x="502" y="306"/>
                </a:lnTo>
                <a:cubicBezTo>
                  <a:pt x="502" y="318"/>
                  <a:pt x="500" y="329"/>
                  <a:pt x="495" y="340"/>
                </a:cubicBezTo>
                <a:cubicBezTo>
                  <a:pt x="491" y="351"/>
                  <a:pt x="484" y="361"/>
                  <a:pt x="476" y="369"/>
                </a:cubicBezTo>
                <a:cubicBezTo>
                  <a:pt x="467" y="377"/>
                  <a:pt x="458" y="384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4"/>
                  <a:pt x="34" y="377"/>
                  <a:pt x="26" y="369"/>
                </a:cubicBezTo>
                <a:cubicBezTo>
                  <a:pt x="18" y="361"/>
                  <a:pt x="11" y="351"/>
                  <a:pt x="7" y="340"/>
                </a:cubicBezTo>
                <a:cubicBezTo>
                  <a:pt x="2" y="329"/>
                  <a:pt x="0" y="318"/>
                  <a:pt x="0" y="306"/>
                </a:cubicBezTo>
                <a:lnTo>
                  <a:pt x="0" y="91"/>
                </a:lnTo>
                <a:cubicBezTo>
                  <a:pt x="0" y="79"/>
                  <a:pt x="2" y="68"/>
                  <a:pt x="7" y="57"/>
                </a:cubicBezTo>
                <a:cubicBezTo>
                  <a:pt x="11" y="45"/>
                  <a:pt x="18" y="35"/>
                  <a:pt x="26" y="27"/>
                </a:cubicBezTo>
                <a:cubicBezTo>
                  <a:pt x="34" y="18"/>
                  <a:pt x="44" y="12"/>
                  <a:pt x="55" y="7"/>
                </a:cubicBezTo>
                <a:cubicBezTo>
                  <a:pt x="66" y="3"/>
                  <a:pt x="77" y="0"/>
                  <a:pt x="9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3306240" y="429660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3"/>
                  <a:pt x="447" y="7"/>
                </a:cubicBezTo>
                <a:cubicBezTo>
                  <a:pt x="458" y="12"/>
                  <a:pt x="467" y="18"/>
                  <a:pt x="476" y="27"/>
                </a:cubicBezTo>
                <a:cubicBezTo>
                  <a:pt x="484" y="35"/>
                  <a:pt x="491" y="45"/>
                  <a:pt x="495" y="57"/>
                </a:cubicBezTo>
                <a:cubicBezTo>
                  <a:pt x="500" y="68"/>
                  <a:pt x="502" y="79"/>
                  <a:pt x="502" y="91"/>
                </a:cubicBezTo>
                <a:lnTo>
                  <a:pt x="502" y="306"/>
                </a:lnTo>
                <a:cubicBezTo>
                  <a:pt x="502" y="318"/>
                  <a:pt x="500" y="329"/>
                  <a:pt x="495" y="340"/>
                </a:cubicBezTo>
                <a:cubicBezTo>
                  <a:pt x="491" y="351"/>
                  <a:pt x="484" y="361"/>
                  <a:pt x="476" y="369"/>
                </a:cubicBezTo>
                <a:cubicBezTo>
                  <a:pt x="467" y="377"/>
                  <a:pt x="458" y="384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4"/>
                  <a:pt x="34" y="377"/>
                  <a:pt x="26" y="369"/>
                </a:cubicBezTo>
                <a:cubicBezTo>
                  <a:pt x="18" y="361"/>
                  <a:pt x="11" y="351"/>
                  <a:pt x="7" y="340"/>
                </a:cubicBezTo>
                <a:cubicBezTo>
                  <a:pt x="2" y="329"/>
                  <a:pt x="0" y="318"/>
                  <a:pt x="0" y="306"/>
                </a:cubicBezTo>
                <a:lnTo>
                  <a:pt x="0" y="91"/>
                </a:lnTo>
                <a:cubicBezTo>
                  <a:pt x="0" y="79"/>
                  <a:pt x="2" y="68"/>
                  <a:pt x="7" y="57"/>
                </a:cubicBezTo>
                <a:cubicBezTo>
                  <a:pt x="11" y="45"/>
                  <a:pt x="18" y="35"/>
                  <a:pt x="26" y="27"/>
                </a:cubicBezTo>
                <a:cubicBezTo>
                  <a:pt x="34" y="18"/>
                  <a:pt x="44" y="12"/>
                  <a:pt x="55" y="7"/>
                </a:cubicBezTo>
                <a:cubicBezTo>
                  <a:pt x="66" y="3"/>
                  <a:pt x="77" y="0"/>
                  <a:pt x="90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3344760" y="4348440"/>
            <a:ext cx="39240" cy="38880"/>
          </a:xfrm>
          <a:custGeom>
            <a:avLst/>
            <a:gdLst/>
            <a:ahLst/>
            <a:rect l="0" t="0" r="r" b="b"/>
            <a:pathLst>
              <a:path w="109" h="108">
                <a:moveTo>
                  <a:pt x="109" y="53"/>
                </a:moveTo>
                <a:cubicBezTo>
                  <a:pt x="109" y="60"/>
                  <a:pt x="107" y="68"/>
                  <a:pt x="104" y="75"/>
                </a:cubicBezTo>
                <a:cubicBezTo>
                  <a:pt x="102" y="81"/>
                  <a:pt x="98" y="87"/>
                  <a:pt x="93" y="92"/>
                </a:cubicBezTo>
                <a:cubicBezTo>
                  <a:pt x="88" y="97"/>
                  <a:pt x="82" y="101"/>
                  <a:pt x="75" y="104"/>
                </a:cubicBezTo>
                <a:cubicBezTo>
                  <a:pt x="68" y="107"/>
                  <a:pt x="61" y="108"/>
                  <a:pt x="54" y="108"/>
                </a:cubicBezTo>
                <a:cubicBezTo>
                  <a:pt x="47" y="108"/>
                  <a:pt x="40" y="107"/>
                  <a:pt x="33" y="104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4" y="75"/>
                </a:cubicBezTo>
                <a:cubicBezTo>
                  <a:pt x="2" y="68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7" y="0"/>
                  <a:pt x="54" y="0"/>
                </a:cubicBezTo>
                <a:cubicBezTo>
                  <a:pt x="61" y="0"/>
                  <a:pt x="68" y="1"/>
                  <a:pt x="75" y="4"/>
                </a:cubicBezTo>
                <a:cubicBezTo>
                  <a:pt x="82" y="6"/>
                  <a:pt x="88" y="10"/>
                  <a:pt x="93" y="15"/>
                </a:cubicBezTo>
                <a:cubicBezTo>
                  <a:pt x="98" y="20"/>
                  <a:pt x="102" y="26"/>
                  <a:pt x="104" y="33"/>
                </a:cubicBezTo>
                <a:cubicBezTo>
                  <a:pt x="107" y="39"/>
                  <a:pt x="109" y="46"/>
                  <a:pt x="109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3409200" y="4348440"/>
            <a:ext cx="39240" cy="38880"/>
          </a:xfrm>
          <a:custGeom>
            <a:avLst/>
            <a:gdLst/>
            <a:ahLst/>
            <a:rect l="0" t="0" r="r" b="b"/>
            <a:pathLst>
              <a:path w="109" h="108">
                <a:moveTo>
                  <a:pt x="109" y="53"/>
                </a:moveTo>
                <a:cubicBezTo>
                  <a:pt x="109" y="60"/>
                  <a:pt x="106" y="68"/>
                  <a:pt x="104" y="75"/>
                </a:cubicBezTo>
                <a:cubicBezTo>
                  <a:pt x="101" y="81"/>
                  <a:pt x="97" y="87"/>
                  <a:pt x="92" y="92"/>
                </a:cubicBezTo>
                <a:cubicBezTo>
                  <a:pt x="87" y="97"/>
                  <a:pt x="81" y="101"/>
                  <a:pt x="74" y="104"/>
                </a:cubicBezTo>
                <a:cubicBezTo>
                  <a:pt x="68" y="107"/>
                  <a:pt x="61" y="108"/>
                  <a:pt x="54" y="108"/>
                </a:cubicBezTo>
                <a:cubicBezTo>
                  <a:pt x="47" y="108"/>
                  <a:pt x="40" y="107"/>
                  <a:pt x="33" y="104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4" y="75"/>
                </a:cubicBezTo>
                <a:cubicBezTo>
                  <a:pt x="2" y="68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7" y="0"/>
                  <a:pt x="54" y="0"/>
                </a:cubicBezTo>
                <a:cubicBezTo>
                  <a:pt x="61" y="0"/>
                  <a:pt x="68" y="1"/>
                  <a:pt x="74" y="4"/>
                </a:cubicBezTo>
                <a:cubicBezTo>
                  <a:pt x="81" y="6"/>
                  <a:pt x="87" y="10"/>
                  <a:pt x="92" y="15"/>
                </a:cubicBezTo>
                <a:cubicBezTo>
                  <a:pt x="97" y="20"/>
                  <a:pt x="101" y="26"/>
                  <a:pt x="104" y="33"/>
                </a:cubicBezTo>
                <a:cubicBezTo>
                  <a:pt x="106" y="39"/>
                  <a:pt x="109" y="46"/>
                  <a:pt x="109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3331800" y="446436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4"/>
                  <a:pt x="346" y="7"/>
                  <a:pt x="349" y="10"/>
                </a:cubicBezTo>
                <a:cubicBezTo>
                  <a:pt x="352" y="14"/>
                  <a:pt x="355" y="18"/>
                  <a:pt x="357" y="22"/>
                </a:cubicBezTo>
                <a:cubicBezTo>
                  <a:pt x="359" y="26"/>
                  <a:pt x="359" y="31"/>
                  <a:pt x="359" y="36"/>
                </a:cubicBezTo>
                <a:lnTo>
                  <a:pt x="359" y="144"/>
                </a:lnTo>
                <a:cubicBezTo>
                  <a:pt x="359" y="149"/>
                  <a:pt x="359" y="153"/>
                  <a:pt x="357" y="158"/>
                </a:cubicBezTo>
                <a:cubicBezTo>
                  <a:pt x="355" y="162"/>
                  <a:pt x="352" y="166"/>
                  <a:pt x="349" y="169"/>
                </a:cubicBezTo>
                <a:cubicBezTo>
                  <a:pt x="346" y="173"/>
                  <a:pt x="342" y="175"/>
                  <a:pt x="337" y="177"/>
                </a:cubicBezTo>
                <a:cubicBezTo>
                  <a:pt x="333" y="179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79"/>
                  <a:pt x="22" y="177"/>
                </a:cubicBezTo>
                <a:cubicBezTo>
                  <a:pt x="18" y="175"/>
                  <a:pt x="14" y="173"/>
                  <a:pt x="11" y="169"/>
                </a:cubicBezTo>
                <a:cubicBezTo>
                  <a:pt x="7" y="166"/>
                  <a:pt x="5" y="162"/>
                  <a:pt x="3" y="158"/>
                </a:cubicBezTo>
                <a:cubicBezTo>
                  <a:pt x="1" y="153"/>
                  <a:pt x="0" y="149"/>
                  <a:pt x="0" y="144"/>
                </a:cubicBezTo>
                <a:lnTo>
                  <a:pt x="0" y="36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3331800" y="446436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4"/>
                  <a:pt x="346" y="7"/>
                  <a:pt x="349" y="10"/>
                </a:cubicBezTo>
                <a:cubicBezTo>
                  <a:pt x="352" y="14"/>
                  <a:pt x="355" y="18"/>
                  <a:pt x="357" y="22"/>
                </a:cubicBezTo>
                <a:cubicBezTo>
                  <a:pt x="359" y="26"/>
                  <a:pt x="359" y="31"/>
                  <a:pt x="359" y="36"/>
                </a:cubicBezTo>
                <a:lnTo>
                  <a:pt x="359" y="144"/>
                </a:lnTo>
                <a:cubicBezTo>
                  <a:pt x="359" y="149"/>
                  <a:pt x="359" y="153"/>
                  <a:pt x="357" y="158"/>
                </a:cubicBezTo>
                <a:cubicBezTo>
                  <a:pt x="355" y="162"/>
                  <a:pt x="352" y="166"/>
                  <a:pt x="349" y="169"/>
                </a:cubicBezTo>
                <a:cubicBezTo>
                  <a:pt x="346" y="173"/>
                  <a:pt x="342" y="175"/>
                  <a:pt x="337" y="177"/>
                </a:cubicBezTo>
                <a:cubicBezTo>
                  <a:pt x="333" y="179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79"/>
                  <a:pt x="22" y="177"/>
                </a:cubicBezTo>
                <a:cubicBezTo>
                  <a:pt x="18" y="175"/>
                  <a:pt x="14" y="173"/>
                  <a:pt x="11" y="169"/>
                </a:cubicBezTo>
                <a:cubicBezTo>
                  <a:pt x="7" y="166"/>
                  <a:pt x="5" y="162"/>
                  <a:pt x="3" y="158"/>
                </a:cubicBezTo>
                <a:cubicBezTo>
                  <a:pt x="1" y="153"/>
                  <a:pt x="0" y="149"/>
                  <a:pt x="0" y="144"/>
                </a:cubicBezTo>
                <a:lnTo>
                  <a:pt x="0" y="36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3095280" y="428076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5343480" y="2781000"/>
            <a:ext cx="3200760" cy="2086560"/>
          </a:xfrm>
          <a:custGeom>
            <a:avLst/>
            <a:gdLst/>
            <a:ahLst/>
            <a:rect l="0" t="0" r="r" b="b"/>
            <a:pathLst>
              <a:path w="8891" h="5796">
                <a:moveTo>
                  <a:pt x="0" y="5584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5584"/>
                </a:lnTo>
                <a:cubicBezTo>
                  <a:pt x="8891" y="5598"/>
                  <a:pt x="8889" y="5612"/>
                  <a:pt x="8887" y="5625"/>
                </a:cubicBezTo>
                <a:cubicBezTo>
                  <a:pt x="8884" y="5639"/>
                  <a:pt x="8880" y="5652"/>
                  <a:pt x="8875" y="5665"/>
                </a:cubicBezTo>
                <a:cubicBezTo>
                  <a:pt x="8869" y="5678"/>
                  <a:pt x="8863" y="5690"/>
                  <a:pt x="8855" y="5702"/>
                </a:cubicBezTo>
                <a:cubicBezTo>
                  <a:pt x="8847" y="5713"/>
                  <a:pt x="8838" y="5724"/>
                  <a:pt x="8829" y="5734"/>
                </a:cubicBezTo>
                <a:cubicBezTo>
                  <a:pt x="8819" y="5744"/>
                  <a:pt x="8808" y="5752"/>
                  <a:pt x="8797" y="5760"/>
                </a:cubicBezTo>
                <a:cubicBezTo>
                  <a:pt x="8785" y="5768"/>
                  <a:pt x="8773" y="5774"/>
                  <a:pt x="8760" y="5780"/>
                </a:cubicBezTo>
                <a:cubicBezTo>
                  <a:pt x="8747" y="5785"/>
                  <a:pt x="8734" y="5789"/>
                  <a:pt x="8720" y="5792"/>
                </a:cubicBezTo>
                <a:cubicBezTo>
                  <a:pt x="8707" y="5794"/>
                  <a:pt x="8693" y="5796"/>
                  <a:pt x="8679" y="5796"/>
                </a:cubicBezTo>
                <a:lnTo>
                  <a:pt x="132" y="5796"/>
                </a:lnTo>
                <a:cubicBezTo>
                  <a:pt x="123" y="5796"/>
                  <a:pt x="115" y="5794"/>
                  <a:pt x="106" y="5792"/>
                </a:cubicBezTo>
                <a:cubicBezTo>
                  <a:pt x="98" y="5789"/>
                  <a:pt x="89" y="5785"/>
                  <a:pt x="81" y="5780"/>
                </a:cubicBezTo>
                <a:cubicBezTo>
                  <a:pt x="73" y="5774"/>
                  <a:pt x="66" y="5768"/>
                  <a:pt x="58" y="5760"/>
                </a:cubicBezTo>
                <a:cubicBezTo>
                  <a:pt x="51" y="5752"/>
                  <a:pt x="45" y="5744"/>
                  <a:pt x="38" y="5734"/>
                </a:cubicBezTo>
                <a:cubicBezTo>
                  <a:pt x="32" y="5724"/>
                  <a:pt x="27" y="5713"/>
                  <a:pt x="22" y="5702"/>
                </a:cubicBezTo>
                <a:cubicBezTo>
                  <a:pt x="17" y="5690"/>
                  <a:pt x="13" y="5678"/>
                  <a:pt x="10" y="5665"/>
                </a:cubicBezTo>
                <a:cubicBezTo>
                  <a:pt x="6" y="5652"/>
                  <a:pt x="4" y="5639"/>
                  <a:pt x="2" y="5625"/>
                </a:cubicBezTo>
                <a:cubicBezTo>
                  <a:pt x="0" y="5612"/>
                  <a:pt x="0" y="5598"/>
                  <a:pt x="0" y="558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5314680" y="2781000"/>
            <a:ext cx="3229560" cy="2086560"/>
          </a:xfrm>
          <a:custGeom>
            <a:avLst/>
            <a:gdLst/>
            <a:ahLst/>
            <a:rect l="0" t="0" r="r" b="b"/>
            <a:pathLst>
              <a:path w="8971" h="5796">
                <a:moveTo>
                  <a:pt x="0" y="0"/>
                </a:moveTo>
                <a:lnTo>
                  <a:pt x="8971" y="0"/>
                </a:lnTo>
                <a:lnTo>
                  <a:pt x="8971" y="5796"/>
                </a:lnTo>
                <a:lnTo>
                  <a:pt x="0" y="579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1018080" y="4603680"/>
            <a:ext cx="4196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De eis staat nergens los: mens noch machine kan nalezen wat er bedoeld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5535360" y="292284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5535360" y="315216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5535360" y="337104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5535360" y="359028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5670720" y="377136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7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71" name=""/>
          <p:cNvSpPr/>
          <p:nvPr/>
        </p:nvSpPr>
        <p:spPr>
          <a:xfrm>
            <a:off x="485640" y="1028520"/>
            <a:ext cx="8058600" cy="819360"/>
          </a:xfrm>
          <a:custGeom>
            <a:avLst/>
            <a:gdLst/>
            <a:ahLst/>
            <a:rect l="0" t="0" r="r" b="b"/>
            <a:pathLst>
              <a:path w="22385" h="2276">
                <a:moveTo>
                  <a:pt x="0" y="2012"/>
                </a:moveTo>
                <a:lnTo>
                  <a:pt x="0" y="265"/>
                </a:lnTo>
                <a:cubicBezTo>
                  <a:pt x="0" y="247"/>
                  <a:pt x="1" y="230"/>
                  <a:pt x="3" y="213"/>
                </a:cubicBezTo>
                <a:cubicBezTo>
                  <a:pt x="6" y="196"/>
                  <a:pt x="9" y="179"/>
                  <a:pt x="14" y="163"/>
                </a:cubicBezTo>
                <a:cubicBezTo>
                  <a:pt x="19" y="147"/>
                  <a:pt x="24" y="132"/>
                  <a:pt x="31" y="118"/>
                </a:cubicBezTo>
                <a:cubicBezTo>
                  <a:pt x="38" y="103"/>
                  <a:pt x="46" y="90"/>
                  <a:pt x="54" y="77"/>
                </a:cubicBezTo>
                <a:cubicBezTo>
                  <a:pt x="63" y="65"/>
                  <a:pt x="72" y="54"/>
                  <a:pt x="82" y="45"/>
                </a:cubicBezTo>
                <a:cubicBezTo>
                  <a:pt x="92" y="35"/>
                  <a:pt x="103" y="27"/>
                  <a:pt x="114" y="20"/>
                </a:cubicBezTo>
                <a:cubicBezTo>
                  <a:pt x="125" y="13"/>
                  <a:pt x="137" y="8"/>
                  <a:pt x="149" y="5"/>
                </a:cubicBezTo>
                <a:cubicBezTo>
                  <a:pt x="161" y="2"/>
                  <a:pt x="173" y="0"/>
                  <a:pt x="185" y="0"/>
                </a:cubicBezTo>
                <a:lnTo>
                  <a:pt x="22120" y="0"/>
                </a:lnTo>
                <a:cubicBezTo>
                  <a:pt x="22137" y="0"/>
                  <a:pt x="22155" y="2"/>
                  <a:pt x="22172" y="5"/>
                </a:cubicBezTo>
                <a:cubicBezTo>
                  <a:pt x="22189" y="8"/>
                  <a:pt x="22205" y="13"/>
                  <a:pt x="22221" y="20"/>
                </a:cubicBezTo>
                <a:cubicBezTo>
                  <a:pt x="22237" y="27"/>
                  <a:pt x="22253" y="35"/>
                  <a:pt x="22267" y="45"/>
                </a:cubicBezTo>
                <a:cubicBezTo>
                  <a:pt x="22281" y="54"/>
                  <a:pt x="22295" y="65"/>
                  <a:pt x="22307" y="77"/>
                </a:cubicBezTo>
                <a:cubicBezTo>
                  <a:pt x="22319" y="90"/>
                  <a:pt x="22330" y="103"/>
                  <a:pt x="22340" y="118"/>
                </a:cubicBezTo>
                <a:cubicBezTo>
                  <a:pt x="22350" y="132"/>
                  <a:pt x="22358" y="147"/>
                  <a:pt x="22364" y="163"/>
                </a:cubicBezTo>
                <a:cubicBezTo>
                  <a:pt x="22371" y="179"/>
                  <a:pt x="22376" y="196"/>
                  <a:pt x="22380" y="213"/>
                </a:cubicBezTo>
                <a:cubicBezTo>
                  <a:pt x="22383" y="230"/>
                  <a:pt x="22385" y="247"/>
                  <a:pt x="22385" y="265"/>
                </a:cubicBezTo>
                <a:lnTo>
                  <a:pt x="22385" y="2012"/>
                </a:lnTo>
                <a:cubicBezTo>
                  <a:pt x="22385" y="2029"/>
                  <a:pt x="22383" y="2046"/>
                  <a:pt x="22380" y="2063"/>
                </a:cubicBezTo>
                <a:cubicBezTo>
                  <a:pt x="22376" y="2080"/>
                  <a:pt x="22371" y="2097"/>
                  <a:pt x="22364" y="2113"/>
                </a:cubicBezTo>
                <a:cubicBezTo>
                  <a:pt x="22358" y="2129"/>
                  <a:pt x="22350" y="2144"/>
                  <a:pt x="22340" y="2159"/>
                </a:cubicBezTo>
                <a:cubicBezTo>
                  <a:pt x="22330" y="2173"/>
                  <a:pt x="22319" y="2187"/>
                  <a:pt x="22307" y="2199"/>
                </a:cubicBezTo>
                <a:cubicBezTo>
                  <a:pt x="22295" y="2211"/>
                  <a:pt x="22281" y="2222"/>
                  <a:pt x="22267" y="2232"/>
                </a:cubicBezTo>
                <a:cubicBezTo>
                  <a:pt x="22253" y="2241"/>
                  <a:pt x="22237" y="2250"/>
                  <a:pt x="22221" y="2256"/>
                </a:cubicBezTo>
                <a:cubicBezTo>
                  <a:pt x="22205" y="2263"/>
                  <a:pt x="22189" y="2268"/>
                  <a:pt x="22172" y="2271"/>
                </a:cubicBezTo>
                <a:cubicBezTo>
                  <a:pt x="22155" y="2275"/>
                  <a:pt x="22137" y="2276"/>
                  <a:pt x="22120" y="2276"/>
                </a:cubicBezTo>
                <a:lnTo>
                  <a:pt x="185" y="2276"/>
                </a:lnTo>
                <a:cubicBezTo>
                  <a:pt x="173" y="2276"/>
                  <a:pt x="161" y="2275"/>
                  <a:pt x="149" y="2271"/>
                </a:cubicBezTo>
                <a:cubicBezTo>
                  <a:pt x="137" y="2268"/>
                  <a:pt x="125" y="2263"/>
                  <a:pt x="114" y="2256"/>
                </a:cubicBezTo>
                <a:cubicBezTo>
                  <a:pt x="103" y="2250"/>
                  <a:pt x="92" y="2241"/>
                  <a:pt x="82" y="2232"/>
                </a:cubicBezTo>
                <a:cubicBezTo>
                  <a:pt x="72" y="2222"/>
                  <a:pt x="63" y="2211"/>
                  <a:pt x="54" y="2199"/>
                </a:cubicBezTo>
                <a:cubicBezTo>
                  <a:pt x="46" y="2187"/>
                  <a:pt x="38" y="2173"/>
                  <a:pt x="31" y="2159"/>
                </a:cubicBezTo>
                <a:cubicBezTo>
                  <a:pt x="24" y="2144"/>
                  <a:pt x="19" y="2129"/>
                  <a:pt x="14" y="2113"/>
                </a:cubicBezTo>
                <a:cubicBezTo>
                  <a:pt x="9" y="2097"/>
                  <a:pt x="6" y="2080"/>
                  <a:pt x="3" y="2063"/>
                </a:cubicBezTo>
                <a:cubicBezTo>
                  <a:pt x="1" y="2046"/>
                  <a:pt x="0" y="2029"/>
                  <a:pt x="0" y="2012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456840" y="1028520"/>
            <a:ext cx="8087400" cy="819360"/>
          </a:xfrm>
          <a:custGeom>
            <a:avLst/>
            <a:gdLst/>
            <a:ahLst/>
            <a:rect l="0" t="0" r="r" b="b"/>
            <a:pathLst>
              <a:path w="22465" h="2276">
                <a:moveTo>
                  <a:pt x="0" y="0"/>
                </a:moveTo>
                <a:lnTo>
                  <a:pt x="22465" y="0"/>
                </a:lnTo>
                <a:lnTo>
                  <a:pt x="22465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439920" y="386640"/>
            <a:ext cx="4600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Waardoor we vertragen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704880" y="1199520"/>
            <a:ext cx="76482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7a5dba"/>
                </a:solidFill>
                <a:latin typeface="Arial"/>
                <a:ea typeface="Arial"/>
              </a:rPr>
              <a:t>We hebben capaciteit voor technische uitwerking. Wat we zoeken is richting.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456840" y="1981080"/>
            <a:ext cx="2601000" cy="1981440"/>
          </a:xfrm>
          <a:custGeom>
            <a:avLst/>
            <a:gdLst/>
            <a:ahLst/>
            <a:rect l="0" t="0" r="r" b="b"/>
            <a:pathLst>
              <a:path w="7225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5240"/>
                </a:lnTo>
                <a:cubicBezTo>
                  <a:pt x="7225" y="5257"/>
                  <a:pt x="7223" y="5274"/>
                  <a:pt x="7220" y="5291"/>
                </a:cubicBezTo>
                <a:cubicBezTo>
                  <a:pt x="7216" y="5308"/>
                  <a:pt x="7211" y="5325"/>
                  <a:pt x="7204" y="5341"/>
                </a:cubicBezTo>
                <a:cubicBezTo>
                  <a:pt x="7198" y="5357"/>
                  <a:pt x="7190" y="5372"/>
                  <a:pt x="7180" y="5387"/>
                </a:cubicBezTo>
                <a:cubicBezTo>
                  <a:pt x="7170" y="5401"/>
                  <a:pt x="7159" y="5414"/>
                  <a:pt x="7147" y="5427"/>
                </a:cubicBezTo>
                <a:cubicBezTo>
                  <a:pt x="7135" y="5439"/>
                  <a:pt x="7121" y="5450"/>
                  <a:pt x="7107" y="5460"/>
                </a:cubicBezTo>
                <a:cubicBezTo>
                  <a:pt x="7093" y="5469"/>
                  <a:pt x="7077" y="5477"/>
                  <a:pt x="7061" y="5484"/>
                </a:cubicBezTo>
                <a:cubicBezTo>
                  <a:pt x="7045" y="5491"/>
                  <a:pt x="7029" y="5496"/>
                  <a:pt x="7012" y="5499"/>
                </a:cubicBezTo>
                <a:cubicBezTo>
                  <a:pt x="6995" y="5502"/>
                  <a:pt x="6977" y="5504"/>
                  <a:pt x="6960" y="5504"/>
                </a:cubicBezTo>
                <a:lnTo>
                  <a:pt x="265" y="5504"/>
                </a:lnTo>
                <a:cubicBezTo>
                  <a:pt x="248" y="5504"/>
                  <a:pt x="231" y="5502"/>
                  <a:pt x="213" y="5499"/>
                </a:cubicBezTo>
                <a:cubicBezTo>
                  <a:pt x="196" y="5496"/>
                  <a:pt x="180" y="5491"/>
                  <a:pt x="164" y="5484"/>
                </a:cubicBezTo>
                <a:cubicBezTo>
                  <a:pt x="148" y="5477"/>
                  <a:pt x="133" y="5469"/>
                  <a:pt x="118" y="5460"/>
                </a:cubicBezTo>
                <a:cubicBezTo>
                  <a:pt x="104" y="5450"/>
                  <a:pt x="90" y="5439"/>
                  <a:pt x="78" y="5427"/>
                </a:cubicBezTo>
                <a:cubicBezTo>
                  <a:pt x="66" y="5414"/>
                  <a:pt x="55" y="5401"/>
                  <a:pt x="45" y="5387"/>
                </a:cubicBezTo>
                <a:cubicBezTo>
                  <a:pt x="35" y="5372"/>
                  <a:pt x="27" y="5357"/>
                  <a:pt x="21" y="5341"/>
                </a:cubicBezTo>
                <a:cubicBezTo>
                  <a:pt x="14" y="5325"/>
                  <a:pt x="9" y="5308"/>
                  <a:pt x="6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 txBox="1"/>
          <p:nvPr/>
        </p:nvSpPr>
        <p:spPr>
          <a:xfrm>
            <a:off x="704880" y="1504080"/>
            <a:ext cx="7634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Wat moet er als eerste uitgewerkt worden? Waar leggen we dit spoor wel, waar bewust niet, en waarom?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609480" y="2142000"/>
            <a:ext cx="2690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Rollen en producten herverdelen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609480" y="2415960"/>
            <a:ext cx="1911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Inventariseren welke rollen,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 txBox="1"/>
          <p:nvPr/>
        </p:nvSpPr>
        <p:spPr>
          <a:xfrm>
            <a:off x="609480" y="2606400"/>
            <a:ext cx="2533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producten en verantwoordelijkheden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 txBox="1"/>
          <p:nvPr/>
        </p:nvSpPr>
        <p:spPr>
          <a:xfrm>
            <a:off x="609480" y="2796840"/>
            <a:ext cx="2236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zijn, en die opnieuw beleggen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 txBox="1"/>
          <p:nvPr/>
        </p:nvSpPr>
        <p:spPr>
          <a:xfrm>
            <a:off x="609480" y="2977920"/>
            <a:ext cx="2460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zodat er richting vanuit de business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609480" y="3438360"/>
            <a:ext cx="2295720" cy="9720"/>
          </a:xfrm>
          <a:custGeom>
            <a:avLst/>
            <a:gdLst/>
            <a:ahLst/>
            <a:rect l="0" t="0" r="r" b="b"/>
            <a:pathLst>
              <a:path w="6377" h="27">
                <a:moveTo>
                  <a:pt x="0" y="0"/>
                </a:moveTo>
                <a:lnTo>
                  <a:pt x="6377" y="0"/>
                </a:lnTo>
                <a:lnTo>
                  <a:pt x="63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 txBox="1"/>
          <p:nvPr/>
        </p:nvSpPr>
        <p:spPr>
          <a:xfrm>
            <a:off x="609480" y="3168360"/>
            <a:ext cx="395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komt.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609480" y="3506400"/>
            <a:ext cx="23050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Geen extra budget, wel keuzes in wat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/>
          <p:nvPr/>
        </p:nvSpPr>
        <p:spPr>
          <a:xfrm>
            <a:off x="3200040" y="1981080"/>
            <a:ext cx="2601000" cy="1981440"/>
          </a:xfrm>
          <a:custGeom>
            <a:avLst/>
            <a:gdLst/>
            <a:ahLst/>
            <a:rect l="0" t="0" r="r" b="b"/>
            <a:pathLst>
              <a:path w="7225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5240"/>
                </a:lnTo>
                <a:cubicBezTo>
                  <a:pt x="7225" y="5257"/>
                  <a:pt x="7223" y="5274"/>
                  <a:pt x="7220" y="5291"/>
                </a:cubicBezTo>
                <a:cubicBezTo>
                  <a:pt x="7216" y="5308"/>
                  <a:pt x="7211" y="5325"/>
                  <a:pt x="7204" y="5341"/>
                </a:cubicBezTo>
                <a:cubicBezTo>
                  <a:pt x="7198" y="5357"/>
                  <a:pt x="7190" y="5372"/>
                  <a:pt x="7180" y="5387"/>
                </a:cubicBezTo>
                <a:cubicBezTo>
                  <a:pt x="7170" y="5401"/>
                  <a:pt x="7159" y="5414"/>
                  <a:pt x="7147" y="5427"/>
                </a:cubicBezTo>
                <a:cubicBezTo>
                  <a:pt x="7135" y="5439"/>
                  <a:pt x="7121" y="5450"/>
                  <a:pt x="7107" y="5460"/>
                </a:cubicBezTo>
                <a:cubicBezTo>
                  <a:pt x="7093" y="5469"/>
                  <a:pt x="7077" y="5477"/>
                  <a:pt x="7061" y="5484"/>
                </a:cubicBezTo>
                <a:cubicBezTo>
                  <a:pt x="7045" y="5491"/>
                  <a:pt x="7029" y="5496"/>
                  <a:pt x="7012" y="5499"/>
                </a:cubicBezTo>
                <a:cubicBezTo>
                  <a:pt x="6995" y="5502"/>
                  <a:pt x="6977" y="5504"/>
                  <a:pt x="6960" y="5504"/>
                </a:cubicBezTo>
                <a:lnTo>
                  <a:pt x="265" y="5504"/>
                </a:lnTo>
                <a:cubicBezTo>
                  <a:pt x="248" y="5504"/>
                  <a:pt x="231" y="5502"/>
                  <a:pt x="213" y="5499"/>
                </a:cubicBezTo>
                <a:cubicBezTo>
                  <a:pt x="196" y="5496"/>
                  <a:pt x="180" y="5491"/>
                  <a:pt x="164" y="5484"/>
                </a:cubicBezTo>
                <a:cubicBezTo>
                  <a:pt x="148" y="5477"/>
                  <a:pt x="133" y="5469"/>
                  <a:pt x="118" y="5460"/>
                </a:cubicBezTo>
                <a:cubicBezTo>
                  <a:pt x="104" y="5450"/>
                  <a:pt x="90" y="5439"/>
                  <a:pt x="78" y="5427"/>
                </a:cubicBezTo>
                <a:cubicBezTo>
                  <a:pt x="66" y="5414"/>
                  <a:pt x="55" y="5401"/>
                  <a:pt x="45" y="5387"/>
                </a:cubicBezTo>
                <a:cubicBezTo>
                  <a:pt x="35" y="5372"/>
                  <a:pt x="27" y="5357"/>
                  <a:pt x="21" y="5341"/>
                </a:cubicBezTo>
                <a:cubicBezTo>
                  <a:pt x="14" y="5325"/>
                  <a:pt x="9" y="5308"/>
                  <a:pt x="6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 txBox="1"/>
          <p:nvPr/>
        </p:nvSpPr>
        <p:spPr>
          <a:xfrm>
            <a:off x="609480" y="3668400"/>
            <a:ext cx="68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blijft liggen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3349800" y="2142000"/>
            <a:ext cx="2256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vraag bij de instellingen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3349800" y="2351520"/>
            <a:ext cx="65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ophalen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3349800" y="2634840"/>
            <a:ext cx="2422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POC-scholen beschrijven hun eigen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3349800" y="2815920"/>
            <a:ext cx="2062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bouwstenen, OKx toetst ze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/>
          <p:nvPr/>
        </p:nvSpPr>
        <p:spPr>
          <a:xfrm>
            <a:off x="3352680" y="3600360"/>
            <a:ext cx="2295720" cy="9720"/>
          </a:xfrm>
          <a:custGeom>
            <a:avLst/>
            <a:gdLst/>
            <a:ahLst/>
            <a:rect l="0" t="0" r="r" b="b"/>
            <a:pathLst>
              <a:path w="6377" h="27">
                <a:moveTo>
                  <a:pt x="0" y="0"/>
                </a:moveTo>
                <a:lnTo>
                  <a:pt x="6377" y="0"/>
                </a:lnTo>
                <a:lnTo>
                  <a:pt x="63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3349800" y="3006360"/>
            <a:ext cx="215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verbindt ze aan de speciﬁcatie.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5933880" y="1981080"/>
            <a:ext cx="2610360" cy="1981440"/>
          </a:xfrm>
          <a:custGeom>
            <a:avLst/>
            <a:gdLst/>
            <a:ahLst/>
            <a:rect l="0" t="0" r="r" b="b"/>
            <a:pathLst>
              <a:path w="7251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5240"/>
                </a:lnTo>
                <a:cubicBezTo>
                  <a:pt x="7251" y="5257"/>
                  <a:pt x="7249" y="5274"/>
                  <a:pt x="7246" y="5291"/>
                </a:cubicBezTo>
                <a:cubicBezTo>
                  <a:pt x="7242" y="5308"/>
                  <a:pt x="7237" y="5325"/>
                  <a:pt x="7230" y="5341"/>
                </a:cubicBezTo>
                <a:cubicBezTo>
                  <a:pt x="7224" y="5357"/>
                  <a:pt x="7216" y="5372"/>
                  <a:pt x="7206" y="5387"/>
                </a:cubicBezTo>
                <a:cubicBezTo>
                  <a:pt x="7196" y="5401"/>
                  <a:pt x="7185" y="5414"/>
                  <a:pt x="7173" y="5427"/>
                </a:cubicBezTo>
                <a:cubicBezTo>
                  <a:pt x="7161" y="5439"/>
                  <a:pt x="7147" y="5450"/>
                  <a:pt x="7133" y="5460"/>
                </a:cubicBezTo>
                <a:cubicBezTo>
                  <a:pt x="7119" y="5469"/>
                  <a:pt x="7103" y="5477"/>
                  <a:pt x="7087" y="5484"/>
                </a:cubicBezTo>
                <a:cubicBezTo>
                  <a:pt x="7071" y="5491"/>
                  <a:pt x="7055" y="5496"/>
                  <a:pt x="7038" y="5499"/>
                </a:cubicBezTo>
                <a:cubicBezTo>
                  <a:pt x="7021" y="5502"/>
                  <a:pt x="7003" y="5504"/>
                  <a:pt x="6986" y="5504"/>
                </a:cubicBezTo>
                <a:lnTo>
                  <a:pt x="265" y="5504"/>
                </a:lnTo>
                <a:cubicBezTo>
                  <a:pt x="247" y="5504"/>
                  <a:pt x="230" y="5502"/>
                  <a:pt x="213" y="5499"/>
                </a:cubicBezTo>
                <a:cubicBezTo>
                  <a:pt x="196" y="5496"/>
                  <a:pt x="179" y="5491"/>
                  <a:pt x="163" y="5484"/>
                </a:cubicBezTo>
                <a:cubicBezTo>
                  <a:pt x="147" y="5477"/>
                  <a:pt x="132" y="5469"/>
                  <a:pt x="118" y="5460"/>
                </a:cubicBezTo>
                <a:cubicBezTo>
                  <a:pt x="103" y="5450"/>
                  <a:pt x="90" y="5439"/>
                  <a:pt x="78" y="5427"/>
                </a:cubicBezTo>
                <a:cubicBezTo>
                  <a:pt x="65" y="5414"/>
                  <a:pt x="54" y="5401"/>
                  <a:pt x="45" y="5387"/>
                </a:cubicBezTo>
                <a:cubicBezTo>
                  <a:pt x="35" y="5372"/>
                  <a:pt x="27" y="5357"/>
                  <a:pt x="20" y="5341"/>
                </a:cubicBezTo>
                <a:cubicBezTo>
                  <a:pt x="14" y="5325"/>
                  <a:pt x="9" y="5308"/>
                  <a:pt x="5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 txBox="1"/>
          <p:nvPr/>
        </p:nvSpPr>
        <p:spPr>
          <a:xfrm>
            <a:off x="3349800" y="3668400"/>
            <a:ext cx="2118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Draagvlak groeit, kost doorlooptijd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 txBox="1"/>
          <p:nvPr/>
        </p:nvSpPr>
        <p:spPr>
          <a:xfrm>
            <a:off x="6089760" y="2142000"/>
            <a:ext cx="1250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Capaciteit erbij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 txBox="1"/>
          <p:nvPr/>
        </p:nvSpPr>
        <p:spPr>
          <a:xfrm>
            <a:off x="6089760" y="2415960"/>
            <a:ext cx="217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tweede analist en architect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 txBox="1"/>
          <p:nvPr/>
        </p:nvSpPr>
        <p:spPr>
          <a:xfrm>
            <a:off x="6089760" y="2606400"/>
            <a:ext cx="2283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naast Niels, die de vraag vertaalt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/>
          <p:nvPr/>
        </p:nvSpPr>
        <p:spPr>
          <a:xfrm>
            <a:off x="6086160" y="3600360"/>
            <a:ext cx="2305440" cy="9720"/>
          </a:xfrm>
          <a:custGeom>
            <a:avLst/>
            <a:gdLst/>
            <a:ahLst/>
            <a:rect l="0" t="0" r="r" b="b"/>
            <a:pathLst>
              <a:path w="6404" h="27">
                <a:moveTo>
                  <a:pt x="0" y="0"/>
                </a:moveTo>
                <a:lnTo>
                  <a:pt x="6404" y="0"/>
                </a:lnTo>
                <a:lnTo>
                  <a:pt x="64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 txBox="1"/>
          <p:nvPr/>
        </p:nvSpPr>
        <p:spPr>
          <a:xfrm>
            <a:off x="6089760" y="2796840"/>
            <a:ext cx="1422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naar werkpakketten.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456840" y="407664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456840" y="40766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/>
          <p:nvPr/>
        </p:nvSpPr>
        <p:spPr>
          <a:xfrm>
            <a:off x="456840" y="485748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/>
          <p:nvPr/>
        </p:nvSpPr>
        <p:spPr>
          <a:xfrm>
            <a:off x="8534160" y="407664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5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/>
          <p:nvPr/>
        </p:nvSpPr>
        <p:spPr>
          <a:xfrm>
            <a:off x="456840" y="407664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6089760" y="3668400"/>
            <a:ext cx="1675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Sneller scherp, kost budget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634320" y="4293360"/>
            <a:ext cx="8832240" cy="17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50" spc="-1" strike="noStrike">
                <a:solidFill>
                  <a:srgbClr val="1a1a2e"/>
                </a:solidFill>
                <a:latin typeface="Arial"/>
                <a:ea typeface="Arial"/>
              </a:rPr>
              <a:t>Zonder keuze blijft de richting bij een persoon liggen en loopt de doorlooptijd op. </a:t>
            </a:r>
            <a:r>
              <a:rPr b="1" lang="en-US" sz="1150" spc="-1" strike="noStrike">
                <a:solidFill>
                  <a:srgbClr val="a8481f"/>
                </a:solidFill>
                <a:latin typeface="Arial"/>
                <a:ea typeface="Arial"/>
              </a:rPr>
              <a:t>Gevraagd: welke route verkennen</a:t>
            </a:r>
            <a:endParaRPr b="0" lang="en-US" sz="11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 txBox="1"/>
          <p:nvPr/>
        </p:nvSpPr>
        <p:spPr>
          <a:xfrm>
            <a:off x="634320" y="4512600"/>
            <a:ext cx="320760" cy="17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50" spc="-1" strike="noStrike">
                <a:solidFill>
                  <a:srgbClr val="a8481f"/>
                </a:solidFill>
                <a:latin typeface="Arial"/>
                <a:ea typeface="Arial"/>
              </a:rPr>
              <a:t>we?</a:t>
            </a:r>
            <a:endParaRPr b="0" lang="en-US" sz="11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1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16" name=""/>
          <p:cNvSpPr/>
          <p:nvPr/>
        </p:nvSpPr>
        <p:spPr>
          <a:xfrm>
            <a:off x="485640" y="1457280"/>
            <a:ext cx="7715520" cy="686160"/>
          </a:xfrm>
          <a:custGeom>
            <a:avLst/>
            <a:gdLst/>
            <a:ahLst/>
            <a:rect l="0" t="0" r="r" b="b"/>
            <a:pathLst>
              <a:path w="21432" h="1906">
                <a:moveTo>
                  <a:pt x="0" y="1694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1220" y="0"/>
                </a:lnTo>
                <a:cubicBezTo>
                  <a:pt x="21234" y="0"/>
                  <a:pt x="21248" y="1"/>
                  <a:pt x="21262" y="4"/>
                </a:cubicBezTo>
                <a:cubicBezTo>
                  <a:pt x="21275" y="6"/>
                  <a:pt x="21289" y="10"/>
                  <a:pt x="21301" y="16"/>
                </a:cubicBezTo>
                <a:cubicBezTo>
                  <a:pt x="21314" y="21"/>
                  <a:pt x="21326" y="28"/>
                  <a:pt x="21338" y="35"/>
                </a:cubicBezTo>
                <a:cubicBezTo>
                  <a:pt x="21350" y="43"/>
                  <a:pt x="21360" y="52"/>
                  <a:pt x="21370" y="62"/>
                </a:cubicBezTo>
                <a:cubicBezTo>
                  <a:pt x="21380" y="71"/>
                  <a:pt x="21389" y="82"/>
                  <a:pt x="21396" y="94"/>
                </a:cubicBezTo>
                <a:cubicBezTo>
                  <a:pt x="21404" y="105"/>
                  <a:pt x="21411" y="117"/>
                  <a:pt x="21416" y="130"/>
                </a:cubicBezTo>
                <a:cubicBezTo>
                  <a:pt x="21421" y="143"/>
                  <a:pt x="21425" y="156"/>
                  <a:pt x="21428" y="170"/>
                </a:cubicBezTo>
                <a:cubicBezTo>
                  <a:pt x="21431" y="184"/>
                  <a:pt x="21432" y="197"/>
                  <a:pt x="21432" y="211"/>
                </a:cubicBezTo>
                <a:lnTo>
                  <a:pt x="21432" y="1694"/>
                </a:lnTo>
                <a:cubicBezTo>
                  <a:pt x="21432" y="1708"/>
                  <a:pt x="21431" y="1722"/>
                  <a:pt x="21428" y="1735"/>
                </a:cubicBezTo>
                <a:cubicBezTo>
                  <a:pt x="21425" y="1749"/>
                  <a:pt x="21421" y="1762"/>
                  <a:pt x="21416" y="1775"/>
                </a:cubicBezTo>
                <a:cubicBezTo>
                  <a:pt x="21411" y="1788"/>
                  <a:pt x="21404" y="1800"/>
                  <a:pt x="21396" y="1812"/>
                </a:cubicBezTo>
                <a:cubicBezTo>
                  <a:pt x="21389" y="1823"/>
                  <a:pt x="21380" y="1834"/>
                  <a:pt x="21370" y="1844"/>
                </a:cubicBezTo>
                <a:cubicBezTo>
                  <a:pt x="21360" y="1853"/>
                  <a:pt x="21350" y="1862"/>
                  <a:pt x="21338" y="1870"/>
                </a:cubicBezTo>
                <a:cubicBezTo>
                  <a:pt x="21326" y="1878"/>
                  <a:pt x="21314" y="1884"/>
                  <a:pt x="21301" y="1890"/>
                </a:cubicBezTo>
                <a:cubicBezTo>
                  <a:pt x="21289" y="1895"/>
                  <a:pt x="21275" y="1899"/>
                  <a:pt x="21262" y="1902"/>
                </a:cubicBezTo>
                <a:cubicBezTo>
                  <a:pt x="21248" y="1904"/>
                  <a:pt x="21234" y="1906"/>
                  <a:pt x="21220" y="1906"/>
                </a:cubicBezTo>
                <a:lnTo>
                  <a:pt x="132" y="1906"/>
                </a:lnTo>
                <a:cubicBezTo>
                  <a:pt x="123" y="1906"/>
                  <a:pt x="115" y="1904"/>
                  <a:pt x="106" y="1902"/>
                </a:cubicBezTo>
                <a:cubicBezTo>
                  <a:pt x="98" y="1899"/>
                  <a:pt x="90" y="1895"/>
                  <a:pt x="82" y="1890"/>
                </a:cubicBezTo>
                <a:cubicBezTo>
                  <a:pt x="74" y="1884"/>
                  <a:pt x="66" y="1878"/>
                  <a:pt x="59" y="1870"/>
                </a:cubicBezTo>
                <a:cubicBezTo>
                  <a:pt x="51" y="1862"/>
                  <a:pt x="45" y="1853"/>
                  <a:pt x="39" y="1844"/>
                </a:cubicBezTo>
                <a:cubicBezTo>
                  <a:pt x="32" y="1834"/>
                  <a:pt x="27" y="1823"/>
                  <a:pt x="22" y="1812"/>
                </a:cubicBezTo>
                <a:cubicBezTo>
                  <a:pt x="17" y="1800"/>
                  <a:pt x="13" y="1788"/>
                  <a:pt x="10" y="1775"/>
                </a:cubicBezTo>
                <a:cubicBezTo>
                  <a:pt x="7" y="1762"/>
                  <a:pt x="4" y="1749"/>
                  <a:pt x="2" y="1735"/>
                </a:cubicBezTo>
                <a:cubicBezTo>
                  <a:pt x="1" y="1722"/>
                  <a:pt x="0" y="1708"/>
                  <a:pt x="0" y="1694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456840" y="1457280"/>
            <a:ext cx="7744320" cy="686160"/>
          </a:xfrm>
          <a:custGeom>
            <a:avLst/>
            <a:gdLst/>
            <a:ahLst/>
            <a:rect l="0" t="0" r="r" b="b"/>
            <a:pathLst>
              <a:path w="21512" h="1906">
                <a:moveTo>
                  <a:pt x="0" y="0"/>
                </a:moveTo>
                <a:lnTo>
                  <a:pt x="21512" y="0"/>
                </a:lnTo>
                <a:lnTo>
                  <a:pt x="21512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 txBox="1"/>
          <p:nvPr/>
        </p:nvSpPr>
        <p:spPr>
          <a:xfrm>
            <a:off x="439920" y="77724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696960" y="15894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/>
          <p:nvPr/>
        </p:nvSpPr>
        <p:spPr>
          <a:xfrm>
            <a:off x="485640" y="2219040"/>
            <a:ext cx="7715520" cy="695880"/>
          </a:xfrm>
          <a:custGeom>
            <a:avLst/>
            <a:gdLst/>
            <a:ahLst/>
            <a:rect l="0" t="0" r="r" b="b"/>
            <a:pathLst>
              <a:path w="2143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1220" y="0"/>
                </a:lnTo>
                <a:cubicBezTo>
                  <a:pt x="21234" y="0"/>
                  <a:pt x="21248" y="2"/>
                  <a:pt x="21262" y="4"/>
                </a:cubicBezTo>
                <a:cubicBezTo>
                  <a:pt x="21275" y="7"/>
                  <a:pt x="21289" y="11"/>
                  <a:pt x="21301" y="16"/>
                </a:cubicBezTo>
                <a:cubicBezTo>
                  <a:pt x="21314" y="22"/>
                  <a:pt x="21326" y="28"/>
                  <a:pt x="21338" y="36"/>
                </a:cubicBezTo>
                <a:cubicBezTo>
                  <a:pt x="21350" y="44"/>
                  <a:pt x="21360" y="52"/>
                  <a:pt x="21370" y="62"/>
                </a:cubicBezTo>
                <a:cubicBezTo>
                  <a:pt x="21380" y="72"/>
                  <a:pt x="21389" y="83"/>
                  <a:pt x="21396" y="94"/>
                </a:cubicBezTo>
                <a:cubicBezTo>
                  <a:pt x="21404" y="106"/>
                  <a:pt x="21411" y="118"/>
                  <a:pt x="21416" y="131"/>
                </a:cubicBezTo>
                <a:cubicBezTo>
                  <a:pt x="21421" y="144"/>
                  <a:pt x="21425" y="157"/>
                  <a:pt x="21428" y="171"/>
                </a:cubicBezTo>
                <a:cubicBezTo>
                  <a:pt x="21431" y="184"/>
                  <a:pt x="21432" y="198"/>
                  <a:pt x="21432" y="212"/>
                </a:cubicBezTo>
                <a:lnTo>
                  <a:pt x="21432" y="1721"/>
                </a:lnTo>
                <a:cubicBezTo>
                  <a:pt x="21432" y="1735"/>
                  <a:pt x="21431" y="1749"/>
                  <a:pt x="21428" y="1762"/>
                </a:cubicBezTo>
                <a:cubicBezTo>
                  <a:pt x="21425" y="1776"/>
                  <a:pt x="21421" y="1789"/>
                  <a:pt x="21416" y="1802"/>
                </a:cubicBezTo>
                <a:cubicBezTo>
                  <a:pt x="21411" y="1815"/>
                  <a:pt x="21404" y="1827"/>
                  <a:pt x="21396" y="1839"/>
                </a:cubicBezTo>
                <a:cubicBezTo>
                  <a:pt x="21389" y="1850"/>
                  <a:pt x="21380" y="1861"/>
                  <a:pt x="21370" y="1871"/>
                </a:cubicBezTo>
                <a:cubicBezTo>
                  <a:pt x="21360" y="1881"/>
                  <a:pt x="21350" y="1889"/>
                  <a:pt x="21338" y="1897"/>
                </a:cubicBezTo>
                <a:cubicBezTo>
                  <a:pt x="21326" y="1905"/>
                  <a:pt x="21314" y="1911"/>
                  <a:pt x="21301" y="1917"/>
                </a:cubicBezTo>
                <a:cubicBezTo>
                  <a:pt x="21289" y="1922"/>
                  <a:pt x="21275" y="1926"/>
                  <a:pt x="21262" y="1929"/>
                </a:cubicBezTo>
                <a:cubicBezTo>
                  <a:pt x="21248" y="1931"/>
                  <a:pt x="21234" y="1933"/>
                  <a:pt x="21220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/>
          <p:nvPr/>
        </p:nvSpPr>
        <p:spPr>
          <a:xfrm>
            <a:off x="456840" y="2219040"/>
            <a:ext cx="7744320" cy="695880"/>
          </a:xfrm>
          <a:custGeom>
            <a:avLst/>
            <a:gdLst/>
            <a:ahLst/>
            <a:rect l="0" t="0" r="r" b="b"/>
            <a:pathLst>
              <a:path w="21512" h="1933">
                <a:moveTo>
                  <a:pt x="0" y="0"/>
                </a:moveTo>
                <a:lnTo>
                  <a:pt x="21512" y="0"/>
                </a:lnTo>
                <a:lnTo>
                  <a:pt x="2151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 txBox="1"/>
          <p:nvPr/>
        </p:nvSpPr>
        <p:spPr>
          <a:xfrm>
            <a:off x="696960" y="181800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 txBox="1"/>
          <p:nvPr/>
        </p:nvSpPr>
        <p:spPr>
          <a:xfrm>
            <a:off x="696960" y="235116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485640" y="2981160"/>
            <a:ext cx="7715520" cy="466920"/>
          </a:xfrm>
          <a:custGeom>
            <a:avLst/>
            <a:gdLst/>
            <a:ahLst/>
            <a:rect l="0" t="0" r="r" b="b"/>
            <a:pathLst>
              <a:path w="21432" h="1297">
                <a:moveTo>
                  <a:pt x="0" y="1086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1220" y="0"/>
                </a:lnTo>
                <a:cubicBezTo>
                  <a:pt x="21234" y="0"/>
                  <a:pt x="21248" y="1"/>
                  <a:pt x="21262" y="4"/>
                </a:cubicBezTo>
                <a:cubicBezTo>
                  <a:pt x="21275" y="7"/>
                  <a:pt x="21289" y="11"/>
                  <a:pt x="21301" y="16"/>
                </a:cubicBezTo>
                <a:cubicBezTo>
                  <a:pt x="21314" y="21"/>
                  <a:pt x="21326" y="28"/>
                  <a:pt x="21338" y="36"/>
                </a:cubicBezTo>
                <a:cubicBezTo>
                  <a:pt x="21350" y="43"/>
                  <a:pt x="21360" y="52"/>
                  <a:pt x="21370" y="62"/>
                </a:cubicBezTo>
                <a:cubicBezTo>
                  <a:pt x="21380" y="72"/>
                  <a:pt x="21389" y="82"/>
                  <a:pt x="21396" y="94"/>
                </a:cubicBezTo>
                <a:cubicBezTo>
                  <a:pt x="21404" y="106"/>
                  <a:pt x="21411" y="118"/>
                  <a:pt x="21416" y="131"/>
                </a:cubicBezTo>
                <a:cubicBezTo>
                  <a:pt x="21421" y="144"/>
                  <a:pt x="21425" y="158"/>
                  <a:pt x="21428" y="171"/>
                </a:cubicBezTo>
                <a:cubicBezTo>
                  <a:pt x="21431" y="185"/>
                  <a:pt x="21432" y="199"/>
                  <a:pt x="21432" y="213"/>
                </a:cubicBezTo>
                <a:lnTo>
                  <a:pt x="21432" y="1086"/>
                </a:lnTo>
                <a:cubicBezTo>
                  <a:pt x="21432" y="1100"/>
                  <a:pt x="21431" y="1113"/>
                  <a:pt x="21428" y="1127"/>
                </a:cubicBezTo>
                <a:cubicBezTo>
                  <a:pt x="21425" y="1141"/>
                  <a:pt x="21421" y="1154"/>
                  <a:pt x="21416" y="1167"/>
                </a:cubicBezTo>
                <a:cubicBezTo>
                  <a:pt x="21411" y="1180"/>
                  <a:pt x="21404" y="1192"/>
                  <a:pt x="21396" y="1203"/>
                </a:cubicBezTo>
                <a:cubicBezTo>
                  <a:pt x="21389" y="1215"/>
                  <a:pt x="21380" y="1226"/>
                  <a:pt x="21370" y="1235"/>
                </a:cubicBezTo>
                <a:cubicBezTo>
                  <a:pt x="21360" y="1245"/>
                  <a:pt x="21350" y="1254"/>
                  <a:pt x="21338" y="1262"/>
                </a:cubicBezTo>
                <a:cubicBezTo>
                  <a:pt x="21326" y="1269"/>
                  <a:pt x="21314" y="1276"/>
                  <a:pt x="21301" y="1281"/>
                </a:cubicBezTo>
                <a:cubicBezTo>
                  <a:pt x="21289" y="1287"/>
                  <a:pt x="21275" y="1291"/>
                  <a:pt x="21262" y="1293"/>
                </a:cubicBezTo>
                <a:cubicBezTo>
                  <a:pt x="21248" y="1296"/>
                  <a:pt x="21234" y="1297"/>
                  <a:pt x="21220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456840" y="2981160"/>
            <a:ext cx="7744320" cy="466920"/>
          </a:xfrm>
          <a:custGeom>
            <a:avLst/>
            <a:gdLst/>
            <a:ahLst/>
            <a:rect l="0" t="0" r="r" b="b"/>
            <a:pathLst>
              <a:path w="21512" h="1297">
                <a:moveTo>
                  <a:pt x="0" y="0"/>
                </a:moveTo>
                <a:lnTo>
                  <a:pt x="21512" y="0"/>
                </a:lnTo>
                <a:lnTo>
                  <a:pt x="2151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696960" y="257976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466560" y="3657240"/>
            <a:ext cx="7725240" cy="810000"/>
          </a:xfrm>
          <a:custGeom>
            <a:avLst/>
            <a:gdLst/>
            <a:ahLst/>
            <a:rect l="0" t="0" r="r" b="b"/>
            <a:pathLst>
              <a:path w="21459" h="2250">
                <a:moveTo>
                  <a:pt x="0" y="2011"/>
                </a:moveTo>
                <a:lnTo>
                  <a:pt x="0" y="239"/>
                </a:lnTo>
                <a:cubicBezTo>
                  <a:pt x="0" y="223"/>
                  <a:pt x="1" y="208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1"/>
                </a:cubicBezTo>
                <a:cubicBezTo>
                  <a:pt x="119" y="32"/>
                  <a:pt x="133" y="25"/>
                  <a:pt x="147" y="19"/>
                </a:cubicBezTo>
                <a:cubicBezTo>
                  <a:pt x="161" y="13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1221" y="0"/>
                </a:lnTo>
                <a:cubicBezTo>
                  <a:pt x="21236" y="0"/>
                  <a:pt x="21252" y="2"/>
                  <a:pt x="21267" y="5"/>
                </a:cubicBezTo>
                <a:cubicBezTo>
                  <a:pt x="21282" y="8"/>
                  <a:pt x="21297" y="13"/>
                  <a:pt x="21312" y="19"/>
                </a:cubicBezTo>
                <a:cubicBezTo>
                  <a:pt x="21326" y="25"/>
                  <a:pt x="21340" y="32"/>
                  <a:pt x="21353" y="41"/>
                </a:cubicBezTo>
                <a:cubicBezTo>
                  <a:pt x="21366" y="49"/>
                  <a:pt x="21378" y="59"/>
                  <a:pt x="21389" y="70"/>
                </a:cubicBezTo>
                <a:cubicBezTo>
                  <a:pt x="21400" y="81"/>
                  <a:pt x="21410" y="93"/>
                  <a:pt x="21419" y="106"/>
                </a:cubicBezTo>
                <a:cubicBezTo>
                  <a:pt x="21427" y="119"/>
                  <a:pt x="21435" y="133"/>
                  <a:pt x="21441" y="147"/>
                </a:cubicBezTo>
                <a:cubicBezTo>
                  <a:pt x="21447" y="162"/>
                  <a:pt x="21451" y="177"/>
                  <a:pt x="21454" y="192"/>
                </a:cubicBezTo>
                <a:cubicBezTo>
                  <a:pt x="21457" y="208"/>
                  <a:pt x="21459" y="223"/>
                  <a:pt x="21459" y="239"/>
                </a:cubicBezTo>
                <a:lnTo>
                  <a:pt x="21459" y="2011"/>
                </a:lnTo>
                <a:cubicBezTo>
                  <a:pt x="21459" y="2027"/>
                  <a:pt x="21457" y="2042"/>
                  <a:pt x="21454" y="2058"/>
                </a:cubicBezTo>
                <a:cubicBezTo>
                  <a:pt x="21451" y="2073"/>
                  <a:pt x="21447" y="2088"/>
                  <a:pt x="21441" y="2102"/>
                </a:cubicBezTo>
                <a:cubicBezTo>
                  <a:pt x="21435" y="2117"/>
                  <a:pt x="21427" y="2131"/>
                  <a:pt x="21419" y="2144"/>
                </a:cubicBezTo>
                <a:cubicBezTo>
                  <a:pt x="21410" y="2157"/>
                  <a:pt x="21400" y="2169"/>
                  <a:pt x="21389" y="2180"/>
                </a:cubicBezTo>
                <a:cubicBezTo>
                  <a:pt x="21378" y="2191"/>
                  <a:pt x="21366" y="2201"/>
                  <a:pt x="21353" y="2210"/>
                </a:cubicBezTo>
                <a:cubicBezTo>
                  <a:pt x="21340" y="2219"/>
                  <a:pt x="21326" y="2226"/>
                  <a:pt x="21312" y="2232"/>
                </a:cubicBezTo>
                <a:cubicBezTo>
                  <a:pt x="21297" y="2238"/>
                  <a:pt x="21282" y="2243"/>
                  <a:pt x="21267" y="2246"/>
                </a:cubicBezTo>
                <a:cubicBezTo>
                  <a:pt x="21252" y="2249"/>
                  <a:pt x="21236" y="2250"/>
                  <a:pt x="21221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1"/>
                  <a:pt x="70" y="2180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7"/>
                  <a:pt x="18" y="2102"/>
                </a:cubicBezTo>
                <a:cubicBezTo>
                  <a:pt x="12" y="2088"/>
                  <a:pt x="8" y="2073"/>
                  <a:pt x="5" y="2058"/>
                </a:cubicBezTo>
                <a:cubicBezTo>
                  <a:pt x="1" y="2042"/>
                  <a:pt x="0" y="2027"/>
                  <a:pt x="0" y="201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/>
          <p:nvPr/>
        </p:nvSpPr>
        <p:spPr>
          <a:xfrm>
            <a:off x="466560" y="3657240"/>
            <a:ext cx="7725240" cy="810000"/>
          </a:xfrm>
          <a:custGeom>
            <a:avLst/>
            <a:gdLst/>
            <a:ahLst/>
            <a:rect l="0" t="0" r="r" b="b"/>
            <a:pathLst>
              <a:path w="21459" h="2250">
                <a:moveTo>
                  <a:pt x="0" y="2011"/>
                </a:moveTo>
                <a:lnTo>
                  <a:pt x="0" y="239"/>
                </a:lnTo>
                <a:cubicBezTo>
                  <a:pt x="0" y="223"/>
                  <a:pt x="1" y="208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1"/>
                </a:cubicBezTo>
                <a:cubicBezTo>
                  <a:pt x="119" y="32"/>
                  <a:pt x="133" y="25"/>
                  <a:pt x="147" y="19"/>
                </a:cubicBezTo>
                <a:cubicBezTo>
                  <a:pt x="161" y="13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1221" y="0"/>
                </a:lnTo>
                <a:cubicBezTo>
                  <a:pt x="21236" y="0"/>
                  <a:pt x="21252" y="2"/>
                  <a:pt x="21267" y="5"/>
                </a:cubicBezTo>
                <a:cubicBezTo>
                  <a:pt x="21282" y="8"/>
                  <a:pt x="21297" y="13"/>
                  <a:pt x="21312" y="19"/>
                </a:cubicBezTo>
                <a:cubicBezTo>
                  <a:pt x="21326" y="25"/>
                  <a:pt x="21340" y="32"/>
                  <a:pt x="21353" y="41"/>
                </a:cubicBezTo>
                <a:cubicBezTo>
                  <a:pt x="21366" y="49"/>
                  <a:pt x="21378" y="59"/>
                  <a:pt x="21389" y="70"/>
                </a:cubicBezTo>
                <a:cubicBezTo>
                  <a:pt x="21400" y="81"/>
                  <a:pt x="21410" y="93"/>
                  <a:pt x="21419" y="106"/>
                </a:cubicBezTo>
                <a:cubicBezTo>
                  <a:pt x="21427" y="119"/>
                  <a:pt x="21435" y="133"/>
                  <a:pt x="21441" y="147"/>
                </a:cubicBezTo>
                <a:cubicBezTo>
                  <a:pt x="21447" y="162"/>
                  <a:pt x="21451" y="177"/>
                  <a:pt x="21454" y="192"/>
                </a:cubicBezTo>
                <a:cubicBezTo>
                  <a:pt x="21457" y="208"/>
                  <a:pt x="21459" y="223"/>
                  <a:pt x="21459" y="239"/>
                </a:cubicBezTo>
                <a:lnTo>
                  <a:pt x="21459" y="2011"/>
                </a:lnTo>
                <a:cubicBezTo>
                  <a:pt x="21459" y="2027"/>
                  <a:pt x="21457" y="2042"/>
                  <a:pt x="21454" y="2058"/>
                </a:cubicBezTo>
                <a:cubicBezTo>
                  <a:pt x="21451" y="2073"/>
                  <a:pt x="21447" y="2088"/>
                  <a:pt x="21441" y="2102"/>
                </a:cubicBezTo>
                <a:cubicBezTo>
                  <a:pt x="21435" y="2117"/>
                  <a:pt x="21427" y="2131"/>
                  <a:pt x="21419" y="2144"/>
                </a:cubicBezTo>
                <a:cubicBezTo>
                  <a:pt x="21410" y="2157"/>
                  <a:pt x="21400" y="2169"/>
                  <a:pt x="21389" y="2180"/>
                </a:cubicBezTo>
                <a:cubicBezTo>
                  <a:pt x="21378" y="2191"/>
                  <a:pt x="21366" y="2201"/>
                  <a:pt x="21353" y="2210"/>
                </a:cubicBezTo>
                <a:cubicBezTo>
                  <a:pt x="21340" y="2219"/>
                  <a:pt x="21326" y="2226"/>
                  <a:pt x="21312" y="2232"/>
                </a:cubicBezTo>
                <a:cubicBezTo>
                  <a:pt x="21297" y="2238"/>
                  <a:pt x="21282" y="2243"/>
                  <a:pt x="21267" y="2246"/>
                </a:cubicBezTo>
                <a:cubicBezTo>
                  <a:pt x="21252" y="2249"/>
                  <a:pt x="21236" y="2250"/>
                  <a:pt x="21221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1"/>
                  <a:pt x="70" y="2180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7"/>
                  <a:pt x="18" y="2102"/>
                </a:cubicBezTo>
                <a:cubicBezTo>
                  <a:pt x="12" y="2088"/>
                  <a:pt x="8" y="2073"/>
                  <a:pt x="5" y="2058"/>
                </a:cubicBezTo>
                <a:cubicBezTo>
                  <a:pt x="1" y="2042"/>
                  <a:pt x="0" y="2027"/>
                  <a:pt x="0" y="2011"/>
                </a:cubicBezTo>
                <a:close/>
              </a:path>
            </a:pathLst>
          </a:custGeom>
          <a:noFill/>
          <a:ln w="18720">
            <a:solidFill>
              <a:srgbClr val="7a5dba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9" name=""/>
          <p:cNvSpPr txBox="1"/>
          <p:nvPr/>
        </p:nvSpPr>
        <p:spPr>
          <a:xfrm>
            <a:off x="696960" y="312264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 txBox="1"/>
          <p:nvPr/>
        </p:nvSpPr>
        <p:spPr>
          <a:xfrm>
            <a:off x="674280" y="3844800"/>
            <a:ext cx="8844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7a5dba"/>
                </a:solidFill>
                <a:latin typeface="Arial"/>
                <a:ea typeface="Arial"/>
              </a:rPr>
              <a:t>We hebben capaciteit voor technische uitwerking en zoeken richting. Welke route verkennen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 txBox="1"/>
          <p:nvPr/>
        </p:nvSpPr>
        <p:spPr>
          <a:xfrm>
            <a:off x="674280" y="4083120"/>
            <a:ext cx="367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7a5dba"/>
                </a:solidFill>
                <a:latin typeface="Arial"/>
                <a:ea typeface="Arial"/>
              </a:rPr>
              <a:t>we?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3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