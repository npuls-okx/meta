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1148760" y="232524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3"/>
                </a:lnTo>
                <a:cubicBezTo>
                  <a:pt x="562" y="107"/>
                  <a:pt x="1125" y="15"/>
                  <a:pt x="1672" y="2"/>
                </a:cubicBezTo>
                <a:cubicBezTo>
                  <a:pt x="2221" y="-11"/>
                  <a:pt x="2754" y="54"/>
                  <a:pt x="3021" y="86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301120" y="233676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2297880" y="233208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6" y="15"/>
                </a:moveTo>
                <a:lnTo>
                  <a:pt x="58" y="24"/>
                </a:lnTo>
                <a:lnTo>
                  <a:pt x="50" y="37"/>
                </a:lnTo>
                <a:lnTo>
                  <a:pt x="37" y="28"/>
                </a:lnTo>
                <a:lnTo>
                  <a:pt x="46" y="15"/>
                </a:lnTo>
                <a:moveTo>
                  <a:pt x="58" y="24"/>
                </a:moveTo>
                <a:lnTo>
                  <a:pt x="71" y="32"/>
                </a:lnTo>
                <a:lnTo>
                  <a:pt x="63" y="45"/>
                </a:lnTo>
                <a:lnTo>
                  <a:pt x="50" y="37"/>
                </a:lnTo>
                <a:lnTo>
                  <a:pt x="58" y="24"/>
                </a:lnTo>
                <a:moveTo>
                  <a:pt x="71" y="32"/>
                </a:moveTo>
                <a:lnTo>
                  <a:pt x="84" y="41"/>
                </a:lnTo>
                <a:lnTo>
                  <a:pt x="75" y="53"/>
                </a:lnTo>
                <a:lnTo>
                  <a:pt x="63" y="45"/>
                </a:lnTo>
                <a:lnTo>
                  <a:pt x="71" y="32"/>
                </a:lnTo>
                <a:moveTo>
                  <a:pt x="84" y="41"/>
                </a:moveTo>
                <a:lnTo>
                  <a:pt x="96" y="49"/>
                </a:lnTo>
                <a:lnTo>
                  <a:pt x="88" y="62"/>
                </a:lnTo>
                <a:lnTo>
                  <a:pt x="75" y="53"/>
                </a:lnTo>
                <a:lnTo>
                  <a:pt x="84" y="41"/>
                </a:lnTo>
                <a:moveTo>
                  <a:pt x="96" y="49"/>
                </a:moveTo>
                <a:lnTo>
                  <a:pt x="109" y="57"/>
                </a:lnTo>
                <a:lnTo>
                  <a:pt x="101" y="70"/>
                </a:lnTo>
                <a:lnTo>
                  <a:pt x="88" y="62"/>
                </a:lnTo>
                <a:lnTo>
                  <a:pt x="96" y="49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4"/>
                </a:lnTo>
                <a:lnTo>
                  <a:pt x="126" y="88"/>
                </a:lnTo>
                <a:lnTo>
                  <a:pt x="113" y="79"/>
                </a:lnTo>
                <a:lnTo>
                  <a:pt x="122" y="66"/>
                </a:lnTo>
                <a:moveTo>
                  <a:pt x="134" y="74"/>
                </a:moveTo>
                <a:lnTo>
                  <a:pt x="147" y="83"/>
                </a:lnTo>
                <a:lnTo>
                  <a:pt x="139" y="96"/>
                </a:lnTo>
                <a:lnTo>
                  <a:pt x="126" y="88"/>
                </a:lnTo>
                <a:lnTo>
                  <a:pt x="134" y="74"/>
                </a:lnTo>
                <a:moveTo>
                  <a:pt x="147" y="83"/>
                </a:moveTo>
                <a:lnTo>
                  <a:pt x="160" y="92"/>
                </a:lnTo>
                <a:lnTo>
                  <a:pt x="151" y="105"/>
                </a:lnTo>
                <a:lnTo>
                  <a:pt x="139" y="96"/>
                </a:lnTo>
                <a:lnTo>
                  <a:pt x="147" y="83"/>
                </a:lnTo>
                <a:moveTo>
                  <a:pt x="160" y="92"/>
                </a:moveTo>
                <a:lnTo>
                  <a:pt x="173" y="100"/>
                </a:lnTo>
                <a:lnTo>
                  <a:pt x="164" y="113"/>
                </a:lnTo>
                <a:lnTo>
                  <a:pt x="151" y="105"/>
                </a:lnTo>
                <a:lnTo>
                  <a:pt x="160" y="92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20"/>
                </a:lnTo>
                <a:lnTo>
                  <a:pt x="156" y="105"/>
                </a:lnTo>
                <a:lnTo>
                  <a:pt x="168" y="101"/>
                </a:lnTo>
                <a:lnTo>
                  <a:pt x="171" y="108"/>
                </a:lnTo>
                <a:lnTo>
                  <a:pt x="166" y="115"/>
                </a:lnTo>
                <a:lnTo>
                  <a:pt x="164" y="113"/>
                </a:lnTo>
                <a:lnTo>
                  <a:pt x="173" y="100"/>
                </a:lnTo>
                <a:moveTo>
                  <a:pt x="161" y="120"/>
                </a:moveTo>
                <a:lnTo>
                  <a:pt x="147" y="125"/>
                </a:lnTo>
                <a:lnTo>
                  <a:pt x="142" y="110"/>
                </a:lnTo>
                <a:lnTo>
                  <a:pt x="156" y="105"/>
                </a:lnTo>
                <a:lnTo>
                  <a:pt x="161" y="120"/>
                </a:lnTo>
                <a:moveTo>
                  <a:pt x="147" y="125"/>
                </a:moveTo>
                <a:lnTo>
                  <a:pt x="133" y="130"/>
                </a:lnTo>
                <a:lnTo>
                  <a:pt x="128" y="116"/>
                </a:lnTo>
                <a:lnTo>
                  <a:pt x="142" y="110"/>
                </a:lnTo>
                <a:lnTo>
                  <a:pt x="147" y="125"/>
                </a:lnTo>
                <a:moveTo>
                  <a:pt x="133" y="130"/>
                </a:moveTo>
                <a:lnTo>
                  <a:pt x="118" y="135"/>
                </a:lnTo>
                <a:lnTo>
                  <a:pt x="113" y="121"/>
                </a:lnTo>
                <a:lnTo>
                  <a:pt x="128" y="116"/>
                </a:lnTo>
                <a:lnTo>
                  <a:pt x="133" y="130"/>
                </a:lnTo>
                <a:moveTo>
                  <a:pt x="118" y="135"/>
                </a:moveTo>
                <a:lnTo>
                  <a:pt x="104" y="140"/>
                </a:lnTo>
                <a:lnTo>
                  <a:pt x="99" y="126"/>
                </a:lnTo>
                <a:lnTo>
                  <a:pt x="113" y="121"/>
                </a:lnTo>
                <a:lnTo>
                  <a:pt x="118" y="135"/>
                </a:lnTo>
                <a:moveTo>
                  <a:pt x="104" y="140"/>
                </a:moveTo>
                <a:lnTo>
                  <a:pt x="90" y="145"/>
                </a:lnTo>
                <a:lnTo>
                  <a:pt x="85" y="131"/>
                </a:lnTo>
                <a:lnTo>
                  <a:pt x="99" y="126"/>
                </a:lnTo>
                <a:lnTo>
                  <a:pt x="104" y="140"/>
                </a:lnTo>
                <a:moveTo>
                  <a:pt x="90" y="145"/>
                </a:moveTo>
                <a:lnTo>
                  <a:pt x="75" y="150"/>
                </a:lnTo>
                <a:lnTo>
                  <a:pt x="70" y="136"/>
                </a:lnTo>
                <a:lnTo>
                  <a:pt x="85" y="131"/>
                </a:lnTo>
                <a:lnTo>
                  <a:pt x="90" y="145"/>
                </a:lnTo>
                <a:moveTo>
                  <a:pt x="75" y="150"/>
                </a:moveTo>
                <a:lnTo>
                  <a:pt x="61" y="155"/>
                </a:lnTo>
                <a:lnTo>
                  <a:pt x="56" y="141"/>
                </a:lnTo>
                <a:lnTo>
                  <a:pt x="70" y="136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6"/>
                </a:lnTo>
                <a:lnTo>
                  <a:pt x="56" y="141"/>
                </a:lnTo>
                <a:lnTo>
                  <a:pt x="61" y="155"/>
                </a:lnTo>
                <a:moveTo>
                  <a:pt x="47" y="160"/>
                </a:moveTo>
                <a:lnTo>
                  <a:pt x="31" y="166"/>
                </a:lnTo>
                <a:lnTo>
                  <a:pt x="26" y="151"/>
                </a:lnTo>
                <a:lnTo>
                  <a:pt x="42" y="146"/>
                </a:lnTo>
                <a:lnTo>
                  <a:pt x="47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6"/>
                </a:lnTo>
                <a:lnTo>
                  <a:pt x="26" y="151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1"/>
                </a:lnTo>
                <a:moveTo>
                  <a:pt x="3" y="155"/>
                </a:moveTo>
                <a:lnTo>
                  <a:pt x="5" y="140"/>
                </a:lnTo>
                <a:lnTo>
                  <a:pt x="20" y="142"/>
                </a:lnTo>
                <a:lnTo>
                  <a:pt x="18" y="157"/>
                </a:lnTo>
                <a:lnTo>
                  <a:pt x="3" y="155"/>
                </a:lnTo>
                <a:moveTo>
                  <a:pt x="5" y="140"/>
                </a:moveTo>
                <a:lnTo>
                  <a:pt x="7" y="125"/>
                </a:lnTo>
                <a:lnTo>
                  <a:pt x="22" y="126"/>
                </a:lnTo>
                <a:lnTo>
                  <a:pt x="20" y="142"/>
                </a:lnTo>
                <a:lnTo>
                  <a:pt x="5" y="140"/>
                </a:lnTo>
                <a:moveTo>
                  <a:pt x="7" y="125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5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8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8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8"/>
                </a:lnTo>
                <a:moveTo>
                  <a:pt x="14" y="63"/>
                </a:moveTo>
                <a:lnTo>
                  <a:pt x="16" y="48"/>
                </a:lnTo>
                <a:lnTo>
                  <a:pt x="31" y="50"/>
                </a:lnTo>
                <a:lnTo>
                  <a:pt x="29" y="65"/>
                </a:lnTo>
                <a:lnTo>
                  <a:pt x="14" y="63"/>
                </a:lnTo>
                <a:moveTo>
                  <a:pt x="16" y="48"/>
                </a:moveTo>
                <a:lnTo>
                  <a:pt x="18" y="33"/>
                </a:lnTo>
                <a:lnTo>
                  <a:pt x="33" y="35"/>
                </a:lnTo>
                <a:lnTo>
                  <a:pt x="31" y="50"/>
                </a:lnTo>
                <a:lnTo>
                  <a:pt x="16" y="48"/>
                </a:lnTo>
                <a:moveTo>
                  <a:pt x="18" y="33"/>
                </a:moveTo>
                <a:lnTo>
                  <a:pt x="20" y="18"/>
                </a:lnTo>
                <a:lnTo>
                  <a:pt x="36" y="20"/>
                </a:lnTo>
                <a:lnTo>
                  <a:pt x="33" y="35"/>
                </a:lnTo>
                <a:lnTo>
                  <a:pt x="18" y="33"/>
                </a:lnTo>
                <a:moveTo>
                  <a:pt x="20" y="18"/>
                </a:moveTo>
                <a:lnTo>
                  <a:pt x="22" y="0"/>
                </a:lnTo>
                <a:lnTo>
                  <a:pt x="46" y="15"/>
                </a:lnTo>
                <a:lnTo>
                  <a:pt x="37" y="28"/>
                </a:lnTo>
                <a:lnTo>
                  <a:pt x="24" y="20"/>
                </a:lnTo>
                <a:lnTo>
                  <a:pt x="28" y="13"/>
                </a:lnTo>
                <a:lnTo>
                  <a:pt x="36" y="14"/>
                </a:lnTo>
                <a:lnTo>
                  <a:pt x="36" y="20"/>
                </a:lnTo>
                <a:lnTo>
                  <a:pt x="2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612600" y="231480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3"/>
                </a:lnTo>
                <a:cubicBezTo>
                  <a:pt x="398" y="65"/>
                  <a:pt x="795" y="8"/>
                  <a:pt x="1179" y="1"/>
                </a:cubicBezTo>
                <a:cubicBezTo>
                  <a:pt x="1564" y="-6"/>
                  <a:pt x="1936" y="36"/>
                  <a:pt x="2122" y="57"/>
                </a:cubicBezTo>
                <a:lnTo>
                  <a:pt x="2307" y="79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12520" y="231264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2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409280" y="230760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3" y="15"/>
                </a:moveTo>
                <a:lnTo>
                  <a:pt x="57" y="24"/>
                </a:lnTo>
                <a:lnTo>
                  <a:pt x="48" y="36"/>
                </a:lnTo>
                <a:lnTo>
                  <a:pt x="35" y="28"/>
                </a:lnTo>
                <a:lnTo>
                  <a:pt x="43" y="15"/>
                </a:lnTo>
                <a:moveTo>
                  <a:pt x="57" y="24"/>
                </a:moveTo>
                <a:lnTo>
                  <a:pt x="70" y="32"/>
                </a:lnTo>
                <a:lnTo>
                  <a:pt x="62" y="45"/>
                </a:lnTo>
                <a:lnTo>
                  <a:pt x="48" y="36"/>
                </a:lnTo>
                <a:lnTo>
                  <a:pt x="57" y="24"/>
                </a:lnTo>
                <a:moveTo>
                  <a:pt x="70" y="32"/>
                </a:moveTo>
                <a:lnTo>
                  <a:pt x="83" y="40"/>
                </a:lnTo>
                <a:lnTo>
                  <a:pt x="74" y="53"/>
                </a:lnTo>
                <a:lnTo>
                  <a:pt x="62" y="45"/>
                </a:lnTo>
                <a:lnTo>
                  <a:pt x="70" y="32"/>
                </a:lnTo>
                <a:moveTo>
                  <a:pt x="83" y="40"/>
                </a:moveTo>
                <a:lnTo>
                  <a:pt x="95" y="49"/>
                </a:lnTo>
                <a:lnTo>
                  <a:pt x="87" y="61"/>
                </a:lnTo>
                <a:lnTo>
                  <a:pt x="74" y="53"/>
                </a:lnTo>
                <a:lnTo>
                  <a:pt x="83" y="40"/>
                </a:lnTo>
                <a:moveTo>
                  <a:pt x="95" y="49"/>
                </a:moveTo>
                <a:lnTo>
                  <a:pt x="108" y="57"/>
                </a:lnTo>
                <a:lnTo>
                  <a:pt x="100" y="70"/>
                </a:lnTo>
                <a:lnTo>
                  <a:pt x="87" y="61"/>
                </a:lnTo>
                <a:lnTo>
                  <a:pt x="95" y="49"/>
                </a:lnTo>
                <a:moveTo>
                  <a:pt x="108" y="57"/>
                </a:moveTo>
                <a:lnTo>
                  <a:pt x="121" y="65"/>
                </a:lnTo>
                <a:lnTo>
                  <a:pt x="113" y="78"/>
                </a:lnTo>
                <a:lnTo>
                  <a:pt x="100" y="70"/>
                </a:lnTo>
                <a:lnTo>
                  <a:pt x="108" y="57"/>
                </a:lnTo>
                <a:moveTo>
                  <a:pt x="121" y="65"/>
                </a:moveTo>
                <a:lnTo>
                  <a:pt x="134" y="74"/>
                </a:lnTo>
                <a:lnTo>
                  <a:pt x="125" y="86"/>
                </a:lnTo>
                <a:lnTo>
                  <a:pt x="113" y="78"/>
                </a:lnTo>
                <a:lnTo>
                  <a:pt x="121" y="65"/>
                </a:lnTo>
                <a:moveTo>
                  <a:pt x="134" y="74"/>
                </a:moveTo>
                <a:lnTo>
                  <a:pt x="146" y="82"/>
                </a:lnTo>
                <a:lnTo>
                  <a:pt x="138" y="95"/>
                </a:lnTo>
                <a:lnTo>
                  <a:pt x="125" y="86"/>
                </a:lnTo>
                <a:lnTo>
                  <a:pt x="134" y="74"/>
                </a:lnTo>
                <a:moveTo>
                  <a:pt x="146" y="82"/>
                </a:moveTo>
                <a:lnTo>
                  <a:pt x="159" y="90"/>
                </a:lnTo>
                <a:lnTo>
                  <a:pt x="151" y="103"/>
                </a:lnTo>
                <a:lnTo>
                  <a:pt x="138" y="95"/>
                </a:lnTo>
                <a:lnTo>
                  <a:pt x="146" y="82"/>
                </a:lnTo>
                <a:moveTo>
                  <a:pt x="159" y="90"/>
                </a:moveTo>
                <a:lnTo>
                  <a:pt x="172" y="98"/>
                </a:lnTo>
                <a:lnTo>
                  <a:pt x="164" y="111"/>
                </a:lnTo>
                <a:lnTo>
                  <a:pt x="151" y="103"/>
                </a:lnTo>
                <a:lnTo>
                  <a:pt x="159" y="90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8"/>
                </a:lnTo>
                <a:lnTo>
                  <a:pt x="156" y="103"/>
                </a:lnTo>
                <a:lnTo>
                  <a:pt x="167" y="99"/>
                </a:lnTo>
                <a:lnTo>
                  <a:pt x="170" y="106"/>
                </a:lnTo>
                <a:lnTo>
                  <a:pt x="166" y="113"/>
                </a:lnTo>
                <a:lnTo>
                  <a:pt x="164" y="111"/>
                </a:lnTo>
                <a:lnTo>
                  <a:pt x="172" y="98"/>
                </a:lnTo>
                <a:moveTo>
                  <a:pt x="161" y="118"/>
                </a:moveTo>
                <a:lnTo>
                  <a:pt x="147" y="123"/>
                </a:lnTo>
                <a:lnTo>
                  <a:pt x="141" y="109"/>
                </a:lnTo>
                <a:lnTo>
                  <a:pt x="156" y="103"/>
                </a:lnTo>
                <a:lnTo>
                  <a:pt x="161" y="118"/>
                </a:lnTo>
                <a:moveTo>
                  <a:pt x="147" y="123"/>
                </a:moveTo>
                <a:lnTo>
                  <a:pt x="132" y="128"/>
                </a:lnTo>
                <a:lnTo>
                  <a:pt x="127" y="114"/>
                </a:lnTo>
                <a:lnTo>
                  <a:pt x="141" y="109"/>
                </a:lnTo>
                <a:lnTo>
                  <a:pt x="147" y="123"/>
                </a:lnTo>
                <a:moveTo>
                  <a:pt x="132" y="128"/>
                </a:moveTo>
                <a:lnTo>
                  <a:pt x="118" y="133"/>
                </a:lnTo>
                <a:lnTo>
                  <a:pt x="113" y="119"/>
                </a:lnTo>
                <a:lnTo>
                  <a:pt x="127" y="114"/>
                </a:lnTo>
                <a:lnTo>
                  <a:pt x="132" y="128"/>
                </a:lnTo>
                <a:moveTo>
                  <a:pt x="118" y="133"/>
                </a:moveTo>
                <a:lnTo>
                  <a:pt x="104" y="139"/>
                </a:lnTo>
                <a:lnTo>
                  <a:pt x="99" y="124"/>
                </a:lnTo>
                <a:lnTo>
                  <a:pt x="113" y="119"/>
                </a:lnTo>
                <a:lnTo>
                  <a:pt x="118" y="133"/>
                </a:lnTo>
                <a:moveTo>
                  <a:pt x="104" y="139"/>
                </a:moveTo>
                <a:lnTo>
                  <a:pt x="89" y="144"/>
                </a:lnTo>
                <a:lnTo>
                  <a:pt x="84" y="130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30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6"/>
                </a:lnTo>
                <a:lnTo>
                  <a:pt x="26" y="150"/>
                </a:lnTo>
                <a:lnTo>
                  <a:pt x="40" y="145"/>
                </a:lnTo>
                <a:lnTo>
                  <a:pt x="46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7"/>
                </a:lnTo>
                <a:lnTo>
                  <a:pt x="26" y="150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6"/>
                </a:lnTo>
                <a:lnTo>
                  <a:pt x="7" y="158"/>
                </a:lnTo>
                <a:lnTo>
                  <a:pt x="12" y="157"/>
                </a:lnTo>
                <a:lnTo>
                  <a:pt x="17" y="171"/>
                </a:lnTo>
                <a:moveTo>
                  <a:pt x="3" y="155"/>
                </a:moveTo>
                <a:lnTo>
                  <a:pt x="5" y="139"/>
                </a:lnTo>
                <a:lnTo>
                  <a:pt x="20" y="141"/>
                </a:lnTo>
                <a:lnTo>
                  <a:pt x="18" y="157"/>
                </a:lnTo>
                <a:lnTo>
                  <a:pt x="3" y="155"/>
                </a:lnTo>
                <a:moveTo>
                  <a:pt x="5" y="139"/>
                </a:moveTo>
                <a:lnTo>
                  <a:pt x="6" y="124"/>
                </a:lnTo>
                <a:lnTo>
                  <a:pt x="21" y="126"/>
                </a:lnTo>
                <a:lnTo>
                  <a:pt x="20" y="141"/>
                </a:lnTo>
                <a:lnTo>
                  <a:pt x="5" y="139"/>
                </a:lnTo>
                <a:moveTo>
                  <a:pt x="6" y="124"/>
                </a:moveTo>
                <a:lnTo>
                  <a:pt x="8" y="109"/>
                </a:lnTo>
                <a:lnTo>
                  <a:pt x="23" y="110"/>
                </a:lnTo>
                <a:lnTo>
                  <a:pt x="21" y="126"/>
                </a:lnTo>
                <a:lnTo>
                  <a:pt x="6" y="124"/>
                </a:lnTo>
                <a:moveTo>
                  <a:pt x="8" y="109"/>
                </a:moveTo>
                <a:lnTo>
                  <a:pt x="10" y="94"/>
                </a:lnTo>
                <a:lnTo>
                  <a:pt x="25" y="95"/>
                </a:lnTo>
                <a:lnTo>
                  <a:pt x="23" y="110"/>
                </a:lnTo>
                <a:lnTo>
                  <a:pt x="8" y="109"/>
                </a:lnTo>
                <a:moveTo>
                  <a:pt x="10" y="94"/>
                </a:moveTo>
                <a:lnTo>
                  <a:pt x="11" y="79"/>
                </a:lnTo>
                <a:lnTo>
                  <a:pt x="27" y="80"/>
                </a:lnTo>
                <a:lnTo>
                  <a:pt x="25" y="95"/>
                </a:lnTo>
                <a:lnTo>
                  <a:pt x="10" y="94"/>
                </a:lnTo>
                <a:moveTo>
                  <a:pt x="11" y="79"/>
                </a:moveTo>
                <a:lnTo>
                  <a:pt x="13" y="63"/>
                </a:lnTo>
                <a:lnTo>
                  <a:pt x="28" y="65"/>
                </a:lnTo>
                <a:lnTo>
                  <a:pt x="27" y="80"/>
                </a:lnTo>
                <a:lnTo>
                  <a:pt x="11" y="79"/>
                </a:lnTo>
                <a:moveTo>
                  <a:pt x="13" y="63"/>
                </a:moveTo>
                <a:lnTo>
                  <a:pt x="15" y="48"/>
                </a:lnTo>
                <a:lnTo>
                  <a:pt x="30" y="50"/>
                </a:lnTo>
                <a:lnTo>
                  <a:pt x="28" y="65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5"/>
                </a:lnTo>
                <a:lnTo>
                  <a:pt x="30" y="50"/>
                </a:lnTo>
                <a:lnTo>
                  <a:pt x="15" y="48"/>
                </a:lnTo>
                <a:moveTo>
                  <a:pt x="17" y="33"/>
                </a:moveTo>
                <a:lnTo>
                  <a:pt x="18" y="18"/>
                </a:lnTo>
                <a:lnTo>
                  <a:pt x="33" y="20"/>
                </a:lnTo>
                <a:lnTo>
                  <a:pt x="32" y="35"/>
                </a:lnTo>
                <a:lnTo>
                  <a:pt x="17" y="33"/>
                </a:lnTo>
                <a:moveTo>
                  <a:pt x="18" y="18"/>
                </a:moveTo>
                <a:lnTo>
                  <a:pt x="20" y="0"/>
                </a:lnTo>
                <a:lnTo>
                  <a:pt x="43" y="15"/>
                </a:lnTo>
                <a:lnTo>
                  <a:pt x="35" y="28"/>
                </a:lnTo>
                <a:lnTo>
                  <a:pt x="22" y="20"/>
                </a:lnTo>
                <a:lnTo>
                  <a:pt x="27" y="14"/>
                </a:lnTo>
                <a:lnTo>
                  <a:pt x="34" y="14"/>
                </a:lnTo>
                <a:lnTo>
                  <a:pt x="33" y="20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249240" y="2323440"/>
            <a:ext cx="1535400" cy="62280"/>
          </a:xfrm>
          <a:custGeom>
            <a:avLst/>
            <a:gdLst/>
            <a:ahLst/>
            <a:rect l="0" t="0" r="r" b="b"/>
            <a:pathLst>
              <a:path fill="none" w="4265" h="173">
                <a:moveTo>
                  <a:pt x="0" y="123"/>
                </a:moveTo>
                <a:lnTo>
                  <a:pt x="362" y="90"/>
                </a:lnTo>
                <a:cubicBezTo>
                  <a:pt x="723" y="58"/>
                  <a:pt x="1446" y="-8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4040" y="235476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7750800" y="2350080"/>
            <a:ext cx="66960" cy="63360"/>
          </a:xfrm>
          <a:custGeom>
            <a:avLst/>
            <a:gdLst/>
            <a:ahLst/>
            <a:rect l="0" t="0" r="r" b="b"/>
            <a:pathLst>
              <a:path w="186" h="176">
                <a:moveTo>
                  <a:pt x="44" y="15"/>
                </a:moveTo>
                <a:lnTo>
                  <a:pt x="57" y="23"/>
                </a:lnTo>
                <a:lnTo>
                  <a:pt x="48" y="37"/>
                </a:lnTo>
                <a:lnTo>
                  <a:pt x="36" y="28"/>
                </a:lnTo>
                <a:lnTo>
                  <a:pt x="44" y="15"/>
                </a:lnTo>
                <a:moveTo>
                  <a:pt x="57" y="23"/>
                </a:moveTo>
                <a:lnTo>
                  <a:pt x="69" y="32"/>
                </a:lnTo>
                <a:lnTo>
                  <a:pt x="61" y="45"/>
                </a:lnTo>
                <a:lnTo>
                  <a:pt x="48" y="37"/>
                </a:lnTo>
                <a:lnTo>
                  <a:pt x="57" y="23"/>
                </a:lnTo>
                <a:moveTo>
                  <a:pt x="69" y="32"/>
                </a:moveTo>
                <a:lnTo>
                  <a:pt x="82" y="41"/>
                </a:lnTo>
                <a:lnTo>
                  <a:pt x="74" y="54"/>
                </a:lnTo>
                <a:lnTo>
                  <a:pt x="61" y="45"/>
                </a:lnTo>
                <a:lnTo>
                  <a:pt x="69" y="32"/>
                </a:lnTo>
                <a:moveTo>
                  <a:pt x="82" y="41"/>
                </a:moveTo>
                <a:lnTo>
                  <a:pt x="95" y="49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49"/>
                </a:moveTo>
                <a:lnTo>
                  <a:pt x="108" y="58"/>
                </a:lnTo>
                <a:lnTo>
                  <a:pt x="99" y="70"/>
                </a:lnTo>
                <a:lnTo>
                  <a:pt x="87" y="62"/>
                </a:lnTo>
                <a:lnTo>
                  <a:pt x="95" y="49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0"/>
                </a:lnTo>
                <a:lnTo>
                  <a:pt x="108" y="58"/>
                </a:lnTo>
                <a:moveTo>
                  <a:pt x="120" y="66"/>
                </a:moveTo>
                <a:lnTo>
                  <a:pt x="133" y="74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4"/>
                </a:moveTo>
                <a:lnTo>
                  <a:pt x="146" y="83"/>
                </a:lnTo>
                <a:lnTo>
                  <a:pt x="137" y="95"/>
                </a:lnTo>
                <a:lnTo>
                  <a:pt x="125" y="87"/>
                </a:lnTo>
                <a:lnTo>
                  <a:pt x="133" y="74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5"/>
                </a:lnTo>
                <a:lnTo>
                  <a:pt x="146" y="83"/>
                </a:lnTo>
                <a:moveTo>
                  <a:pt x="159" y="91"/>
                </a:moveTo>
                <a:lnTo>
                  <a:pt x="171" y="99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99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4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99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09"/>
                </a:lnTo>
                <a:lnTo>
                  <a:pt x="155" y="104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09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39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39"/>
                </a:moveTo>
                <a:lnTo>
                  <a:pt x="89" y="144"/>
                </a:lnTo>
                <a:lnTo>
                  <a:pt x="84" y="130"/>
                </a:lnTo>
                <a:lnTo>
                  <a:pt x="98" y="125"/>
                </a:lnTo>
                <a:lnTo>
                  <a:pt x="103" y="139"/>
                </a:lnTo>
                <a:moveTo>
                  <a:pt x="89" y="144"/>
                </a:moveTo>
                <a:lnTo>
                  <a:pt x="74" y="150"/>
                </a:lnTo>
                <a:lnTo>
                  <a:pt x="69" y="135"/>
                </a:lnTo>
                <a:lnTo>
                  <a:pt x="84" y="130"/>
                </a:lnTo>
                <a:lnTo>
                  <a:pt x="89" y="144"/>
                </a:lnTo>
                <a:moveTo>
                  <a:pt x="74" y="150"/>
                </a:moveTo>
                <a:lnTo>
                  <a:pt x="60" y="155"/>
                </a:lnTo>
                <a:lnTo>
                  <a:pt x="55" y="140"/>
                </a:lnTo>
                <a:lnTo>
                  <a:pt x="69" y="135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0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0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0"/>
                </a:moveTo>
                <a:lnTo>
                  <a:pt x="0" y="176"/>
                </a:lnTo>
                <a:lnTo>
                  <a:pt x="2" y="154"/>
                </a:lnTo>
                <a:lnTo>
                  <a:pt x="17" y="156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0"/>
                </a:lnTo>
                <a:moveTo>
                  <a:pt x="2" y="154"/>
                </a:moveTo>
                <a:lnTo>
                  <a:pt x="4" y="139"/>
                </a:lnTo>
                <a:lnTo>
                  <a:pt x="19" y="141"/>
                </a:lnTo>
                <a:lnTo>
                  <a:pt x="17" y="156"/>
                </a:lnTo>
                <a:lnTo>
                  <a:pt x="2" y="154"/>
                </a:lnTo>
                <a:moveTo>
                  <a:pt x="4" y="139"/>
                </a:moveTo>
                <a:lnTo>
                  <a:pt x="6" y="124"/>
                </a:lnTo>
                <a:lnTo>
                  <a:pt x="21" y="126"/>
                </a:lnTo>
                <a:lnTo>
                  <a:pt x="19" y="141"/>
                </a:lnTo>
                <a:lnTo>
                  <a:pt x="4" y="139"/>
                </a:lnTo>
                <a:moveTo>
                  <a:pt x="6" y="124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4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3"/>
                </a:lnTo>
                <a:lnTo>
                  <a:pt x="32" y="34"/>
                </a:lnTo>
                <a:lnTo>
                  <a:pt x="31" y="51"/>
                </a:lnTo>
                <a:lnTo>
                  <a:pt x="14" y="49"/>
                </a:lnTo>
                <a:moveTo>
                  <a:pt x="16" y="33"/>
                </a:moveTo>
                <a:lnTo>
                  <a:pt x="18" y="18"/>
                </a:lnTo>
                <a:lnTo>
                  <a:pt x="34" y="19"/>
                </a:lnTo>
                <a:lnTo>
                  <a:pt x="32" y="34"/>
                </a:lnTo>
                <a:lnTo>
                  <a:pt x="16" y="33"/>
                </a:lnTo>
                <a:moveTo>
                  <a:pt x="18" y="18"/>
                </a:moveTo>
                <a:lnTo>
                  <a:pt x="20" y="0"/>
                </a:lnTo>
                <a:lnTo>
                  <a:pt x="44" y="15"/>
                </a:lnTo>
                <a:lnTo>
                  <a:pt x="36" y="28"/>
                </a:lnTo>
                <a:lnTo>
                  <a:pt x="22" y="19"/>
                </a:lnTo>
                <a:lnTo>
                  <a:pt x="27" y="13"/>
                </a:lnTo>
                <a:lnTo>
                  <a:pt x="35" y="14"/>
                </a:lnTo>
                <a:lnTo>
                  <a:pt x="34" y="19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76600" y="250668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4"/>
                  <a:pt x="2818" y="170"/>
                  <a:pt x="2107" y="181"/>
                </a:cubicBezTo>
                <a:cubicBezTo>
                  <a:pt x="1396" y="192"/>
                  <a:pt x="698" y="128"/>
                  <a:pt x="349" y="96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9240" y="2505240"/>
            <a:ext cx="57240" cy="54720"/>
          </a:xfrm>
          <a:custGeom>
            <a:avLst/>
            <a:gdLst/>
            <a:ahLst/>
            <a:rect l="0" t="0" r="r" b="b"/>
            <a:pathLst>
              <a:path w="159" h="152">
                <a:moveTo>
                  <a:pt x="146" y="152"/>
                </a:moveTo>
                <a:lnTo>
                  <a:pt x="0" y="62"/>
                </a:lnTo>
                <a:lnTo>
                  <a:pt x="159" y="0"/>
                </a:lnTo>
                <a:lnTo>
                  <a:pt x="146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43120" y="250092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3"/>
                </a:moveTo>
                <a:lnTo>
                  <a:pt x="132" y="155"/>
                </a:lnTo>
                <a:lnTo>
                  <a:pt x="141" y="142"/>
                </a:lnTo>
                <a:lnTo>
                  <a:pt x="154" y="150"/>
                </a:lnTo>
                <a:lnTo>
                  <a:pt x="146" y="163"/>
                </a:lnTo>
                <a:moveTo>
                  <a:pt x="132" y="155"/>
                </a:moveTo>
                <a:lnTo>
                  <a:pt x="119" y="147"/>
                </a:lnTo>
                <a:lnTo>
                  <a:pt x="127" y="133"/>
                </a:lnTo>
                <a:lnTo>
                  <a:pt x="141" y="142"/>
                </a:lnTo>
                <a:lnTo>
                  <a:pt x="132" y="155"/>
                </a:lnTo>
                <a:moveTo>
                  <a:pt x="119" y="147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7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7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9"/>
                </a:lnTo>
                <a:lnTo>
                  <a:pt x="101" y="117"/>
                </a:lnTo>
                <a:lnTo>
                  <a:pt x="93" y="130"/>
                </a:lnTo>
                <a:moveTo>
                  <a:pt x="80" y="122"/>
                </a:moveTo>
                <a:lnTo>
                  <a:pt x="67" y="114"/>
                </a:lnTo>
                <a:lnTo>
                  <a:pt x="75" y="101"/>
                </a:lnTo>
                <a:lnTo>
                  <a:pt x="88" y="109"/>
                </a:lnTo>
                <a:lnTo>
                  <a:pt x="80" y="122"/>
                </a:lnTo>
                <a:moveTo>
                  <a:pt x="67" y="114"/>
                </a:moveTo>
                <a:lnTo>
                  <a:pt x="54" y="106"/>
                </a:lnTo>
                <a:lnTo>
                  <a:pt x="62" y="93"/>
                </a:lnTo>
                <a:lnTo>
                  <a:pt x="75" y="101"/>
                </a:lnTo>
                <a:lnTo>
                  <a:pt x="67" y="114"/>
                </a:lnTo>
                <a:moveTo>
                  <a:pt x="54" y="106"/>
                </a:moveTo>
                <a:lnTo>
                  <a:pt x="41" y="98"/>
                </a:lnTo>
                <a:lnTo>
                  <a:pt x="49" y="85"/>
                </a:lnTo>
                <a:lnTo>
                  <a:pt x="62" y="93"/>
                </a:lnTo>
                <a:lnTo>
                  <a:pt x="54" y="106"/>
                </a:lnTo>
                <a:moveTo>
                  <a:pt x="41" y="98"/>
                </a:moveTo>
                <a:lnTo>
                  <a:pt x="28" y="90"/>
                </a:lnTo>
                <a:lnTo>
                  <a:pt x="36" y="77"/>
                </a:lnTo>
                <a:lnTo>
                  <a:pt x="49" y="85"/>
                </a:lnTo>
                <a:lnTo>
                  <a:pt x="41" y="98"/>
                </a:lnTo>
                <a:moveTo>
                  <a:pt x="28" y="90"/>
                </a:moveTo>
                <a:lnTo>
                  <a:pt x="15" y="82"/>
                </a:lnTo>
                <a:lnTo>
                  <a:pt x="23" y="69"/>
                </a:lnTo>
                <a:lnTo>
                  <a:pt x="36" y="77"/>
                </a:lnTo>
                <a:lnTo>
                  <a:pt x="28" y="90"/>
                </a:lnTo>
                <a:moveTo>
                  <a:pt x="15" y="82"/>
                </a:moveTo>
                <a:lnTo>
                  <a:pt x="0" y="73"/>
                </a:lnTo>
                <a:lnTo>
                  <a:pt x="26" y="62"/>
                </a:lnTo>
                <a:lnTo>
                  <a:pt x="31" y="77"/>
                </a:lnTo>
                <a:lnTo>
                  <a:pt x="20" y="81"/>
                </a:lnTo>
                <a:lnTo>
                  <a:pt x="17" y="74"/>
                </a:lnTo>
                <a:lnTo>
                  <a:pt x="21" y="68"/>
                </a:lnTo>
                <a:lnTo>
                  <a:pt x="23" y="69"/>
                </a:lnTo>
                <a:lnTo>
                  <a:pt x="15" y="82"/>
                </a:lnTo>
                <a:moveTo>
                  <a:pt x="26" y="62"/>
                </a:moveTo>
                <a:lnTo>
                  <a:pt x="40" y="57"/>
                </a:lnTo>
                <a:lnTo>
                  <a:pt x="46" y="71"/>
                </a:lnTo>
                <a:lnTo>
                  <a:pt x="31" y="77"/>
                </a:lnTo>
                <a:lnTo>
                  <a:pt x="26" y="62"/>
                </a:lnTo>
                <a:moveTo>
                  <a:pt x="40" y="57"/>
                </a:moveTo>
                <a:lnTo>
                  <a:pt x="54" y="51"/>
                </a:lnTo>
                <a:lnTo>
                  <a:pt x="60" y="66"/>
                </a:lnTo>
                <a:lnTo>
                  <a:pt x="46" y="71"/>
                </a:lnTo>
                <a:lnTo>
                  <a:pt x="40" y="57"/>
                </a:lnTo>
                <a:moveTo>
                  <a:pt x="54" y="51"/>
                </a:moveTo>
                <a:lnTo>
                  <a:pt x="68" y="46"/>
                </a:lnTo>
                <a:lnTo>
                  <a:pt x="74" y="60"/>
                </a:lnTo>
                <a:lnTo>
                  <a:pt x="60" y="66"/>
                </a:lnTo>
                <a:lnTo>
                  <a:pt x="54" y="51"/>
                </a:lnTo>
                <a:moveTo>
                  <a:pt x="68" y="46"/>
                </a:moveTo>
                <a:lnTo>
                  <a:pt x="82" y="40"/>
                </a:lnTo>
                <a:lnTo>
                  <a:pt x="88" y="54"/>
                </a:lnTo>
                <a:lnTo>
                  <a:pt x="74" y="60"/>
                </a:lnTo>
                <a:lnTo>
                  <a:pt x="68" y="46"/>
                </a:lnTo>
                <a:moveTo>
                  <a:pt x="82" y="40"/>
                </a:moveTo>
                <a:lnTo>
                  <a:pt x="97" y="35"/>
                </a:lnTo>
                <a:lnTo>
                  <a:pt x="102" y="49"/>
                </a:lnTo>
                <a:lnTo>
                  <a:pt x="88" y="54"/>
                </a:lnTo>
                <a:lnTo>
                  <a:pt x="82" y="40"/>
                </a:lnTo>
                <a:moveTo>
                  <a:pt x="97" y="35"/>
                </a:moveTo>
                <a:lnTo>
                  <a:pt x="111" y="29"/>
                </a:lnTo>
                <a:lnTo>
                  <a:pt x="116" y="43"/>
                </a:lnTo>
                <a:lnTo>
                  <a:pt x="102" y="49"/>
                </a:lnTo>
                <a:lnTo>
                  <a:pt x="97" y="35"/>
                </a:lnTo>
                <a:moveTo>
                  <a:pt x="111" y="29"/>
                </a:moveTo>
                <a:lnTo>
                  <a:pt x="125" y="24"/>
                </a:lnTo>
                <a:lnTo>
                  <a:pt x="130" y="38"/>
                </a:lnTo>
                <a:lnTo>
                  <a:pt x="116" y="43"/>
                </a:lnTo>
                <a:lnTo>
                  <a:pt x="111" y="29"/>
                </a:lnTo>
                <a:moveTo>
                  <a:pt x="125" y="24"/>
                </a:moveTo>
                <a:lnTo>
                  <a:pt x="140" y="18"/>
                </a:lnTo>
                <a:lnTo>
                  <a:pt x="146" y="32"/>
                </a:lnTo>
                <a:lnTo>
                  <a:pt x="130" y="38"/>
                </a:lnTo>
                <a:lnTo>
                  <a:pt x="125" y="24"/>
                </a:lnTo>
                <a:moveTo>
                  <a:pt x="140" y="18"/>
                </a:moveTo>
                <a:lnTo>
                  <a:pt x="154" y="13"/>
                </a:lnTo>
                <a:lnTo>
                  <a:pt x="160" y="27"/>
                </a:lnTo>
                <a:lnTo>
                  <a:pt x="146" y="32"/>
                </a:lnTo>
                <a:lnTo>
                  <a:pt x="140" y="18"/>
                </a:lnTo>
                <a:moveTo>
                  <a:pt x="154" y="13"/>
                </a:moveTo>
                <a:lnTo>
                  <a:pt x="168" y="7"/>
                </a:lnTo>
                <a:lnTo>
                  <a:pt x="174" y="21"/>
                </a:lnTo>
                <a:lnTo>
                  <a:pt x="160" y="27"/>
                </a:lnTo>
                <a:lnTo>
                  <a:pt x="154" y="13"/>
                </a:lnTo>
                <a:moveTo>
                  <a:pt x="168" y="7"/>
                </a:moveTo>
                <a:lnTo>
                  <a:pt x="185" y="0"/>
                </a:lnTo>
                <a:lnTo>
                  <a:pt x="183" y="22"/>
                </a:lnTo>
                <a:lnTo>
                  <a:pt x="168" y="21"/>
                </a:lnTo>
                <a:lnTo>
                  <a:pt x="169" y="11"/>
                </a:lnTo>
                <a:lnTo>
                  <a:pt x="176" y="12"/>
                </a:lnTo>
                <a:lnTo>
                  <a:pt x="179" y="19"/>
                </a:lnTo>
                <a:lnTo>
                  <a:pt x="174" y="21"/>
                </a:lnTo>
                <a:lnTo>
                  <a:pt x="168" y="7"/>
                </a:lnTo>
                <a:moveTo>
                  <a:pt x="183" y="22"/>
                </a:moveTo>
                <a:lnTo>
                  <a:pt x="182" y="38"/>
                </a:lnTo>
                <a:lnTo>
                  <a:pt x="166" y="36"/>
                </a:lnTo>
                <a:lnTo>
                  <a:pt x="168" y="21"/>
                </a:lnTo>
                <a:lnTo>
                  <a:pt x="183" y="22"/>
                </a:lnTo>
                <a:moveTo>
                  <a:pt x="182" y="38"/>
                </a:moveTo>
                <a:lnTo>
                  <a:pt x="180" y="53"/>
                </a:lnTo>
                <a:lnTo>
                  <a:pt x="165" y="51"/>
                </a:lnTo>
                <a:lnTo>
                  <a:pt x="166" y="36"/>
                </a:lnTo>
                <a:lnTo>
                  <a:pt x="182" y="38"/>
                </a:lnTo>
                <a:moveTo>
                  <a:pt x="180" y="53"/>
                </a:moveTo>
                <a:lnTo>
                  <a:pt x="179" y="68"/>
                </a:lnTo>
                <a:lnTo>
                  <a:pt x="164" y="66"/>
                </a:lnTo>
                <a:lnTo>
                  <a:pt x="165" y="51"/>
                </a:lnTo>
                <a:lnTo>
                  <a:pt x="180" y="53"/>
                </a:lnTo>
                <a:moveTo>
                  <a:pt x="179" y="68"/>
                </a:moveTo>
                <a:lnTo>
                  <a:pt x="178" y="83"/>
                </a:lnTo>
                <a:lnTo>
                  <a:pt x="162" y="82"/>
                </a:lnTo>
                <a:lnTo>
                  <a:pt x="164" y="66"/>
                </a:lnTo>
                <a:lnTo>
                  <a:pt x="179" y="68"/>
                </a:lnTo>
                <a:moveTo>
                  <a:pt x="178" y="83"/>
                </a:moveTo>
                <a:lnTo>
                  <a:pt x="176" y="98"/>
                </a:lnTo>
                <a:lnTo>
                  <a:pt x="161" y="97"/>
                </a:lnTo>
                <a:lnTo>
                  <a:pt x="162" y="82"/>
                </a:lnTo>
                <a:lnTo>
                  <a:pt x="178" y="83"/>
                </a:lnTo>
                <a:moveTo>
                  <a:pt x="176" y="98"/>
                </a:moveTo>
                <a:lnTo>
                  <a:pt x="175" y="113"/>
                </a:lnTo>
                <a:lnTo>
                  <a:pt x="160" y="112"/>
                </a:lnTo>
                <a:lnTo>
                  <a:pt x="161" y="97"/>
                </a:lnTo>
                <a:lnTo>
                  <a:pt x="176" y="98"/>
                </a:lnTo>
                <a:moveTo>
                  <a:pt x="175" y="113"/>
                </a:moveTo>
                <a:lnTo>
                  <a:pt x="173" y="128"/>
                </a:lnTo>
                <a:lnTo>
                  <a:pt x="158" y="127"/>
                </a:lnTo>
                <a:lnTo>
                  <a:pt x="160" y="112"/>
                </a:lnTo>
                <a:lnTo>
                  <a:pt x="175" y="113"/>
                </a:lnTo>
                <a:moveTo>
                  <a:pt x="173" y="128"/>
                </a:moveTo>
                <a:lnTo>
                  <a:pt x="172" y="145"/>
                </a:lnTo>
                <a:lnTo>
                  <a:pt x="157" y="143"/>
                </a:lnTo>
                <a:lnTo>
                  <a:pt x="158" y="127"/>
                </a:lnTo>
                <a:lnTo>
                  <a:pt x="173" y="128"/>
                </a:lnTo>
                <a:moveTo>
                  <a:pt x="172" y="145"/>
                </a:moveTo>
                <a:lnTo>
                  <a:pt x="171" y="160"/>
                </a:lnTo>
                <a:lnTo>
                  <a:pt x="156" y="158"/>
                </a:lnTo>
                <a:lnTo>
                  <a:pt x="157" y="143"/>
                </a:lnTo>
                <a:lnTo>
                  <a:pt x="172" y="145"/>
                </a:lnTo>
                <a:moveTo>
                  <a:pt x="171" y="160"/>
                </a:moveTo>
                <a:lnTo>
                  <a:pt x="169" y="177"/>
                </a:lnTo>
                <a:lnTo>
                  <a:pt x="146" y="163"/>
                </a:lnTo>
                <a:lnTo>
                  <a:pt x="154" y="150"/>
                </a:lnTo>
                <a:lnTo>
                  <a:pt x="167" y="158"/>
                </a:lnTo>
                <a:lnTo>
                  <a:pt x="163" y="164"/>
                </a:lnTo>
                <a:lnTo>
                  <a:pt x="155" y="164"/>
                </a:lnTo>
                <a:lnTo>
                  <a:pt x="156" y="158"/>
                </a:lnTo>
                <a:lnTo>
                  <a:pt x="171" y="1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39600" y="254052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4"/>
                </a:moveTo>
                <a:lnTo>
                  <a:pt x="2109" y="46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8"/>
                  <a:pt x="373" y="54"/>
                  <a:pt x="186" y="27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12600" y="2517480"/>
            <a:ext cx="58320" cy="54360"/>
          </a:xfrm>
          <a:custGeom>
            <a:avLst/>
            <a:gdLst/>
            <a:ahLst/>
            <a:rect l="0" t="0" r="r" b="b"/>
            <a:pathLst>
              <a:path w="162" h="151">
                <a:moveTo>
                  <a:pt x="140" y="151"/>
                </a:moveTo>
                <a:lnTo>
                  <a:pt x="0" y="54"/>
                </a:lnTo>
                <a:lnTo>
                  <a:pt x="162" y="0"/>
                </a:lnTo>
                <a:lnTo>
                  <a:pt x="140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606480" y="251352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1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1"/>
                </a:moveTo>
                <a:lnTo>
                  <a:pt x="114" y="143"/>
                </a:lnTo>
                <a:lnTo>
                  <a:pt x="123" y="130"/>
                </a:lnTo>
                <a:lnTo>
                  <a:pt x="136" y="139"/>
                </a:lnTo>
                <a:lnTo>
                  <a:pt x="127" y="151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0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5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5"/>
                </a:moveTo>
                <a:lnTo>
                  <a:pt x="77" y="117"/>
                </a:lnTo>
                <a:lnTo>
                  <a:pt x="86" y="104"/>
                </a:lnTo>
                <a:lnTo>
                  <a:pt x="98" y="113"/>
                </a:lnTo>
                <a:lnTo>
                  <a:pt x="89" y="125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4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8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2"/>
                </a:lnTo>
                <a:lnTo>
                  <a:pt x="36" y="70"/>
                </a:lnTo>
                <a:lnTo>
                  <a:pt x="48" y="78"/>
                </a:lnTo>
                <a:lnTo>
                  <a:pt x="39" y="91"/>
                </a:lnTo>
                <a:moveTo>
                  <a:pt x="27" y="82"/>
                </a:moveTo>
                <a:lnTo>
                  <a:pt x="14" y="74"/>
                </a:lnTo>
                <a:lnTo>
                  <a:pt x="23" y="60"/>
                </a:lnTo>
                <a:lnTo>
                  <a:pt x="36" y="70"/>
                </a:lnTo>
                <a:lnTo>
                  <a:pt x="27" y="82"/>
                </a:lnTo>
                <a:moveTo>
                  <a:pt x="14" y="74"/>
                </a:moveTo>
                <a:lnTo>
                  <a:pt x="0" y="62"/>
                </a:lnTo>
                <a:lnTo>
                  <a:pt x="26" y="54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58"/>
                </a:lnTo>
                <a:lnTo>
                  <a:pt x="23" y="60"/>
                </a:lnTo>
                <a:lnTo>
                  <a:pt x="14" y="74"/>
                </a:lnTo>
                <a:moveTo>
                  <a:pt x="26" y="54"/>
                </a:moveTo>
                <a:lnTo>
                  <a:pt x="40" y="49"/>
                </a:lnTo>
                <a:lnTo>
                  <a:pt x="45" y="63"/>
                </a:lnTo>
                <a:lnTo>
                  <a:pt x="31" y="69"/>
                </a:lnTo>
                <a:lnTo>
                  <a:pt x="26" y="54"/>
                </a:lnTo>
                <a:moveTo>
                  <a:pt x="40" y="49"/>
                </a:moveTo>
                <a:lnTo>
                  <a:pt x="55" y="44"/>
                </a:lnTo>
                <a:lnTo>
                  <a:pt x="60" y="58"/>
                </a:lnTo>
                <a:lnTo>
                  <a:pt x="45" y="63"/>
                </a:lnTo>
                <a:lnTo>
                  <a:pt x="40" y="49"/>
                </a:lnTo>
                <a:moveTo>
                  <a:pt x="55" y="44"/>
                </a:moveTo>
                <a:lnTo>
                  <a:pt x="69" y="39"/>
                </a:lnTo>
                <a:lnTo>
                  <a:pt x="74" y="54"/>
                </a:lnTo>
                <a:lnTo>
                  <a:pt x="60" y="58"/>
                </a:lnTo>
                <a:lnTo>
                  <a:pt x="55" y="44"/>
                </a:lnTo>
                <a:moveTo>
                  <a:pt x="69" y="39"/>
                </a:moveTo>
                <a:lnTo>
                  <a:pt x="84" y="34"/>
                </a:lnTo>
                <a:lnTo>
                  <a:pt x="88" y="49"/>
                </a:lnTo>
                <a:lnTo>
                  <a:pt x="74" y="54"/>
                </a:lnTo>
                <a:lnTo>
                  <a:pt x="69" y="39"/>
                </a:lnTo>
                <a:moveTo>
                  <a:pt x="84" y="34"/>
                </a:moveTo>
                <a:lnTo>
                  <a:pt x="98" y="30"/>
                </a:lnTo>
                <a:lnTo>
                  <a:pt x="103" y="44"/>
                </a:lnTo>
                <a:lnTo>
                  <a:pt x="88" y="49"/>
                </a:lnTo>
                <a:lnTo>
                  <a:pt x="84" y="34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4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4"/>
                </a:lnTo>
                <a:lnTo>
                  <a:pt x="127" y="20"/>
                </a:lnTo>
                <a:moveTo>
                  <a:pt x="141" y="15"/>
                </a:moveTo>
                <a:lnTo>
                  <a:pt x="156" y="10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0"/>
                </a:moveTo>
                <a:lnTo>
                  <a:pt x="170" y="5"/>
                </a:lnTo>
                <a:lnTo>
                  <a:pt x="176" y="20"/>
                </a:lnTo>
                <a:lnTo>
                  <a:pt x="161" y="25"/>
                </a:lnTo>
                <a:lnTo>
                  <a:pt x="156" y="10"/>
                </a:lnTo>
                <a:moveTo>
                  <a:pt x="170" y="5"/>
                </a:moveTo>
                <a:lnTo>
                  <a:pt x="188" y="0"/>
                </a:lnTo>
                <a:lnTo>
                  <a:pt x="185" y="22"/>
                </a:lnTo>
                <a:lnTo>
                  <a:pt x="169" y="19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5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19"/>
                </a:lnTo>
                <a:lnTo>
                  <a:pt x="185" y="22"/>
                </a:lnTo>
                <a:moveTo>
                  <a:pt x="183" y="37"/>
                </a:moveTo>
                <a:lnTo>
                  <a:pt x="181" y="52"/>
                </a:lnTo>
                <a:lnTo>
                  <a:pt x="165" y="50"/>
                </a:lnTo>
                <a:lnTo>
                  <a:pt x="167" y="35"/>
                </a:lnTo>
                <a:lnTo>
                  <a:pt x="183" y="37"/>
                </a:lnTo>
                <a:moveTo>
                  <a:pt x="181" y="52"/>
                </a:moveTo>
                <a:lnTo>
                  <a:pt x="179" y="68"/>
                </a:lnTo>
                <a:lnTo>
                  <a:pt x="162" y="66"/>
                </a:lnTo>
                <a:lnTo>
                  <a:pt x="165" y="50"/>
                </a:lnTo>
                <a:lnTo>
                  <a:pt x="181" y="52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6"/>
                </a:lnTo>
                <a:lnTo>
                  <a:pt x="156" y="162"/>
                </a:lnTo>
                <a:lnTo>
                  <a:pt x="149" y="161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75760" y="250344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2"/>
                </a:lnTo>
                <a:cubicBezTo>
                  <a:pt x="2729" y="126"/>
                  <a:pt x="2171" y="195"/>
                  <a:pt x="1622" y="186"/>
                </a:cubicBezTo>
                <a:cubicBezTo>
                  <a:pt x="1075" y="176"/>
                  <a:pt x="537" y="88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8760" y="2480760"/>
            <a:ext cx="59040" cy="54360"/>
          </a:xfrm>
          <a:custGeom>
            <a:avLst/>
            <a:gdLst/>
            <a:ahLst/>
            <a:rect l="0" t="0" r="r" b="b"/>
            <a:pathLst>
              <a:path w="164" h="151">
                <a:moveTo>
                  <a:pt x="139" y="151"/>
                </a:moveTo>
                <a:lnTo>
                  <a:pt x="0" y="51"/>
                </a:lnTo>
                <a:lnTo>
                  <a:pt x="164" y="0"/>
                </a:lnTo>
                <a:lnTo>
                  <a:pt x="139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142640" y="2476800"/>
            <a:ext cx="68400" cy="63360"/>
          </a:xfrm>
          <a:custGeom>
            <a:avLst/>
            <a:gdLst/>
            <a:ahLst/>
            <a:rect l="0" t="0" r="r" b="b"/>
            <a:pathLst>
              <a:path w="190" h="176">
                <a:moveTo>
                  <a:pt x="139" y="158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6"/>
                </a:lnTo>
                <a:lnTo>
                  <a:pt x="139" y="158"/>
                </a:lnTo>
                <a:moveTo>
                  <a:pt x="127" y="150"/>
                </a:moveTo>
                <a:lnTo>
                  <a:pt x="114" y="141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1"/>
                </a:moveTo>
                <a:lnTo>
                  <a:pt x="101" y="132"/>
                </a:lnTo>
                <a:lnTo>
                  <a:pt x="110" y="119"/>
                </a:lnTo>
                <a:lnTo>
                  <a:pt x="124" y="128"/>
                </a:lnTo>
                <a:lnTo>
                  <a:pt x="114" y="141"/>
                </a:lnTo>
                <a:moveTo>
                  <a:pt x="101" y="132"/>
                </a:moveTo>
                <a:lnTo>
                  <a:pt x="89" y="123"/>
                </a:lnTo>
                <a:lnTo>
                  <a:pt x="98" y="111"/>
                </a:lnTo>
                <a:lnTo>
                  <a:pt x="110" y="119"/>
                </a:lnTo>
                <a:lnTo>
                  <a:pt x="101" y="132"/>
                </a:lnTo>
                <a:moveTo>
                  <a:pt x="89" y="123"/>
                </a:moveTo>
                <a:lnTo>
                  <a:pt x="77" y="114"/>
                </a:lnTo>
                <a:lnTo>
                  <a:pt x="86" y="102"/>
                </a:lnTo>
                <a:lnTo>
                  <a:pt x="98" y="111"/>
                </a:lnTo>
                <a:lnTo>
                  <a:pt x="89" y="123"/>
                </a:lnTo>
                <a:moveTo>
                  <a:pt x="77" y="114"/>
                </a:moveTo>
                <a:lnTo>
                  <a:pt x="64" y="105"/>
                </a:lnTo>
                <a:lnTo>
                  <a:pt x="73" y="93"/>
                </a:lnTo>
                <a:lnTo>
                  <a:pt x="86" y="102"/>
                </a:lnTo>
                <a:lnTo>
                  <a:pt x="77" y="114"/>
                </a:lnTo>
                <a:moveTo>
                  <a:pt x="64" y="105"/>
                </a:moveTo>
                <a:lnTo>
                  <a:pt x="52" y="96"/>
                </a:lnTo>
                <a:lnTo>
                  <a:pt x="61" y="84"/>
                </a:lnTo>
                <a:lnTo>
                  <a:pt x="73" y="93"/>
                </a:lnTo>
                <a:lnTo>
                  <a:pt x="64" y="105"/>
                </a:lnTo>
                <a:moveTo>
                  <a:pt x="52" y="96"/>
                </a:moveTo>
                <a:lnTo>
                  <a:pt x="40" y="87"/>
                </a:lnTo>
                <a:lnTo>
                  <a:pt x="49" y="75"/>
                </a:lnTo>
                <a:lnTo>
                  <a:pt x="61" y="84"/>
                </a:lnTo>
                <a:lnTo>
                  <a:pt x="52" y="96"/>
                </a:lnTo>
                <a:moveTo>
                  <a:pt x="40" y="87"/>
                </a:moveTo>
                <a:lnTo>
                  <a:pt x="27" y="78"/>
                </a:lnTo>
                <a:lnTo>
                  <a:pt x="36" y="66"/>
                </a:lnTo>
                <a:lnTo>
                  <a:pt x="49" y="75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7"/>
                </a:lnTo>
                <a:lnTo>
                  <a:pt x="36" y="66"/>
                </a:lnTo>
                <a:lnTo>
                  <a:pt x="27" y="78"/>
                </a:lnTo>
                <a:moveTo>
                  <a:pt x="15" y="69"/>
                </a:moveTo>
                <a:lnTo>
                  <a:pt x="0" y="59"/>
                </a:lnTo>
                <a:lnTo>
                  <a:pt x="27" y="51"/>
                </a:lnTo>
                <a:lnTo>
                  <a:pt x="31" y="65"/>
                </a:lnTo>
                <a:lnTo>
                  <a:pt x="19" y="69"/>
                </a:lnTo>
                <a:lnTo>
                  <a:pt x="17" y="62"/>
                </a:lnTo>
                <a:lnTo>
                  <a:pt x="22" y="56"/>
                </a:lnTo>
                <a:lnTo>
                  <a:pt x="24" y="57"/>
                </a:lnTo>
                <a:lnTo>
                  <a:pt x="15" y="69"/>
                </a:lnTo>
                <a:moveTo>
                  <a:pt x="27" y="51"/>
                </a:moveTo>
                <a:lnTo>
                  <a:pt x="41" y="46"/>
                </a:lnTo>
                <a:lnTo>
                  <a:pt x="46" y="61"/>
                </a:lnTo>
                <a:lnTo>
                  <a:pt x="31" y="65"/>
                </a:lnTo>
                <a:lnTo>
                  <a:pt x="27" y="51"/>
                </a:lnTo>
                <a:moveTo>
                  <a:pt x="41" y="46"/>
                </a:moveTo>
                <a:lnTo>
                  <a:pt x="56" y="42"/>
                </a:lnTo>
                <a:lnTo>
                  <a:pt x="60" y="56"/>
                </a:lnTo>
                <a:lnTo>
                  <a:pt x="46" y="61"/>
                </a:lnTo>
                <a:lnTo>
                  <a:pt x="41" y="46"/>
                </a:lnTo>
                <a:moveTo>
                  <a:pt x="56" y="42"/>
                </a:moveTo>
                <a:lnTo>
                  <a:pt x="70" y="37"/>
                </a:lnTo>
                <a:lnTo>
                  <a:pt x="75" y="52"/>
                </a:lnTo>
                <a:lnTo>
                  <a:pt x="60" y="56"/>
                </a:lnTo>
                <a:lnTo>
                  <a:pt x="56" y="42"/>
                </a:lnTo>
                <a:moveTo>
                  <a:pt x="70" y="37"/>
                </a:moveTo>
                <a:lnTo>
                  <a:pt x="85" y="33"/>
                </a:lnTo>
                <a:lnTo>
                  <a:pt x="89" y="47"/>
                </a:lnTo>
                <a:lnTo>
                  <a:pt x="75" y="52"/>
                </a:lnTo>
                <a:lnTo>
                  <a:pt x="70" y="37"/>
                </a:lnTo>
                <a:moveTo>
                  <a:pt x="85" y="33"/>
                </a:moveTo>
                <a:lnTo>
                  <a:pt x="99" y="28"/>
                </a:lnTo>
                <a:lnTo>
                  <a:pt x="104" y="43"/>
                </a:lnTo>
                <a:lnTo>
                  <a:pt x="89" y="47"/>
                </a:lnTo>
                <a:lnTo>
                  <a:pt x="85" y="33"/>
                </a:lnTo>
                <a:moveTo>
                  <a:pt x="99" y="28"/>
                </a:moveTo>
                <a:lnTo>
                  <a:pt x="114" y="24"/>
                </a:lnTo>
                <a:lnTo>
                  <a:pt x="119" y="38"/>
                </a:lnTo>
                <a:lnTo>
                  <a:pt x="104" y="43"/>
                </a:lnTo>
                <a:lnTo>
                  <a:pt x="99" y="28"/>
                </a:lnTo>
                <a:moveTo>
                  <a:pt x="114" y="24"/>
                </a:moveTo>
                <a:lnTo>
                  <a:pt x="129" y="19"/>
                </a:lnTo>
                <a:lnTo>
                  <a:pt x="134" y="34"/>
                </a:lnTo>
                <a:lnTo>
                  <a:pt x="119" y="38"/>
                </a:lnTo>
                <a:lnTo>
                  <a:pt x="114" y="24"/>
                </a:lnTo>
                <a:moveTo>
                  <a:pt x="129" y="19"/>
                </a:moveTo>
                <a:lnTo>
                  <a:pt x="144" y="15"/>
                </a:lnTo>
                <a:lnTo>
                  <a:pt x="148" y="29"/>
                </a:lnTo>
                <a:lnTo>
                  <a:pt x="134" y="34"/>
                </a:lnTo>
                <a:lnTo>
                  <a:pt x="129" y="19"/>
                </a:lnTo>
                <a:moveTo>
                  <a:pt x="144" y="15"/>
                </a:moveTo>
                <a:lnTo>
                  <a:pt x="158" y="10"/>
                </a:lnTo>
                <a:lnTo>
                  <a:pt x="163" y="25"/>
                </a:lnTo>
                <a:lnTo>
                  <a:pt x="148" y="29"/>
                </a:lnTo>
                <a:lnTo>
                  <a:pt x="144" y="15"/>
                </a:lnTo>
                <a:moveTo>
                  <a:pt x="158" y="10"/>
                </a:moveTo>
                <a:lnTo>
                  <a:pt x="173" y="6"/>
                </a:lnTo>
                <a:lnTo>
                  <a:pt x="178" y="20"/>
                </a:lnTo>
                <a:lnTo>
                  <a:pt x="163" y="25"/>
                </a:lnTo>
                <a:lnTo>
                  <a:pt x="158" y="10"/>
                </a:lnTo>
                <a:moveTo>
                  <a:pt x="173" y="6"/>
                </a:moveTo>
                <a:lnTo>
                  <a:pt x="190" y="0"/>
                </a:lnTo>
                <a:lnTo>
                  <a:pt x="186" y="22"/>
                </a:lnTo>
                <a:lnTo>
                  <a:pt x="171" y="20"/>
                </a:lnTo>
                <a:lnTo>
                  <a:pt x="173" y="10"/>
                </a:lnTo>
                <a:lnTo>
                  <a:pt x="181" y="11"/>
                </a:lnTo>
                <a:lnTo>
                  <a:pt x="183" y="18"/>
                </a:lnTo>
                <a:lnTo>
                  <a:pt x="178" y="20"/>
                </a:lnTo>
                <a:lnTo>
                  <a:pt x="173" y="6"/>
                </a:lnTo>
                <a:moveTo>
                  <a:pt x="186" y="22"/>
                </a:moveTo>
                <a:lnTo>
                  <a:pt x="184" y="37"/>
                </a:lnTo>
                <a:lnTo>
                  <a:pt x="169" y="35"/>
                </a:lnTo>
                <a:lnTo>
                  <a:pt x="171" y="20"/>
                </a:lnTo>
                <a:lnTo>
                  <a:pt x="186" y="22"/>
                </a:lnTo>
                <a:moveTo>
                  <a:pt x="184" y="37"/>
                </a:moveTo>
                <a:lnTo>
                  <a:pt x="182" y="52"/>
                </a:lnTo>
                <a:lnTo>
                  <a:pt x="167" y="50"/>
                </a:lnTo>
                <a:lnTo>
                  <a:pt x="169" y="35"/>
                </a:lnTo>
                <a:lnTo>
                  <a:pt x="184" y="37"/>
                </a:lnTo>
                <a:moveTo>
                  <a:pt x="182" y="52"/>
                </a:moveTo>
                <a:lnTo>
                  <a:pt x="179" y="67"/>
                </a:lnTo>
                <a:lnTo>
                  <a:pt x="164" y="65"/>
                </a:lnTo>
                <a:lnTo>
                  <a:pt x="167" y="50"/>
                </a:lnTo>
                <a:lnTo>
                  <a:pt x="182" y="52"/>
                </a:lnTo>
                <a:moveTo>
                  <a:pt x="179" y="67"/>
                </a:moveTo>
                <a:lnTo>
                  <a:pt x="177" y="82"/>
                </a:lnTo>
                <a:lnTo>
                  <a:pt x="162" y="80"/>
                </a:lnTo>
                <a:lnTo>
                  <a:pt x="164" y="65"/>
                </a:lnTo>
                <a:lnTo>
                  <a:pt x="179" y="67"/>
                </a:lnTo>
                <a:moveTo>
                  <a:pt x="177" y="82"/>
                </a:moveTo>
                <a:lnTo>
                  <a:pt x="174" y="97"/>
                </a:lnTo>
                <a:lnTo>
                  <a:pt x="159" y="95"/>
                </a:lnTo>
                <a:lnTo>
                  <a:pt x="162" y="80"/>
                </a:lnTo>
                <a:lnTo>
                  <a:pt x="177" y="82"/>
                </a:lnTo>
                <a:moveTo>
                  <a:pt x="174" y="97"/>
                </a:moveTo>
                <a:lnTo>
                  <a:pt x="172" y="112"/>
                </a:lnTo>
                <a:lnTo>
                  <a:pt x="157" y="110"/>
                </a:lnTo>
                <a:lnTo>
                  <a:pt x="159" y="95"/>
                </a:lnTo>
                <a:lnTo>
                  <a:pt x="174" y="97"/>
                </a:lnTo>
                <a:moveTo>
                  <a:pt x="172" y="112"/>
                </a:moveTo>
                <a:lnTo>
                  <a:pt x="169" y="127"/>
                </a:lnTo>
                <a:lnTo>
                  <a:pt x="154" y="125"/>
                </a:lnTo>
                <a:lnTo>
                  <a:pt x="157" y="110"/>
                </a:lnTo>
                <a:lnTo>
                  <a:pt x="172" y="112"/>
                </a:lnTo>
                <a:moveTo>
                  <a:pt x="169" y="127"/>
                </a:moveTo>
                <a:lnTo>
                  <a:pt x="167" y="142"/>
                </a:lnTo>
                <a:lnTo>
                  <a:pt x="152" y="140"/>
                </a:lnTo>
                <a:lnTo>
                  <a:pt x="154" y="125"/>
                </a:lnTo>
                <a:lnTo>
                  <a:pt x="169" y="127"/>
                </a:lnTo>
                <a:moveTo>
                  <a:pt x="167" y="142"/>
                </a:moveTo>
                <a:lnTo>
                  <a:pt x="164" y="157"/>
                </a:lnTo>
                <a:lnTo>
                  <a:pt x="149" y="155"/>
                </a:lnTo>
                <a:lnTo>
                  <a:pt x="152" y="140"/>
                </a:lnTo>
                <a:lnTo>
                  <a:pt x="167" y="142"/>
                </a:lnTo>
                <a:moveTo>
                  <a:pt x="164" y="157"/>
                </a:moveTo>
                <a:lnTo>
                  <a:pt x="162" y="176"/>
                </a:lnTo>
                <a:lnTo>
                  <a:pt x="139" y="158"/>
                </a:lnTo>
                <a:lnTo>
                  <a:pt x="148" y="146"/>
                </a:lnTo>
                <a:lnTo>
                  <a:pt x="160" y="155"/>
                </a:lnTo>
                <a:lnTo>
                  <a:pt x="156" y="161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9920" y="150120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320480" y="223020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824640" y="222984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421680" y="222984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764400" y="253080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783600" y="253080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604160" y="253080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63400" y="238032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564280" y="22982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2619000" y="246240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052960" y="22161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828320" y="238032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fill="none"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056560" y="254448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862760" y="236664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8063280" y="253080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57200" y="317520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57200" y="340380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1684440" y="2134800"/>
            <a:ext cx="371880" cy="0"/>
          </a:xfrm>
          <a:custGeom>
            <a:avLst/>
            <a:gdLst/>
            <a:ahLst/>
            <a:rect l="0" t="0" r="r" b="b"/>
            <a:pathLst>
              <a:path fill="none" w="1033" h="0">
                <a:moveTo>
                  <a:pt x="0" y="0"/>
                </a:moveTo>
                <a:lnTo>
                  <a:pt x="69" y="0"/>
                </a:lnTo>
                <a:cubicBezTo>
                  <a:pt x="137" y="0"/>
                  <a:pt x="274" y="0"/>
                  <a:pt x="446" y="0"/>
                </a:cubicBezTo>
                <a:cubicBezTo>
                  <a:pt x="619" y="0"/>
                  <a:pt x="826" y="0"/>
                  <a:pt x="929" y="0"/>
                </a:cubicBezTo>
                <a:lnTo>
                  <a:pt x="1033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2032560" y="2111400"/>
            <a:ext cx="47880" cy="47520"/>
          </a:xfrm>
          <a:custGeom>
            <a:avLst/>
            <a:gdLst/>
            <a:ahLst/>
            <a:rect l="0" t="0" r="r" b="b"/>
            <a:pathLst>
              <a:path w="133" h="132">
                <a:moveTo>
                  <a:pt x="0" y="0"/>
                </a:moveTo>
                <a:lnTo>
                  <a:pt x="133" y="65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2030400" y="21074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6"/>
                </a:lnTo>
                <a:lnTo>
                  <a:pt x="27" y="28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5" y="22"/>
                </a:lnTo>
                <a:lnTo>
                  <a:pt x="39" y="34"/>
                </a:lnTo>
                <a:lnTo>
                  <a:pt x="27" y="28"/>
                </a:lnTo>
                <a:lnTo>
                  <a:pt x="33" y="16"/>
                </a:lnTo>
                <a:moveTo>
                  <a:pt x="45" y="22"/>
                </a:moveTo>
                <a:lnTo>
                  <a:pt x="56" y="28"/>
                </a:lnTo>
                <a:lnTo>
                  <a:pt x="50" y="40"/>
                </a:lnTo>
                <a:lnTo>
                  <a:pt x="39" y="34"/>
                </a:lnTo>
                <a:lnTo>
                  <a:pt x="45" y="22"/>
                </a:lnTo>
                <a:moveTo>
                  <a:pt x="56" y="28"/>
                </a:moveTo>
                <a:lnTo>
                  <a:pt x="69" y="34"/>
                </a:lnTo>
                <a:lnTo>
                  <a:pt x="63" y="46"/>
                </a:lnTo>
                <a:lnTo>
                  <a:pt x="50" y="40"/>
                </a:lnTo>
                <a:lnTo>
                  <a:pt x="56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69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5"/>
                </a:lnTo>
                <a:lnTo>
                  <a:pt x="110" y="69"/>
                </a:lnTo>
                <a:lnTo>
                  <a:pt x="116" y="58"/>
                </a:lnTo>
                <a:moveTo>
                  <a:pt x="128" y="64"/>
                </a:moveTo>
                <a:lnTo>
                  <a:pt x="140" y="69"/>
                </a:lnTo>
                <a:lnTo>
                  <a:pt x="134" y="81"/>
                </a:lnTo>
                <a:lnTo>
                  <a:pt x="122" y="75"/>
                </a:lnTo>
                <a:lnTo>
                  <a:pt x="128" y="64"/>
                </a:lnTo>
                <a:moveTo>
                  <a:pt x="140" y="69"/>
                </a:moveTo>
                <a:lnTo>
                  <a:pt x="154" y="76"/>
                </a:lnTo>
                <a:lnTo>
                  <a:pt x="132" y="87"/>
                </a:lnTo>
                <a:lnTo>
                  <a:pt x="126" y="75"/>
                </a:lnTo>
                <a:lnTo>
                  <a:pt x="136" y="71"/>
                </a:lnTo>
                <a:lnTo>
                  <a:pt x="139" y="76"/>
                </a:lnTo>
                <a:lnTo>
                  <a:pt x="136" y="82"/>
                </a:lnTo>
                <a:lnTo>
                  <a:pt x="134" y="81"/>
                </a:lnTo>
                <a:lnTo>
                  <a:pt x="140" y="69"/>
                </a:lnTo>
                <a:moveTo>
                  <a:pt x="132" y="87"/>
                </a:moveTo>
                <a:lnTo>
                  <a:pt x="120" y="93"/>
                </a:lnTo>
                <a:lnTo>
                  <a:pt x="115" y="81"/>
                </a:lnTo>
                <a:lnTo>
                  <a:pt x="126" y="75"/>
                </a:lnTo>
                <a:lnTo>
                  <a:pt x="132" y="87"/>
                </a:lnTo>
                <a:moveTo>
                  <a:pt x="120" y="93"/>
                </a:moveTo>
                <a:lnTo>
                  <a:pt x="109" y="99"/>
                </a:lnTo>
                <a:lnTo>
                  <a:pt x="103" y="87"/>
                </a:lnTo>
                <a:lnTo>
                  <a:pt x="115" y="81"/>
                </a:lnTo>
                <a:lnTo>
                  <a:pt x="120" y="93"/>
                </a:lnTo>
                <a:moveTo>
                  <a:pt x="109" y="99"/>
                </a:moveTo>
                <a:lnTo>
                  <a:pt x="97" y="105"/>
                </a:lnTo>
                <a:lnTo>
                  <a:pt x="91" y="93"/>
                </a:lnTo>
                <a:lnTo>
                  <a:pt x="103" y="87"/>
                </a:lnTo>
                <a:lnTo>
                  <a:pt x="109" y="99"/>
                </a:lnTo>
                <a:moveTo>
                  <a:pt x="97" y="105"/>
                </a:moveTo>
                <a:lnTo>
                  <a:pt x="85" y="111"/>
                </a:lnTo>
                <a:lnTo>
                  <a:pt x="79" y="99"/>
                </a:lnTo>
                <a:lnTo>
                  <a:pt x="91" y="93"/>
                </a:lnTo>
                <a:lnTo>
                  <a:pt x="97" y="105"/>
                </a:lnTo>
                <a:moveTo>
                  <a:pt x="85" y="111"/>
                </a:moveTo>
                <a:lnTo>
                  <a:pt x="73" y="117"/>
                </a:lnTo>
                <a:lnTo>
                  <a:pt x="67" y="105"/>
                </a:lnTo>
                <a:lnTo>
                  <a:pt x="79" y="99"/>
                </a:lnTo>
                <a:lnTo>
                  <a:pt x="85" y="111"/>
                </a:lnTo>
                <a:moveTo>
                  <a:pt x="73" y="117"/>
                </a:moveTo>
                <a:lnTo>
                  <a:pt x="62" y="122"/>
                </a:lnTo>
                <a:lnTo>
                  <a:pt x="55" y="111"/>
                </a:lnTo>
                <a:lnTo>
                  <a:pt x="67" y="105"/>
                </a:lnTo>
                <a:lnTo>
                  <a:pt x="73" y="117"/>
                </a:lnTo>
                <a:moveTo>
                  <a:pt x="62" y="122"/>
                </a:moveTo>
                <a:lnTo>
                  <a:pt x="49" y="128"/>
                </a:lnTo>
                <a:lnTo>
                  <a:pt x="43" y="117"/>
                </a:lnTo>
                <a:lnTo>
                  <a:pt x="55" y="111"/>
                </a:lnTo>
                <a:lnTo>
                  <a:pt x="62" y="122"/>
                </a:lnTo>
                <a:moveTo>
                  <a:pt x="49" y="128"/>
                </a:moveTo>
                <a:lnTo>
                  <a:pt x="37" y="134"/>
                </a:lnTo>
                <a:lnTo>
                  <a:pt x="31" y="122"/>
                </a:lnTo>
                <a:lnTo>
                  <a:pt x="43" y="117"/>
                </a:lnTo>
                <a:lnTo>
                  <a:pt x="49" y="128"/>
                </a:lnTo>
                <a:moveTo>
                  <a:pt x="37" y="134"/>
                </a:moveTo>
                <a:lnTo>
                  <a:pt x="25" y="140"/>
                </a:lnTo>
                <a:lnTo>
                  <a:pt x="19" y="128"/>
                </a:lnTo>
                <a:lnTo>
                  <a:pt x="31" y="122"/>
                </a:lnTo>
                <a:lnTo>
                  <a:pt x="37" y="134"/>
                </a:lnTo>
                <a:moveTo>
                  <a:pt x="25" y="140"/>
                </a:moveTo>
                <a:lnTo>
                  <a:pt x="13" y="146"/>
                </a:lnTo>
                <a:lnTo>
                  <a:pt x="8" y="134"/>
                </a:lnTo>
                <a:lnTo>
                  <a:pt x="19" y="128"/>
                </a:lnTo>
                <a:lnTo>
                  <a:pt x="25" y="140"/>
                </a:lnTo>
                <a:moveTo>
                  <a:pt x="13" y="146"/>
                </a:moveTo>
                <a:lnTo>
                  <a:pt x="0" y="154"/>
                </a:lnTo>
                <a:lnTo>
                  <a:pt x="0" y="134"/>
                </a:lnTo>
                <a:lnTo>
                  <a:pt x="13" y="134"/>
                </a:lnTo>
                <a:lnTo>
                  <a:pt x="13" y="142"/>
                </a:lnTo>
                <a:lnTo>
                  <a:pt x="6" y="142"/>
                </a:lnTo>
                <a:lnTo>
                  <a:pt x="3" y="136"/>
                </a:lnTo>
                <a:lnTo>
                  <a:pt x="8" y="134"/>
                </a:lnTo>
                <a:lnTo>
                  <a:pt x="13" y="146"/>
                </a:lnTo>
                <a:moveTo>
                  <a:pt x="0" y="134"/>
                </a:moveTo>
                <a:lnTo>
                  <a:pt x="0" y="121"/>
                </a:lnTo>
                <a:lnTo>
                  <a:pt x="13" y="121"/>
                </a:lnTo>
                <a:lnTo>
                  <a:pt x="13" y="134"/>
                </a:lnTo>
                <a:lnTo>
                  <a:pt x="0" y="134"/>
                </a:lnTo>
                <a:moveTo>
                  <a:pt x="0" y="121"/>
                </a:moveTo>
                <a:lnTo>
                  <a:pt x="0" y="107"/>
                </a:lnTo>
                <a:lnTo>
                  <a:pt x="13" y="107"/>
                </a:lnTo>
                <a:lnTo>
                  <a:pt x="13" y="121"/>
                </a:lnTo>
                <a:lnTo>
                  <a:pt x="0" y="121"/>
                </a:lnTo>
                <a:moveTo>
                  <a:pt x="0" y="107"/>
                </a:moveTo>
                <a:lnTo>
                  <a:pt x="0" y="94"/>
                </a:lnTo>
                <a:lnTo>
                  <a:pt x="13" y="94"/>
                </a:lnTo>
                <a:lnTo>
                  <a:pt x="13" y="107"/>
                </a:lnTo>
                <a:lnTo>
                  <a:pt x="0" y="107"/>
                </a:lnTo>
                <a:moveTo>
                  <a:pt x="0" y="94"/>
                </a:moveTo>
                <a:lnTo>
                  <a:pt x="0" y="81"/>
                </a:lnTo>
                <a:lnTo>
                  <a:pt x="13" y="81"/>
                </a:lnTo>
                <a:lnTo>
                  <a:pt x="13" y="94"/>
                </a:lnTo>
                <a:lnTo>
                  <a:pt x="0" y="94"/>
                </a:lnTo>
                <a:moveTo>
                  <a:pt x="0" y="81"/>
                </a:moveTo>
                <a:lnTo>
                  <a:pt x="0" y="68"/>
                </a:lnTo>
                <a:lnTo>
                  <a:pt x="13" y="68"/>
                </a:lnTo>
                <a:lnTo>
                  <a:pt x="13" y="81"/>
                </a:lnTo>
                <a:lnTo>
                  <a:pt x="0" y="81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5"/>
                </a:lnTo>
                <a:lnTo>
                  <a:pt x="13" y="15"/>
                </a:lnTo>
                <a:lnTo>
                  <a:pt x="13" y="29"/>
                </a:lnTo>
                <a:lnTo>
                  <a:pt x="0" y="29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2927160" y="2295000"/>
            <a:ext cx="840960" cy="171360"/>
          </a:xfrm>
          <a:custGeom>
            <a:avLst/>
            <a:gdLst/>
            <a:ahLst/>
            <a:rect l="0" t="0" r="r" b="b"/>
            <a:pathLst>
              <a:path fill="none" w="2336" h="476">
                <a:moveTo>
                  <a:pt x="0" y="0"/>
                </a:moveTo>
                <a:lnTo>
                  <a:pt x="178" y="80"/>
                </a:lnTo>
                <a:cubicBezTo>
                  <a:pt x="354" y="159"/>
                  <a:pt x="708" y="318"/>
                  <a:pt x="1097" y="397"/>
                </a:cubicBezTo>
                <a:cubicBezTo>
                  <a:pt x="1486" y="476"/>
                  <a:pt x="1911" y="476"/>
                  <a:pt x="2123" y="476"/>
                </a:cubicBezTo>
                <a:lnTo>
                  <a:pt x="2336" y="476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744000" y="244260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5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41480" y="24386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3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2"/>
                </a:lnTo>
                <a:lnTo>
                  <a:pt x="23" y="11"/>
                </a:lnTo>
                <a:moveTo>
                  <a:pt x="34" y="17"/>
                </a:moveTo>
                <a:lnTo>
                  <a:pt x="46" y="22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2"/>
                </a:moveTo>
                <a:lnTo>
                  <a:pt x="58" y="28"/>
                </a:lnTo>
                <a:lnTo>
                  <a:pt x="52" y="40"/>
                </a:lnTo>
                <a:lnTo>
                  <a:pt x="40" y="34"/>
                </a:lnTo>
                <a:lnTo>
                  <a:pt x="46" y="22"/>
                </a:lnTo>
                <a:moveTo>
                  <a:pt x="58" y="28"/>
                </a:moveTo>
                <a:lnTo>
                  <a:pt x="70" y="34"/>
                </a:lnTo>
                <a:lnTo>
                  <a:pt x="64" y="46"/>
                </a:lnTo>
                <a:lnTo>
                  <a:pt x="52" y="40"/>
                </a:lnTo>
                <a:lnTo>
                  <a:pt x="58" y="28"/>
                </a:lnTo>
                <a:moveTo>
                  <a:pt x="70" y="34"/>
                </a:moveTo>
                <a:lnTo>
                  <a:pt x="81" y="40"/>
                </a:lnTo>
                <a:lnTo>
                  <a:pt x="76" y="52"/>
                </a:lnTo>
                <a:lnTo>
                  <a:pt x="64" y="46"/>
                </a:lnTo>
                <a:lnTo>
                  <a:pt x="70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6" y="52"/>
                </a:lnTo>
                <a:lnTo>
                  <a:pt x="81" y="40"/>
                </a:lnTo>
                <a:moveTo>
                  <a:pt x="93" y="46"/>
                </a:moveTo>
                <a:lnTo>
                  <a:pt x="105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5" y="52"/>
                </a:moveTo>
                <a:lnTo>
                  <a:pt x="117" y="58"/>
                </a:lnTo>
                <a:lnTo>
                  <a:pt x="111" y="70"/>
                </a:lnTo>
                <a:lnTo>
                  <a:pt x="99" y="64"/>
                </a:lnTo>
                <a:lnTo>
                  <a:pt x="105" y="52"/>
                </a:lnTo>
                <a:moveTo>
                  <a:pt x="117" y="58"/>
                </a:moveTo>
                <a:lnTo>
                  <a:pt x="128" y="64"/>
                </a:lnTo>
                <a:lnTo>
                  <a:pt x="123" y="75"/>
                </a:lnTo>
                <a:lnTo>
                  <a:pt x="111" y="70"/>
                </a:lnTo>
                <a:lnTo>
                  <a:pt x="117" y="58"/>
                </a:lnTo>
                <a:moveTo>
                  <a:pt x="128" y="64"/>
                </a:moveTo>
                <a:lnTo>
                  <a:pt x="140" y="70"/>
                </a:lnTo>
                <a:lnTo>
                  <a:pt x="134" y="81"/>
                </a:lnTo>
                <a:lnTo>
                  <a:pt x="123" y="75"/>
                </a:lnTo>
                <a:lnTo>
                  <a:pt x="128" y="64"/>
                </a:lnTo>
                <a:moveTo>
                  <a:pt x="140" y="70"/>
                </a:moveTo>
                <a:lnTo>
                  <a:pt x="154" y="76"/>
                </a:lnTo>
                <a:lnTo>
                  <a:pt x="133" y="87"/>
                </a:lnTo>
                <a:lnTo>
                  <a:pt x="127" y="75"/>
                </a:lnTo>
                <a:lnTo>
                  <a:pt x="137" y="71"/>
                </a:lnTo>
                <a:lnTo>
                  <a:pt x="139" y="76"/>
                </a:lnTo>
                <a:lnTo>
                  <a:pt x="137" y="82"/>
                </a:lnTo>
                <a:lnTo>
                  <a:pt x="134" y="81"/>
                </a:lnTo>
                <a:lnTo>
                  <a:pt x="140" y="70"/>
                </a:lnTo>
                <a:moveTo>
                  <a:pt x="133" y="87"/>
                </a:moveTo>
                <a:lnTo>
                  <a:pt x="121" y="93"/>
                </a:lnTo>
                <a:lnTo>
                  <a:pt x="115" y="81"/>
                </a:lnTo>
                <a:lnTo>
                  <a:pt x="127" y="75"/>
                </a:lnTo>
                <a:lnTo>
                  <a:pt x="133" y="87"/>
                </a:lnTo>
                <a:moveTo>
                  <a:pt x="121" y="93"/>
                </a:moveTo>
                <a:lnTo>
                  <a:pt x="109" y="99"/>
                </a:lnTo>
                <a:lnTo>
                  <a:pt x="103" y="87"/>
                </a:lnTo>
                <a:lnTo>
                  <a:pt x="115" y="81"/>
                </a:lnTo>
                <a:lnTo>
                  <a:pt x="121" y="93"/>
                </a:lnTo>
                <a:moveTo>
                  <a:pt x="109" y="99"/>
                </a:moveTo>
                <a:lnTo>
                  <a:pt x="97" y="105"/>
                </a:lnTo>
                <a:lnTo>
                  <a:pt x="92" y="93"/>
                </a:lnTo>
                <a:lnTo>
                  <a:pt x="103" y="87"/>
                </a:lnTo>
                <a:lnTo>
                  <a:pt x="109" y="99"/>
                </a:lnTo>
                <a:moveTo>
                  <a:pt x="97" y="105"/>
                </a:moveTo>
                <a:lnTo>
                  <a:pt x="86" y="111"/>
                </a:lnTo>
                <a:lnTo>
                  <a:pt x="80" y="99"/>
                </a:lnTo>
                <a:lnTo>
                  <a:pt x="92" y="93"/>
                </a:lnTo>
                <a:lnTo>
                  <a:pt x="97" y="105"/>
                </a:lnTo>
                <a:moveTo>
                  <a:pt x="86" y="111"/>
                </a:moveTo>
                <a:lnTo>
                  <a:pt x="74" y="117"/>
                </a:lnTo>
                <a:lnTo>
                  <a:pt x="68" y="105"/>
                </a:lnTo>
                <a:lnTo>
                  <a:pt x="80" y="99"/>
                </a:lnTo>
                <a:lnTo>
                  <a:pt x="86" y="111"/>
                </a:lnTo>
                <a:moveTo>
                  <a:pt x="74" y="117"/>
                </a:moveTo>
                <a:lnTo>
                  <a:pt x="62" y="123"/>
                </a:lnTo>
                <a:lnTo>
                  <a:pt x="56" y="111"/>
                </a:lnTo>
                <a:lnTo>
                  <a:pt x="68" y="105"/>
                </a:lnTo>
                <a:lnTo>
                  <a:pt x="74" y="117"/>
                </a:lnTo>
                <a:moveTo>
                  <a:pt x="62" y="123"/>
                </a:moveTo>
                <a:lnTo>
                  <a:pt x="50" y="128"/>
                </a:lnTo>
                <a:lnTo>
                  <a:pt x="44" y="117"/>
                </a:lnTo>
                <a:lnTo>
                  <a:pt x="56" y="111"/>
                </a:lnTo>
                <a:lnTo>
                  <a:pt x="62" y="123"/>
                </a:lnTo>
                <a:moveTo>
                  <a:pt x="50" y="128"/>
                </a:moveTo>
                <a:lnTo>
                  <a:pt x="39" y="134"/>
                </a:lnTo>
                <a:lnTo>
                  <a:pt x="33" y="123"/>
                </a:lnTo>
                <a:lnTo>
                  <a:pt x="44" y="117"/>
                </a:lnTo>
                <a:lnTo>
                  <a:pt x="50" y="128"/>
                </a:lnTo>
                <a:moveTo>
                  <a:pt x="39" y="134"/>
                </a:moveTo>
                <a:lnTo>
                  <a:pt x="27" y="140"/>
                </a:lnTo>
                <a:lnTo>
                  <a:pt x="21" y="128"/>
                </a:lnTo>
                <a:lnTo>
                  <a:pt x="33" y="123"/>
                </a:lnTo>
                <a:lnTo>
                  <a:pt x="39" y="134"/>
                </a:lnTo>
                <a:moveTo>
                  <a:pt x="27" y="140"/>
                </a:moveTo>
                <a:lnTo>
                  <a:pt x="14" y="147"/>
                </a:lnTo>
                <a:lnTo>
                  <a:pt x="8" y="134"/>
                </a:lnTo>
                <a:lnTo>
                  <a:pt x="21" y="128"/>
                </a:lnTo>
                <a:lnTo>
                  <a:pt x="27" y="140"/>
                </a:lnTo>
                <a:moveTo>
                  <a:pt x="14" y="147"/>
                </a:moveTo>
                <a:lnTo>
                  <a:pt x="0" y="154"/>
                </a:lnTo>
                <a:lnTo>
                  <a:pt x="0" y="134"/>
                </a:lnTo>
                <a:lnTo>
                  <a:pt x="13" y="134"/>
                </a:lnTo>
                <a:lnTo>
                  <a:pt x="13" y="143"/>
                </a:lnTo>
                <a:lnTo>
                  <a:pt x="7" y="143"/>
                </a:lnTo>
                <a:lnTo>
                  <a:pt x="4" y="136"/>
                </a:lnTo>
                <a:lnTo>
                  <a:pt x="8" y="134"/>
                </a:lnTo>
                <a:lnTo>
                  <a:pt x="14" y="147"/>
                </a:lnTo>
                <a:moveTo>
                  <a:pt x="0" y="134"/>
                </a:moveTo>
                <a:lnTo>
                  <a:pt x="0" y="121"/>
                </a:lnTo>
                <a:lnTo>
                  <a:pt x="13" y="121"/>
                </a:lnTo>
                <a:lnTo>
                  <a:pt x="13" y="134"/>
                </a:lnTo>
                <a:lnTo>
                  <a:pt x="0" y="134"/>
                </a:lnTo>
                <a:moveTo>
                  <a:pt x="0" y="121"/>
                </a:moveTo>
                <a:lnTo>
                  <a:pt x="0" y="108"/>
                </a:lnTo>
                <a:lnTo>
                  <a:pt x="13" y="108"/>
                </a:lnTo>
                <a:lnTo>
                  <a:pt x="13" y="121"/>
                </a:lnTo>
                <a:lnTo>
                  <a:pt x="0" y="121"/>
                </a:lnTo>
                <a:moveTo>
                  <a:pt x="0" y="108"/>
                </a:moveTo>
                <a:lnTo>
                  <a:pt x="0" y="94"/>
                </a:lnTo>
                <a:lnTo>
                  <a:pt x="13" y="94"/>
                </a:lnTo>
                <a:lnTo>
                  <a:pt x="13" y="108"/>
                </a:lnTo>
                <a:lnTo>
                  <a:pt x="0" y="108"/>
                </a:lnTo>
                <a:moveTo>
                  <a:pt x="0" y="94"/>
                </a:moveTo>
                <a:lnTo>
                  <a:pt x="0" y="81"/>
                </a:lnTo>
                <a:lnTo>
                  <a:pt x="13" y="81"/>
                </a:lnTo>
                <a:lnTo>
                  <a:pt x="13" y="94"/>
                </a:lnTo>
                <a:lnTo>
                  <a:pt x="0" y="94"/>
                </a:lnTo>
                <a:moveTo>
                  <a:pt x="0" y="81"/>
                </a:moveTo>
                <a:lnTo>
                  <a:pt x="0" y="68"/>
                </a:lnTo>
                <a:lnTo>
                  <a:pt x="13" y="68"/>
                </a:lnTo>
                <a:lnTo>
                  <a:pt x="13" y="81"/>
                </a:lnTo>
                <a:lnTo>
                  <a:pt x="0" y="81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5"/>
                </a:lnTo>
                <a:lnTo>
                  <a:pt x="13" y="15"/>
                </a:lnTo>
                <a:lnTo>
                  <a:pt x="13" y="29"/>
                </a:lnTo>
                <a:lnTo>
                  <a:pt x="0" y="29"/>
                </a:lnTo>
                <a:moveTo>
                  <a:pt x="0" y="15"/>
                </a:moveTo>
                <a:lnTo>
                  <a:pt x="0" y="0"/>
                </a:lnTo>
                <a:lnTo>
                  <a:pt x="23" y="11"/>
                </a:lnTo>
                <a:lnTo>
                  <a:pt x="16" y="22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927160" y="1803600"/>
            <a:ext cx="797040" cy="171720"/>
          </a:xfrm>
          <a:custGeom>
            <a:avLst/>
            <a:gdLst/>
            <a:ahLst/>
            <a:rect l="0" t="0" r="r" b="b"/>
            <a:pathLst>
              <a:path fill="none" w="2214" h="477">
                <a:moveTo>
                  <a:pt x="0" y="477"/>
                </a:moveTo>
                <a:lnTo>
                  <a:pt x="177" y="397"/>
                </a:lnTo>
                <a:cubicBezTo>
                  <a:pt x="353" y="318"/>
                  <a:pt x="707" y="159"/>
                  <a:pt x="1076" y="80"/>
                </a:cubicBezTo>
                <a:cubicBezTo>
                  <a:pt x="1444" y="0"/>
                  <a:pt x="1830" y="0"/>
                  <a:pt x="2022" y="0"/>
                </a:cubicBezTo>
                <a:lnTo>
                  <a:pt x="2214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00080" y="1780200"/>
            <a:ext cx="47880" cy="47520"/>
          </a:xfrm>
          <a:custGeom>
            <a:avLst/>
            <a:gdLst/>
            <a:ahLst/>
            <a:rect l="0" t="0" r="r" b="b"/>
            <a:pathLst>
              <a:path w="133" h="132">
                <a:moveTo>
                  <a:pt x="0" y="0"/>
                </a:moveTo>
                <a:lnTo>
                  <a:pt x="133" y="65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697560" y="17762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2" y="12"/>
                </a:moveTo>
                <a:lnTo>
                  <a:pt x="33" y="17"/>
                </a:lnTo>
                <a:lnTo>
                  <a:pt x="28" y="29"/>
                </a:lnTo>
                <a:lnTo>
                  <a:pt x="16" y="23"/>
                </a:lnTo>
                <a:lnTo>
                  <a:pt x="22" y="12"/>
                </a:lnTo>
                <a:moveTo>
                  <a:pt x="33" y="17"/>
                </a:moveTo>
                <a:lnTo>
                  <a:pt x="45" y="23"/>
                </a:lnTo>
                <a:lnTo>
                  <a:pt x="39" y="35"/>
                </a:lnTo>
                <a:lnTo>
                  <a:pt x="28" y="29"/>
                </a:lnTo>
                <a:lnTo>
                  <a:pt x="33" y="17"/>
                </a:lnTo>
                <a:moveTo>
                  <a:pt x="45" y="23"/>
                </a:moveTo>
                <a:lnTo>
                  <a:pt x="57" y="29"/>
                </a:lnTo>
                <a:lnTo>
                  <a:pt x="51" y="41"/>
                </a:lnTo>
                <a:lnTo>
                  <a:pt x="39" y="35"/>
                </a:lnTo>
                <a:lnTo>
                  <a:pt x="45" y="23"/>
                </a:lnTo>
                <a:moveTo>
                  <a:pt x="57" y="29"/>
                </a:moveTo>
                <a:lnTo>
                  <a:pt x="69" y="35"/>
                </a:lnTo>
                <a:lnTo>
                  <a:pt x="63" y="47"/>
                </a:lnTo>
                <a:lnTo>
                  <a:pt x="51" y="41"/>
                </a:lnTo>
                <a:lnTo>
                  <a:pt x="57" y="29"/>
                </a:lnTo>
                <a:moveTo>
                  <a:pt x="69" y="35"/>
                </a:moveTo>
                <a:lnTo>
                  <a:pt x="81" y="41"/>
                </a:lnTo>
                <a:lnTo>
                  <a:pt x="75" y="53"/>
                </a:lnTo>
                <a:lnTo>
                  <a:pt x="63" y="47"/>
                </a:lnTo>
                <a:lnTo>
                  <a:pt x="69" y="35"/>
                </a:lnTo>
                <a:moveTo>
                  <a:pt x="81" y="41"/>
                </a:moveTo>
                <a:lnTo>
                  <a:pt x="92" y="47"/>
                </a:lnTo>
                <a:lnTo>
                  <a:pt x="86" y="59"/>
                </a:lnTo>
                <a:lnTo>
                  <a:pt x="75" y="53"/>
                </a:lnTo>
                <a:lnTo>
                  <a:pt x="81" y="41"/>
                </a:lnTo>
                <a:moveTo>
                  <a:pt x="92" y="47"/>
                </a:moveTo>
                <a:lnTo>
                  <a:pt x="104" y="53"/>
                </a:lnTo>
                <a:lnTo>
                  <a:pt x="98" y="65"/>
                </a:lnTo>
                <a:lnTo>
                  <a:pt x="86" y="59"/>
                </a:lnTo>
                <a:lnTo>
                  <a:pt x="92" y="47"/>
                </a:lnTo>
                <a:moveTo>
                  <a:pt x="104" y="53"/>
                </a:moveTo>
                <a:lnTo>
                  <a:pt x="116" y="59"/>
                </a:lnTo>
                <a:lnTo>
                  <a:pt x="110" y="70"/>
                </a:lnTo>
                <a:lnTo>
                  <a:pt x="98" y="65"/>
                </a:lnTo>
                <a:lnTo>
                  <a:pt x="104" y="53"/>
                </a:lnTo>
                <a:moveTo>
                  <a:pt x="116" y="59"/>
                </a:moveTo>
                <a:lnTo>
                  <a:pt x="128" y="65"/>
                </a:lnTo>
                <a:lnTo>
                  <a:pt x="122" y="76"/>
                </a:lnTo>
                <a:lnTo>
                  <a:pt x="110" y="70"/>
                </a:lnTo>
                <a:lnTo>
                  <a:pt x="116" y="59"/>
                </a:lnTo>
                <a:moveTo>
                  <a:pt x="128" y="65"/>
                </a:moveTo>
                <a:lnTo>
                  <a:pt x="139" y="70"/>
                </a:lnTo>
                <a:lnTo>
                  <a:pt x="134" y="82"/>
                </a:lnTo>
                <a:lnTo>
                  <a:pt x="122" y="76"/>
                </a:lnTo>
                <a:lnTo>
                  <a:pt x="128" y="65"/>
                </a:lnTo>
                <a:moveTo>
                  <a:pt x="139" y="70"/>
                </a:moveTo>
                <a:lnTo>
                  <a:pt x="154" y="77"/>
                </a:lnTo>
                <a:lnTo>
                  <a:pt x="132" y="88"/>
                </a:lnTo>
                <a:lnTo>
                  <a:pt x="126" y="76"/>
                </a:lnTo>
                <a:lnTo>
                  <a:pt x="136" y="71"/>
                </a:lnTo>
                <a:lnTo>
                  <a:pt x="139" y="77"/>
                </a:lnTo>
                <a:lnTo>
                  <a:pt x="136" y="83"/>
                </a:lnTo>
                <a:lnTo>
                  <a:pt x="134" y="82"/>
                </a:lnTo>
                <a:lnTo>
                  <a:pt x="139" y="70"/>
                </a:lnTo>
                <a:moveTo>
                  <a:pt x="132" y="88"/>
                </a:moveTo>
                <a:lnTo>
                  <a:pt x="120" y="94"/>
                </a:lnTo>
                <a:lnTo>
                  <a:pt x="114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8" y="100"/>
                </a:lnTo>
                <a:lnTo>
                  <a:pt x="102" y="88"/>
                </a:lnTo>
                <a:lnTo>
                  <a:pt x="114" y="82"/>
                </a:lnTo>
                <a:lnTo>
                  <a:pt x="120" y="94"/>
                </a:lnTo>
                <a:moveTo>
                  <a:pt x="108" y="100"/>
                </a:moveTo>
                <a:lnTo>
                  <a:pt x="97" y="106"/>
                </a:lnTo>
                <a:lnTo>
                  <a:pt x="91" y="94"/>
                </a:lnTo>
                <a:lnTo>
                  <a:pt x="102" y="88"/>
                </a:lnTo>
                <a:lnTo>
                  <a:pt x="108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7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1" y="123"/>
                </a:lnTo>
                <a:lnTo>
                  <a:pt x="55" y="112"/>
                </a:lnTo>
                <a:lnTo>
                  <a:pt x="67" y="106"/>
                </a:lnTo>
                <a:lnTo>
                  <a:pt x="73" y="118"/>
                </a:lnTo>
                <a:moveTo>
                  <a:pt x="61" y="123"/>
                </a:moveTo>
                <a:lnTo>
                  <a:pt x="49" y="129"/>
                </a:lnTo>
                <a:lnTo>
                  <a:pt x="44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49" y="129"/>
                </a:lnTo>
                <a:moveTo>
                  <a:pt x="38" y="135"/>
                </a:moveTo>
                <a:lnTo>
                  <a:pt x="26" y="141"/>
                </a:lnTo>
                <a:lnTo>
                  <a:pt x="20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9"/>
                </a:lnTo>
                <a:lnTo>
                  <a:pt x="14" y="69"/>
                </a:lnTo>
                <a:lnTo>
                  <a:pt x="14" y="82"/>
                </a:lnTo>
                <a:lnTo>
                  <a:pt x="0" y="82"/>
                </a:lnTo>
                <a:moveTo>
                  <a:pt x="0" y="69"/>
                </a:moveTo>
                <a:lnTo>
                  <a:pt x="0" y="56"/>
                </a:lnTo>
                <a:lnTo>
                  <a:pt x="14" y="56"/>
                </a:lnTo>
                <a:lnTo>
                  <a:pt x="14" y="69"/>
                </a:lnTo>
                <a:lnTo>
                  <a:pt x="0" y="69"/>
                </a:lnTo>
                <a:moveTo>
                  <a:pt x="0" y="56"/>
                </a:moveTo>
                <a:lnTo>
                  <a:pt x="0" y="43"/>
                </a:lnTo>
                <a:lnTo>
                  <a:pt x="14" y="43"/>
                </a:lnTo>
                <a:lnTo>
                  <a:pt x="14" y="56"/>
                </a:lnTo>
                <a:lnTo>
                  <a:pt x="0" y="56"/>
                </a:lnTo>
                <a:moveTo>
                  <a:pt x="0" y="43"/>
                </a:moveTo>
                <a:lnTo>
                  <a:pt x="0" y="29"/>
                </a:lnTo>
                <a:lnTo>
                  <a:pt x="14" y="29"/>
                </a:lnTo>
                <a:lnTo>
                  <a:pt x="14" y="43"/>
                </a:lnTo>
                <a:lnTo>
                  <a:pt x="0" y="43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2"/>
                </a:lnTo>
                <a:lnTo>
                  <a:pt x="16" y="23"/>
                </a:lnTo>
                <a:lnTo>
                  <a:pt x="4" y="17"/>
                </a:lnTo>
                <a:lnTo>
                  <a:pt x="7" y="12"/>
                </a:lnTo>
                <a:lnTo>
                  <a:pt x="14" y="12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160800" y="312876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69" y="0"/>
                </a:lnTo>
                <a:cubicBezTo>
                  <a:pt x="137" y="0"/>
                  <a:pt x="274" y="0"/>
                  <a:pt x="447" y="0"/>
                </a:cubicBezTo>
                <a:cubicBezTo>
                  <a:pt x="619" y="0"/>
                  <a:pt x="827" y="0"/>
                  <a:pt x="930" y="0"/>
                </a:cubicBezTo>
                <a:lnTo>
                  <a:pt x="1034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9640" y="310500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507120" y="31010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5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5" y="52"/>
                </a:moveTo>
                <a:lnTo>
                  <a:pt x="116" y="58"/>
                </a:lnTo>
                <a:lnTo>
                  <a:pt x="111" y="70"/>
                </a:lnTo>
                <a:lnTo>
                  <a:pt x="99" y="64"/>
                </a:lnTo>
                <a:lnTo>
                  <a:pt x="105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1" y="70"/>
                </a:lnTo>
                <a:lnTo>
                  <a:pt x="116" y="58"/>
                </a:lnTo>
                <a:moveTo>
                  <a:pt x="128" y="64"/>
                </a:moveTo>
                <a:lnTo>
                  <a:pt x="140" y="70"/>
                </a:lnTo>
                <a:lnTo>
                  <a:pt x="134" y="81"/>
                </a:lnTo>
                <a:lnTo>
                  <a:pt x="122" y="76"/>
                </a:lnTo>
                <a:lnTo>
                  <a:pt x="128" y="64"/>
                </a:lnTo>
                <a:moveTo>
                  <a:pt x="140" y="70"/>
                </a:moveTo>
                <a:lnTo>
                  <a:pt x="154" y="77"/>
                </a:lnTo>
                <a:lnTo>
                  <a:pt x="132" y="87"/>
                </a:lnTo>
                <a:lnTo>
                  <a:pt x="127" y="76"/>
                </a:lnTo>
                <a:lnTo>
                  <a:pt x="136" y="71"/>
                </a:lnTo>
                <a:lnTo>
                  <a:pt x="139" y="77"/>
                </a:lnTo>
                <a:lnTo>
                  <a:pt x="136" y="82"/>
                </a:lnTo>
                <a:lnTo>
                  <a:pt x="134" y="81"/>
                </a:lnTo>
                <a:lnTo>
                  <a:pt x="140" y="70"/>
                </a:lnTo>
                <a:moveTo>
                  <a:pt x="132" y="87"/>
                </a:moveTo>
                <a:lnTo>
                  <a:pt x="121" y="93"/>
                </a:lnTo>
                <a:lnTo>
                  <a:pt x="115" y="81"/>
                </a:lnTo>
                <a:lnTo>
                  <a:pt x="127" y="76"/>
                </a:lnTo>
                <a:lnTo>
                  <a:pt x="132" y="87"/>
                </a:lnTo>
                <a:moveTo>
                  <a:pt x="121" y="93"/>
                </a:moveTo>
                <a:lnTo>
                  <a:pt x="109" y="99"/>
                </a:lnTo>
                <a:lnTo>
                  <a:pt x="103" y="87"/>
                </a:lnTo>
                <a:lnTo>
                  <a:pt x="115" y="81"/>
                </a:lnTo>
                <a:lnTo>
                  <a:pt x="121" y="93"/>
                </a:lnTo>
                <a:moveTo>
                  <a:pt x="109" y="99"/>
                </a:moveTo>
                <a:lnTo>
                  <a:pt x="97" y="105"/>
                </a:lnTo>
                <a:lnTo>
                  <a:pt x="91" y="93"/>
                </a:lnTo>
                <a:lnTo>
                  <a:pt x="103" y="87"/>
                </a:lnTo>
                <a:lnTo>
                  <a:pt x="109" y="99"/>
                </a:lnTo>
                <a:moveTo>
                  <a:pt x="97" y="105"/>
                </a:moveTo>
                <a:lnTo>
                  <a:pt x="85" y="111"/>
                </a:lnTo>
                <a:lnTo>
                  <a:pt x="79" y="99"/>
                </a:lnTo>
                <a:lnTo>
                  <a:pt x="91" y="93"/>
                </a:lnTo>
                <a:lnTo>
                  <a:pt x="97" y="105"/>
                </a:lnTo>
                <a:moveTo>
                  <a:pt x="85" y="111"/>
                </a:moveTo>
                <a:lnTo>
                  <a:pt x="74" y="117"/>
                </a:lnTo>
                <a:lnTo>
                  <a:pt x="68" y="105"/>
                </a:lnTo>
                <a:lnTo>
                  <a:pt x="79" y="99"/>
                </a:lnTo>
                <a:lnTo>
                  <a:pt x="85" y="111"/>
                </a:lnTo>
                <a:moveTo>
                  <a:pt x="74" y="117"/>
                </a:moveTo>
                <a:lnTo>
                  <a:pt x="61" y="123"/>
                </a:lnTo>
                <a:lnTo>
                  <a:pt x="55" y="111"/>
                </a:lnTo>
                <a:lnTo>
                  <a:pt x="68" y="105"/>
                </a:lnTo>
                <a:lnTo>
                  <a:pt x="74" y="117"/>
                </a:lnTo>
                <a:moveTo>
                  <a:pt x="61" y="123"/>
                </a:moveTo>
                <a:lnTo>
                  <a:pt x="49" y="130"/>
                </a:lnTo>
                <a:lnTo>
                  <a:pt x="43" y="117"/>
                </a:lnTo>
                <a:lnTo>
                  <a:pt x="55" y="111"/>
                </a:lnTo>
                <a:lnTo>
                  <a:pt x="61" y="123"/>
                </a:lnTo>
                <a:moveTo>
                  <a:pt x="49" y="130"/>
                </a:moveTo>
                <a:lnTo>
                  <a:pt x="37" y="135"/>
                </a:lnTo>
                <a:lnTo>
                  <a:pt x="31" y="123"/>
                </a:lnTo>
                <a:lnTo>
                  <a:pt x="43" y="117"/>
                </a:lnTo>
                <a:lnTo>
                  <a:pt x="49" y="130"/>
                </a:lnTo>
                <a:moveTo>
                  <a:pt x="37" y="135"/>
                </a:moveTo>
                <a:lnTo>
                  <a:pt x="25" y="141"/>
                </a:lnTo>
                <a:lnTo>
                  <a:pt x="20" y="130"/>
                </a:lnTo>
                <a:lnTo>
                  <a:pt x="31" y="123"/>
                </a:lnTo>
                <a:lnTo>
                  <a:pt x="37" y="135"/>
                </a:lnTo>
                <a:moveTo>
                  <a:pt x="25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30"/>
                </a:lnTo>
                <a:lnTo>
                  <a:pt x="25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8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1"/>
                </a:lnTo>
                <a:lnTo>
                  <a:pt x="13" y="121"/>
                </a:lnTo>
                <a:lnTo>
                  <a:pt x="13" y="135"/>
                </a:lnTo>
                <a:lnTo>
                  <a:pt x="0" y="135"/>
                </a:lnTo>
                <a:moveTo>
                  <a:pt x="0" y="121"/>
                </a:moveTo>
                <a:lnTo>
                  <a:pt x="0" y="108"/>
                </a:lnTo>
                <a:lnTo>
                  <a:pt x="13" y="108"/>
                </a:lnTo>
                <a:lnTo>
                  <a:pt x="13" y="121"/>
                </a:lnTo>
                <a:lnTo>
                  <a:pt x="0" y="121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1"/>
                </a:lnTo>
                <a:lnTo>
                  <a:pt x="13" y="81"/>
                </a:lnTo>
                <a:lnTo>
                  <a:pt x="13" y="95"/>
                </a:lnTo>
                <a:lnTo>
                  <a:pt x="0" y="95"/>
                </a:lnTo>
                <a:moveTo>
                  <a:pt x="0" y="81"/>
                </a:moveTo>
                <a:lnTo>
                  <a:pt x="0" y="68"/>
                </a:lnTo>
                <a:lnTo>
                  <a:pt x="13" y="68"/>
                </a:lnTo>
                <a:lnTo>
                  <a:pt x="13" y="81"/>
                </a:lnTo>
                <a:lnTo>
                  <a:pt x="0" y="81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38160" y="3152160"/>
            <a:ext cx="1615320" cy="36000"/>
          </a:xfrm>
          <a:custGeom>
            <a:avLst/>
            <a:gdLst/>
            <a:ahLst/>
            <a:rect l="0" t="0" r="r" b="b"/>
            <a:pathLst>
              <a:path fill="none" w="4487" h="100">
                <a:moveTo>
                  <a:pt x="0" y="0"/>
                </a:moveTo>
                <a:lnTo>
                  <a:pt x="347" y="17"/>
                </a:lnTo>
                <a:cubicBezTo>
                  <a:pt x="693" y="34"/>
                  <a:pt x="1385" y="67"/>
                  <a:pt x="2132" y="84"/>
                </a:cubicBezTo>
                <a:cubicBezTo>
                  <a:pt x="2880" y="100"/>
                  <a:pt x="3684" y="100"/>
                  <a:pt x="4085" y="100"/>
                </a:cubicBezTo>
                <a:lnTo>
                  <a:pt x="4487" y="10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6129360" y="31640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67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6127200" y="316044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1" y="10"/>
                </a:moveTo>
                <a:lnTo>
                  <a:pt x="33" y="16"/>
                </a:lnTo>
                <a:lnTo>
                  <a:pt x="27" y="28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4" y="22"/>
                </a:lnTo>
                <a:lnTo>
                  <a:pt x="38" y="34"/>
                </a:lnTo>
                <a:lnTo>
                  <a:pt x="27" y="28"/>
                </a:lnTo>
                <a:lnTo>
                  <a:pt x="33" y="16"/>
                </a:lnTo>
                <a:moveTo>
                  <a:pt x="44" y="22"/>
                </a:moveTo>
                <a:lnTo>
                  <a:pt x="56" y="28"/>
                </a:lnTo>
                <a:lnTo>
                  <a:pt x="50" y="40"/>
                </a:lnTo>
                <a:lnTo>
                  <a:pt x="38" y="34"/>
                </a:lnTo>
                <a:lnTo>
                  <a:pt x="44" y="22"/>
                </a:lnTo>
                <a:moveTo>
                  <a:pt x="56" y="28"/>
                </a:moveTo>
                <a:lnTo>
                  <a:pt x="68" y="34"/>
                </a:lnTo>
                <a:lnTo>
                  <a:pt x="62" y="46"/>
                </a:lnTo>
                <a:lnTo>
                  <a:pt x="50" y="40"/>
                </a:lnTo>
                <a:lnTo>
                  <a:pt x="56" y="28"/>
                </a:lnTo>
                <a:moveTo>
                  <a:pt x="68" y="34"/>
                </a:moveTo>
                <a:lnTo>
                  <a:pt x="81" y="40"/>
                </a:lnTo>
                <a:lnTo>
                  <a:pt x="74" y="52"/>
                </a:lnTo>
                <a:lnTo>
                  <a:pt x="62" y="46"/>
                </a:lnTo>
                <a:lnTo>
                  <a:pt x="68" y="34"/>
                </a:lnTo>
                <a:moveTo>
                  <a:pt x="81" y="40"/>
                </a:moveTo>
                <a:lnTo>
                  <a:pt x="92" y="46"/>
                </a:lnTo>
                <a:lnTo>
                  <a:pt x="87" y="57"/>
                </a:lnTo>
                <a:lnTo>
                  <a:pt x="74" y="52"/>
                </a:lnTo>
                <a:lnTo>
                  <a:pt x="81" y="40"/>
                </a:lnTo>
                <a:moveTo>
                  <a:pt x="92" y="46"/>
                </a:moveTo>
                <a:lnTo>
                  <a:pt x="104" y="52"/>
                </a:lnTo>
                <a:lnTo>
                  <a:pt x="98" y="63"/>
                </a:lnTo>
                <a:lnTo>
                  <a:pt x="87" y="57"/>
                </a:lnTo>
                <a:lnTo>
                  <a:pt x="92" y="46"/>
                </a:lnTo>
                <a:moveTo>
                  <a:pt x="104" y="52"/>
                </a:moveTo>
                <a:lnTo>
                  <a:pt x="116" y="57"/>
                </a:lnTo>
                <a:lnTo>
                  <a:pt x="110" y="69"/>
                </a:lnTo>
                <a:lnTo>
                  <a:pt x="98" y="63"/>
                </a:lnTo>
                <a:lnTo>
                  <a:pt x="104" y="52"/>
                </a:lnTo>
                <a:moveTo>
                  <a:pt x="116" y="57"/>
                </a:moveTo>
                <a:lnTo>
                  <a:pt x="128" y="63"/>
                </a:lnTo>
                <a:lnTo>
                  <a:pt x="122" y="75"/>
                </a:lnTo>
                <a:lnTo>
                  <a:pt x="110" y="69"/>
                </a:lnTo>
                <a:lnTo>
                  <a:pt x="116" y="57"/>
                </a:lnTo>
                <a:moveTo>
                  <a:pt x="128" y="63"/>
                </a:moveTo>
                <a:lnTo>
                  <a:pt x="140" y="69"/>
                </a:lnTo>
                <a:lnTo>
                  <a:pt x="134" y="81"/>
                </a:lnTo>
                <a:lnTo>
                  <a:pt x="122" y="75"/>
                </a:lnTo>
                <a:lnTo>
                  <a:pt x="128" y="63"/>
                </a:lnTo>
                <a:moveTo>
                  <a:pt x="140" y="69"/>
                </a:moveTo>
                <a:lnTo>
                  <a:pt x="153" y="76"/>
                </a:lnTo>
                <a:lnTo>
                  <a:pt x="132" y="87"/>
                </a:lnTo>
                <a:lnTo>
                  <a:pt x="126" y="75"/>
                </a:lnTo>
                <a:lnTo>
                  <a:pt x="136" y="70"/>
                </a:lnTo>
                <a:lnTo>
                  <a:pt x="139" y="76"/>
                </a:lnTo>
                <a:lnTo>
                  <a:pt x="136" y="82"/>
                </a:lnTo>
                <a:lnTo>
                  <a:pt x="134" y="81"/>
                </a:lnTo>
                <a:lnTo>
                  <a:pt x="140" y="69"/>
                </a:lnTo>
                <a:moveTo>
                  <a:pt x="132" y="87"/>
                </a:moveTo>
                <a:lnTo>
                  <a:pt x="120" y="93"/>
                </a:lnTo>
                <a:lnTo>
                  <a:pt x="114" y="81"/>
                </a:lnTo>
                <a:lnTo>
                  <a:pt x="126" y="75"/>
                </a:lnTo>
                <a:lnTo>
                  <a:pt x="132" y="87"/>
                </a:lnTo>
                <a:moveTo>
                  <a:pt x="120" y="93"/>
                </a:moveTo>
                <a:lnTo>
                  <a:pt x="108" y="99"/>
                </a:lnTo>
                <a:lnTo>
                  <a:pt x="103" y="87"/>
                </a:lnTo>
                <a:lnTo>
                  <a:pt x="114" y="81"/>
                </a:lnTo>
                <a:lnTo>
                  <a:pt x="120" y="93"/>
                </a:lnTo>
                <a:moveTo>
                  <a:pt x="108" y="99"/>
                </a:moveTo>
                <a:lnTo>
                  <a:pt x="97" y="105"/>
                </a:lnTo>
                <a:lnTo>
                  <a:pt x="91" y="93"/>
                </a:lnTo>
                <a:lnTo>
                  <a:pt x="103" y="87"/>
                </a:lnTo>
                <a:lnTo>
                  <a:pt x="108" y="99"/>
                </a:lnTo>
                <a:moveTo>
                  <a:pt x="97" y="105"/>
                </a:moveTo>
                <a:lnTo>
                  <a:pt x="85" y="110"/>
                </a:lnTo>
                <a:lnTo>
                  <a:pt x="78" y="99"/>
                </a:lnTo>
                <a:lnTo>
                  <a:pt x="91" y="93"/>
                </a:lnTo>
                <a:lnTo>
                  <a:pt x="97" y="105"/>
                </a:lnTo>
                <a:moveTo>
                  <a:pt x="85" y="110"/>
                </a:moveTo>
                <a:lnTo>
                  <a:pt x="72" y="117"/>
                </a:lnTo>
                <a:lnTo>
                  <a:pt x="66" y="105"/>
                </a:lnTo>
                <a:lnTo>
                  <a:pt x="78" y="99"/>
                </a:lnTo>
                <a:lnTo>
                  <a:pt x="85" y="110"/>
                </a:lnTo>
                <a:moveTo>
                  <a:pt x="72" y="117"/>
                </a:moveTo>
                <a:lnTo>
                  <a:pt x="60" y="123"/>
                </a:lnTo>
                <a:lnTo>
                  <a:pt x="54" y="110"/>
                </a:lnTo>
                <a:lnTo>
                  <a:pt x="66" y="105"/>
                </a:lnTo>
                <a:lnTo>
                  <a:pt x="72" y="117"/>
                </a:lnTo>
                <a:moveTo>
                  <a:pt x="60" y="123"/>
                </a:moveTo>
                <a:lnTo>
                  <a:pt x="49" y="129"/>
                </a:lnTo>
                <a:lnTo>
                  <a:pt x="43" y="117"/>
                </a:lnTo>
                <a:lnTo>
                  <a:pt x="54" y="110"/>
                </a:lnTo>
                <a:lnTo>
                  <a:pt x="60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7"/>
                </a:lnTo>
                <a:lnTo>
                  <a:pt x="49" y="129"/>
                </a:lnTo>
                <a:moveTo>
                  <a:pt x="37" y="135"/>
                </a:moveTo>
                <a:lnTo>
                  <a:pt x="25" y="141"/>
                </a:lnTo>
                <a:lnTo>
                  <a:pt x="19" y="129"/>
                </a:lnTo>
                <a:lnTo>
                  <a:pt x="31" y="123"/>
                </a:lnTo>
                <a:lnTo>
                  <a:pt x="37" y="135"/>
                </a:lnTo>
                <a:moveTo>
                  <a:pt x="25" y="141"/>
                </a:moveTo>
                <a:lnTo>
                  <a:pt x="13" y="147"/>
                </a:lnTo>
                <a:lnTo>
                  <a:pt x="7" y="135"/>
                </a:lnTo>
                <a:lnTo>
                  <a:pt x="19" y="129"/>
                </a:lnTo>
                <a:lnTo>
                  <a:pt x="25" y="141"/>
                </a:lnTo>
                <a:moveTo>
                  <a:pt x="13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6" y="143"/>
                </a:lnTo>
                <a:lnTo>
                  <a:pt x="3" y="137"/>
                </a:lnTo>
                <a:lnTo>
                  <a:pt x="7" y="135"/>
                </a:lnTo>
                <a:lnTo>
                  <a:pt x="13" y="147"/>
                </a:lnTo>
                <a:moveTo>
                  <a:pt x="0" y="135"/>
                </a:moveTo>
                <a:lnTo>
                  <a:pt x="0" y="121"/>
                </a:lnTo>
                <a:lnTo>
                  <a:pt x="13" y="121"/>
                </a:lnTo>
                <a:lnTo>
                  <a:pt x="13" y="135"/>
                </a:lnTo>
                <a:lnTo>
                  <a:pt x="0" y="135"/>
                </a:lnTo>
                <a:moveTo>
                  <a:pt x="0" y="121"/>
                </a:moveTo>
                <a:lnTo>
                  <a:pt x="0" y="107"/>
                </a:lnTo>
                <a:lnTo>
                  <a:pt x="13" y="107"/>
                </a:lnTo>
                <a:lnTo>
                  <a:pt x="13" y="121"/>
                </a:lnTo>
                <a:lnTo>
                  <a:pt x="0" y="121"/>
                </a:lnTo>
                <a:moveTo>
                  <a:pt x="0" y="107"/>
                </a:moveTo>
                <a:lnTo>
                  <a:pt x="0" y="94"/>
                </a:lnTo>
                <a:lnTo>
                  <a:pt x="13" y="94"/>
                </a:lnTo>
                <a:lnTo>
                  <a:pt x="13" y="107"/>
                </a:lnTo>
                <a:lnTo>
                  <a:pt x="0" y="107"/>
                </a:lnTo>
                <a:moveTo>
                  <a:pt x="0" y="94"/>
                </a:moveTo>
                <a:lnTo>
                  <a:pt x="0" y="81"/>
                </a:lnTo>
                <a:lnTo>
                  <a:pt x="13" y="81"/>
                </a:lnTo>
                <a:lnTo>
                  <a:pt x="13" y="94"/>
                </a:lnTo>
                <a:lnTo>
                  <a:pt x="0" y="94"/>
                </a:lnTo>
                <a:moveTo>
                  <a:pt x="0" y="81"/>
                </a:moveTo>
                <a:lnTo>
                  <a:pt x="0" y="68"/>
                </a:lnTo>
                <a:lnTo>
                  <a:pt x="13" y="68"/>
                </a:lnTo>
                <a:lnTo>
                  <a:pt x="13" y="81"/>
                </a:lnTo>
                <a:lnTo>
                  <a:pt x="0" y="81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1"/>
                </a:lnTo>
                <a:lnTo>
                  <a:pt x="13" y="41"/>
                </a:lnTo>
                <a:lnTo>
                  <a:pt x="13" y="55"/>
                </a:lnTo>
                <a:lnTo>
                  <a:pt x="0" y="55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15760" y="2395080"/>
            <a:ext cx="1694520" cy="573840"/>
          </a:xfrm>
          <a:custGeom>
            <a:avLst/>
            <a:gdLst/>
            <a:ahLst/>
            <a:rect l="0" t="0" r="r" b="b"/>
            <a:pathLst>
              <a:path fill="none" w="4707" h="1594">
                <a:moveTo>
                  <a:pt x="0" y="1594"/>
                </a:moveTo>
                <a:lnTo>
                  <a:pt x="403" y="1419"/>
                </a:lnTo>
                <a:cubicBezTo>
                  <a:pt x="805" y="1244"/>
                  <a:pt x="1611" y="894"/>
                  <a:pt x="2396" y="629"/>
                </a:cubicBezTo>
                <a:cubicBezTo>
                  <a:pt x="3180" y="362"/>
                  <a:pt x="3943" y="181"/>
                  <a:pt x="4325" y="91"/>
                </a:cubicBezTo>
                <a:lnTo>
                  <a:pt x="470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6081480" y="2377800"/>
            <a:ext cx="51840" cy="46440"/>
          </a:xfrm>
          <a:custGeom>
            <a:avLst/>
            <a:gdLst/>
            <a:ahLst/>
            <a:rect l="0" t="0" r="r" b="b"/>
            <a:pathLst>
              <a:path w="144" h="129">
                <a:moveTo>
                  <a:pt x="0" y="0"/>
                </a:moveTo>
                <a:lnTo>
                  <a:pt x="144" y="33"/>
                </a:lnTo>
                <a:lnTo>
                  <a:pt x="30" y="12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6078240" y="2374560"/>
            <a:ext cx="60120" cy="53640"/>
          </a:xfrm>
          <a:custGeom>
            <a:avLst/>
            <a:gdLst/>
            <a:ahLst/>
            <a:rect l="0" t="0" r="r" b="b"/>
            <a:pathLst>
              <a:path w="167" h="149">
                <a:moveTo>
                  <a:pt x="23" y="5"/>
                </a:moveTo>
                <a:lnTo>
                  <a:pt x="36" y="8"/>
                </a:lnTo>
                <a:lnTo>
                  <a:pt x="33" y="21"/>
                </a:lnTo>
                <a:lnTo>
                  <a:pt x="20" y="18"/>
                </a:lnTo>
                <a:lnTo>
                  <a:pt x="23" y="5"/>
                </a:lnTo>
                <a:moveTo>
                  <a:pt x="36" y="8"/>
                </a:moveTo>
                <a:lnTo>
                  <a:pt x="49" y="11"/>
                </a:lnTo>
                <a:lnTo>
                  <a:pt x="46" y="24"/>
                </a:lnTo>
                <a:lnTo>
                  <a:pt x="33" y="21"/>
                </a:lnTo>
                <a:lnTo>
                  <a:pt x="36" y="8"/>
                </a:lnTo>
                <a:moveTo>
                  <a:pt x="49" y="11"/>
                </a:moveTo>
                <a:lnTo>
                  <a:pt x="61" y="14"/>
                </a:lnTo>
                <a:lnTo>
                  <a:pt x="58" y="27"/>
                </a:lnTo>
                <a:lnTo>
                  <a:pt x="46" y="24"/>
                </a:lnTo>
                <a:lnTo>
                  <a:pt x="49" y="11"/>
                </a:lnTo>
                <a:moveTo>
                  <a:pt x="61" y="14"/>
                </a:moveTo>
                <a:lnTo>
                  <a:pt x="74" y="17"/>
                </a:lnTo>
                <a:lnTo>
                  <a:pt x="71" y="30"/>
                </a:lnTo>
                <a:lnTo>
                  <a:pt x="58" y="27"/>
                </a:lnTo>
                <a:lnTo>
                  <a:pt x="61" y="14"/>
                </a:lnTo>
                <a:moveTo>
                  <a:pt x="74" y="17"/>
                </a:moveTo>
                <a:lnTo>
                  <a:pt x="87" y="20"/>
                </a:lnTo>
                <a:lnTo>
                  <a:pt x="84" y="33"/>
                </a:lnTo>
                <a:lnTo>
                  <a:pt x="71" y="30"/>
                </a:lnTo>
                <a:lnTo>
                  <a:pt x="74" y="17"/>
                </a:lnTo>
                <a:moveTo>
                  <a:pt x="87" y="20"/>
                </a:moveTo>
                <a:lnTo>
                  <a:pt x="100" y="23"/>
                </a:lnTo>
                <a:lnTo>
                  <a:pt x="97" y="36"/>
                </a:lnTo>
                <a:lnTo>
                  <a:pt x="84" y="33"/>
                </a:lnTo>
                <a:lnTo>
                  <a:pt x="87" y="20"/>
                </a:lnTo>
                <a:moveTo>
                  <a:pt x="100" y="23"/>
                </a:moveTo>
                <a:lnTo>
                  <a:pt x="113" y="26"/>
                </a:lnTo>
                <a:lnTo>
                  <a:pt x="110" y="39"/>
                </a:lnTo>
                <a:lnTo>
                  <a:pt x="97" y="36"/>
                </a:lnTo>
                <a:lnTo>
                  <a:pt x="100" y="23"/>
                </a:lnTo>
                <a:moveTo>
                  <a:pt x="113" y="26"/>
                </a:moveTo>
                <a:lnTo>
                  <a:pt x="125" y="29"/>
                </a:lnTo>
                <a:lnTo>
                  <a:pt x="122" y="42"/>
                </a:lnTo>
                <a:lnTo>
                  <a:pt x="110" y="39"/>
                </a:lnTo>
                <a:lnTo>
                  <a:pt x="113" y="26"/>
                </a:lnTo>
                <a:moveTo>
                  <a:pt x="125" y="29"/>
                </a:moveTo>
                <a:lnTo>
                  <a:pt x="139" y="32"/>
                </a:lnTo>
                <a:lnTo>
                  <a:pt x="136" y="45"/>
                </a:lnTo>
                <a:lnTo>
                  <a:pt x="122" y="42"/>
                </a:lnTo>
                <a:lnTo>
                  <a:pt x="125" y="29"/>
                </a:lnTo>
                <a:moveTo>
                  <a:pt x="139" y="32"/>
                </a:moveTo>
                <a:lnTo>
                  <a:pt x="152" y="35"/>
                </a:lnTo>
                <a:lnTo>
                  <a:pt x="149" y="48"/>
                </a:lnTo>
                <a:lnTo>
                  <a:pt x="136" y="45"/>
                </a:lnTo>
                <a:lnTo>
                  <a:pt x="139" y="32"/>
                </a:lnTo>
                <a:moveTo>
                  <a:pt x="152" y="35"/>
                </a:moveTo>
                <a:lnTo>
                  <a:pt x="167" y="39"/>
                </a:lnTo>
                <a:lnTo>
                  <a:pt x="149" y="54"/>
                </a:lnTo>
                <a:lnTo>
                  <a:pt x="140" y="44"/>
                </a:lnTo>
                <a:lnTo>
                  <a:pt x="149" y="37"/>
                </a:lnTo>
                <a:lnTo>
                  <a:pt x="153" y="42"/>
                </a:lnTo>
                <a:lnTo>
                  <a:pt x="151" y="49"/>
                </a:lnTo>
                <a:lnTo>
                  <a:pt x="149" y="48"/>
                </a:lnTo>
                <a:lnTo>
                  <a:pt x="152" y="35"/>
                </a:lnTo>
                <a:moveTo>
                  <a:pt x="149" y="54"/>
                </a:moveTo>
                <a:lnTo>
                  <a:pt x="139" y="63"/>
                </a:lnTo>
                <a:lnTo>
                  <a:pt x="129" y="52"/>
                </a:lnTo>
                <a:lnTo>
                  <a:pt x="140" y="44"/>
                </a:lnTo>
                <a:lnTo>
                  <a:pt x="149" y="54"/>
                </a:lnTo>
                <a:moveTo>
                  <a:pt x="139" y="63"/>
                </a:moveTo>
                <a:lnTo>
                  <a:pt x="128" y="71"/>
                </a:lnTo>
                <a:lnTo>
                  <a:pt x="119" y="61"/>
                </a:lnTo>
                <a:lnTo>
                  <a:pt x="129" y="52"/>
                </a:lnTo>
                <a:lnTo>
                  <a:pt x="139" y="63"/>
                </a:lnTo>
                <a:moveTo>
                  <a:pt x="128" y="71"/>
                </a:moveTo>
                <a:lnTo>
                  <a:pt x="118" y="79"/>
                </a:lnTo>
                <a:lnTo>
                  <a:pt x="109" y="69"/>
                </a:lnTo>
                <a:lnTo>
                  <a:pt x="119" y="61"/>
                </a:lnTo>
                <a:lnTo>
                  <a:pt x="128" y="71"/>
                </a:lnTo>
                <a:moveTo>
                  <a:pt x="118" y="79"/>
                </a:moveTo>
                <a:lnTo>
                  <a:pt x="107" y="88"/>
                </a:lnTo>
                <a:lnTo>
                  <a:pt x="99" y="78"/>
                </a:lnTo>
                <a:lnTo>
                  <a:pt x="109" y="69"/>
                </a:lnTo>
                <a:lnTo>
                  <a:pt x="118" y="79"/>
                </a:lnTo>
                <a:moveTo>
                  <a:pt x="107" y="88"/>
                </a:moveTo>
                <a:lnTo>
                  <a:pt x="97" y="96"/>
                </a:lnTo>
                <a:lnTo>
                  <a:pt x="89" y="86"/>
                </a:lnTo>
                <a:lnTo>
                  <a:pt x="99" y="78"/>
                </a:lnTo>
                <a:lnTo>
                  <a:pt x="107" y="88"/>
                </a:lnTo>
                <a:moveTo>
                  <a:pt x="97" y="96"/>
                </a:moveTo>
                <a:lnTo>
                  <a:pt x="87" y="105"/>
                </a:lnTo>
                <a:lnTo>
                  <a:pt x="79" y="95"/>
                </a:lnTo>
                <a:lnTo>
                  <a:pt x="89" y="86"/>
                </a:lnTo>
                <a:lnTo>
                  <a:pt x="97" y="96"/>
                </a:lnTo>
                <a:moveTo>
                  <a:pt x="87" y="105"/>
                </a:moveTo>
                <a:lnTo>
                  <a:pt x="77" y="113"/>
                </a:lnTo>
                <a:lnTo>
                  <a:pt x="69" y="103"/>
                </a:lnTo>
                <a:lnTo>
                  <a:pt x="79" y="95"/>
                </a:lnTo>
                <a:lnTo>
                  <a:pt x="87" y="105"/>
                </a:lnTo>
                <a:moveTo>
                  <a:pt x="77" y="113"/>
                </a:moveTo>
                <a:lnTo>
                  <a:pt x="67" y="122"/>
                </a:lnTo>
                <a:lnTo>
                  <a:pt x="59" y="112"/>
                </a:lnTo>
                <a:lnTo>
                  <a:pt x="69" y="103"/>
                </a:lnTo>
                <a:lnTo>
                  <a:pt x="77" y="113"/>
                </a:lnTo>
                <a:moveTo>
                  <a:pt x="67" y="122"/>
                </a:moveTo>
                <a:lnTo>
                  <a:pt x="57" y="130"/>
                </a:lnTo>
                <a:lnTo>
                  <a:pt x="48" y="120"/>
                </a:lnTo>
                <a:lnTo>
                  <a:pt x="59" y="112"/>
                </a:lnTo>
                <a:lnTo>
                  <a:pt x="67" y="122"/>
                </a:lnTo>
                <a:moveTo>
                  <a:pt x="57" y="130"/>
                </a:moveTo>
                <a:lnTo>
                  <a:pt x="47" y="140"/>
                </a:lnTo>
                <a:lnTo>
                  <a:pt x="38" y="128"/>
                </a:lnTo>
                <a:lnTo>
                  <a:pt x="48" y="120"/>
                </a:lnTo>
                <a:lnTo>
                  <a:pt x="57" y="130"/>
                </a:lnTo>
                <a:moveTo>
                  <a:pt x="47" y="140"/>
                </a:moveTo>
                <a:lnTo>
                  <a:pt x="35" y="149"/>
                </a:lnTo>
                <a:lnTo>
                  <a:pt x="31" y="130"/>
                </a:lnTo>
                <a:lnTo>
                  <a:pt x="43" y="127"/>
                </a:lnTo>
                <a:lnTo>
                  <a:pt x="45" y="135"/>
                </a:lnTo>
                <a:lnTo>
                  <a:pt x="39" y="137"/>
                </a:lnTo>
                <a:lnTo>
                  <a:pt x="35" y="132"/>
                </a:lnTo>
                <a:lnTo>
                  <a:pt x="38" y="128"/>
                </a:lnTo>
                <a:lnTo>
                  <a:pt x="47" y="140"/>
                </a:lnTo>
                <a:moveTo>
                  <a:pt x="31" y="130"/>
                </a:moveTo>
                <a:lnTo>
                  <a:pt x="28" y="117"/>
                </a:lnTo>
                <a:lnTo>
                  <a:pt x="40" y="114"/>
                </a:lnTo>
                <a:lnTo>
                  <a:pt x="43" y="127"/>
                </a:lnTo>
                <a:lnTo>
                  <a:pt x="31" y="130"/>
                </a:lnTo>
                <a:moveTo>
                  <a:pt x="28" y="117"/>
                </a:moveTo>
                <a:lnTo>
                  <a:pt x="25" y="104"/>
                </a:lnTo>
                <a:lnTo>
                  <a:pt x="37" y="101"/>
                </a:lnTo>
                <a:lnTo>
                  <a:pt x="40" y="114"/>
                </a:lnTo>
                <a:lnTo>
                  <a:pt x="28" y="117"/>
                </a:lnTo>
                <a:moveTo>
                  <a:pt x="25" y="104"/>
                </a:moveTo>
                <a:lnTo>
                  <a:pt x="22" y="91"/>
                </a:lnTo>
                <a:lnTo>
                  <a:pt x="34" y="88"/>
                </a:lnTo>
                <a:lnTo>
                  <a:pt x="37" y="101"/>
                </a:lnTo>
                <a:lnTo>
                  <a:pt x="25" y="104"/>
                </a:lnTo>
                <a:moveTo>
                  <a:pt x="22" y="91"/>
                </a:moveTo>
                <a:lnTo>
                  <a:pt x="18" y="79"/>
                </a:lnTo>
                <a:lnTo>
                  <a:pt x="31" y="76"/>
                </a:lnTo>
                <a:lnTo>
                  <a:pt x="34" y="88"/>
                </a:lnTo>
                <a:lnTo>
                  <a:pt x="22" y="91"/>
                </a:lnTo>
                <a:moveTo>
                  <a:pt x="18" y="79"/>
                </a:moveTo>
                <a:lnTo>
                  <a:pt x="15" y="66"/>
                </a:lnTo>
                <a:lnTo>
                  <a:pt x="28" y="63"/>
                </a:lnTo>
                <a:lnTo>
                  <a:pt x="31" y="76"/>
                </a:lnTo>
                <a:lnTo>
                  <a:pt x="18" y="79"/>
                </a:lnTo>
                <a:moveTo>
                  <a:pt x="15" y="66"/>
                </a:moveTo>
                <a:lnTo>
                  <a:pt x="12" y="53"/>
                </a:lnTo>
                <a:lnTo>
                  <a:pt x="25" y="50"/>
                </a:lnTo>
                <a:lnTo>
                  <a:pt x="28" y="63"/>
                </a:lnTo>
                <a:lnTo>
                  <a:pt x="15" y="66"/>
                </a:lnTo>
                <a:moveTo>
                  <a:pt x="12" y="53"/>
                </a:moveTo>
                <a:lnTo>
                  <a:pt x="9" y="40"/>
                </a:lnTo>
                <a:lnTo>
                  <a:pt x="22" y="37"/>
                </a:lnTo>
                <a:lnTo>
                  <a:pt x="25" y="50"/>
                </a:lnTo>
                <a:lnTo>
                  <a:pt x="12" y="53"/>
                </a:lnTo>
                <a:moveTo>
                  <a:pt x="9" y="40"/>
                </a:moveTo>
                <a:lnTo>
                  <a:pt x="6" y="27"/>
                </a:lnTo>
                <a:lnTo>
                  <a:pt x="19" y="24"/>
                </a:lnTo>
                <a:lnTo>
                  <a:pt x="22" y="37"/>
                </a:lnTo>
                <a:lnTo>
                  <a:pt x="9" y="40"/>
                </a:lnTo>
                <a:moveTo>
                  <a:pt x="6" y="27"/>
                </a:moveTo>
                <a:lnTo>
                  <a:pt x="3" y="15"/>
                </a:lnTo>
                <a:lnTo>
                  <a:pt x="16" y="12"/>
                </a:lnTo>
                <a:lnTo>
                  <a:pt x="19" y="24"/>
                </a:lnTo>
                <a:lnTo>
                  <a:pt x="6" y="27"/>
                </a:lnTo>
                <a:moveTo>
                  <a:pt x="3" y="15"/>
                </a:moveTo>
                <a:lnTo>
                  <a:pt x="0" y="0"/>
                </a:lnTo>
                <a:lnTo>
                  <a:pt x="23" y="5"/>
                </a:lnTo>
                <a:lnTo>
                  <a:pt x="20" y="18"/>
                </a:lnTo>
                <a:lnTo>
                  <a:pt x="7" y="15"/>
                </a:lnTo>
                <a:lnTo>
                  <a:pt x="9" y="9"/>
                </a:lnTo>
                <a:lnTo>
                  <a:pt x="15" y="7"/>
                </a:lnTo>
                <a:lnTo>
                  <a:pt x="16" y="12"/>
                </a:lnTo>
                <a:lnTo>
                  <a:pt x="3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638240" y="3850200"/>
            <a:ext cx="1279800" cy="0"/>
          </a:xfrm>
          <a:custGeom>
            <a:avLst/>
            <a:gdLst/>
            <a:ahLst/>
            <a:rect l="0" t="0" r="r" b="b"/>
            <a:pathLst>
              <a:path fill="none" w="3555" h="0">
                <a:moveTo>
                  <a:pt x="0" y="0"/>
                </a:moveTo>
                <a:lnTo>
                  <a:pt x="300" y="0"/>
                </a:lnTo>
                <a:cubicBezTo>
                  <a:pt x="600" y="0"/>
                  <a:pt x="1199" y="0"/>
                  <a:pt x="1792" y="0"/>
                </a:cubicBezTo>
                <a:cubicBezTo>
                  <a:pt x="2384" y="0"/>
                  <a:pt x="2970" y="0"/>
                  <a:pt x="3262" y="0"/>
                </a:cubicBezTo>
                <a:lnTo>
                  <a:pt x="3555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5894280" y="3826800"/>
            <a:ext cx="47880" cy="47520"/>
          </a:xfrm>
          <a:custGeom>
            <a:avLst/>
            <a:gdLst/>
            <a:ahLst/>
            <a:rect l="0" t="0" r="r" b="b"/>
            <a:pathLst>
              <a:path w="133" h="132">
                <a:moveTo>
                  <a:pt x="0" y="0"/>
                </a:moveTo>
                <a:lnTo>
                  <a:pt x="133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5892120" y="38228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6"/>
                </a:lnTo>
                <a:lnTo>
                  <a:pt x="27" y="28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5" y="22"/>
                </a:lnTo>
                <a:lnTo>
                  <a:pt x="39" y="34"/>
                </a:lnTo>
                <a:lnTo>
                  <a:pt x="27" y="28"/>
                </a:lnTo>
                <a:lnTo>
                  <a:pt x="33" y="16"/>
                </a:lnTo>
                <a:moveTo>
                  <a:pt x="45" y="22"/>
                </a:moveTo>
                <a:lnTo>
                  <a:pt x="56" y="28"/>
                </a:lnTo>
                <a:lnTo>
                  <a:pt x="51" y="40"/>
                </a:lnTo>
                <a:lnTo>
                  <a:pt x="39" y="34"/>
                </a:lnTo>
                <a:lnTo>
                  <a:pt x="45" y="22"/>
                </a:lnTo>
                <a:moveTo>
                  <a:pt x="56" y="28"/>
                </a:moveTo>
                <a:lnTo>
                  <a:pt x="68" y="34"/>
                </a:lnTo>
                <a:lnTo>
                  <a:pt x="62" y="46"/>
                </a:lnTo>
                <a:lnTo>
                  <a:pt x="51" y="40"/>
                </a:lnTo>
                <a:lnTo>
                  <a:pt x="56" y="28"/>
                </a:lnTo>
                <a:moveTo>
                  <a:pt x="68" y="34"/>
                </a:moveTo>
                <a:lnTo>
                  <a:pt x="80" y="40"/>
                </a:lnTo>
                <a:lnTo>
                  <a:pt x="74" y="52"/>
                </a:lnTo>
                <a:lnTo>
                  <a:pt x="62" y="46"/>
                </a:lnTo>
                <a:lnTo>
                  <a:pt x="68" y="34"/>
                </a:lnTo>
                <a:moveTo>
                  <a:pt x="80" y="40"/>
                </a:moveTo>
                <a:lnTo>
                  <a:pt x="92" y="46"/>
                </a:lnTo>
                <a:lnTo>
                  <a:pt x="86" y="58"/>
                </a:lnTo>
                <a:lnTo>
                  <a:pt x="74" y="52"/>
                </a:lnTo>
                <a:lnTo>
                  <a:pt x="80" y="40"/>
                </a:lnTo>
                <a:moveTo>
                  <a:pt x="92" y="46"/>
                </a:moveTo>
                <a:lnTo>
                  <a:pt x="103" y="52"/>
                </a:lnTo>
                <a:lnTo>
                  <a:pt x="98" y="64"/>
                </a:lnTo>
                <a:lnTo>
                  <a:pt x="86" y="58"/>
                </a:lnTo>
                <a:lnTo>
                  <a:pt x="92" y="46"/>
                </a:lnTo>
                <a:moveTo>
                  <a:pt x="103" y="52"/>
                </a:moveTo>
                <a:lnTo>
                  <a:pt x="115" y="58"/>
                </a:lnTo>
                <a:lnTo>
                  <a:pt x="109" y="69"/>
                </a:lnTo>
                <a:lnTo>
                  <a:pt x="98" y="64"/>
                </a:lnTo>
                <a:lnTo>
                  <a:pt x="103" y="52"/>
                </a:lnTo>
                <a:moveTo>
                  <a:pt x="115" y="58"/>
                </a:moveTo>
                <a:lnTo>
                  <a:pt x="128" y="64"/>
                </a:lnTo>
                <a:lnTo>
                  <a:pt x="121" y="75"/>
                </a:lnTo>
                <a:lnTo>
                  <a:pt x="109" y="69"/>
                </a:lnTo>
                <a:lnTo>
                  <a:pt x="115" y="58"/>
                </a:lnTo>
                <a:moveTo>
                  <a:pt x="128" y="64"/>
                </a:moveTo>
                <a:lnTo>
                  <a:pt x="140" y="69"/>
                </a:lnTo>
                <a:lnTo>
                  <a:pt x="134" y="81"/>
                </a:lnTo>
                <a:lnTo>
                  <a:pt x="121" y="75"/>
                </a:lnTo>
                <a:lnTo>
                  <a:pt x="128" y="64"/>
                </a:lnTo>
                <a:moveTo>
                  <a:pt x="140" y="69"/>
                </a:moveTo>
                <a:lnTo>
                  <a:pt x="154" y="76"/>
                </a:lnTo>
                <a:lnTo>
                  <a:pt x="132" y="87"/>
                </a:lnTo>
                <a:lnTo>
                  <a:pt x="126" y="75"/>
                </a:lnTo>
                <a:lnTo>
                  <a:pt x="136" y="70"/>
                </a:lnTo>
                <a:lnTo>
                  <a:pt x="139" y="76"/>
                </a:lnTo>
                <a:lnTo>
                  <a:pt x="136" y="82"/>
                </a:lnTo>
                <a:lnTo>
                  <a:pt x="134" y="81"/>
                </a:lnTo>
                <a:lnTo>
                  <a:pt x="140" y="69"/>
                </a:lnTo>
                <a:moveTo>
                  <a:pt x="132" y="87"/>
                </a:moveTo>
                <a:lnTo>
                  <a:pt x="120" y="93"/>
                </a:lnTo>
                <a:lnTo>
                  <a:pt x="114" y="81"/>
                </a:lnTo>
                <a:lnTo>
                  <a:pt x="126" y="75"/>
                </a:lnTo>
                <a:lnTo>
                  <a:pt x="132" y="87"/>
                </a:lnTo>
                <a:moveTo>
                  <a:pt x="120" y="93"/>
                </a:moveTo>
                <a:lnTo>
                  <a:pt x="108" y="100"/>
                </a:lnTo>
                <a:lnTo>
                  <a:pt x="102" y="87"/>
                </a:lnTo>
                <a:lnTo>
                  <a:pt x="114" y="81"/>
                </a:lnTo>
                <a:lnTo>
                  <a:pt x="120" y="93"/>
                </a:lnTo>
                <a:moveTo>
                  <a:pt x="108" y="100"/>
                </a:moveTo>
                <a:lnTo>
                  <a:pt x="96" y="106"/>
                </a:lnTo>
                <a:lnTo>
                  <a:pt x="90" y="93"/>
                </a:lnTo>
                <a:lnTo>
                  <a:pt x="102" y="87"/>
                </a:lnTo>
                <a:lnTo>
                  <a:pt x="108" y="100"/>
                </a:lnTo>
                <a:moveTo>
                  <a:pt x="96" y="106"/>
                </a:moveTo>
                <a:lnTo>
                  <a:pt x="84" y="112"/>
                </a:lnTo>
                <a:lnTo>
                  <a:pt x="78" y="100"/>
                </a:lnTo>
                <a:lnTo>
                  <a:pt x="90" y="93"/>
                </a:lnTo>
                <a:lnTo>
                  <a:pt x="96" y="106"/>
                </a:lnTo>
                <a:moveTo>
                  <a:pt x="84" y="112"/>
                </a:moveTo>
                <a:lnTo>
                  <a:pt x="72" y="117"/>
                </a:lnTo>
                <a:lnTo>
                  <a:pt x="67" y="106"/>
                </a:lnTo>
                <a:lnTo>
                  <a:pt x="78" y="100"/>
                </a:lnTo>
                <a:lnTo>
                  <a:pt x="84" y="112"/>
                </a:lnTo>
                <a:moveTo>
                  <a:pt x="72" y="117"/>
                </a:moveTo>
                <a:lnTo>
                  <a:pt x="61" y="123"/>
                </a:lnTo>
                <a:lnTo>
                  <a:pt x="55" y="112"/>
                </a:lnTo>
                <a:lnTo>
                  <a:pt x="67" y="106"/>
                </a:lnTo>
                <a:lnTo>
                  <a:pt x="72" y="117"/>
                </a:lnTo>
                <a:moveTo>
                  <a:pt x="61" y="123"/>
                </a:moveTo>
                <a:lnTo>
                  <a:pt x="49" y="129"/>
                </a:lnTo>
                <a:lnTo>
                  <a:pt x="43" y="117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7"/>
                </a:lnTo>
                <a:lnTo>
                  <a:pt x="49" y="129"/>
                </a:lnTo>
                <a:moveTo>
                  <a:pt x="37" y="135"/>
                </a:moveTo>
                <a:lnTo>
                  <a:pt x="25" y="141"/>
                </a:lnTo>
                <a:lnTo>
                  <a:pt x="19" y="129"/>
                </a:lnTo>
                <a:lnTo>
                  <a:pt x="31" y="123"/>
                </a:lnTo>
                <a:lnTo>
                  <a:pt x="37" y="135"/>
                </a:lnTo>
                <a:moveTo>
                  <a:pt x="25" y="141"/>
                </a:moveTo>
                <a:lnTo>
                  <a:pt x="14" y="147"/>
                </a:lnTo>
                <a:lnTo>
                  <a:pt x="8" y="135"/>
                </a:lnTo>
                <a:lnTo>
                  <a:pt x="19" y="129"/>
                </a:lnTo>
                <a:lnTo>
                  <a:pt x="25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6" y="143"/>
                </a:lnTo>
                <a:lnTo>
                  <a:pt x="3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4"/>
                </a:lnTo>
                <a:lnTo>
                  <a:pt x="13" y="94"/>
                </a:lnTo>
                <a:lnTo>
                  <a:pt x="13" y="108"/>
                </a:lnTo>
                <a:lnTo>
                  <a:pt x="0" y="108"/>
                </a:lnTo>
                <a:moveTo>
                  <a:pt x="0" y="94"/>
                </a:moveTo>
                <a:lnTo>
                  <a:pt x="0" y="81"/>
                </a:lnTo>
                <a:lnTo>
                  <a:pt x="13" y="81"/>
                </a:lnTo>
                <a:lnTo>
                  <a:pt x="13" y="94"/>
                </a:lnTo>
                <a:lnTo>
                  <a:pt x="0" y="94"/>
                </a:lnTo>
                <a:moveTo>
                  <a:pt x="0" y="81"/>
                </a:moveTo>
                <a:lnTo>
                  <a:pt x="0" y="68"/>
                </a:lnTo>
                <a:lnTo>
                  <a:pt x="13" y="68"/>
                </a:lnTo>
                <a:lnTo>
                  <a:pt x="13" y="81"/>
                </a:lnTo>
                <a:lnTo>
                  <a:pt x="0" y="81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8"/>
                </a:lnTo>
                <a:lnTo>
                  <a:pt x="13" y="28"/>
                </a:lnTo>
                <a:lnTo>
                  <a:pt x="13" y="42"/>
                </a:lnTo>
                <a:lnTo>
                  <a:pt x="0" y="42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6924600" y="3875760"/>
            <a:ext cx="1324080" cy="34200"/>
          </a:xfrm>
          <a:custGeom>
            <a:avLst/>
            <a:gdLst/>
            <a:ahLst/>
            <a:rect l="0" t="0" r="r" b="b"/>
            <a:pathLst>
              <a:path fill="none" w="3678" h="95">
                <a:moveTo>
                  <a:pt x="0" y="0"/>
                </a:moveTo>
                <a:lnTo>
                  <a:pt x="303" y="15"/>
                </a:lnTo>
                <a:cubicBezTo>
                  <a:pt x="607" y="31"/>
                  <a:pt x="1215" y="63"/>
                  <a:pt x="1828" y="78"/>
                </a:cubicBezTo>
                <a:cubicBezTo>
                  <a:pt x="2441" y="95"/>
                  <a:pt x="3059" y="95"/>
                  <a:pt x="3369" y="95"/>
                </a:cubicBezTo>
                <a:lnTo>
                  <a:pt x="3678" y="9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8224560" y="38858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67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8222040" y="388188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5"/>
                </a:lnTo>
                <a:lnTo>
                  <a:pt x="28" y="29"/>
                </a:lnTo>
                <a:lnTo>
                  <a:pt x="34" y="17"/>
                </a:lnTo>
                <a:moveTo>
                  <a:pt x="46" y="23"/>
                </a:moveTo>
                <a:lnTo>
                  <a:pt x="58" y="29"/>
                </a:lnTo>
                <a:lnTo>
                  <a:pt x="52" y="40"/>
                </a:lnTo>
                <a:lnTo>
                  <a:pt x="40" y="35"/>
                </a:lnTo>
                <a:lnTo>
                  <a:pt x="46" y="23"/>
                </a:lnTo>
                <a:moveTo>
                  <a:pt x="58" y="29"/>
                </a:moveTo>
                <a:lnTo>
                  <a:pt x="70" y="35"/>
                </a:lnTo>
                <a:lnTo>
                  <a:pt x="64" y="46"/>
                </a:lnTo>
                <a:lnTo>
                  <a:pt x="52" y="40"/>
                </a:lnTo>
                <a:lnTo>
                  <a:pt x="58" y="29"/>
                </a:lnTo>
                <a:moveTo>
                  <a:pt x="70" y="35"/>
                </a:moveTo>
                <a:lnTo>
                  <a:pt x="82" y="40"/>
                </a:lnTo>
                <a:lnTo>
                  <a:pt x="76" y="52"/>
                </a:lnTo>
                <a:lnTo>
                  <a:pt x="64" y="46"/>
                </a:lnTo>
                <a:lnTo>
                  <a:pt x="70" y="35"/>
                </a:lnTo>
                <a:moveTo>
                  <a:pt x="82" y="40"/>
                </a:moveTo>
                <a:lnTo>
                  <a:pt x="93" y="46"/>
                </a:lnTo>
                <a:lnTo>
                  <a:pt x="88" y="58"/>
                </a:lnTo>
                <a:lnTo>
                  <a:pt x="76" y="52"/>
                </a:lnTo>
                <a:lnTo>
                  <a:pt x="82" y="40"/>
                </a:lnTo>
                <a:moveTo>
                  <a:pt x="93" y="46"/>
                </a:moveTo>
                <a:lnTo>
                  <a:pt x="105" y="52"/>
                </a:lnTo>
                <a:lnTo>
                  <a:pt x="99" y="64"/>
                </a:lnTo>
                <a:lnTo>
                  <a:pt x="88" y="58"/>
                </a:lnTo>
                <a:lnTo>
                  <a:pt x="93" y="46"/>
                </a:lnTo>
                <a:moveTo>
                  <a:pt x="105" y="52"/>
                </a:moveTo>
                <a:lnTo>
                  <a:pt x="117" y="58"/>
                </a:lnTo>
                <a:lnTo>
                  <a:pt x="111" y="70"/>
                </a:lnTo>
                <a:lnTo>
                  <a:pt x="99" y="64"/>
                </a:lnTo>
                <a:lnTo>
                  <a:pt x="105" y="52"/>
                </a:lnTo>
                <a:moveTo>
                  <a:pt x="117" y="58"/>
                </a:moveTo>
                <a:lnTo>
                  <a:pt x="129" y="64"/>
                </a:lnTo>
                <a:lnTo>
                  <a:pt x="123" y="76"/>
                </a:lnTo>
                <a:lnTo>
                  <a:pt x="111" y="70"/>
                </a:lnTo>
                <a:lnTo>
                  <a:pt x="117" y="58"/>
                </a:lnTo>
                <a:moveTo>
                  <a:pt x="129" y="64"/>
                </a:moveTo>
                <a:lnTo>
                  <a:pt x="140" y="70"/>
                </a:lnTo>
                <a:lnTo>
                  <a:pt x="135" y="82"/>
                </a:lnTo>
                <a:lnTo>
                  <a:pt x="123" y="76"/>
                </a:lnTo>
                <a:lnTo>
                  <a:pt x="129" y="64"/>
                </a:lnTo>
                <a:moveTo>
                  <a:pt x="140" y="70"/>
                </a:moveTo>
                <a:lnTo>
                  <a:pt x="154" y="77"/>
                </a:lnTo>
                <a:lnTo>
                  <a:pt x="133" y="89"/>
                </a:lnTo>
                <a:lnTo>
                  <a:pt x="127" y="76"/>
                </a:lnTo>
                <a:lnTo>
                  <a:pt x="137" y="71"/>
                </a:lnTo>
                <a:lnTo>
                  <a:pt x="140" y="77"/>
                </a:lnTo>
                <a:lnTo>
                  <a:pt x="137" y="83"/>
                </a:lnTo>
                <a:lnTo>
                  <a:pt x="135" y="82"/>
                </a:lnTo>
                <a:lnTo>
                  <a:pt x="140" y="70"/>
                </a:lnTo>
                <a:moveTo>
                  <a:pt x="133" y="89"/>
                </a:moveTo>
                <a:lnTo>
                  <a:pt x="121" y="94"/>
                </a:lnTo>
                <a:lnTo>
                  <a:pt x="115" y="82"/>
                </a:lnTo>
                <a:lnTo>
                  <a:pt x="127" y="76"/>
                </a:lnTo>
                <a:lnTo>
                  <a:pt x="133" y="89"/>
                </a:lnTo>
                <a:moveTo>
                  <a:pt x="121" y="94"/>
                </a:moveTo>
                <a:lnTo>
                  <a:pt x="109" y="100"/>
                </a:lnTo>
                <a:lnTo>
                  <a:pt x="104" y="89"/>
                </a:lnTo>
                <a:lnTo>
                  <a:pt x="115" y="82"/>
                </a:lnTo>
                <a:lnTo>
                  <a:pt x="121" y="94"/>
                </a:lnTo>
                <a:moveTo>
                  <a:pt x="109" y="100"/>
                </a:moveTo>
                <a:lnTo>
                  <a:pt x="98" y="106"/>
                </a:lnTo>
                <a:lnTo>
                  <a:pt x="92" y="94"/>
                </a:lnTo>
                <a:lnTo>
                  <a:pt x="104" y="89"/>
                </a:lnTo>
                <a:lnTo>
                  <a:pt x="109" y="100"/>
                </a:lnTo>
                <a:moveTo>
                  <a:pt x="98" y="106"/>
                </a:moveTo>
                <a:lnTo>
                  <a:pt x="86" y="112"/>
                </a:lnTo>
                <a:lnTo>
                  <a:pt x="80" y="100"/>
                </a:lnTo>
                <a:lnTo>
                  <a:pt x="92" y="94"/>
                </a:lnTo>
                <a:lnTo>
                  <a:pt x="98" y="106"/>
                </a:lnTo>
                <a:moveTo>
                  <a:pt x="86" y="112"/>
                </a:moveTo>
                <a:lnTo>
                  <a:pt x="74" y="118"/>
                </a:lnTo>
                <a:lnTo>
                  <a:pt x="68" y="106"/>
                </a:lnTo>
                <a:lnTo>
                  <a:pt x="80" y="100"/>
                </a:lnTo>
                <a:lnTo>
                  <a:pt x="86" y="112"/>
                </a:lnTo>
                <a:moveTo>
                  <a:pt x="74" y="118"/>
                </a:moveTo>
                <a:lnTo>
                  <a:pt x="62" y="124"/>
                </a:lnTo>
                <a:lnTo>
                  <a:pt x="56" y="112"/>
                </a:lnTo>
                <a:lnTo>
                  <a:pt x="68" y="106"/>
                </a:lnTo>
                <a:lnTo>
                  <a:pt x="74" y="118"/>
                </a:lnTo>
                <a:moveTo>
                  <a:pt x="62" y="124"/>
                </a:moveTo>
                <a:lnTo>
                  <a:pt x="51" y="130"/>
                </a:lnTo>
                <a:lnTo>
                  <a:pt x="45" y="118"/>
                </a:lnTo>
                <a:lnTo>
                  <a:pt x="56" y="112"/>
                </a:lnTo>
                <a:lnTo>
                  <a:pt x="62" y="124"/>
                </a:lnTo>
                <a:moveTo>
                  <a:pt x="51" y="130"/>
                </a:moveTo>
                <a:lnTo>
                  <a:pt x="39" y="136"/>
                </a:lnTo>
                <a:lnTo>
                  <a:pt x="32" y="124"/>
                </a:lnTo>
                <a:lnTo>
                  <a:pt x="45" y="118"/>
                </a:lnTo>
                <a:lnTo>
                  <a:pt x="51" y="130"/>
                </a:lnTo>
                <a:moveTo>
                  <a:pt x="39" y="136"/>
                </a:moveTo>
                <a:lnTo>
                  <a:pt x="26" y="142"/>
                </a:lnTo>
                <a:lnTo>
                  <a:pt x="20" y="130"/>
                </a:lnTo>
                <a:lnTo>
                  <a:pt x="32" y="124"/>
                </a:lnTo>
                <a:lnTo>
                  <a:pt x="39" y="136"/>
                </a:lnTo>
                <a:moveTo>
                  <a:pt x="26" y="142"/>
                </a:moveTo>
                <a:lnTo>
                  <a:pt x="14" y="147"/>
                </a:lnTo>
                <a:lnTo>
                  <a:pt x="8" y="136"/>
                </a:lnTo>
                <a:lnTo>
                  <a:pt x="20" y="130"/>
                </a:lnTo>
                <a:lnTo>
                  <a:pt x="26" y="142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4"/>
                </a:lnTo>
                <a:lnTo>
                  <a:pt x="7" y="144"/>
                </a:lnTo>
                <a:lnTo>
                  <a:pt x="4" y="138"/>
                </a:lnTo>
                <a:lnTo>
                  <a:pt x="8" y="136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9"/>
                </a:lnTo>
                <a:lnTo>
                  <a:pt x="14" y="109"/>
                </a:lnTo>
                <a:lnTo>
                  <a:pt x="14" y="122"/>
                </a:lnTo>
                <a:lnTo>
                  <a:pt x="0" y="122"/>
                </a:lnTo>
                <a:moveTo>
                  <a:pt x="0" y="109"/>
                </a:moveTo>
                <a:lnTo>
                  <a:pt x="0" y="96"/>
                </a:lnTo>
                <a:lnTo>
                  <a:pt x="14" y="96"/>
                </a:lnTo>
                <a:lnTo>
                  <a:pt x="14" y="109"/>
                </a:lnTo>
                <a:lnTo>
                  <a:pt x="0" y="109"/>
                </a:lnTo>
                <a:moveTo>
                  <a:pt x="0" y="96"/>
                </a:moveTo>
                <a:lnTo>
                  <a:pt x="0" y="82"/>
                </a:lnTo>
                <a:lnTo>
                  <a:pt x="14" y="82"/>
                </a:lnTo>
                <a:lnTo>
                  <a:pt x="14" y="96"/>
                </a:lnTo>
                <a:lnTo>
                  <a:pt x="0" y="96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670080" y="2417760"/>
            <a:ext cx="1659600" cy="1272960"/>
          </a:xfrm>
          <a:custGeom>
            <a:avLst/>
            <a:gdLst/>
            <a:ahLst/>
            <a:rect l="0" t="0" r="r" b="b"/>
            <a:pathLst>
              <a:path fill="none" w="4610" h="3536">
                <a:moveTo>
                  <a:pt x="0" y="3536"/>
                </a:moveTo>
                <a:lnTo>
                  <a:pt x="421" y="3252"/>
                </a:lnTo>
                <a:cubicBezTo>
                  <a:pt x="843" y="2967"/>
                  <a:pt x="1686" y="2398"/>
                  <a:pt x="2455" y="1808"/>
                </a:cubicBezTo>
                <a:cubicBezTo>
                  <a:pt x="3223" y="1218"/>
                  <a:pt x="3916" y="609"/>
                  <a:pt x="4263" y="304"/>
                </a:cubicBezTo>
                <a:lnTo>
                  <a:pt x="4610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8295840" y="2401920"/>
            <a:ext cx="51480" cy="49320"/>
          </a:xfrm>
          <a:custGeom>
            <a:avLst/>
            <a:gdLst/>
            <a:ahLst/>
            <a:rect l="0" t="0" r="r" b="b"/>
            <a:pathLst>
              <a:path w="143" h="137">
                <a:moveTo>
                  <a:pt x="0" y="38"/>
                </a:moveTo>
                <a:lnTo>
                  <a:pt x="143" y="0"/>
                </a:lnTo>
                <a:lnTo>
                  <a:pt x="88" y="137"/>
                </a:lnTo>
                <a:lnTo>
                  <a:pt x="0" y="3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8291520" y="2398320"/>
            <a:ext cx="59760" cy="57600"/>
          </a:xfrm>
          <a:custGeom>
            <a:avLst/>
            <a:gdLst/>
            <a:ahLst/>
            <a:rect l="0" t="0" r="r" b="b"/>
            <a:pathLst>
              <a:path w="166" h="160">
                <a:moveTo>
                  <a:pt x="23" y="38"/>
                </a:moveTo>
                <a:lnTo>
                  <a:pt x="35" y="35"/>
                </a:lnTo>
                <a:lnTo>
                  <a:pt x="39" y="47"/>
                </a:lnTo>
                <a:lnTo>
                  <a:pt x="26" y="51"/>
                </a:lnTo>
                <a:lnTo>
                  <a:pt x="23" y="38"/>
                </a:lnTo>
                <a:moveTo>
                  <a:pt x="35" y="35"/>
                </a:moveTo>
                <a:lnTo>
                  <a:pt x="48" y="31"/>
                </a:lnTo>
                <a:lnTo>
                  <a:pt x="52" y="44"/>
                </a:lnTo>
                <a:lnTo>
                  <a:pt x="39" y="47"/>
                </a:lnTo>
                <a:lnTo>
                  <a:pt x="35" y="35"/>
                </a:lnTo>
                <a:moveTo>
                  <a:pt x="48" y="31"/>
                </a:moveTo>
                <a:lnTo>
                  <a:pt x="61" y="28"/>
                </a:lnTo>
                <a:lnTo>
                  <a:pt x="64" y="41"/>
                </a:lnTo>
                <a:lnTo>
                  <a:pt x="52" y="44"/>
                </a:lnTo>
                <a:lnTo>
                  <a:pt x="48" y="31"/>
                </a:lnTo>
                <a:moveTo>
                  <a:pt x="61" y="28"/>
                </a:moveTo>
                <a:lnTo>
                  <a:pt x="74" y="24"/>
                </a:lnTo>
                <a:lnTo>
                  <a:pt x="77" y="37"/>
                </a:lnTo>
                <a:lnTo>
                  <a:pt x="64" y="41"/>
                </a:lnTo>
                <a:lnTo>
                  <a:pt x="61" y="28"/>
                </a:lnTo>
                <a:moveTo>
                  <a:pt x="74" y="24"/>
                </a:moveTo>
                <a:lnTo>
                  <a:pt x="86" y="21"/>
                </a:lnTo>
                <a:lnTo>
                  <a:pt x="90" y="34"/>
                </a:lnTo>
                <a:lnTo>
                  <a:pt x="77" y="37"/>
                </a:lnTo>
                <a:lnTo>
                  <a:pt x="74" y="24"/>
                </a:lnTo>
                <a:moveTo>
                  <a:pt x="86" y="21"/>
                </a:moveTo>
                <a:lnTo>
                  <a:pt x="99" y="18"/>
                </a:lnTo>
                <a:lnTo>
                  <a:pt x="102" y="31"/>
                </a:lnTo>
                <a:lnTo>
                  <a:pt x="90" y="34"/>
                </a:lnTo>
                <a:lnTo>
                  <a:pt x="86" y="21"/>
                </a:lnTo>
                <a:moveTo>
                  <a:pt x="99" y="18"/>
                </a:moveTo>
                <a:lnTo>
                  <a:pt x="112" y="14"/>
                </a:lnTo>
                <a:lnTo>
                  <a:pt x="115" y="27"/>
                </a:lnTo>
                <a:lnTo>
                  <a:pt x="102" y="31"/>
                </a:lnTo>
                <a:lnTo>
                  <a:pt x="99" y="18"/>
                </a:lnTo>
                <a:moveTo>
                  <a:pt x="112" y="14"/>
                </a:moveTo>
                <a:lnTo>
                  <a:pt x="125" y="11"/>
                </a:lnTo>
                <a:lnTo>
                  <a:pt x="128" y="24"/>
                </a:lnTo>
                <a:lnTo>
                  <a:pt x="115" y="27"/>
                </a:lnTo>
                <a:lnTo>
                  <a:pt x="112" y="14"/>
                </a:lnTo>
                <a:moveTo>
                  <a:pt x="125" y="11"/>
                </a:moveTo>
                <a:lnTo>
                  <a:pt x="137" y="8"/>
                </a:lnTo>
                <a:lnTo>
                  <a:pt x="141" y="20"/>
                </a:lnTo>
                <a:lnTo>
                  <a:pt x="128" y="24"/>
                </a:lnTo>
                <a:lnTo>
                  <a:pt x="125" y="11"/>
                </a:lnTo>
                <a:moveTo>
                  <a:pt x="137" y="8"/>
                </a:moveTo>
                <a:lnTo>
                  <a:pt x="150" y="4"/>
                </a:lnTo>
                <a:lnTo>
                  <a:pt x="154" y="17"/>
                </a:lnTo>
                <a:lnTo>
                  <a:pt x="141" y="20"/>
                </a:lnTo>
                <a:lnTo>
                  <a:pt x="137" y="8"/>
                </a:lnTo>
                <a:moveTo>
                  <a:pt x="150" y="4"/>
                </a:moveTo>
                <a:lnTo>
                  <a:pt x="166" y="0"/>
                </a:lnTo>
                <a:lnTo>
                  <a:pt x="157" y="23"/>
                </a:lnTo>
                <a:lnTo>
                  <a:pt x="144" y="18"/>
                </a:lnTo>
                <a:lnTo>
                  <a:pt x="148" y="8"/>
                </a:lnTo>
                <a:lnTo>
                  <a:pt x="155" y="10"/>
                </a:lnTo>
                <a:lnTo>
                  <a:pt x="157" y="16"/>
                </a:lnTo>
                <a:lnTo>
                  <a:pt x="154" y="17"/>
                </a:lnTo>
                <a:lnTo>
                  <a:pt x="150" y="4"/>
                </a:lnTo>
                <a:moveTo>
                  <a:pt x="157" y="23"/>
                </a:moveTo>
                <a:lnTo>
                  <a:pt x="152" y="35"/>
                </a:lnTo>
                <a:lnTo>
                  <a:pt x="139" y="30"/>
                </a:lnTo>
                <a:lnTo>
                  <a:pt x="144" y="18"/>
                </a:lnTo>
                <a:lnTo>
                  <a:pt x="157" y="23"/>
                </a:lnTo>
                <a:moveTo>
                  <a:pt x="152" y="35"/>
                </a:moveTo>
                <a:lnTo>
                  <a:pt x="146" y="47"/>
                </a:lnTo>
                <a:lnTo>
                  <a:pt x="134" y="42"/>
                </a:lnTo>
                <a:lnTo>
                  <a:pt x="139" y="30"/>
                </a:lnTo>
                <a:lnTo>
                  <a:pt x="152" y="35"/>
                </a:lnTo>
                <a:moveTo>
                  <a:pt x="146" y="47"/>
                </a:moveTo>
                <a:lnTo>
                  <a:pt x="141" y="60"/>
                </a:lnTo>
                <a:lnTo>
                  <a:pt x="129" y="55"/>
                </a:lnTo>
                <a:lnTo>
                  <a:pt x="134" y="42"/>
                </a:lnTo>
                <a:lnTo>
                  <a:pt x="146" y="47"/>
                </a:lnTo>
                <a:moveTo>
                  <a:pt x="141" y="60"/>
                </a:moveTo>
                <a:lnTo>
                  <a:pt x="136" y="72"/>
                </a:lnTo>
                <a:lnTo>
                  <a:pt x="124" y="67"/>
                </a:lnTo>
                <a:lnTo>
                  <a:pt x="129" y="55"/>
                </a:lnTo>
                <a:lnTo>
                  <a:pt x="141" y="60"/>
                </a:lnTo>
                <a:moveTo>
                  <a:pt x="136" y="72"/>
                </a:moveTo>
                <a:lnTo>
                  <a:pt x="131" y="85"/>
                </a:lnTo>
                <a:lnTo>
                  <a:pt x="119" y="80"/>
                </a:lnTo>
                <a:lnTo>
                  <a:pt x="124" y="67"/>
                </a:lnTo>
                <a:lnTo>
                  <a:pt x="136" y="72"/>
                </a:lnTo>
                <a:moveTo>
                  <a:pt x="131" y="85"/>
                </a:moveTo>
                <a:lnTo>
                  <a:pt x="126" y="97"/>
                </a:lnTo>
                <a:lnTo>
                  <a:pt x="114" y="92"/>
                </a:lnTo>
                <a:lnTo>
                  <a:pt x="119" y="80"/>
                </a:lnTo>
                <a:lnTo>
                  <a:pt x="131" y="85"/>
                </a:lnTo>
                <a:moveTo>
                  <a:pt x="126" y="97"/>
                </a:moveTo>
                <a:lnTo>
                  <a:pt x="121" y="109"/>
                </a:lnTo>
                <a:lnTo>
                  <a:pt x="109" y="104"/>
                </a:lnTo>
                <a:lnTo>
                  <a:pt x="114" y="92"/>
                </a:lnTo>
                <a:lnTo>
                  <a:pt x="126" y="97"/>
                </a:lnTo>
                <a:moveTo>
                  <a:pt x="121" y="109"/>
                </a:moveTo>
                <a:lnTo>
                  <a:pt x="116" y="121"/>
                </a:lnTo>
                <a:lnTo>
                  <a:pt x="104" y="116"/>
                </a:lnTo>
                <a:lnTo>
                  <a:pt x="109" y="104"/>
                </a:lnTo>
                <a:lnTo>
                  <a:pt x="121" y="109"/>
                </a:lnTo>
                <a:moveTo>
                  <a:pt x="116" y="121"/>
                </a:moveTo>
                <a:lnTo>
                  <a:pt x="111" y="133"/>
                </a:lnTo>
                <a:lnTo>
                  <a:pt x="99" y="128"/>
                </a:lnTo>
                <a:lnTo>
                  <a:pt x="104" y="116"/>
                </a:lnTo>
                <a:lnTo>
                  <a:pt x="116" y="121"/>
                </a:lnTo>
                <a:moveTo>
                  <a:pt x="111" y="133"/>
                </a:moveTo>
                <a:lnTo>
                  <a:pt x="106" y="146"/>
                </a:lnTo>
                <a:lnTo>
                  <a:pt x="94" y="141"/>
                </a:lnTo>
                <a:lnTo>
                  <a:pt x="99" y="128"/>
                </a:lnTo>
                <a:lnTo>
                  <a:pt x="111" y="133"/>
                </a:lnTo>
                <a:moveTo>
                  <a:pt x="106" y="146"/>
                </a:moveTo>
                <a:lnTo>
                  <a:pt x="101" y="160"/>
                </a:lnTo>
                <a:lnTo>
                  <a:pt x="88" y="145"/>
                </a:lnTo>
                <a:lnTo>
                  <a:pt x="98" y="137"/>
                </a:lnTo>
                <a:lnTo>
                  <a:pt x="103" y="143"/>
                </a:lnTo>
                <a:lnTo>
                  <a:pt x="99" y="147"/>
                </a:lnTo>
                <a:lnTo>
                  <a:pt x="92" y="145"/>
                </a:lnTo>
                <a:lnTo>
                  <a:pt x="94" y="141"/>
                </a:lnTo>
                <a:lnTo>
                  <a:pt x="106" y="146"/>
                </a:lnTo>
                <a:moveTo>
                  <a:pt x="88" y="145"/>
                </a:moveTo>
                <a:lnTo>
                  <a:pt x="79" y="136"/>
                </a:lnTo>
                <a:lnTo>
                  <a:pt x="89" y="127"/>
                </a:lnTo>
                <a:lnTo>
                  <a:pt x="98" y="137"/>
                </a:lnTo>
                <a:lnTo>
                  <a:pt x="88" y="145"/>
                </a:lnTo>
                <a:moveTo>
                  <a:pt x="79" y="136"/>
                </a:moveTo>
                <a:lnTo>
                  <a:pt x="71" y="126"/>
                </a:lnTo>
                <a:lnTo>
                  <a:pt x="81" y="117"/>
                </a:lnTo>
                <a:lnTo>
                  <a:pt x="89" y="127"/>
                </a:lnTo>
                <a:lnTo>
                  <a:pt x="79" y="136"/>
                </a:lnTo>
                <a:moveTo>
                  <a:pt x="71" y="126"/>
                </a:moveTo>
                <a:lnTo>
                  <a:pt x="62" y="116"/>
                </a:lnTo>
                <a:lnTo>
                  <a:pt x="72" y="107"/>
                </a:lnTo>
                <a:lnTo>
                  <a:pt x="81" y="117"/>
                </a:lnTo>
                <a:lnTo>
                  <a:pt x="71" y="126"/>
                </a:lnTo>
                <a:moveTo>
                  <a:pt x="62" y="116"/>
                </a:moveTo>
                <a:lnTo>
                  <a:pt x="53" y="106"/>
                </a:lnTo>
                <a:lnTo>
                  <a:pt x="63" y="97"/>
                </a:lnTo>
                <a:lnTo>
                  <a:pt x="72" y="107"/>
                </a:lnTo>
                <a:lnTo>
                  <a:pt x="62" y="116"/>
                </a:lnTo>
                <a:moveTo>
                  <a:pt x="53" y="106"/>
                </a:moveTo>
                <a:lnTo>
                  <a:pt x="45" y="96"/>
                </a:lnTo>
                <a:lnTo>
                  <a:pt x="54" y="87"/>
                </a:lnTo>
                <a:lnTo>
                  <a:pt x="63" y="97"/>
                </a:lnTo>
                <a:lnTo>
                  <a:pt x="53" y="106"/>
                </a:lnTo>
                <a:moveTo>
                  <a:pt x="45" y="96"/>
                </a:moveTo>
                <a:lnTo>
                  <a:pt x="36" y="86"/>
                </a:lnTo>
                <a:lnTo>
                  <a:pt x="46" y="77"/>
                </a:lnTo>
                <a:lnTo>
                  <a:pt x="54" y="87"/>
                </a:lnTo>
                <a:lnTo>
                  <a:pt x="45" y="96"/>
                </a:lnTo>
                <a:moveTo>
                  <a:pt x="36" y="86"/>
                </a:moveTo>
                <a:lnTo>
                  <a:pt x="27" y="76"/>
                </a:lnTo>
                <a:lnTo>
                  <a:pt x="37" y="68"/>
                </a:lnTo>
                <a:lnTo>
                  <a:pt x="46" y="77"/>
                </a:lnTo>
                <a:lnTo>
                  <a:pt x="36" y="86"/>
                </a:lnTo>
                <a:moveTo>
                  <a:pt x="27" y="76"/>
                </a:moveTo>
                <a:lnTo>
                  <a:pt x="19" y="66"/>
                </a:lnTo>
                <a:lnTo>
                  <a:pt x="28" y="58"/>
                </a:lnTo>
                <a:lnTo>
                  <a:pt x="37" y="68"/>
                </a:lnTo>
                <a:lnTo>
                  <a:pt x="27" y="76"/>
                </a:lnTo>
                <a:moveTo>
                  <a:pt x="19" y="66"/>
                </a:moveTo>
                <a:lnTo>
                  <a:pt x="10" y="57"/>
                </a:lnTo>
                <a:lnTo>
                  <a:pt x="20" y="47"/>
                </a:lnTo>
                <a:lnTo>
                  <a:pt x="28" y="58"/>
                </a:lnTo>
                <a:lnTo>
                  <a:pt x="19" y="66"/>
                </a:lnTo>
                <a:moveTo>
                  <a:pt x="10" y="57"/>
                </a:moveTo>
                <a:lnTo>
                  <a:pt x="0" y="44"/>
                </a:lnTo>
                <a:lnTo>
                  <a:pt x="23" y="38"/>
                </a:lnTo>
                <a:lnTo>
                  <a:pt x="26" y="51"/>
                </a:lnTo>
                <a:lnTo>
                  <a:pt x="13" y="55"/>
                </a:lnTo>
                <a:lnTo>
                  <a:pt x="12" y="48"/>
                </a:lnTo>
                <a:lnTo>
                  <a:pt x="17" y="43"/>
                </a:lnTo>
                <a:lnTo>
                  <a:pt x="20" y="47"/>
                </a:lnTo>
                <a:lnTo>
                  <a:pt x="10" y="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370400" y="1905480"/>
            <a:ext cx="1739160" cy="378360"/>
          </a:xfrm>
          <a:custGeom>
            <a:avLst/>
            <a:gdLst/>
            <a:ahLst/>
            <a:rect l="0" t="0" r="r" b="b"/>
            <a:pathLst>
              <a:path fill="none" w="4831" h="1051">
                <a:moveTo>
                  <a:pt x="0" y="0"/>
                </a:moveTo>
                <a:lnTo>
                  <a:pt x="424" y="134"/>
                </a:lnTo>
                <a:cubicBezTo>
                  <a:pt x="848" y="267"/>
                  <a:pt x="1695" y="536"/>
                  <a:pt x="2500" y="711"/>
                </a:cubicBezTo>
                <a:cubicBezTo>
                  <a:pt x="3306" y="886"/>
                  <a:pt x="4068" y="968"/>
                  <a:pt x="4449" y="1010"/>
                </a:cubicBezTo>
                <a:lnTo>
                  <a:pt x="4831" y="1051"/>
                </a:lnTo>
              </a:path>
            </a:pathLst>
          </a:custGeom>
          <a:ln w="2052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349880" y="1890720"/>
            <a:ext cx="52920" cy="45720"/>
          </a:xfrm>
          <a:custGeom>
            <a:avLst/>
            <a:gdLst/>
            <a:ahLst/>
            <a:rect l="0" t="0" r="r" b="b"/>
            <a:pathLst>
              <a:path w="147" h="127">
                <a:moveTo>
                  <a:pt x="0" y="23"/>
                </a:moveTo>
                <a:lnTo>
                  <a:pt x="107" y="127"/>
                </a:lnTo>
                <a:lnTo>
                  <a:pt x="147" y="0"/>
                </a:lnTo>
                <a:lnTo>
                  <a:pt x="0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344840" y="1887840"/>
            <a:ext cx="61200" cy="52920"/>
          </a:xfrm>
          <a:custGeom>
            <a:avLst/>
            <a:gdLst/>
            <a:ahLst/>
            <a:rect l="0" t="0" r="r" b="b"/>
            <a:pathLst>
              <a:path w="170" h="147">
                <a:moveTo>
                  <a:pt x="28" y="36"/>
                </a:moveTo>
                <a:lnTo>
                  <a:pt x="38" y="45"/>
                </a:lnTo>
                <a:lnTo>
                  <a:pt x="29" y="55"/>
                </a:lnTo>
                <a:lnTo>
                  <a:pt x="19" y="45"/>
                </a:lnTo>
                <a:lnTo>
                  <a:pt x="28" y="36"/>
                </a:lnTo>
                <a:moveTo>
                  <a:pt x="38" y="45"/>
                </a:moveTo>
                <a:lnTo>
                  <a:pt x="47" y="55"/>
                </a:lnTo>
                <a:lnTo>
                  <a:pt x="38" y="64"/>
                </a:lnTo>
                <a:lnTo>
                  <a:pt x="29" y="55"/>
                </a:lnTo>
                <a:lnTo>
                  <a:pt x="38" y="45"/>
                </a:lnTo>
                <a:moveTo>
                  <a:pt x="47" y="55"/>
                </a:moveTo>
                <a:lnTo>
                  <a:pt x="57" y="64"/>
                </a:lnTo>
                <a:lnTo>
                  <a:pt x="48" y="74"/>
                </a:lnTo>
                <a:lnTo>
                  <a:pt x="38" y="64"/>
                </a:lnTo>
                <a:lnTo>
                  <a:pt x="47" y="55"/>
                </a:lnTo>
                <a:moveTo>
                  <a:pt x="57" y="64"/>
                </a:moveTo>
                <a:lnTo>
                  <a:pt x="66" y="73"/>
                </a:lnTo>
                <a:lnTo>
                  <a:pt x="57" y="83"/>
                </a:lnTo>
                <a:lnTo>
                  <a:pt x="48" y="74"/>
                </a:lnTo>
                <a:lnTo>
                  <a:pt x="57" y="64"/>
                </a:lnTo>
                <a:moveTo>
                  <a:pt x="66" y="73"/>
                </a:moveTo>
                <a:lnTo>
                  <a:pt x="76" y="82"/>
                </a:lnTo>
                <a:lnTo>
                  <a:pt x="66" y="92"/>
                </a:lnTo>
                <a:lnTo>
                  <a:pt x="57" y="83"/>
                </a:lnTo>
                <a:lnTo>
                  <a:pt x="66" y="73"/>
                </a:lnTo>
                <a:moveTo>
                  <a:pt x="76" y="82"/>
                </a:moveTo>
                <a:lnTo>
                  <a:pt x="85" y="92"/>
                </a:lnTo>
                <a:lnTo>
                  <a:pt x="76" y="101"/>
                </a:lnTo>
                <a:lnTo>
                  <a:pt x="66" y="92"/>
                </a:lnTo>
                <a:lnTo>
                  <a:pt x="76" y="82"/>
                </a:lnTo>
                <a:moveTo>
                  <a:pt x="85" y="92"/>
                </a:moveTo>
                <a:lnTo>
                  <a:pt x="95" y="101"/>
                </a:lnTo>
                <a:lnTo>
                  <a:pt x="85" y="110"/>
                </a:lnTo>
                <a:lnTo>
                  <a:pt x="76" y="101"/>
                </a:lnTo>
                <a:lnTo>
                  <a:pt x="85" y="92"/>
                </a:lnTo>
                <a:moveTo>
                  <a:pt x="95" y="101"/>
                </a:moveTo>
                <a:lnTo>
                  <a:pt x="104" y="110"/>
                </a:lnTo>
                <a:lnTo>
                  <a:pt x="95" y="119"/>
                </a:lnTo>
                <a:lnTo>
                  <a:pt x="85" y="110"/>
                </a:lnTo>
                <a:lnTo>
                  <a:pt x="95" y="101"/>
                </a:lnTo>
                <a:moveTo>
                  <a:pt x="104" y="110"/>
                </a:moveTo>
                <a:lnTo>
                  <a:pt x="114" y="119"/>
                </a:lnTo>
                <a:lnTo>
                  <a:pt x="104" y="128"/>
                </a:lnTo>
                <a:lnTo>
                  <a:pt x="95" y="119"/>
                </a:lnTo>
                <a:lnTo>
                  <a:pt x="104" y="110"/>
                </a:lnTo>
                <a:moveTo>
                  <a:pt x="114" y="119"/>
                </a:moveTo>
                <a:lnTo>
                  <a:pt x="124" y="128"/>
                </a:lnTo>
                <a:lnTo>
                  <a:pt x="115" y="138"/>
                </a:lnTo>
                <a:lnTo>
                  <a:pt x="104" y="128"/>
                </a:lnTo>
                <a:lnTo>
                  <a:pt x="114" y="119"/>
                </a:lnTo>
                <a:moveTo>
                  <a:pt x="124" y="128"/>
                </a:moveTo>
                <a:lnTo>
                  <a:pt x="126" y="130"/>
                </a:lnTo>
                <a:lnTo>
                  <a:pt x="121" y="135"/>
                </a:lnTo>
                <a:lnTo>
                  <a:pt x="115" y="133"/>
                </a:lnTo>
                <a:lnTo>
                  <a:pt x="118" y="122"/>
                </a:lnTo>
                <a:lnTo>
                  <a:pt x="131" y="126"/>
                </a:lnTo>
                <a:lnTo>
                  <a:pt x="124" y="147"/>
                </a:lnTo>
                <a:lnTo>
                  <a:pt x="115" y="138"/>
                </a:lnTo>
                <a:lnTo>
                  <a:pt x="124" y="128"/>
                </a:lnTo>
                <a:moveTo>
                  <a:pt x="118" y="122"/>
                </a:moveTo>
                <a:lnTo>
                  <a:pt x="122" y="110"/>
                </a:lnTo>
                <a:lnTo>
                  <a:pt x="135" y="114"/>
                </a:lnTo>
                <a:lnTo>
                  <a:pt x="131" y="126"/>
                </a:lnTo>
                <a:lnTo>
                  <a:pt x="118" y="122"/>
                </a:lnTo>
                <a:moveTo>
                  <a:pt x="122" y="110"/>
                </a:moveTo>
                <a:lnTo>
                  <a:pt x="126" y="97"/>
                </a:lnTo>
                <a:lnTo>
                  <a:pt x="138" y="101"/>
                </a:lnTo>
                <a:lnTo>
                  <a:pt x="135" y="114"/>
                </a:lnTo>
                <a:lnTo>
                  <a:pt x="122" y="110"/>
                </a:lnTo>
                <a:moveTo>
                  <a:pt x="126" y="97"/>
                </a:moveTo>
                <a:lnTo>
                  <a:pt x="130" y="85"/>
                </a:lnTo>
                <a:lnTo>
                  <a:pt x="142" y="89"/>
                </a:lnTo>
                <a:lnTo>
                  <a:pt x="138" y="101"/>
                </a:lnTo>
                <a:lnTo>
                  <a:pt x="126" y="97"/>
                </a:lnTo>
                <a:moveTo>
                  <a:pt x="130" y="85"/>
                </a:moveTo>
                <a:lnTo>
                  <a:pt x="134" y="72"/>
                </a:lnTo>
                <a:lnTo>
                  <a:pt x="146" y="76"/>
                </a:lnTo>
                <a:lnTo>
                  <a:pt x="142" y="89"/>
                </a:lnTo>
                <a:lnTo>
                  <a:pt x="130" y="85"/>
                </a:lnTo>
                <a:moveTo>
                  <a:pt x="134" y="72"/>
                </a:moveTo>
                <a:lnTo>
                  <a:pt x="138" y="60"/>
                </a:lnTo>
                <a:lnTo>
                  <a:pt x="150" y="63"/>
                </a:lnTo>
                <a:lnTo>
                  <a:pt x="146" y="76"/>
                </a:lnTo>
                <a:lnTo>
                  <a:pt x="134" y="72"/>
                </a:lnTo>
                <a:moveTo>
                  <a:pt x="138" y="60"/>
                </a:moveTo>
                <a:lnTo>
                  <a:pt x="142" y="46"/>
                </a:lnTo>
                <a:lnTo>
                  <a:pt x="154" y="51"/>
                </a:lnTo>
                <a:lnTo>
                  <a:pt x="150" y="63"/>
                </a:lnTo>
                <a:lnTo>
                  <a:pt x="138" y="60"/>
                </a:lnTo>
                <a:moveTo>
                  <a:pt x="142" y="46"/>
                </a:moveTo>
                <a:lnTo>
                  <a:pt x="146" y="33"/>
                </a:lnTo>
                <a:lnTo>
                  <a:pt x="158" y="37"/>
                </a:lnTo>
                <a:lnTo>
                  <a:pt x="154" y="51"/>
                </a:lnTo>
                <a:lnTo>
                  <a:pt x="142" y="46"/>
                </a:lnTo>
                <a:moveTo>
                  <a:pt x="146" y="33"/>
                </a:moveTo>
                <a:lnTo>
                  <a:pt x="150" y="21"/>
                </a:lnTo>
                <a:lnTo>
                  <a:pt x="162" y="25"/>
                </a:lnTo>
                <a:lnTo>
                  <a:pt x="158" y="37"/>
                </a:lnTo>
                <a:lnTo>
                  <a:pt x="146" y="33"/>
                </a:lnTo>
                <a:moveTo>
                  <a:pt x="150" y="21"/>
                </a:moveTo>
                <a:lnTo>
                  <a:pt x="154" y="8"/>
                </a:lnTo>
                <a:lnTo>
                  <a:pt x="166" y="12"/>
                </a:lnTo>
                <a:lnTo>
                  <a:pt x="162" y="25"/>
                </a:lnTo>
                <a:lnTo>
                  <a:pt x="150" y="21"/>
                </a:lnTo>
                <a:moveTo>
                  <a:pt x="154" y="8"/>
                </a:moveTo>
                <a:lnTo>
                  <a:pt x="154" y="6"/>
                </a:lnTo>
                <a:lnTo>
                  <a:pt x="161" y="8"/>
                </a:lnTo>
                <a:lnTo>
                  <a:pt x="162" y="15"/>
                </a:lnTo>
                <a:lnTo>
                  <a:pt x="151" y="16"/>
                </a:lnTo>
                <a:lnTo>
                  <a:pt x="149" y="3"/>
                </a:lnTo>
                <a:lnTo>
                  <a:pt x="170" y="0"/>
                </a:lnTo>
                <a:lnTo>
                  <a:pt x="166" y="12"/>
                </a:lnTo>
                <a:lnTo>
                  <a:pt x="154" y="8"/>
                </a:lnTo>
                <a:moveTo>
                  <a:pt x="151" y="16"/>
                </a:moveTo>
                <a:lnTo>
                  <a:pt x="138" y="18"/>
                </a:lnTo>
                <a:lnTo>
                  <a:pt x="136" y="5"/>
                </a:lnTo>
                <a:lnTo>
                  <a:pt x="149" y="3"/>
                </a:lnTo>
                <a:lnTo>
                  <a:pt x="151" y="16"/>
                </a:lnTo>
                <a:moveTo>
                  <a:pt x="138" y="18"/>
                </a:moveTo>
                <a:lnTo>
                  <a:pt x="125" y="20"/>
                </a:lnTo>
                <a:lnTo>
                  <a:pt x="123" y="7"/>
                </a:lnTo>
                <a:lnTo>
                  <a:pt x="136" y="5"/>
                </a:lnTo>
                <a:lnTo>
                  <a:pt x="138" y="18"/>
                </a:lnTo>
                <a:moveTo>
                  <a:pt x="125" y="20"/>
                </a:moveTo>
                <a:lnTo>
                  <a:pt x="112" y="22"/>
                </a:lnTo>
                <a:lnTo>
                  <a:pt x="109" y="9"/>
                </a:lnTo>
                <a:lnTo>
                  <a:pt x="123" y="7"/>
                </a:lnTo>
                <a:lnTo>
                  <a:pt x="125" y="20"/>
                </a:lnTo>
                <a:moveTo>
                  <a:pt x="112" y="22"/>
                </a:moveTo>
                <a:lnTo>
                  <a:pt x="98" y="25"/>
                </a:lnTo>
                <a:lnTo>
                  <a:pt x="96" y="12"/>
                </a:lnTo>
                <a:lnTo>
                  <a:pt x="109" y="9"/>
                </a:lnTo>
                <a:lnTo>
                  <a:pt x="112" y="22"/>
                </a:lnTo>
                <a:moveTo>
                  <a:pt x="98" y="25"/>
                </a:moveTo>
                <a:lnTo>
                  <a:pt x="85" y="27"/>
                </a:lnTo>
                <a:lnTo>
                  <a:pt x="83" y="14"/>
                </a:lnTo>
                <a:lnTo>
                  <a:pt x="96" y="12"/>
                </a:lnTo>
                <a:lnTo>
                  <a:pt x="98" y="25"/>
                </a:lnTo>
                <a:moveTo>
                  <a:pt x="85" y="27"/>
                </a:moveTo>
                <a:lnTo>
                  <a:pt x="72" y="29"/>
                </a:lnTo>
                <a:lnTo>
                  <a:pt x="70" y="16"/>
                </a:lnTo>
                <a:lnTo>
                  <a:pt x="83" y="14"/>
                </a:lnTo>
                <a:lnTo>
                  <a:pt x="85" y="27"/>
                </a:lnTo>
                <a:moveTo>
                  <a:pt x="72" y="29"/>
                </a:moveTo>
                <a:lnTo>
                  <a:pt x="59" y="31"/>
                </a:lnTo>
                <a:lnTo>
                  <a:pt x="57" y="18"/>
                </a:lnTo>
                <a:lnTo>
                  <a:pt x="70" y="16"/>
                </a:lnTo>
                <a:lnTo>
                  <a:pt x="72" y="29"/>
                </a:lnTo>
                <a:moveTo>
                  <a:pt x="59" y="31"/>
                </a:moveTo>
                <a:lnTo>
                  <a:pt x="46" y="33"/>
                </a:lnTo>
                <a:lnTo>
                  <a:pt x="44" y="20"/>
                </a:lnTo>
                <a:lnTo>
                  <a:pt x="57" y="18"/>
                </a:lnTo>
                <a:lnTo>
                  <a:pt x="59" y="31"/>
                </a:lnTo>
                <a:moveTo>
                  <a:pt x="46" y="33"/>
                </a:moveTo>
                <a:lnTo>
                  <a:pt x="33" y="35"/>
                </a:lnTo>
                <a:lnTo>
                  <a:pt x="31" y="22"/>
                </a:lnTo>
                <a:lnTo>
                  <a:pt x="44" y="20"/>
                </a:lnTo>
                <a:lnTo>
                  <a:pt x="46" y="33"/>
                </a:lnTo>
                <a:moveTo>
                  <a:pt x="33" y="35"/>
                </a:moveTo>
                <a:lnTo>
                  <a:pt x="20" y="37"/>
                </a:lnTo>
                <a:lnTo>
                  <a:pt x="18" y="24"/>
                </a:lnTo>
                <a:lnTo>
                  <a:pt x="31" y="22"/>
                </a:lnTo>
                <a:lnTo>
                  <a:pt x="33" y="35"/>
                </a:lnTo>
                <a:moveTo>
                  <a:pt x="20" y="37"/>
                </a:moveTo>
                <a:lnTo>
                  <a:pt x="15" y="38"/>
                </a:lnTo>
                <a:lnTo>
                  <a:pt x="14" y="31"/>
                </a:lnTo>
                <a:lnTo>
                  <a:pt x="19" y="26"/>
                </a:lnTo>
                <a:lnTo>
                  <a:pt x="28" y="36"/>
                </a:lnTo>
                <a:lnTo>
                  <a:pt x="19" y="45"/>
                </a:lnTo>
                <a:lnTo>
                  <a:pt x="0" y="27"/>
                </a:lnTo>
                <a:lnTo>
                  <a:pt x="18" y="24"/>
                </a:lnTo>
                <a:lnTo>
                  <a:pt x="20" y="3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6083280" y="2257200"/>
            <a:ext cx="50040" cy="47520"/>
          </a:xfrm>
          <a:custGeom>
            <a:avLst/>
            <a:gdLst/>
            <a:ahLst/>
            <a:rect l="0" t="0" r="r" b="b"/>
            <a:pathLst>
              <a:path w="139" h="132">
                <a:moveTo>
                  <a:pt x="14" y="0"/>
                </a:moveTo>
                <a:lnTo>
                  <a:pt x="139" y="81"/>
                </a:lnTo>
                <a:lnTo>
                  <a:pt x="0" y="132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6080400" y="2253240"/>
            <a:ext cx="57960" cy="55080"/>
          </a:xfrm>
          <a:custGeom>
            <a:avLst/>
            <a:gdLst/>
            <a:ahLst/>
            <a:rect l="0" t="0" r="r" b="b"/>
            <a:pathLst>
              <a:path w="161" h="153">
                <a:moveTo>
                  <a:pt x="37" y="13"/>
                </a:moveTo>
                <a:lnTo>
                  <a:pt x="48" y="20"/>
                </a:lnTo>
                <a:lnTo>
                  <a:pt x="41" y="31"/>
                </a:lnTo>
                <a:lnTo>
                  <a:pt x="30" y="24"/>
                </a:lnTo>
                <a:lnTo>
                  <a:pt x="37" y="13"/>
                </a:lnTo>
                <a:moveTo>
                  <a:pt x="48" y="20"/>
                </a:moveTo>
                <a:lnTo>
                  <a:pt x="59" y="27"/>
                </a:lnTo>
                <a:lnTo>
                  <a:pt x="52" y="38"/>
                </a:lnTo>
                <a:lnTo>
                  <a:pt x="41" y="31"/>
                </a:lnTo>
                <a:lnTo>
                  <a:pt x="48" y="20"/>
                </a:lnTo>
                <a:moveTo>
                  <a:pt x="59" y="27"/>
                </a:moveTo>
                <a:lnTo>
                  <a:pt x="70" y="34"/>
                </a:lnTo>
                <a:lnTo>
                  <a:pt x="63" y="45"/>
                </a:lnTo>
                <a:lnTo>
                  <a:pt x="52" y="38"/>
                </a:lnTo>
                <a:lnTo>
                  <a:pt x="59" y="27"/>
                </a:lnTo>
                <a:moveTo>
                  <a:pt x="70" y="34"/>
                </a:moveTo>
                <a:lnTo>
                  <a:pt x="81" y="41"/>
                </a:lnTo>
                <a:lnTo>
                  <a:pt x="74" y="54"/>
                </a:lnTo>
                <a:lnTo>
                  <a:pt x="63" y="45"/>
                </a:lnTo>
                <a:lnTo>
                  <a:pt x="70" y="34"/>
                </a:lnTo>
                <a:moveTo>
                  <a:pt x="81" y="41"/>
                </a:moveTo>
                <a:lnTo>
                  <a:pt x="92" y="50"/>
                </a:lnTo>
                <a:lnTo>
                  <a:pt x="85" y="61"/>
                </a:lnTo>
                <a:lnTo>
                  <a:pt x="74" y="54"/>
                </a:lnTo>
                <a:lnTo>
                  <a:pt x="81" y="41"/>
                </a:lnTo>
                <a:moveTo>
                  <a:pt x="92" y="50"/>
                </a:moveTo>
                <a:lnTo>
                  <a:pt x="103" y="57"/>
                </a:lnTo>
                <a:lnTo>
                  <a:pt x="96" y="68"/>
                </a:lnTo>
                <a:lnTo>
                  <a:pt x="85" y="61"/>
                </a:lnTo>
                <a:lnTo>
                  <a:pt x="92" y="50"/>
                </a:lnTo>
                <a:moveTo>
                  <a:pt x="103" y="57"/>
                </a:moveTo>
                <a:lnTo>
                  <a:pt x="114" y="64"/>
                </a:lnTo>
                <a:lnTo>
                  <a:pt x="107" y="75"/>
                </a:lnTo>
                <a:lnTo>
                  <a:pt x="96" y="68"/>
                </a:lnTo>
                <a:lnTo>
                  <a:pt x="103" y="57"/>
                </a:lnTo>
                <a:moveTo>
                  <a:pt x="114" y="64"/>
                </a:moveTo>
                <a:lnTo>
                  <a:pt x="125" y="71"/>
                </a:lnTo>
                <a:lnTo>
                  <a:pt x="118" y="82"/>
                </a:lnTo>
                <a:lnTo>
                  <a:pt x="107" y="75"/>
                </a:lnTo>
                <a:lnTo>
                  <a:pt x="114" y="64"/>
                </a:lnTo>
                <a:moveTo>
                  <a:pt x="125" y="71"/>
                </a:moveTo>
                <a:lnTo>
                  <a:pt x="136" y="78"/>
                </a:lnTo>
                <a:lnTo>
                  <a:pt x="129" y="89"/>
                </a:lnTo>
                <a:lnTo>
                  <a:pt x="118" y="82"/>
                </a:lnTo>
                <a:lnTo>
                  <a:pt x="125" y="71"/>
                </a:lnTo>
                <a:moveTo>
                  <a:pt x="136" y="78"/>
                </a:moveTo>
                <a:lnTo>
                  <a:pt x="147" y="85"/>
                </a:lnTo>
                <a:lnTo>
                  <a:pt x="140" y="96"/>
                </a:lnTo>
                <a:lnTo>
                  <a:pt x="129" y="89"/>
                </a:lnTo>
                <a:lnTo>
                  <a:pt x="136" y="78"/>
                </a:lnTo>
                <a:moveTo>
                  <a:pt x="147" y="85"/>
                </a:moveTo>
                <a:lnTo>
                  <a:pt x="161" y="94"/>
                </a:lnTo>
                <a:lnTo>
                  <a:pt x="138" y="102"/>
                </a:lnTo>
                <a:lnTo>
                  <a:pt x="133" y="90"/>
                </a:lnTo>
                <a:lnTo>
                  <a:pt x="144" y="86"/>
                </a:lnTo>
                <a:lnTo>
                  <a:pt x="146" y="92"/>
                </a:lnTo>
                <a:lnTo>
                  <a:pt x="142" y="98"/>
                </a:lnTo>
                <a:lnTo>
                  <a:pt x="140" y="96"/>
                </a:lnTo>
                <a:lnTo>
                  <a:pt x="147" y="85"/>
                </a:lnTo>
                <a:moveTo>
                  <a:pt x="138" y="102"/>
                </a:moveTo>
                <a:lnTo>
                  <a:pt x="126" y="107"/>
                </a:lnTo>
                <a:lnTo>
                  <a:pt x="121" y="94"/>
                </a:lnTo>
                <a:lnTo>
                  <a:pt x="133" y="90"/>
                </a:lnTo>
                <a:lnTo>
                  <a:pt x="138" y="102"/>
                </a:lnTo>
                <a:moveTo>
                  <a:pt x="126" y="107"/>
                </a:moveTo>
                <a:lnTo>
                  <a:pt x="113" y="111"/>
                </a:lnTo>
                <a:lnTo>
                  <a:pt x="109" y="99"/>
                </a:lnTo>
                <a:lnTo>
                  <a:pt x="121" y="94"/>
                </a:lnTo>
                <a:lnTo>
                  <a:pt x="126" y="107"/>
                </a:lnTo>
                <a:moveTo>
                  <a:pt x="113" y="111"/>
                </a:moveTo>
                <a:lnTo>
                  <a:pt x="101" y="116"/>
                </a:lnTo>
                <a:lnTo>
                  <a:pt x="96" y="103"/>
                </a:lnTo>
                <a:lnTo>
                  <a:pt x="109" y="99"/>
                </a:lnTo>
                <a:lnTo>
                  <a:pt x="113" y="111"/>
                </a:lnTo>
                <a:moveTo>
                  <a:pt x="101" y="116"/>
                </a:moveTo>
                <a:lnTo>
                  <a:pt x="89" y="120"/>
                </a:lnTo>
                <a:lnTo>
                  <a:pt x="84" y="108"/>
                </a:lnTo>
                <a:lnTo>
                  <a:pt x="96" y="103"/>
                </a:lnTo>
                <a:lnTo>
                  <a:pt x="101" y="116"/>
                </a:lnTo>
                <a:moveTo>
                  <a:pt x="89" y="120"/>
                </a:moveTo>
                <a:lnTo>
                  <a:pt x="76" y="125"/>
                </a:lnTo>
                <a:lnTo>
                  <a:pt x="72" y="113"/>
                </a:lnTo>
                <a:lnTo>
                  <a:pt x="84" y="108"/>
                </a:lnTo>
                <a:lnTo>
                  <a:pt x="89" y="120"/>
                </a:lnTo>
                <a:moveTo>
                  <a:pt x="76" y="125"/>
                </a:moveTo>
                <a:lnTo>
                  <a:pt x="64" y="129"/>
                </a:lnTo>
                <a:lnTo>
                  <a:pt x="59" y="117"/>
                </a:lnTo>
                <a:lnTo>
                  <a:pt x="72" y="113"/>
                </a:lnTo>
                <a:lnTo>
                  <a:pt x="76" y="125"/>
                </a:lnTo>
                <a:moveTo>
                  <a:pt x="64" y="129"/>
                </a:moveTo>
                <a:lnTo>
                  <a:pt x="52" y="134"/>
                </a:lnTo>
                <a:lnTo>
                  <a:pt x="47" y="122"/>
                </a:lnTo>
                <a:lnTo>
                  <a:pt x="59" y="117"/>
                </a:lnTo>
                <a:lnTo>
                  <a:pt x="64" y="129"/>
                </a:lnTo>
                <a:moveTo>
                  <a:pt x="52" y="134"/>
                </a:moveTo>
                <a:lnTo>
                  <a:pt x="39" y="139"/>
                </a:lnTo>
                <a:lnTo>
                  <a:pt x="35" y="126"/>
                </a:lnTo>
                <a:lnTo>
                  <a:pt x="47" y="122"/>
                </a:lnTo>
                <a:lnTo>
                  <a:pt x="52" y="134"/>
                </a:lnTo>
                <a:moveTo>
                  <a:pt x="39" y="139"/>
                </a:moveTo>
                <a:lnTo>
                  <a:pt x="27" y="143"/>
                </a:lnTo>
                <a:lnTo>
                  <a:pt x="22" y="131"/>
                </a:lnTo>
                <a:lnTo>
                  <a:pt x="35" y="126"/>
                </a:lnTo>
                <a:lnTo>
                  <a:pt x="39" y="139"/>
                </a:lnTo>
                <a:moveTo>
                  <a:pt x="27" y="143"/>
                </a:moveTo>
                <a:lnTo>
                  <a:pt x="15" y="148"/>
                </a:lnTo>
                <a:lnTo>
                  <a:pt x="10" y="135"/>
                </a:lnTo>
                <a:lnTo>
                  <a:pt x="22" y="131"/>
                </a:lnTo>
                <a:lnTo>
                  <a:pt x="27" y="143"/>
                </a:lnTo>
                <a:moveTo>
                  <a:pt x="15" y="148"/>
                </a:moveTo>
                <a:lnTo>
                  <a:pt x="0" y="153"/>
                </a:lnTo>
                <a:lnTo>
                  <a:pt x="2" y="134"/>
                </a:lnTo>
                <a:lnTo>
                  <a:pt x="15" y="136"/>
                </a:lnTo>
                <a:lnTo>
                  <a:pt x="14" y="144"/>
                </a:lnTo>
                <a:lnTo>
                  <a:pt x="8" y="143"/>
                </a:lnTo>
                <a:lnTo>
                  <a:pt x="6" y="137"/>
                </a:lnTo>
                <a:lnTo>
                  <a:pt x="10" y="135"/>
                </a:lnTo>
                <a:lnTo>
                  <a:pt x="15" y="148"/>
                </a:lnTo>
                <a:moveTo>
                  <a:pt x="2" y="134"/>
                </a:moveTo>
                <a:lnTo>
                  <a:pt x="4" y="121"/>
                </a:lnTo>
                <a:lnTo>
                  <a:pt x="17" y="123"/>
                </a:lnTo>
                <a:lnTo>
                  <a:pt x="15" y="136"/>
                </a:lnTo>
                <a:lnTo>
                  <a:pt x="2" y="134"/>
                </a:lnTo>
                <a:moveTo>
                  <a:pt x="4" y="121"/>
                </a:moveTo>
                <a:lnTo>
                  <a:pt x="5" y="108"/>
                </a:lnTo>
                <a:lnTo>
                  <a:pt x="18" y="109"/>
                </a:lnTo>
                <a:lnTo>
                  <a:pt x="17" y="123"/>
                </a:lnTo>
                <a:lnTo>
                  <a:pt x="4" y="121"/>
                </a:lnTo>
                <a:moveTo>
                  <a:pt x="5" y="108"/>
                </a:moveTo>
                <a:lnTo>
                  <a:pt x="7" y="95"/>
                </a:lnTo>
                <a:lnTo>
                  <a:pt x="20" y="96"/>
                </a:lnTo>
                <a:lnTo>
                  <a:pt x="18" y="109"/>
                </a:lnTo>
                <a:lnTo>
                  <a:pt x="5" y="108"/>
                </a:lnTo>
                <a:moveTo>
                  <a:pt x="7" y="95"/>
                </a:moveTo>
                <a:lnTo>
                  <a:pt x="8" y="82"/>
                </a:lnTo>
                <a:lnTo>
                  <a:pt x="21" y="83"/>
                </a:lnTo>
                <a:lnTo>
                  <a:pt x="20" y="96"/>
                </a:lnTo>
                <a:lnTo>
                  <a:pt x="7" y="95"/>
                </a:lnTo>
                <a:moveTo>
                  <a:pt x="8" y="82"/>
                </a:moveTo>
                <a:lnTo>
                  <a:pt x="9" y="69"/>
                </a:lnTo>
                <a:lnTo>
                  <a:pt x="22" y="70"/>
                </a:lnTo>
                <a:lnTo>
                  <a:pt x="21" y="83"/>
                </a:lnTo>
                <a:lnTo>
                  <a:pt x="8" y="82"/>
                </a:lnTo>
                <a:moveTo>
                  <a:pt x="9" y="69"/>
                </a:moveTo>
                <a:lnTo>
                  <a:pt x="11" y="56"/>
                </a:lnTo>
                <a:lnTo>
                  <a:pt x="24" y="57"/>
                </a:lnTo>
                <a:lnTo>
                  <a:pt x="22" y="70"/>
                </a:lnTo>
                <a:lnTo>
                  <a:pt x="9" y="69"/>
                </a:lnTo>
                <a:moveTo>
                  <a:pt x="11" y="56"/>
                </a:moveTo>
                <a:lnTo>
                  <a:pt x="12" y="42"/>
                </a:lnTo>
                <a:lnTo>
                  <a:pt x="25" y="43"/>
                </a:lnTo>
                <a:lnTo>
                  <a:pt x="24" y="57"/>
                </a:lnTo>
                <a:lnTo>
                  <a:pt x="11" y="56"/>
                </a:lnTo>
                <a:moveTo>
                  <a:pt x="12" y="42"/>
                </a:moveTo>
                <a:lnTo>
                  <a:pt x="14" y="29"/>
                </a:lnTo>
                <a:lnTo>
                  <a:pt x="27" y="30"/>
                </a:lnTo>
                <a:lnTo>
                  <a:pt x="25" y="43"/>
                </a:lnTo>
                <a:lnTo>
                  <a:pt x="12" y="42"/>
                </a:lnTo>
                <a:moveTo>
                  <a:pt x="14" y="29"/>
                </a:moveTo>
                <a:lnTo>
                  <a:pt x="15" y="15"/>
                </a:lnTo>
                <a:lnTo>
                  <a:pt x="28" y="17"/>
                </a:lnTo>
                <a:lnTo>
                  <a:pt x="27" y="30"/>
                </a:lnTo>
                <a:lnTo>
                  <a:pt x="14" y="29"/>
                </a:lnTo>
                <a:moveTo>
                  <a:pt x="15" y="15"/>
                </a:moveTo>
                <a:lnTo>
                  <a:pt x="17" y="0"/>
                </a:lnTo>
                <a:lnTo>
                  <a:pt x="37" y="13"/>
                </a:lnTo>
                <a:lnTo>
                  <a:pt x="30" y="24"/>
                </a:lnTo>
                <a:lnTo>
                  <a:pt x="19" y="17"/>
                </a:lnTo>
                <a:lnTo>
                  <a:pt x="22" y="11"/>
                </a:lnTo>
                <a:lnTo>
                  <a:pt x="29" y="12"/>
                </a:lnTo>
                <a:lnTo>
                  <a:pt x="28" y="17"/>
                </a:lnTo>
                <a:lnTo>
                  <a:pt x="15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6757200" y="2268360"/>
            <a:ext cx="1447560" cy="50400"/>
          </a:xfrm>
          <a:custGeom>
            <a:avLst/>
            <a:gdLst/>
            <a:ahLst/>
            <a:rect l="0" t="0" r="r" b="b"/>
            <a:pathLst>
              <a:path fill="none" w="4021" h="140">
                <a:moveTo>
                  <a:pt x="0" y="140"/>
                </a:moveTo>
                <a:lnTo>
                  <a:pt x="381" y="140"/>
                </a:lnTo>
                <a:cubicBezTo>
                  <a:pt x="762" y="140"/>
                  <a:pt x="1524" y="140"/>
                  <a:pt x="2194" y="117"/>
                </a:cubicBezTo>
                <a:cubicBezTo>
                  <a:pt x="2864" y="94"/>
                  <a:pt x="3443" y="47"/>
                  <a:pt x="3732" y="23"/>
                </a:cubicBezTo>
                <a:lnTo>
                  <a:pt x="4021" y="0"/>
                </a:lnTo>
              </a:path>
            </a:pathLst>
          </a:custGeom>
          <a:ln w="2052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735600" y="2295000"/>
            <a:ext cx="47880" cy="47520"/>
          </a:xfrm>
          <a:custGeom>
            <a:avLst/>
            <a:gdLst/>
            <a:ahLst/>
            <a:rect l="0" t="0" r="r" b="b"/>
            <a:pathLst>
              <a:path w="133" h="132">
                <a:moveTo>
                  <a:pt x="0" y="65"/>
                </a:moveTo>
                <a:lnTo>
                  <a:pt x="133" y="132"/>
                </a:lnTo>
                <a:lnTo>
                  <a:pt x="133" y="0"/>
                </a:lnTo>
                <a:lnTo>
                  <a:pt x="0" y="6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730560" y="22910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9" y="76"/>
                </a:moveTo>
                <a:lnTo>
                  <a:pt x="41" y="82"/>
                </a:lnTo>
                <a:lnTo>
                  <a:pt x="35" y="94"/>
                </a:lnTo>
                <a:lnTo>
                  <a:pt x="23" y="88"/>
                </a:lnTo>
                <a:lnTo>
                  <a:pt x="29" y="76"/>
                </a:lnTo>
                <a:moveTo>
                  <a:pt x="41" y="82"/>
                </a:moveTo>
                <a:lnTo>
                  <a:pt x="53" y="88"/>
                </a:lnTo>
                <a:lnTo>
                  <a:pt x="47" y="101"/>
                </a:lnTo>
                <a:lnTo>
                  <a:pt x="35" y="94"/>
                </a:lnTo>
                <a:lnTo>
                  <a:pt x="41" y="82"/>
                </a:lnTo>
                <a:moveTo>
                  <a:pt x="53" y="88"/>
                </a:moveTo>
                <a:lnTo>
                  <a:pt x="64" y="94"/>
                </a:lnTo>
                <a:lnTo>
                  <a:pt x="59" y="107"/>
                </a:lnTo>
                <a:lnTo>
                  <a:pt x="47" y="101"/>
                </a:lnTo>
                <a:lnTo>
                  <a:pt x="53" y="88"/>
                </a:lnTo>
                <a:moveTo>
                  <a:pt x="64" y="94"/>
                </a:moveTo>
                <a:lnTo>
                  <a:pt x="77" y="101"/>
                </a:lnTo>
                <a:lnTo>
                  <a:pt x="70" y="113"/>
                </a:lnTo>
                <a:lnTo>
                  <a:pt x="59" y="107"/>
                </a:lnTo>
                <a:lnTo>
                  <a:pt x="64" y="94"/>
                </a:lnTo>
                <a:moveTo>
                  <a:pt x="77" y="101"/>
                </a:moveTo>
                <a:lnTo>
                  <a:pt x="89" y="107"/>
                </a:lnTo>
                <a:lnTo>
                  <a:pt x="83" y="119"/>
                </a:lnTo>
                <a:lnTo>
                  <a:pt x="70" y="113"/>
                </a:lnTo>
                <a:lnTo>
                  <a:pt x="77" y="101"/>
                </a:lnTo>
                <a:moveTo>
                  <a:pt x="89" y="107"/>
                </a:moveTo>
                <a:lnTo>
                  <a:pt x="101" y="113"/>
                </a:lnTo>
                <a:lnTo>
                  <a:pt x="95" y="125"/>
                </a:lnTo>
                <a:lnTo>
                  <a:pt x="83" y="119"/>
                </a:lnTo>
                <a:lnTo>
                  <a:pt x="89" y="107"/>
                </a:lnTo>
                <a:moveTo>
                  <a:pt x="101" y="113"/>
                </a:moveTo>
                <a:lnTo>
                  <a:pt x="113" y="119"/>
                </a:lnTo>
                <a:lnTo>
                  <a:pt x="107" y="130"/>
                </a:lnTo>
                <a:lnTo>
                  <a:pt x="95" y="125"/>
                </a:lnTo>
                <a:lnTo>
                  <a:pt x="101" y="113"/>
                </a:lnTo>
                <a:moveTo>
                  <a:pt x="113" y="119"/>
                </a:moveTo>
                <a:lnTo>
                  <a:pt x="124" y="125"/>
                </a:lnTo>
                <a:lnTo>
                  <a:pt x="118" y="136"/>
                </a:lnTo>
                <a:lnTo>
                  <a:pt x="107" y="130"/>
                </a:lnTo>
                <a:lnTo>
                  <a:pt x="113" y="119"/>
                </a:lnTo>
                <a:moveTo>
                  <a:pt x="124" y="125"/>
                </a:moveTo>
                <a:lnTo>
                  <a:pt x="136" y="130"/>
                </a:lnTo>
                <a:lnTo>
                  <a:pt x="130" y="142"/>
                </a:lnTo>
                <a:lnTo>
                  <a:pt x="118" y="136"/>
                </a:lnTo>
                <a:lnTo>
                  <a:pt x="124" y="125"/>
                </a:lnTo>
                <a:moveTo>
                  <a:pt x="136" y="130"/>
                </a:moveTo>
                <a:lnTo>
                  <a:pt x="148" y="136"/>
                </a:lnTo>
                <a:lnTo>
                  <a:pt x="142" y="148"/>
                </a:lnTo>
                <a:lnTo>
                  <a:pt x="130" y="142"/>
                </a:lnTo>
                <a:lnTo>
                  <a:pt x="136" y="130"/>
                </a:lnTo>
                <a:moveTo>
                  <a:pt x="148" y="136"/>
                </a:moveTo>
                <a:lnTo>
                  <a:pt x="150" y="137"/>
                </a:lnTo>
                <a:lnTo>
                  <a:pt x="147" y="143"/>
                </a:lnTo>
                <a:lnTo>
                  <a:pt x="140" y="143"/>
                </a:lnTo>
                <a:lnTo>
                  <a:pt x="140" y="132"/>
                </a:lnTo>
                <a:lnTo>
                  <a:pt x="154" y="132"/>
                </a:lnTo>
                <a:lnTo>
                  <a:pt x="154" y="154"/>
                </a:lnTo>
                <a:lnTo>
                  <a:pt x="142" y="148"/>
                </a:lnTo>
                <a:lnTo>
                  <a:pt x="148" y="136"/>
                </a:lnTo>
                <a:moveTo>
                  <a:pt x="140" y="132"/>
                </a:moveTo>
                <a:lnTo>
                  <a:pt x="140" y="119"/>
                </a:lnTo>
                <a:lnTo>
                  <a:pt x="154" y="119"/>
                </a:lnTo>
                <a:lnTo>
                  <a:pt x="154" y="132"/>
                </a:lnTo>
                <a:lnTo>
                  <a:pt x="140" y="132"/>
                </a:lnTo>
                <a:moveTo>
                  <a:pt x="140" y="119"/>
                </a:moveTo>
                <a:lnTo>
                  <a:pt x="140" y="106"/>
                </a:lnTo>
                <a:lnTo>
                  <a:pt x="154" y="106"/>
                </a:lnTo>
                <a:lnTo>
                  <a:pt x="154" y="119"/>
                </a:lnTo>
                <a:lnTo>
                  <a:pt x="140" y="119"/>
                </a:lnTo>
                <a:moveTo>
                  <a:pt x="140" y="106"/>
                </a:moveTo>
                <a:lnTo>
                  <a:pt x="140" y="92"/>
                </a:lnTo>
                <a:lnTo>
                  <a:pt x="154" y="92"/>
                </a:lnTo>
                <a:lnTo>
                  <a:pt x="154" y="106"/>
                </a:lnTo>
                <a:lnTo>
                  <a:pt x="140" y="106"/>
                </a:lnTo>
                <a:moveTo>
                  <a:pt x="140" y="92"/>
                </a:moveTo>
                <a:lnTo>
                  <a:pt x="140" y="79"/>
                </a:lnTo>
                <a:lnTo>
                  <a:pt x="154" y="79"/>
                </a:lnTo>
                <a:lnTo>
                  <a:pt x="154" y="92"/>
                </a:lnTo>
                <a:lnTo>
                  <a:pt x="140" y="92"/>
                </a:lnTo>
                <a:moveTo>
                  <a:pt x="140" y="79"/>
                </a:moveTo>
                <a:lnTo>
                  <a:pt x="140" y="66"/>
                </a:lnTo>
                <a:lnTo>
                  <a:pt x="154" y="66"/>
                </a:lnTo>
                <a:lnTo>
                  <a:pt x="154" y="79"/>
                </a:lnTo>
                <a:lnTo>
                  <a:pt x="140" y="79"/>
                </a:lnTo>
                <a:moveTo>
                  <a:pt x="140" y="66"/>
                </a:moveTo>
                <a:lnTo>
                  <a:pt x="140" y="52"/>
                </a:lnTo>
                <a:lnTo>
                  <a:pt x="154" y="52"/>
                </a:lnTo>
                <a:lnTo>
                  <a:pt x="154" y="66"/>
                </a:lnTo>
                <a:lnTo>
                  <a:pt x="140" y="66"/>
                </a:lnTo>
                <a:moveTo>
                  <a:pt x="140" y="52"/>
                </a:moveTo>
                <a:lnTo>
                  <a:pt x="140" y="39"/>
                </a:lnTo>
                <a:lnTo>
                  <a:pt x="154" y="39"/>
                </a:lnTo>
                <a:lnTo>
                  <a:pt x="154" y="52"/>
                </a:lnTo>
                <a:lnTo>
                  <a:pt x="140" y="52"/>
                </a:lnTo>
                <a:moveTo>
                  <a:pt x="140" y="39"/>
                </a:moveTo>
                <a:lnTo>
                  <a:pt x="140" y="26"/>
                </a:lnTo>
                <a:lnTo>
                  <a:pt x="154" y="26"/>
                </a:lnTo>
                <a:lnTo>
                  <a:pt x="154" y="39"/>
                </a:lnTo>
                <a:lnTo>
                  <a:pt x="140" y="39"/>
                </a:lnTo>
                <a:moveTo>
                  <a:pt x="140" y="26"/>
                </a:moveTo>
                <a:lnTo>
                  <a:pt x="140" y="13"/>
                </a:lnTo>
                <a:lnTo>
                  <a:pt x="154" y="13"/>
                </a:lnTo>
                <a:lnTo>
                  <a:pt x="154" y="26"/>
                </a:lnTo>
                <a:lnTo>
                  <a:pt x="140" y="26"/>
                </a:lnTo>
                <a:moveTo>
                  <a:pt x="140" y="13"/>
                </a:moveTo>
                <a:lnTo>
                  <a:pt x="140" y="11"/>
                </a:lnTo>
                <a:lnTo>
                  <a:pt x="147" y="11"/>
                </a:lnTo>
                <a:lnTo>
                  <a:pt x="150" y="17"/>
                </a:lnTo>
                <a:lnTo>
                  <a:pt x="140" y="21"/>
                </a:lnTo>
                <a:lnTo>
                  <a:pt x="134" y="10"/>
                </a:lnTo>
                <a:lnTo>
                  <a:pt x="154" y="0"/>
                </a:lnTo>
                <a:lnTo>
                  <a:pt x="154" y="13"/>
                </a:lnTo>
                <a:lnTo>
                  <a:pt x="140" y="13"/>
                </a:lnTo>
                <a:moveTo>
                  <a:pt x="140" y="21"/>
                </a:moveTo>
                <a:lnTo>
                  <a:pt x="129" y="27"/>
                </a:lnTo>
                <a:lnTo>
                  <a:pt x="123" y="15"/>
                </a:lnTo>
                <a:lnTo>
                  <a:pt x="134" y="10"/>
                </a:lnTo>
                <a:lnTo>
                  <a:pt x="140" y="21"/>
                </a:lnTo>
                <a:moveTo>
                  <a:pt x="129" y="27"/>
                </a:moveTo>
                <a:lnTo>
                  <a:pt x="117" y="33"/>
                </a:lnTo>
                <a:lnTo>
                  <a:pt x="111" y="21"/>
                </a:lnTo>
                <a:lnTo>
                  <a:pt x="123" y="15"/>
                </a:lnTo>
                <a:lnTo>
                  <a:pt x="129" y="27"/>
                </a:lnTo>
                <a:moveTo>
                  <a:pt x="117" y="33"/>
                </a:moveTo>
                <a:lnTo>
                  <a:pt x="105" y="39"/>
                </a:lnTo>
                <a:lnTo>
                  <a:pt x="99" y="27"/>
                </a:lnTo>
                <a:lnTo>
                  <a:pt x="111" y="21"/>
                </a:lnTo>
                <a:lnTo>
                  <a:pt x="117" y="33"/>
                </a:lnTo>
                <a:moveTo>
                  <a:pt x="105" y="39"/>
                </a:moveTo>
                <a:lnTo>
                  <a:pt x="93" y="45"/>
                </a:lnTo>
                <a:lnTo>
                  <a:pt x="87" y="33"/>
                </a:lnTo>
                <a:lnTo>
                  <a:pt x="99" y="27"/>
                </a:lnTo>
                <a:lnTo>
                  <a:pt x="105" y="39"/>
                </a:lnTo>
                <a:moveTo>
                  <a:pt x="93" y="45"/>
                </a:moveTo>
                <a:lnTo>
                  <a:pt x="81" y="51"/>
                </a:lnTo>
                <a:lnTo>
                  <a:pt x="75" y="39"/>
                </a:lnTo>
                <a:lnTo>
                  <a:pt x="87" y="33"/>
                </a:lnTo>
                <a:lnTo>
                  <a:pt x="93" y="45"/>
                </a:lnTo>
                <a:moveTo>
                  <a:pt x="81" y="51"/>
                </a:moveTo>
                <a:lnTo>
                  <a:pt x="69" y="57"/>
                </a:lnTo>
                <a:lnTo>
                  <a:pt x="63" y="45"/>
                </a:lnTo>
                <a:lnTo>
                  <a:pt x="75" y="39"/>
                </a:lnTo>
                <a:lnTo>
                  <a:pt x="81" y="51"/>
                </a:lnTo>
                <a:moveTo>
                  <a:pt x="69" y="57"/>
                </a:moveTo>
                <a:lnTo>
                  <a:pt x="57" y="63"/>
                </a:lnTo>
                <a:lnTo>
                  <a:pt x="51" y="51"/>
                </a:lnTo>
                <a:lnTo>
                  <a:pt x="63" y="45"/>
                </a:lnTo>
                <a:lnTo>
                  <a:pt x="69" y="57"/>
                </a:lnTo>
                <a:moveTo>
                  <a:pt x="57" y="63"/>
                </a:moveTo>
                <a:lnTo>
                  <a:pt x="45" y="68"/>
                </a:lnTo>
                <a:lnTo>
                  <a:pt x="39" y="57"/>
                </a:lnTo>
                <a:lnTo>
                  <a:pt x="51" y="51"/>
                </a:lnTo>
                <a:lnTo>
                  <a:pt x="57" y="63"/>
                </a:lnTo>
                <a:moveTo>
                  <a:pt x="45" y="68"/>
                </a:moveTo>
                <a:lnTo>
                  <a:pt x="33" y="74"/>
                </a:lnTo>
                <a:lnTo>
                  <a:pt x="27" y="63"/>
                </a:lnTo>
                <a:lnTo>
                  <a:pt x="39" y="57"/>
                </a:lnTo>
                <a:lnTo>
                  <a:pt x="45" y="68"/>
                </a:lnTo>
                <a:moveTo>
                  <a:pt x="33" y="74"/>
                </a:moveTo>
                <a:lnTo>
                  <a:pt x="22" y="80"/>
                </a:lnTo>
                <a:lnTo>
                  <a:pt x="16" y="68"/>
                </a:lnTo>
                <a:lnTo>
                  <a:pt x="27" y="63"/>
                </a:lnTo>
                <a:lnTo>
                  <a:pt x="33" y="74"/>
                </a:lnTo>
                <a:moveTo>
                  <a:pt x="22" y="80"/>
                </a:moveTo>
                <a:lnTo>
                  <a:pt x="17" y="82"/>
                </a:lnTo>
                <a:lnTo>
                  <a:pt x="14" y="76"/>
                </a:lnTo>
                <a:lnTo>
                  <a:pt x="17" y="71"/>
                </a:lnTo>
                <a:lnTo>
                  <a:pt x="29" y="76"/>
                </a:lnTo>
                <a:lnTo>
                  <a:pt x="23" y="88"/>
                </a:lnTo>
                <a:lnTo>
                  <a:pt x="0" y="76"/>
                </a:lnTo>
                <a:lnTo>
                  <a:pt x="16" y="68"/>
                </a:lnTo>
                <a:lnTo>
                  <a:pt x="22" y="8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178840" y="2246400"/>
            <a:ext cx="49680" cy="47520"/>
          </a:xfrm>
          <a:custGeom>
            <a:avLst/>
            <a:gdLst/>
            <a:ahLst/>
            <a:rect l="0" t="0" r="r" b="b"/>
            <a:pathLst>
              <a:path w="138" h="132">
                <a:moveTo>
                  <a:pt x="0" y="0"/>
                </a:moveTo>
                <a:lnTo>
                  <a:pt x="138" y="55"/>
                </a:lnTo>
                <a:lnTo>
                  <a:pt x="11" y="13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8176320" y="2242800"/>
            <a:ext cx="57240" cy="55440"/>
          </a:xfrm>
          <a:custGeom>
            <a:avLst/>
            <a:gdLst/>
            <a:ahLst/>
            <a:rect l="0" t="0" r="r" b="b"/>
            <a:pathLst>
              <a:path w="159" h="154">
                <a:moveTo>
                  <a:pt x="22" y="9"/>
                </a:moveTo>
                <a:lnTo>
                  <a:pt x="34" y="14"/>
                </a:lnTo>
                <a:lnTo>
                  <a:pt x="29" y="26"/>
                </a:lnTo>
                <a:lnTo>
                  <a:pt x="17" y="21"/>
                </a:lnTo>
                <a:lnTo>
                  <a:pt x="22" y="9"/>
                </a:lnTo>
                <a:moveTo>
                  <a:pt x="34" y="14"/>
                </a:moveTo>
                <a:lnTo>
                  <a:pt x="46" y="19"/>
                </a:lnTo>
                <a:lnTo>
                  <a:pt x="41" y="31"/>
                </a:lnTo>
                <a:lnTo>
                  <a:pt x="29" y="26"/>
                </a:lnTo>
                <a:lnTo>
                  <a:pt x="34" y="14"/>
                </a:lnTo>
                <a:moveTo>
                  <a:pt x="46" y="19"/>
                </a:moveTo>
                <a:lnTo>
                  <a:pt x="58" y="24"/>
                </a:lnTo>
                <a:lnTo>
                  <a:pt x="54" y="36"/>
                </a:lnTo>
                <a:lnTo>
                  <a:pt x="41" y="31"/>
                </a:lnTo>
                <a:lnTo>
                  <a:pt x="46" y="19"/>
                </a:lnTo>
                <a:moveTo>
                  <a:pt x="58" y="24"/>
                </a:moveTo>
                <a:lnTo>
                  <a:pt x="71" y="29"/>
                </a:lnTo>
                <a:lnTo>
                  <a:pt x="66" y="41"/>
                </a:lnTo>
                <a:lnTo>
                  <a:pt x="54" y="36"/>
                </a:lnTo>
                <a:lnTo>
                  <a:pt x="58" y="24"/>
                </a:lnTo>
                <a:moveTo>
                  <a:pt x="71" y="29"/>
                </a:moveTo>
                <a:lnTo>
                  <a:pt x="83" y="34"/>
                </a:lnTo>
                <a:lnTo>
                  <a:pt x="78" y="46"/>
                </a:lnTo>
                <a:lnTo>
                  <a:pt x="66" y="41"/>
                </a:lnTo>
                <a:lnTo>
                  <a:pt x="71" y="29"/>
                </a:lnTo>
                <a:moveTo>
                  <a:pt x="83" y="34"/>
                </a:moveTo>
                <a:lnTo>
                  <a:pt x="95" y="39"/>
                </a:lnTo>
                <a:lnTo>
                  <a:pt x="90" y="51"/>
                </a:lnTo>
                <a:lnTo>
                  <a:pt x="78" y="46"/>
                </a:lnTo>
                <a:lnTo>
                  <a:pt x="83" y="34"/>
                </a:lnTo>
                <a:moveTo>
                  <a:pt x="95" y="39"/>
                </a:moveTo>
                <a:lnTo>
                  <a:pt x="107" y="44"/>
                </a:lnTo>
                <a:lnTo>
                  <a:pt x="102" y="56"/>
                </a:lnTo>
                <a:lnTo>
                  <a:pt x="90" y="51"/>
                </a:lnTo>
                <a:lnTo>
                  <a:pt x="95" y="39"/>
                </a:lnTo>
                <a:moveTo>
                  <a:pt x="107" y="44"/>
                </a:moveTo>
                <a:lnTo>
                  <a:pt x="121" y="48"/>
                </a:lnTo>
                <a:lnTo>
                  <a:pt x="115" y="61"/>
                </a:lnTo>
                <a:lnTo>
                  <a:pt x="102" y="56"/>
                </a:lnTo>
                <a:lnTo>
                  <a:pt x="107" y="44"/>
                </a:lnTo>
                <a:moveTo>
                  <a:pt x="121" y="48"/>
                </a:moveTo>
                <a:lnTo>
                  <a:pt x="133" y="53"/>
                </a:lnTo>
                <a:lnTo>
                  <a:pt x="128" y="66"/>
                </a:lnTo>
                <a:lnTo>
                  <a:pt x="115" y="61"/>
                </a:lnTo>
                <a:lnTo>
                  <a:pt x="121" y="48"/>
                </a:lnTo>
                <a:moveTo>
                  <a:pt x="133" y="53"/>
                </a:moveTo>
                <a:lnTo>
                  <a:pt x="145" y="58"/>
                </a:lnTo>
                <a:lnTo>
                  <a:pt x="140" y="71"/>
                </a:lnTo>
                <a:lnTo>
                  <a:pt x="128" y="66"/>
                </a:lnTo>
                <a:lnTo>
                  <a:pt x="133" y="53"/>
                </a:lnTo>
                <a:moveTo>
                  <a:pt x="145" y="58"/>
                </a:moveTo>
                <a:lnTo>
                  <a:pt x="159" y="64"/>
                </a:lnTo>
                <a:lnTo>
                  <a:pt x="139" y="77"/>
                </a:lnTo>
                <a:lnTo>
                  <a:pt x="132" y="65"/>
                </a:lnTo>
                <a:lnTo>
                  <a:pt x="141" y="60"/>
                </a:lnTo>
                <a:lnTo>
                  <a:pt x="145" y="65"/>
                </a:lnTo>
                <a:lnTo>
                  <a:pt x="142" y="71"/>
                </a:lnTo>
                <a:lnTo>
                  <a:pt x="140" y="71"/>
                </a:lnTo>
                <a:lnTo>
                  <a:pt x="145" y="58"/>
                </a:lnTo>
                <a:moveTo>
                  <a:pt x="139" y="77"/>
                </a:moveTo>
                <a:lnTo>
                  <a:pt x="128" y="84"/>
                </a:lnTo>
                <a:lnTo>
                  <a:pt x="121" y="72"/>
                </a:lnTo>
                <a:lnTo>
                  <a:pt x="132" y="65"/>
                </a:lnTo>
                <a:lnTo>
                  <a:pt x="139" y="77"/>
                </a:lnTo>
                <a:moveTo>
                  <a:pt x="128" y="84"/>
                </a:moveTo>
                <a:lnTo>
                  <a:pt x="115" y="91"/>
                </a:lnTo>
                <a:lnTo>
                  <a:pt x="109" y="80"/>
                </a:lnTo>
                <a:lnTo>
                  <a:pt x="121" y="72"/>
                </a:lnTo>
                <a:lnTo>
                  <a:pt x="128" y="84"/>
                </a:lnTo>
                <a:moveTo>
                  <a:pt x="115" y="91"/>
                </a:moveTo>
                <a:lnTo>
                  <a:pt x="104" y="98"/>
                </a:lnTo>
                <a:lnTo>
                  <a:pt x="97" y="87"/>
                </a:lnTo>
                <a:lnTo>
                  <a:pt x="109" y="80"/>
                </a:lnTo>
                <a:lnTo>
                  <a:pt x="115" y="91"/>
                </a:lnTo>
                <a:moveTo>
                  <a:pt x="104" y="98"/>
                </a:moveTo>
                <a:lnTo>
                  <a:pt x="93" y="105"/>
                </a:lnTo>
                <a:lnTo>
                  <a:pt x="86" y="94"/>
                </a:lnTo>
                <a:lnTo>
                  <a:pt x="97" y="87"/>
                </a:lnTo>
                <a:lnTo>
                  <a:pt x="104" y="98"/>
                </a:lnTo>
                <a:moveTo>
                  <a:pt x="93" y="105"/>
                </a:moveTo>
                <a:lnTo>
                  <a:pt x="82" y="112"/>
                </a:lnTo>
                <a:lnTo>
                  <a:pt x="75" y="100"/>
                </a:lnTo>
                <a:lnTo>
                  <a:pt x="86" y="94"/>
                </a:lnTo>
                <a:lnTo>
                  <a:pt x="93" y="105"/>
                </a:lnTo>
                <a:moveTo>
                  <a:pt x="82" y="112"/>
                </a:moveTo>
                <a:lnTo>
                  <a:pt x="70" y="118"/>
                </a:lnTo>
                <a:lnTo>
                  <a:pt x="63" y="107"/>
                </a:lnTo>
                <a:lnTo>
                  <a:pt x="75" y="100"/>
                </a:lnTo>
                <a:lnTo>
                  <a:pt x="82" y="112"/>
                </a:lnTo>
                <a:moveTo>
                  <a:pt x="70" y="118"/>
                </a:moveTo>
                <a:lnTo>
                  <a:pt x="59" y="125"/>
                </a:lnTo>
                <a:lnTo>
                  <a:pt x="52" y="114"/>
                </a:lnTo>
                <a:lnTo>
                  <a:pt x="63" y="107"/>
                </a:lnTo>
                <a:lnTo>
                  <a:pt x="70" y="118"/>
                </a:lnTo>
                <a:moveTo>
                  <a:pt x="59" y="125"/>
                </a:moveTo>
                <a:lnTo>
                  <a:pt x="48" y="132"/>
                </a:lnTo>
                <a:lnTo>
                  <a:pt x="41" y="121"/>
                </a:lnTo>
                <a:lnTo>
                  <a:pt x="52" y="114"/>
                </a:lnTo>
                <a:lnTo>
                  <a:pt x="59" y="125"/>
                </a:lnTo>
                <a:moveTo>
                  <a:pt x="48" y="132"/>
                </a:moveTo>
                <a:lnTo>
                  <a:pt x="37" y="139"/>
                </a:lnTo>
                <a:lnTo>
                  <a:pt x="30" y="128"/>
                </a:lnTo>
                <a:lnTo>
                  <a:pt x="41" y="121"/>
                </a:lnTo>
                <a:lnTo>
                  <a:pt x="48" y="132"/>
                </a:lnTo>
                <a:moveTo>
                  <a:pt x="37" y="139"/>
                </a:moveTo>
                <a:lnTo>
                  <a:pt x="25" y="146"/>
                </a:lnTo>
                <a:lnTo>
                  <a:pt x="18" y="134"/>
                </a:lnTo>
                <a:lnTo>
                  <a:pt x="30" y="128"/>
                </a:lnTo>
                <a:lnTo>
                  <a:pt x="37" y="139"/>
                </a:lnTo>
                <a:moveTo>
                  <a:pt x="25" y="146"/>
                </a:moveTo>
                <a:lnTo>
                  <a:pt x="12" y="154"/>
                </a:lnTo>
                <a:lnTo>
                  <a:pt x="11" y="135"/>
                </a:lnTo>
                <a:lnTo>
                  <a:pt x="24" y="134"/>
                </a:lnTo>
                <a:lnTo>
                  <a:pt x="24" y="142"/>
                </a:lnTo>
                <a:lnTo>
                  <a:pt x="18" y="142"/>
                </a:lnTo>
                <a:lnTo>
                  <a:pt x="14" y="137"/>
                </a:lnTo>
                <a:lnTo>
                  <a:pt x="18" y="134"/>
                </a:lnTo>
                <a:lnTo>
                  <a:pt x="25" y="146"/>
                </a:lnTo>
                <a:moveTo>
                  <a:pt x="11" y="135"/>
                </a:moveTo>
                <a:lnTo>
                  <a:pt x="9" y="122"/>
                </a:lnTo>
                <a:lnTo>
                  <a:pt x="23" y="120"/>
                </a:lnTo>
                <a:lnTo>
                  <a:pt x="24" y="134"/>
                </a:lnTo>
                <a:lnTo>
                  <a:pt x="11" y="135"/>
                </a:lnTo>
                <a:moveTo>
                  <a:pt x="9" y="122"/>
                </a:moveTo>
                <a:lnTo>
                  <a:pt x="8" y="108"/>
                </a:lnTo>
                <a:lnTo>
                  <a:pt x="22" y="107"/>
                </a:lnTo>
                <a:lnTo>
                  <a:pt x="23" y="120"/>
                </a:lnTo>
                <a:lnTo>
                  <a:pt x="9" y="122"/>
                </a:lnTo>
                <a:moveTo>
                  <a:pt x="8" y="108"/>
                </a:moveTo>
                <a:lnTo>
                  <a:pt x="7" y="95"/>
                </a:lnTo>
                <a:lnTo>
                  <a:pt x="20" y="94"/>
                </a:lnTo>
                <a:lnTo>
                  <a:pt x="22" y="107"/>
                </a:lnTo>
                <a:lnTo>
                  <a:pt x="8" y="108"/>
                </a:lnTo>
                <a:moveTo>
                  <a:pt x="7" y="95"/>
                </a:moveTo>
                <a:lnTo>
                  <a:pt x="6" y="82"/>
                </a:lnTo>
                <a:lnTo>
                  <a:pt x="19" y="81"/>
                </a:lnTo>
                <a:lnTo>
                  <a:pt x="20" y="94"/>
                </a:lnTo>
                <a:lnTo>
                  <a:pt x="7" y="95"/>
                </a:lnTo>
                <a:moveTo>
                  <a:pt x="6" y="82"/>
                </a:moveTo>
                <a:lnTo>
                  <a:pt x="5" y="68"/>
                </a:lnTo>
                <a:lnTo>
                  <a:pt x="18" y="67"/>
                </a:lnTo>
                <a:lnTo>
                  <a:pt x="19" y="81"/>
                </a:lnTo>
                <a:lnTo>
                  <a:pt x="6" y="82"/>
                </a:lnTo>
                <a:moveTo>
                  <a:pt x="5" y="68"/>
                </a:moveTo>
                <a:lnTo>
                  <a:pt x="4" y="55"/>
                </a:lnTo>
                <a:lnTo>
                  <a:pt x="17" y="54"/>
                </a:lnTo>
                <a:lnTo>
                  <a:pt x="18" y="67"/>
                </a:lnTo>
                <a:lnTo>
                  <a:pt x="5" y="68"/>
                </a:lnTo>
                <a:moveTo>
                  <a:pt x="4" y="55"/>
                </a:moveTo>
                <a:lnTo>
                  <a:pt x="3" y="42"/>
                </a:lnTo>
                <a:lnTo>
                  <a:pt x="16" y="41"/>
                </a:lnTo>
                <a:lnTo>
                  <a:pt x="17" y="54"/>
                </a:lnTo>
                <a:lnTo>
                  <a:pt x="4" y="55"/>
                </a:lnTo>
                <a:moveTo>
                  <a:pt x="3" y="42"/>
                </a:moveTo>
                <a:lnTo>
                  <a:pt x="2" y="29"/>
                </a:lnTo>
                <a:lnTo>
                  <a:pt x="15" y="28"/>
                </a:lnTo>
                <a:lnTo>
                  <a:pt x="16" y="41"/>
                </a:lnTo>
                <a:lnTo>
                  <a:pt x="3" y="42"/>
                </a:lnTo>
                <a:moveTo>
                  <a:pt x="2" y="29"/>
                </a:moveTo>
                <a:lnTo>
                  <a:pt x="1" y="16"/>
                </a:lnTo>
                <a:lnTo>
                  <a:pt x="14" y="14"/>
                </a:lnTo>
                <a:lnTo>
                  <a:pt x="15" y="28"/>
                </a:lnTo>
                <a:lnTo>
                  <a:pt x="2" y="29"/>
                </a:lnTo>
                <a:moveTo>
                  <a:pt x="1" y="16"/>
                </a:moveTo>
                <a:lnTo>
                  <a:pt x="0" y="0"/>
                </a:lnTo>
                <a:lnTo>
                  <a:pt x="22" y="9"/>
                </a:lnTo>
                <a:lnTo>
                  <a:pt x="17" y="21"/>
                </a:lnTo>
                <a:lnTo>
                  <a:pt x="5" y="16"/>
                </a:lnTo>
                <a:lnTo>
                  <a:pt x="7" y="10"/>
                </a:lnTo>
                <a:lnTo>
                  <a:pt x="14" y="10"/>
                </a:lnTo>
                <a:lnTo>
                  <a:pt x="14" y="14"/>
                </a:lnTo>
                <a:lnTo>
                  <a:pt x="1" y="1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371480" y="1708920"/>
            <a:ext cx="3852720" cy="361800"/>
          </a:xfrm>
          <a:custGeom>
            <a:avLst/>
            <a:gdLst/>
            <a:ahLst/>
            <a:rect l="0" t="0" r="r" b="b"/>
            <a:pathLst>
              <a:path fill="none" w="10702" h="1005">
                <a:moveTo>
                  <a:pt x="0" y="195"/>
                </a:moveTo>
                <a:lnTo>
                  <a:pt x="423" y="162"/>
                </a:lnTo>
                <a:cubicBezTo>
                  <a:pt x="846" y="130"/>
                  <a:pt x="1693" y="65"/>
                  <a:pt x="2648" y="33"/>
                </a:cubicBezTo>
                <a:cubicBezTo>
                  <a:pt x="3602" y="0"/>
                  <a:pt x="4666" y="0"/>
                  <a:pt x="5728" y="0"/>
                </a:cubicBezTo>
                <a:cubicBezTo>
                  <a:pt x="6790" y="0"/>
                  <a:pt x="7852" y="0"/>
                  <a:pt x="8681" y="167"/>
                </a:cubicBezTo>
                <a:cubicBezTo>
                  <a:pt x="9510" y="335"/>
                  <a:pt x="10106" y="670"/>
                  <a:pt x="10404" y="838"/>
                </a:cubicBezTo>
                <a:lnTo>
                  <a:pt x="10702" y="1005"/>
                </a:lnTo>
              </a:path>
            </a:pathLst>
          </a:custGeom>
          <a:ln w="2052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350240" y="1753200"/>
            <a:ext cx="49320" cy="47880"/>
          </a:xfrm>
          <a:custGeom>
            <a:avLst/>
            <a:gdLst/>
            <a:ahLst/>
            <a:rect l="0" t="0" r="r" b="b"/>
            <a:pathLst>
              <a:path w="137" h="133">
                <a:moveTo>
                  <a:pt x="0" y="77"/>
                </a:moveTo>
                <a:lnTo>
                  <a:pt x="137" y="133"/>
                </a:lnTo>
                <a:lnTo>
                  <a:pt x="127" y="0"/>
                </a:lnTo>
                <a:lnTo>
                  <a:pt x="0" y="7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344840" y="1749240"/>
            <a:ext cx="57240" cy="55440"/>
          </a:xfrm>
          <a:custGeom>
            <a:avLst/>
            <a:gdLst/>
            <a:ahLst/>
            <a:rect l="0" t="0" r="r" b="b"/>
            <a:pathLst>
              <a:path w="159" h="154">
                <a:moveTo>
                  <a:pt x="30" y="87"/>
                </a:moveTo>
                <a:lnTo>
                  <a:pt x="42" y="92"/>
                </a:lnTo>
                <a:lnTo>
                  <a:pt x="37" y="104"/>
                </a:lnTo>
                <a:lnTo>
                  <a:pt x="25" y="99"/>
                </a:lnTo>
                <a:lnTo>
                  <a:pt x="30" y="87"/>
                </a:lnTo>
                <a:moveTo>
                  <a:pt x="42" y="92"/>
                </a:moveTo>
                <a:lnTo>
                  <a:pt x="55" y="97"/>
                </a:lnTo>
                <a:lnTo>
                  <a:pt x="50" y="109"/>
                </a:lnTo>
                <a:lnTo>
                  <a:pt x="37" y="104"/>
                </a:lnTo>
                <a:lnTo>
                  <a:pt x="42" y="92"/>
                </a:lnTo>
                <a:moveTo>
                  <a:pt x="55" y="97"/>
                </a:moveTo>
                <a:lnTo>
                  <a:pt x="67" y="102"/>
                </a:lnTo>
                <a:lnTo>
                  <a:pt x="62" y="114"/>
                </a:lnTo>
                <a:lnTo>
                  <a:pt x="50" y="109"/>
                </a:lnTo>
                <a:lnTo>
                  <a:pt x="55" y="97"/>
                </a:lnTo>
                <a:moveTo>
                  <a:pt x="67" y="102"/>
                </a:moveTo>
                <a:lnTo>
                  <a:pt x="79" y="107"/>
                </a:lnTo>
                <a:lnTo>
                  <a:pt x="74" y="119"/>
                </a:lnTo>
                <a:lnTo>
                  <a:pt x="62" y="114"/>
                </a:lnTo>
                <a:lnTo>
                  <a:pt x="67" y="102"/>
                </a:lnTo>
                <a:moveTo>
                  <a:pt x="79" y="107"/>
                </a:moveTo>
                <a:lnTo>
                  <a:pt x="91" y="112"/>
                </a:lnTo>
                <a:lnTo>
                  <a:pt x="86" y="124"/>
                </a:lnTo>
                <a:lnTo>
                  <a:pt x="74" y="119"/>
                </a:lnTo>
                <a:lnTo>
                  <a:pt x="79" y="107"/>
                </a:lnTo>
                <a:moveTo>
                  <a:pt x="91" y="112"/>
                </a:moveTo>
                <a:lnTo>
                  <a:pt x="103" y="117"/>
                </a:lnTo>
                <a:lnTo>
                  <a:pt x="98" y="129"/>
                </a:lnTo>
                <a:lnTo>
                  <a:pt x="86" y="124"/>
                </a:lnTo>
                <a:lnTo>
                  <a:pt x="91" y="112"/>
                </a:lnTo>
                <a:moveTo>
                  <a:pt x="103" y="117"/>
                </a:moveTo>
                <a:lnTo>
                  <a:pt x="116" y="122"/>
                </a:lnTo>
                <a:lnTo>
                  <a:pt x="111" y="134"/>
                </a:lnTo>
                <a:lnTo>
                  <a:pt x="98" y="129"/>
                </a:lnTo>
                <a:lnTo>
                  <a:pt x="103" y="117"/>
                </a:lnTo>
                <a:moveTo>
                  <a:pt x="116" y="122"/>
                </a:moveTo>
                <a:lnTo>
                  <a:pt x="128" y="127"/>
                </a:lnTo>
                <a:lnTo>
                  <a:pt x="123" y="139"/>
                </a:lnTo>
                <a:lnTo>
                  <a:pt x="111" y="134"/>
                </a:lnTo>
                <a:lnTo>
                  <a:pt x="116" y="122"/>
                </a:lnTo>
                <a:moveTo>
                  <a:pt x="128" y="127"/>
                </a:moveTo>
                <a:lnTo>
                  <a:pt x="140" y="132"/>
                </a:lnTo>
                <a:lnTo>
                  <a:pt x="135" y="144"/>
                </a:lnTo>
                <a:lnTo>
                  <a:pt x="123" y="139"/>
                </a:lnTo>
                <a:lnTo>
                  <a:pt x="128" y="127"/>
                </a:lnTo>
                <a:moveTo>
                  <a:pt x="140" y="132"/>
                </a:moveTo>
                <a:lnTo>
                  <a:pt x="152" y="137"/>
                </a:lnTo>
                <a:lnTo>
                  <a:pt x="147" y="149"/>
                </a:lnTo>
                <a:lnTo>
                  <a:pt x="135" y="144"/>
                </a:lnTo>
                <a:lnTo>
                  <a:pt x="140" y="132"/>
                </a:lnTo>
                <a:moveTo>
                  <a:pt x="152" y="137"/>
                </a:moveTo>
                <a:lnTo>
                  <a:pt x="154" y="138"/>
                </a:lnTo>
                <a:lnTo>
                  <a:pt x="152" y="144"/>
                </a:lnTo>
                <a:lnTo>
                  <a:pt x="145" y="144"/>
                </a:lnTo>
                <a:lnTo>
                  <a:pt x="144" y="133"/>
                </a:lnTo>
                <a:lnTo>
                  <a:pt x="158" y="132"/>
                </a:lnTo>
                <a:lnTo>
                  <a:pt x="159" y="154"/>
                </a:lnTo>
                <a:lnTo>
                  <a:pt x="147" y="149"/>
                </a:lnTo>
                <a:lnTo>
                  <a:pt x="152" y="137"/>
                </a:lnTo>
                <a:moveTo>
                  <a:pt x="144" y="133"/>
                </a:moveTo>
                <a:lnTo>
                  <a:pt x="143" y="120"/>
                </a:lnTo>
                <a:lnTo>
                  <a:pt x="157" y="119"/>
                </a:lnTo>
                <a:lnTo>
                  <a:pt x="158" y="132"/>
                </a:lnTo>
                <a:lnTo>
                  <a:pt x="144" y="133"/>
                </a:lnTo>
                <a:moveTo>
                  <a:pt x="143" y="120"/>
                </a:moveTo>
                <a:lnTo>
                  <a:pt x="142" y="107"/>
                </a:lnTo>
                <a:lnTo>
                  <a:pt x="156" y="106"/>
                </a:lnTo>
                <a:lnTo>
                  <a:pt x="157" y="119"/>
                </a:lnTo>
                <a:lnTo>
                  <a:pt x="143" y="120"/>
                </a:lnTo>
                <a:moveTo>
                  <a:pt x="142" y="107"/>
                </a:moveTo>
                <a:lnTo>
                  <a:pt x="141" y="94"/>
                </a:lnTo>
                <a:lnTo>
                  <a:pt x="155" y="93"/>
                </a:lnTo>
                <a:lnTo>
                  <a:pt x="156" y="106"/>
                </a:lnTo>
                <a:lnTo>
                  <a:pt x="142" y="107"/>
                </a:lnTo>
                <a:moveTo>
                  <a:pt x="141" y="94"/>
                </a:moveTo>
                <a:lnTo>
                  <a:pt x="140" y="80"/>
                </a:lnTo>
                <a:lnTo>
                  <a:pt x="154" y="79"/>
                </a:lnTo>
                <a:lnTo>
                  <a:pt x="155" y="93"/>
                </a:lnTo>
                <a:lnTo>
                  <a:pt x="141" y="94"/>
                </a:lnTo>
                <a:moveTo>
                  <a:pt x="140" y="80"/>
                </a:moveTo>
                <a:lnTo>
                  <a:pt x="139" y="67"/>
                </a:lnTo>
                <a:lnTo>
                  <a:pt x="153" y="66"/>
                </a:lnTo>
                <a:lnTo>
                  <a:pt x="154" y="79"/>
                </a:lnTo>
                <a:lnTo>
                  <a:pt x="140" y="80"/>
                </a:lnTo>
                <a:moveTo>
                  <a:pt x="139" y="67"/>
                </a:moveTo>
                <a:lnTo>
                  <a:pt x="138" y="54"/>
                </a:lnTo>
                <a:lnTo>
                  <a:pt x="152" y="53"/>
                </a:lnTo>
                <a:lnTo>
                  <a:pt x="153" y="66"/>
                </a:lnTo>
                <a:lnTo>
                  <a:pt x="139" y="67"/>
                </a:lnTo>
                <a:moveTo>
                  <a:pt x="138" y="54"/>
                </a:moveTo>
                <a:lnTo>
                  <a:pt x="137" y="41"/>
                </a:lnTo>
                <a:lnTo>
                  <a:pt x="151" y="39"/>
                </a:lnTo>
                <a:lnTo>
                  <a:pt x="152" y="53"/>
                </a:lnTo>
                <a:lnTo>
                  <a:pt x="138" y="54"/>
                </a:lnTo>
                <a:moveTo>
                  <a:pt x="137" y="41"/>
                </a:moveTo>
                <a:lnTo>
                  <a:pt x="136" y="27"/>
                </a:lnTo>
                <a:lnTo>
                  <a:pt x="150" y="26"/>
                </a:lnTo>
                <a:lnTo>
                  <a:pt x="151" y="39"/>
                </a:lnTo>
                <a:lnTo>
                  <a:pt x="137" y="41"/>
                </a:lnTo>
                <a:moveTo>
                  <a:pt x="136" y="27"/>
                </a:moveTo>
                <a:lnTo>
                  <a:pt x="135" y="14"/>
                </a:lnTo>
                <a:lnTo>
                  <a:pt x="149" y="13"/>
                </a:lnTo>
                <a:lnTo>
                  <a:pt x="150" y="26"/>
                </a:lnTo>
                <a:lnTo>
                  <a:pt x="136" y="27"/>
                </a:lnTo>
                <a:moveTo>
                  <a:pt x="135" y="14"/>
                </a:moveTo>
                <a:lnTo>
                  <a:pt x="135" y="12"/>
                </a:lnTo>
                <a:lnTo>
                  <a:pt x="142" y="11"/>
                </a:lnTo>
                <a:lnTo>
                  <a:pt x="145" y="17"/>
                </a:lnTo>
                <a:lnTo>
                  <a:pt x="136" y="23"/>
                </a:lnTo>
                <a:lnTo>
                  <a:pt x="129" y="11"/>
                </a:lnTo>
                <a:lnTo>
                  <a:pt x="148" y="0"/>
                </a:lnTo>
                <a:lnTo>
                  <a:pt x="149" y="13"/>
                </a:lnTo>
                <a:lnTo>
                  <a:pt x="135" y="14"/>
                </a:lnTo>
                <a:moveTo>
                  <a:pt x="136" y="23"/>
                </a:moveTo>
                <a:lnTo>
                  <a:pt x="125" y="29"/>
                </a:lnTo>
                <a:lnTo>
                  <a:pt x="118" y="18"/>
                </a:lnTo>
                <a:lnTo>
                  <a:pt x="129" y="11"/>
                </a:lnTo>
                <a:lnTo>
                  <a:pt x="136" y="23"/>
                </a:lnTo>
                <a:moveTo>
                  <a:pt x="125" y="29"/>
                </a:moveTo>
                <a:lnTo>
                  <a:pt x="113" y="36"/>
                </a:lnTo>
                <a:lnTo>
                  <a:pt x="107" y="25"/>
                </a:lnTo>
                <a:lnTo>
                  <a:pt x="118" y="18"/>
                </a:lnTo>
                <a:lnTo>
                  <a:pt x="125" y="29"/>
                </a:lnTo>
                <a:moveTo>
                  <a:pt x="113" y="36"/>
                </a:moveTo>
                <a:lnTo>
                  <a:pt x="102" y="43"/>
                </a:lnTo>
                <a:lnTo>
                  <a:pt x="95" y="32"/>
                </a:lnTo>
                <a:lnTo>
                  <a:pt x="107" y="25"/>
                </a:lnTo>
                <a:lnTo>
                  <a:pt x="113" y="36"/>
                </a:lnTo>
                <a:moveTo>
                  <a:pt x="102" y="43"/>
                </a:moveTo>
                <a:lnTo>
                  <a:pt x="91" y="50"/>
                </a:lnTo>
                <a:lnTo>
                  <a:pt x="84" y="38"/>
                </a:lnTo>
                <a:lnTo>
                  <a:pt x="95" y="32"/>
                </a:lnTo>
                <a:lnTo>
                  <a:pt x="102" y="43"/>
                </a:lnTo>
                <a:moveTo>
                  <a:pt x="91" y="50"/>
                </a:moveTo>
                <a:lnTo>
                  <a:pt x="79" y="56"/>
                </a:lnTo>
                <a:lnTo>
                  <a:pt x="73" y="45"/>
                </a:lnTo>
                <a:lnTo>
                  <a:pt x="84" y="38"/>
                </a:lnTo>
                <a:lnTo>
                  <a:pt x="91" y="50"/>
                </a:lnTo>
                <a:moveTo>
                  <a:pt x="79" y="56"/>
                </a:moveTo>
                <a:lnTo>
                  <a:pt x="68" y="63"/>
                </a:lnTo>
                <a:lnTo>
                  <a:pt x="61" y="52"/>
                </a:lnTo>
                <a:lnTo>
                  <a:pt x="73" y="45"/>
                </a:lnTo>
                <a:lnTo>
                  <a:pt x="79" y="56"/>
                </a:lnTo>
                <a:moveTo>
                  <a:pt x="68" y="63"/>
                </a:moveTo>
                <a:lnTo>
                  <a:pt x="57" y="70"/>
                </a:lnTo>
                <a:lnTo>
                  <a:pt x="50" y="59"/>
                </a:lnTo>
                <a:lnTo>
                  <a:pt x="61" y="52"/>
                </a:lnTo>
                <a:lnTo>
                  <a:pt x="68" y="63"/>
                </a:lnTo>
                <a:moveTo>
                  <a:pt x="57" y="70"/>
                </a:moveTo>
                <a:lnTo>
                  <a:pt x="46" y="77"/>
                </a:lnTo>
                <a:lnTo>
                  <a:pt x="39" y="65"/>
                </a:lnTo>
                <a:lnTo>
                  <a:pt x="50" y="59"/>
                </a:lnTo>
                <a:lnTo>
                  <a:pt x="57" y="70"/>
                </a:lnTo>
                <a:moveTo>
                  <a:pt x="46" y="77"/>
                </a:moveTo>
                <a:lnTo>
                  <a:pt x="34" y="84"/>
                </a:lnTo>
                <a:lnTo>
                  <a:pt x="28" y="72"/>
                </a:lnTo>
                <a:lnTo>
                  <a:pt x="39" y="65"/>
                </a:lnTo>
                <a:lnTo>
                  <a:pt x="46" y="77"/>
                </a:lnTo>
                <a:moveTo>
                  <a:pt x="34" y="84"/>
                </a:moveTo>
                <a:lnTo>
                  <a:pt x="23" y="91"/>
                </a:lnTo>
                <a:lnTo>
                  <a:pt x="15" y="79"/>
                </a:lnTo>
                <a:lnTo>
                  <a:pt x="28" y="72"/>
                </a:lnTo>
                <a:lnTo>
                  <a:pt x="34" y="84"/>
                </a:lnTo>
                <a:moveTo>
                  <a:pt x="23" y="91"/>
                </a:moveTo>
                <a:lnTo>
                  <a:pt x="19" y="94"/>
                </a:lnTo>
                <a:lnTo>
                  <a:pt x="15" y="88"/>
                </a:lnTo>
                <a:lnTo>
                  <a:pt x="17" y="82"/>
                </a:lnTo>
                <a:lnTo>
                  <a:pt x="30" y="87"/>
                </a:lnTo>
                <a:lnTo>
                  <a:pt x="25" y="99"/>
                </a:lnTo>
                <a:lnTo>
                  <a:pt x="0" y="89"/>
                </a:lnTo>
                <a:lnTo>
                  <a:pt x="15" y="79"/>
                </a:lnTo>
                <a:lnTo>
                  <a:pt x="23" y="9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8191440" y="2038320"/>
            <a:ext cx="53280" cy="44280"/>
          </a:xfrm>
          <a:custGeom>
            <a:avLst/>
            <a:gdLst/>
            <a:ahLst/>
            <a:rect l="0" t="0" r="r" b="b"/>
            <a:pathLst>
              <a:path w="148" h="123">
                <a:moveTo>
                  <a:pt x="64" y="0"/>
                </a:moveTo>
                <a:lnTo>
                  <a:pt x="148" y="123"/>
                </a:lnTo>
                <a:lnTo>
                  <a:pt x="0" y="116"/>
                </a:lnTo>
                <a:lnTo>
                  <a:pt x="6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8187480" y="2033640"/>
            <a:ext cx="61920" cy="51480"/>
          </a:xfrm>
          <a:custGeom>
            <a:avLst/>
            <a:gdLst/>
            <a:ahLst/>
            <a:rect l="0" t="0" r="r" b="b"/>
            <a:pathLst>
              <a:path w="172" h="143">
                <a:moveTo>
                  <a:pt x="88" y="20"/>
                </a:moveTo>
                <a:lnTo>
                  <a:pt x="96" y="31"/>
                </a:lnTo>
                <a:lnTo>
                  <a:pt x="85" y="38"/>
                </a:lnTo>
                <a:lnTo>
                  <a:pt x="77" y="27"/>
                </a:lnTo>
                <a:lnTo>
                  <a:pt x="88" y="20"/>
                </a:lnTo>
                <a:moveTo>
                  <a:pt x="96" y="31"/>
                </a:moveTo>
                <a:lnTo>
                  <a:pt x="103" y="42"/>
                </a:lnTo>
                <a:lnTo>
                  <a:pt x="92" y="49"/>
                </a:lnTo>
                <a:lnTo>
                  <a:pt x="85" y="38"/>
                </a:lnTo>
                <a:lnTo>
                  <a:pt x="96" y="31"/>
                </a:lnTo>
                <a:moveTo>
                  <a:pt x="103" y="42"/>
                </a:moveTo>
                <a:lnTo>
                  <a:pt x="110" y="53"/>
                </a:lnTo>
                <a:lnTo>
                  <a:pt x="99" y="60"/>
                </a:lnTo>
                <a:lnTo>
                  <a:pt x="92" y="49"/>
                </a:lnTo>
                <a:lnTo>
                  <a:pt x="103" y="42"/>
                </a:lnTo>
                <a:moveTo>
                  <a:pt x="110" y="53"/>
                </a:moveTo>
                <a:lnTo>
                  <a:pt x="118" y="65"/>
                </a:lnTo>
                <a:lnTo>
                  <a:pt x="107" y="72"/>
                </a:lnTo>
                <a:lnTo>
                  <a:pt x="99" y="60"/>
                </a:lnTo>
                <a:lnTo>
                  <a:pt x="110" y="53"/>
                </a:lnTo>
                <a:moveTo>
                  <a:pt x="118" y="65"/>
                </a:moveTo>
                <a:lnTo>
                  <a:pt x="126" y="76"/>
                </a:lnTo>
                <a:lnTo>
                  <a:pt x="114" y="83"/>
                </a:lnTo>
                <a:lnTo>
                  <a:pt x="107" y="72"/>
                </a:lnTo>
                <a:lnTo>
                  <a:pt x="118" y="65"/>
                </a:lnTo>
                <a:moveTo>
                  <a:pt x="126" y="76"/>
                </a:moveTo>
                <a:lnTo>
                  <a:pt x="134" y="86"/>
                </a:lnTo>
                <a:lnTo>
                  <a:pt x="123" y="94"/>
                </a:lnTo>
                <a:lnTo>
                  <a:pt x="114" y="83"/>
                </a:lnTo>
                <a:lnTo>
                  <a:pt x="126" y="76"/>
                </a:lnTo>
                <a:moveTo>
                  <a:pt x="134" y="86"/>
                </a:moveTo>
                <a:lnTo>
                  <a:pt x="141" y="97"/>
                </a:lnTo>
                <a:lnTo>
                  <a:pt x="130" y="105"/>
                </a:lnTo>
                <a:lnTo>
                  <a:pt x="123" y="94"/>
                </a:lnTo>
                <a:lnTo>
                  <a:pt x="134" y="86"/>
                </a:lnTo>
                <a:moveTo>
                  <a:pt x="141" y="97"/>
                </a:moveTo>
                <a:lnTo>
                  <a:pt x="148" y="108"/>
                </a:lnTo>
                <a:lnTo>
                  <a:pt x="137" y="116"/>
                </a:lnTo>
                <a:lnTo>
                  <a:pt x="130" y="105"/>
                </a:lnTo>
                <a:lnTo>
                  <a:pt x="141" y="97"/>
                </a:lnTo>
                <a:moveTo>
                  <a:pt x="148" y="108"/>
                </a:moveTo>
                <a:lnTo>
                  <a:pt x="156" y="119"/>
                </a:lnTo>
                <a:lnTo>
                  <a:pt x="145" y="126"/>
                </a:lnTo>
                <a:lnTo>
                  <a:pt x="137" y="116"/>
                </a:lnTo>
                <a:lnTo>
                  <a:pt x="148" y="108"/>
                </a:lnTo>
                <a:moveTo>
                  <a:pt x="156" y="119"/>
                </a:moveTo>
                <a:lnTo>
                  <a:pt x="163" y="130"/>
                </a:lnTo>
                <a:lnTo>
                  <a:pt x="152" y="137"/>
                </a:lnTo>
                <a:lnTo>
                  <a:pt x="145" y="126"/>
                </a:lnTo>
                <a:lnTo>
                  <a:pt x="156" y="119"/>
                </a:lnTo>
                <a:moveTo>
                  <a:pt x="163" y="130"/>
                </a:moveTo>
                <a:lnTo>
                  <a:pt x="172" y="143"/>
                </a:lnTo>
                <a:lnTo>
                  <a:pt x="148" y="142"/>
                </a:lnTo>
                <a:lnTo>
                  <a:pt x="148" y="129"/>
                </a:lnTo>
                <a:lnTo>
                  <a:pt x="159" y="129"/>
                </a:lnTo>
                <a:lnTo>
                  <a:pt x="159" y="136"/>
                </a:lnTo>
                <a:lnTo>
                  <a:pt x="153" y="139"/>
                </a:lnTo>
                <a:lnTo>
                  <a:pt x="152" y="137"/>
                </a:lnTo>
                <a:lnTo>
                  <a:pt x="163" y="130"/>
                </a:lnTo>
                <a:moveTo>
                  <a:pt x="148" y="142"/>
                </a:moveTo>
                <a:lnTo>
                  <a:pt x="135" y="141"/>
                </a:lnTo>
                <a:lnTo>
                  <a:pt x="135" y="128"/>
                </a:lnTo>
                <a:lnTo>
                  <a:pt x="148" y="129"/>
                </a:lnTo>
                <a:lnTo>
                  <a:pt x="148" y="142"/>
                </a:lnTo>
                <a:moveTo>
                  <a:pt x="135" y="141"/>
                </a:moveTo>
                <a:lnTo>
                  <a:pt x="121" y="140"/>
                </a:lnTo>
                <a:lnTo>
                  <a:pt x="121" y="127"/>
                </a:lnTo>
                <a:lnTo>
                  <a:pt x="135" y="128"/>
                </a:lnTo>
                <a:lnTo>
                  <a:pt x="135" y="141"/>
                </a:lnTo>
                <a:moveTo>
                  <a:pt x="121" y="140"/>
                </a:moveTo>
                <a:lnTo>
                  <a:pt x="107" y="140"/>
                </a:lnTo>
                <a:lnTo>
                  <a:pt x="108" y="127"/>
                </a:lnTo>
                <a:lnTo>
                  <a:pt x="121" y="127"/>
                </a:lnTo>
                <a:lnTo>
                  <a:pt x="121" y="140"/>
                </a:lnTo>
                <a:moveTo>
                  <a:pt x="107" y="140"/>
                </a:moveTo>
                <a:lnTo>
                  <a:pt x="94" y="139"/>
                </a:lnTo>
                <a:lnTo>
                  <a:pt x="95" y="126"/>
                </a:lnTo>
                <a:lnTo>
                  <a:pt x="108" y="127"/>
                </a:lnTo>
                <a:lnTo>
                  <a:pt x="107" y="140"/>
                </a:lnTo>
                <a:moveTo>
                  <a:pt x="94" y="139"/>
                </a:moveTo>
                <a:lnTo>
                  <a:pt x="81" y="139"/>
                </a:lnTo>
                <a:lnTo>
                  <a:pt x="82" y="125"/>
                </a:lnTo>
                <a:lnTo>
                  <a:pt x="95" y="126"/>
                </a:lnTo>
                <a:lnTo>
                  <a:pt x="94" y="139"/>
                </a:lnTo>
                <a:moveTo>
                  <a:pt x="81" y="139"/>
                </a:moveTo>
                <a:lnTo>
                  <a:pt x="68" y="138"/>
                </a:lnTo>
                <a:lnTo>
                  <a:pt x="69" y="125"/>
                </a:lnTo>
                <a:lnTo>
                  <a:pt x="82" y="125"/>
                </a:lnTo>
                <a:lnTo>
                  <a:pt x="81" y="139"/>
                </a:lnTo>
                <a:moveTo>
                  <a:pt x="68" y="138"/>
                </a:moveTo>
                <a:lnTo>
                  <a:pt x="55" y="137"/>
                </a:lnTo>
                <a:lnTo>
                  <a:pt x="55" y="124"/>
                </a:lnTo>
                <a:lnTo>
                  <a:pt x="69" y="125"/>
                </a:lnTo>
                <a:lnTo>
                  <a:pt x="68" y="138"/>
                </a:lnTo>
                <a:moveTo>
                  <a:pt x="55" y="137"/>
                </a:moveTo>
                <a:lnTo>
                  <a:pt x="42" y="137"/>
                </a:lnTo>
                <a:lnTo>
                  <a:pt x="42" y="123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6"/>
                </a:lnTo>
                <a:lnTo>
                  <a:pt x="29" y="123"/>
                </a:lnTo>
                <a:lnTo>
                  <a:pt x="42" y="123"/>
                </a:lnTo>
                <a:lnTo>
                  <a:pt x="42" y="137"/>
                </a:lnTo>
                <a:moveTo>
                  <a:pt x="28" y="136"/>
                </a:moveTo>
                <a:lnTo>
                  <a:pt x="15" y="135"/>
                </a:lnTo>
                <a:lnTo>
                  <a:pt x="16" y="122"/>
                </a:lnTo>
                <a:lnTo>
                  <a:pt x="29" y="123"/>
                </a:lnTo>
                <a:lnTo>
                  <a:pt x="28" y="136"/>
                </a:lnTo>
                <a:moveTo>
                  <a:pt x="15" y="135"/>
                </a:moveTo>
                <a:lnTo>
                  <a:pt x="0" y="135"/>
                </a:lnTo>
                <a:lnTo>
                  <a:pt x="9" y="118"/>
                </a:lnTo>
                <a:lnTo>
                  <a:pt x="21" y="124"/>
                </a:lnTo>
                <a:lnTo>
                  <a:pt x="17" y="132"/>
                </a:lnTo>
                <a:lnTo>
                  <a:pt x="11" y="129"/>
                </a:lnTo>
                <a:lnTo>
                  <a:pt x="11" y="122"/>
                </a:lnTo>
                <a:lnTo>
                  <a:pt x="16" y="122"/>
                </a:lnTo>
                <a:lnTo>
                  <a:pt x="15" y="135"/>
                </a:lnTo>
                <a:moveTo>
                  <a:pt x="9" y="118"/>
                </a:moveTo>
                <a:lnTo>
                  <a:pt x="16" y="107"/>
                </a:lnTo>
                <a:lnTo>
                  <a:pt x="27" y="113"/>
                </a:lnTo>
                <a:lnTo>
                  <a:pt x="21" y="124"/>
                </a:lnTo>
                <a:lnTo>
                  <a:pt x="9" y="118"/>
                </a:lnTo>
                <a:moveTo>
                  <a:pt x="16" y="107"/>
                </a:moveTo>
                <a:lnTo>
                  <a:pt x="22" y="95"/>
                </a:lnTo>
                <a:lnTo>
                  <a:pt x="34" y="101"/>
                </a:lnTo>
                <a:lnTo>
                  <a:pt x="27" y="113"/>
                </a:lnTo>
                <a:lnTo>
                  <a:pt x="16" y="107"/>
                </a:lnTo>
                <a:moveTo>
                  <a:pt x="22" y="95"/>
                </a:moveTo>
                <a:lnTo>
                  <a:pt x="29" y="84"/>
                </a:lnTo>
                <a:lnTo>
                  <a:pt x="40" y="90"/>
                </a:lnTo>
                <a:lnTo>
                  <a:pt x="34" y="101"/>
                </a:lnTo>
                <a:lnTo>
                  <a:pt x="22" y="95"/>
                </a:lnTo>
                <a:moveTo>
                  <a:pt x="29" y="84"/>
                </a:moveTo>
                <a:lnTo>
                  <a:pt x="35" y="72"/>
                </a:lnTo>
                <a:lnTo>
                  <a:pt x="47" y="79"/>
                </a:lnTo>
                <a:lnTo>
                  <a:pt x="40" y="90"/>
                </a:lnTo>
                <a:lnTo>
                  <a:pt x="29" y="84"/>
                </a:lnTo>
                <a:moveTo>
                  <a:pt x="35" y="72"/>
                </a:moveTo>
                <a:lnTo>
                  <a:pt x="42" y="60"/>
                </a:lnTo>
                <a:lnTo>
                  <a:pt x="53" y="67"/>
                </a:lnTo>
                <a:lnTo>
                  <a:pt x="47" y="79"/>
                </a:lnTo>
                <a:lnTo>
                  <a:pt x="35" y="72"/>
                </a:lnTo>
                <a:moveTo>
                  <a:pt x="42" y="60"/>
                </a:moveTo>
                <a:lnTo>
                  <a:pt x="48" y="48"/>
                </a:lnTo>
                <a:lnTo>
                  <a:pt x="59" y="55"/>
                </a:lnTo>
                <a:lnTo>
                  <a:pt x="53" y="67"/>
                </a:lnTo>
                <a:lnTo>
                  <a:pt x="42" y="60"/>
                </a:lnTo>
                <a:moveTo>
                  <a:pt x="48" y="48"/>
                </a:moveTo>
                <a:lnTo>
                  <a:pt x="54" y="37"/>
                </a:lnTo>
                <a:lnTo>
                  <a:pt x="66" y="43"/>
                </a:lnTo>
                <a:lnTo>
                  <a:pt x="59" y="55"/>
                </a:lnTo>
                <a:lnTo>
                  <a:pt x="48" y="48"/>
                </a:lnTo>
                <a:moveTo>
                  <a:pt x="54" y="37"/>
                </a:moveTo>
                <a:lnTo>
                  <a:pt x="61" y="25"/>
                </a:lnTo>
                <a:lnTo>
                  <a:pt x="72" y="32"/>
                </a:lnTo>
                <a:lnTo>
                  <a:pt x="66" y="43"/>
                </a:lnTo>
                <a:lnTo>
                  <a:pt x="54" y="37"/>
                </a:lnTo>
                <a:moveTo>
                  <a:pt x="61" y="25"/>
                </a:moveTo>
                <a:lnTo>
                  <a:pt x="67" y="14"/>
                </a:lnTo>
                <a:lnTo>
                  <a:pt x="79" y="20"/>
                </a:lnTo>
                <a:lnTo>
                  <a:pt x="72" y="32"/>
                </a:lnTo>
                <a:lnTo>
                  <a:pt x="61" y="25"/>
                </a:lnTo>
                <a:moveTo>
                  <a:pt x="67" y="14"/>
                </a:moveTo>
                <a:lnTo>
                  <a:pt x="75" y="0"/>
                </a:lnTo>
                <a:lnTo>
                  <a:pt x="88" y="20"/>
                </a:lnTo>
                <a:lnTo>
                  <a:pt x="77" y="27"/>
                </a:lnTo>
                <a:lnTo>
                  <a:pt x="70" y="16"/>
                </a:lnTo>
                <a:lnTo>
                  <a:pt x="75" y="13"/>
                </a:lnTo>
                <a:lnTo>
                  <a:pt x="81" y="16"/>
                </a:lnTo>
                <a:lnTo>
                  <a:pt x="79" y="20"/>
                </a:lnTo>
                <a:lnTo>
                  <a:pt x="6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23560" y="2103120"/>
            <a:ext cx="1001160" cy="142560"/>
          </a:xfrm>
          <a:custGeom>
            <a:avLst/>
            <a:gdLst/>
            <a:ahLst/>
            <a:rect l="0" t="0" r="r" b="b"/>
            <a:pathLst>
              <a:path w="2781" h="396">
                <a:moveTo>
                  <a:pt x="0" y="0"/>
                </a:moveTo>
                <a:lnTo>
                  <a:pt x="2781" y="0"/>
                </a:lnTo>
                <a:lnTo>
                  <a:pt x="2781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723560" y="2103120"/>
            <a:ext cx="1001160" cy="142560"/>
          </a:xfrm>
          <a:custGeom>
            <a:avLst/>
            <a:gdLst/>
            <a:ahLst/>
            <a:rect l="0" t="0" r="r" b="b"/>
            <a:pathLst>
              <a:path w="2781" h="396">
                <a:moveTo>
                  <a:pt x="0" y="0"/>
                </a:moveTo>
                <a:lnTo>
                  <a:pt x="2781" y="0"/>
                </a:lnTo>
                <a:lnTo>
                  <a:pt x="2781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39920" y="105336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080840" y="2247480"/>
            <a:ext cx="1001160" cy="142560"/>
          </a:xfrm>
          <a:custGeom>
            <a:avLst/>
            <a:gdLst/>
            <a:ahLst/>
            <a:rect l="0" t="0" r="r" b="b"/>
            <a:pathLst>
              <a:path w="2781" h="396">
                <a:moveTo>
                  <a:pt x="0" y="0"/>
                </a:moveTo>
                <a:lnTo>
                  <a:pt x="2781" y="0"/>
                </a:lnTo>
                <a:lnTo>
                  <a:pt x="2781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080840" y="2247480"/>
            <a:ext cx="1001160" cy="142560"/>
          </a:xfrm>
          <a:custGeom>
            <a:avLst/>
            <a:gdLst/>
            <a:ahLst/>
            <a:rect l="0" t="0" r="r" b="b"/>
            <a:pathLst>
              <a:path w="2781" h="396">
                <a:moveTo>
                  <a:pt x="0" y="0"/>
                </a:moveTo>
                <a:lnTo>
                  <a:pt x="2781" y="0"/>
                </a:lnTo>
                <a:lnTo>
                  <a:pt x="2781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723560" y="211608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933520" y="1638000"/>
            <a:ext cx="1001520" cy="142560"/>
          </a:xfrm>
          <a:custGeom>
            <a:avLst/>
            <a:gdLst/>
            <a:ahLst/>
            <a:rect l="0" t="0" r="r" b="b"/>
            <a:pathLst>
              <a:path w="2782" h="396">
                <a:moveTo>
                  <a:pt x="0" y="0"/>
                </a:moveTo>
                <a:lnTo>
                  <a:pt x="2782" y="0"/>
                </a:lnTo>
                <a:lnTo>
                  <a:pt x="2782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933520" y="1638000"/>
            <a:ext cx="1001520" cy="142560"/>
          </a:xfrm>
          <a:custGeom>
            <a:avLst/>
            <a:gdLst/>
            <a:ahLst/>
            <a:rect l="0" t="0" r="r" b="b"/>
            <a:pathLst>
              <a:path w="2782" h="396">
                <a:moveTo>
                  <a:pt x="0" y="0"/>
                </a:moveTo>
                <a:lnTo>
                  <a:pt x="2782" y="0"/>
                </a:lnTo>
                <a:lnTo>
                  <a:pt x="2782" y="396"/>
                </a:lnTo>
                <a:lnTo>
                  <a:pt x="0" y="3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7080840" y="22604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504360" y="1974960"/>
            <a:ext cx="1180440" cy="320400"/>
          </a:xfrm>
          <a:custGeom>
            <a:avLst/>
            <a:gdLst/>
            <a:ahLst/>
            <a:rect l="0" t="0" r="r" b="b"/>
            <a:pathLst>
              <a:path w="3279" h="890">
                <a:moveTo>
                  <a:pt x="0" y="0"/>
                </a:moveTo>
                <a:lnTo>
                  <a:pt x="3279" y="0"/>
                </a:lnTo>
                <a:lnTo>
                  <a:pt x="327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504360" y="1974960"/>
            <a:ext cx="1180440" cy="320400"/>
          </a:xfrm>
          <a:custGeom>
            <a:avLst/>
            <a:gdLst/>
            <a:ahLst/>
            <a:rect l="0" t="0" r="r" b="b"/>
            <a:pathLst>
              <a:path w="3279" h="890">
                <a:moveTo>
                  <a:pt x="0" y="0"/>
                </a:moveTo>
                <a:lnTo>
                  <a:pt x="3279" y="0"/>
                </a:lnTo>
                <a:lnTo>
                  <a:pt x="327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933880" y="165096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2080080" y="1974960"/>
            <a:ext cx="981720" cy="320400"/>
          </a:xfrm>
          <a:custGeom>
            <a:avLst/>
            <a:gdLst/>
            <a:ahLst/>
            <a:rect l="0" t="0" r="r" b="b"/>
            <a:pathLst>
              <a:path w="2727" h="890">
                <a:moveTo>
                  <a:pt x="0" y="0"/>
                </a:moveTo>
                <a:lnTo>
                  <a:pt x="2727" y="0"/>
                </a:lnTo>
                <a:lnTo>
                  <a:pt x="2727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2080080" y="1974960"/>
            <a:ext cx="981720" cy="320400"/>
          </a:xfrm>
          <a:custGeom>
            <a:avLst/>
            <a:gdLst/>
            <a:ahLst/>
            <a:rect l="0" t="0" r="r" b="b"/>
            <a:pathLst>
              <a:path w="2727" h="890">
                <a:moveTo>
                  <a:pt x="0" y="0"/>
                </a:moveTo>
                <a:lnTo>
                  <a:pt x="2727" y="0"/>
                </a:lnTo>
                <a:lnTo>
                  <a:pt x="2727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82200" y="2076840"/>
            <a:ext cx="8208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 A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791160" y="2259720"/>
            <a:ext cx="513000" cy="413280"/>
          </a:xfrm>
          <a:custGeom>
            <a:avLst/>
            <a:gdLst/>
            <a:ahLst/>
            <a:rect l="0" t="0" r="r" b="b"/>
            <a:pathLst>
              <a:path w="1425" h="1148">
                <a:moveTo>
                  <a:pt x="0" y="170"/>
                </a:moveTo>
                <a:cubicBezTo>
                  <a:pt x="0" y="181"/>
                  <a:pt x="5" y="192"/>
                  <a:pt x="14" y="202"/>
                </a:cubicBezTo>
                <a:cubicBezTo>
                  <a:pt x="23" y="213"/>
                  <a:pt x="37" y="224"/>
                  <a:pt x="55" y="234"/>
                </a:cubicBezTo>
                <a:cubicBezTo>
                  <a:pt x="73" y="244"/>
                  <a:pt x="94" y="254"/>
                  <a:pt x="120" y="263"/>
                </a:cubicBezTo>
                <a:cubicBezTo>
                  <a:pt x="147" y="272"/>
                  <a:pt x="177" y="281"/>
                  <a:pt x="210" y="288"/>
                </a:cubicBezTo>
                <a:cubicBezTo>
                  <a:pt x="243" y="296"/>
                  <a:pt x="279" y="303"/>
                  <a:pt x="318" y="309"/>
                </a:cubicBezTo>
                <a:cubicBezTo>
                  <a:pt x="357" y="316"/>
                  <a:pt x="398" y="321"/>
                  <a:pt x="441" y="325"/>
                </a:cubicBezTo>
                <a:cubicBezTo>
                  <a:pt x="484" y="329"/>
                  <a:pt x="529" y="332"/>
                  <a:pt x="574" y="335"/>
                </a:cubicBezTo>
                <a:cubicBezTo>
                  <a:pt x="620" y="337"/>
                  <a:pt x="667" y="338"/>
                  <a:pt x="713" y="338"/>
                </a:cubicBezTo>
                <a:cubicBezTo>
                  <a:pt x="760" y="338"/>
                  <a:pt x="806" y="337"/>
                  <a:pt x="852" y="335"/>
                </a:cubicBezTo>
                <a:cubicBezTo>
                  <a:pt x="898" y="332"/>
                  <a:pt x="943" y="329"/>
                  <a:pt x="986" y="325"/>
                </a:cubicBezTo>
                <a:cubicBezTo>
                  <a:pt x="1029" y="321"/>
                  <a:pt x="1070" y="316"/>
                  <a:pt x="1109" y="309"/>
                </a:cubicBezTo>
                <a:cubicBezTo>
                  <a:pt x="1148" y="303"/>
                  <a:pt x="1184" y="296"/>
                  <a:pt x="1217" y="288"/>
                </a:cubicBezTo>
                <a:cubicBezTo>
                  <a:pt x="1250" y="281"/>
                  <a:pt x="1279" y="272"/>
                  <a:pt x="1305" y="263"/>
                </a:cubicBezTo>
                <a:cubicBezTo>
                  <a:pt x="1331" y="254"/>
                  <a:pt x="1353" y="244"/>
                  <a:pt x="1371" y="234"/>
                </a:cubicBezTo>
                <a:cubicBezTo>
                  <a:pt x="1389" y="224"/>
                  <a:pt x="1402" y="213"/>
                  <a:pt x="1411" y="202"/>
                </a:cubicBezTo>
                <a:cubicBezTo>
                  <a:pt x="1421" y="192"/>
                  <a:pt x="1425" y="181"/>
                  <a:pt x="1425" y="170"/>
                </a:cubicBezTo>
                <a:cubicBezTo>
                  <a:pt x="1425" y="158"/>
                  <a:pt x="1421" y="148"/>
                  <a:pt x="1411" y="137"/>
                </a:cubicBezTo>
                <a:cubicBezTo>
                  <a:pt x="1402" y="126"/>
                  <a:pt x="1389" y="115"/>
                  <a:pt x="1371" y="105"/>
                </a:cubicBezTo>
                <a:cubicBezTo>
                  <a:pt x="1353" y="95"/>
                  <a:pt x="1331" y="85"/>
                  <a:pt x="1305" y="76"/>
                </a:cubicBezTo>
                <a:cubicBezTo>
                  <a:pt x="1279" y="67"/>
                  <a:pt x="1250" y="58"/>
                  <a:pt x="1217" y="51"/>
                </a:cubicBezTo>
                <a:cubicBezTo>
                  <a:pt x="1184" y="43"/>
                  <a:pt x="1148" y="36"/>
                  <a:pt x="1109" y="30"/>
                </a:cubicBezTo>
                <a:cubicBezTo>
                  <a:pt x="1070" y="22"/>
                  <a:pt x="1029" y="17"/>
                  <a:pt x="986" y="13"/>
                </a:cubicBezTo>
                <a:cubicBezTo>
                  <a:pt x="943" y="9"/>
                  <a:pt x="898" y="6"/>
                  <a:pt x="852" y="3"/>
                </a:cubicBezTo>
                <a:cubicBezTo>
                  <a:pt x="806" y="1"/>
                  <a:pt x="760" y="0"/>
                  <a:pt x="713" y="0"/>
                </a:cubicBezTo>
                <a:cubicBezTo>
                  <a:pt x="667" y="0"/>
                  <a:pt x="620" y="1"/>
                  <a:pt x="574" y="3"/>
                </a:cubicBezTo>
                <a:cubicBezTo>
                  <a:pt x="529" y="6"/>
                  <a:pt x="484" y="9"/>
                  <a:pt x="441" y="13"/>
                </a:cubicBezTo>
                <a:cubicBezTo>
                  <a:pt x="398" y="17"/>
                  <a:pt x="357" y="22"/>
                  <a:pt x="318" y="30"/>
                </a:cubicBezTo>
                <a:cubicBezTo>
                  <a:pt x="279" y="36"/>
                  <a:pt x="243" y="43"/>
                  <a:pt x="210" y="51"/>
                </a:cubicBezTo>
                <a:cubicBezTo>
                  <a:pt x="177" y="58"/>
                  <a:pt x="147" y="67"/>
                  <a:pt x="120" y="76"/>
                </a:cubicBezTo>
                <a:cubicBezTo>
                  <a:pt x="94" y="85"/>
                  <a:pt x="73" y="95"/>
                  <a:pt x="55" y="105"/>
                </a:cubicBezTo>
                <a:cubicBezTo>
                  <a:pt x="37" y="115"/>
                  <a:pt x="23" y="126"/>
                  <a:pt x="14" y="137"/>
                </a:cubicBezTo>
                <a:cubicBezTo>
                  <a:pt x="5" y="148"/>
                  <a:pt x="0" y="158"/>
                  <a:pt x="0" y="170"/>
                </a:cubicBezTo>
                <a:lnTo>
                  <a:pt x="0" y="979"/>
                </a:lnTo>
                <a:cubicBezTo>
                  <a:pt x="0" y="991"/>
                  <a:pt x="5" y="1001"/>
                  <a:pt x="14" y="1012"/>
                </a:cubicBezTo>
                <a:cubicBezTo>
                  <a:pt x="23" y="1023"/>
                  <a:pt x="37" y="1034"/>
                  <a:pt x="55" y="1044"/>
                </a:cubicBezTo>
                <a:cubicBezTo>
                  <a:pt x="73" y="1054"/>
                  <a:pt x="94" y="1064"/>
                  <a:pt x="120" y="1073"/>
                </a:cubicBezTo>
                <a:cubicBezTo>
                  <a:pt x="147" y="1082"/>
                  <a:pt x="177" y="1091"/>
                  <a:pt x="210" y="1098"/>
                </a:cubicBezTo>
                <a:cubicBezTo>
                  <a:pt x="243" y="1106"/>
                  <a:pt x="279" y="1113"/>
                  <a:pt x="318" y="1119"/>
                </a:cubicBezTo>
                <a:cubicBezTo>
                  <a:pt x="357" y="1125"/>
                  <a:pt x="398" y="1131"/>
                  <a:pt x="441" y="1135"/>
                </a:cubicBezTo>
                <a:cubicBezTo>
                  <a:pt x="484" y="1139"/>
                  <a:pt x="529" y="1142"/>
                  <a:pt x="574" y="1144"/>
                </a:cubicBezTo>
                <a:cubicBezTo>
                  <a:pt x="620" y="1147"/>
                  <a:pt x="667" y="1148"/>
                  <a:pt x="713" y="1148"/>
                </a:cubicBezTo>
                <a:cubicBezTo>
                  <a:pt x="760" y="1148"/>
                  <a:pt x="806" y="1147"/>
                  <a:pt x="852" y="1144"/>
                </a:cubicBezTo>
                <a:cubicBezTo>
                  <a:pt x="898" y="1142"/>
                  <a:pt x="943" y="1139"/>
                  <a:pt x="986" y="1135"/>
                </a:cubicBezTo>
                <a:cubicBezTo>
                  <a:pt x="1029" y="1131"/>
                  <a:pt x="1070" y="1125"/>
                  <a:pt x="1109" y="1119"/>
                </a:cubicBezTo>
                <a:cubicBezTo>
                  <a:pt x="1148" y="1113"/>
                  <a:pt x="1184" y="1106"/>
                  <a:pt x="1217" y="1098"/>
                </a:cubicBezTo>
                <a:cubicBezTo>
                  <a:pt x="1250" y="1091"/>
                  <a:pt x="1279" y="1082"/>
                  <a:pt x="1305" y="1073"/>
                </a:cubicBezTo>
                <a:cubicBezTo>
                  <a:pt x="1331" y="1064"/>
                  <a:pt x="1353" y="1054"/>
                  <a:pt x="1371" y="1044"/>
                </a:cubicBezTo>
                <a:cubicBezTo>
                  <a:pt x="1389" y="1034"/>
                  <a:pt x="1402" y="1023"/>
                  <a:pt x="1411" y="1012"/>
                </a:cubicBezTo>
                <a:cubicBezTo>
                  <a:pt x="1421" y="1001"/>
                  <a:pt x="1425" y="991"/>
                  <a:pt x="1425" y="979"/>
                </a:cubicBezTo>
                <a:lnTo>
                  <a:pt x="1425" y="170"/>
                </a:lnTo>
                <a:lnTo>
                  <a:pt x="0" y="17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160" y="2259720"/>
            <a:ext cx="513000" cy="413280"/>
          </a:xfrm>
          <a:custGeom>
            <a:avLst/>
            <a:gdLst/>
            <a:ahLst/>
            <a:rect l="0" t="0" r="r" b="b"/>
            <a:pathLst>
              <a:path fill="none" w="1425" h="1148">
                <a:moveTo>
                  <a:pt x="0" y="170"/>
                </a:moveTo>
                <a:cubicBezTo>
                  <a:pt x="0" y="181"/>
                  <a:pt x="5" y="192"/>
                  <a:pt x="14" y="202"/>
                </a:cubicBezTo>
                <a:cubicBezTo>
                  <a:pt x="23" y="213"/>
                  <a:pt x="37" y="224"/>
                  <a:pt x="55" y="234"/>
                </a:cubicBezTo>
                <a:cubicBezTo>
                  <a:pt x="73" y="244"/>
                  <a:pt x="94" y="254"/>
                  <a:pt x="120" y="263"/>
                </a:cubicBezTo>
                <a:cubicBezTo>
                  <a:pt x="147" y="272"/>
                  <a:pt x="177" y="281"/>
                  <a:pt x="210" y="288"/>
                </a:cubicBezTo>
                <a:cubicBezTo>
                  <a:pt x="243" y="296"/>
                  <a:pt x="279" y="303"/>
                  <a:pt x="318" y="309"/>
                </a:cubicBezTo>
                <a:cubicBezTo>
                  <a:pt x="357" y="316"/>
                  <a:pt x="398" y="321"/>
                  <a:pt x="441" y="325"/>
                </a:cubicBezTo>
                <a:cubicBezTo>
                  <a:pt x="484" y="329"/>
                  <a:pt x="529" y="332"/>
                  <a:pt x="574" y="335"/>
                </a:cubicBezTo>
                <a:cubicBezTo>
                  <a:pt x="620" y="337"/>
                  <a:pt x="667" y="338"/>
                  <a:pt x="713" y="338"/>
                </a:cubicBezTo>
                <a:cubicBezTo>
                  <a:pt x="760" y="338"/>
                  <a:pt x="806" y="337"/>
                  <a:pt x="852" y="335"/>
                </a:cubicBezTo>
                <a:cubicBezTo>
                  <a:pt x="898" y="332"/>
                  <a:pt x="943" y="329"/>
                  <a:pt x="986" y="325"/>
                </a:cubicBezTo>
                <a:cubicBezTo>
                  <a:pt x="1029" y="321"/>
                  <a:pt x="1070" y="316"/>
                  <a:pt x="1109" y="309"/>
                </a:cubicBezTo>
                <a:cubicBezTo>
                  <a:pt x="1148" y="303"/>
                  <a:pt x="1184" y="296"/>
                  <a:pt x="1217" y="288"/>
                </a:cubicBezTo>
                <a:cubicBezTo>
                  <a:pt x="1250" y="281"/>
                  <a:pt x="1279" y="272"/>
                  <a:pt x="1305" y="263"/>
                </a:cubicBezTo>
                <a:cubicBezTo>
                  <a:pt x="1331" y="254"/>
                  <a:pt x="1353" y="244"/>
                  <a:pt x="1371" y="234"/>
                </a:cubicBezTo>
                <a:cubicBezTo>
                  <a:pt x="1389" y="224"/>
                  <a:pt x="1402" y="213"/>
                  <a:pt x="1411" y="202"/>
                </a:cubicBezTo>
                <a:cubicBezTo>
                  <a:pt x="1421" y="192"/>
                  <a:pt x="1425" y="181"/>
                  <a:pt x="1425" y="170"/>
                </a:cubicBezTo>
                <a:cubicBezTo>
                  <a:pt x="1425" y="158"/>
                  <a:pt x="1421" y="148"/>
                  <a:pt x="1411" y="137"/>
                </a:cubicBezTo>
                <a:cubicBezTo>
                  <a:pt x="1402" y="126"/>
                  <a:pt x="1389" y="115"/>
                  <a:pt x="1371" y="105"/>
                </a:cubicBezTo>
                <a:cubicBezTo>
                  <a:pt x="1353" y="95"/>
                  <a:pt x="1331" y="85"/>
                  <a:pt x="1305" y="76"/>
                </a:cubicBezTo>
                <a:cubicBezTo>
                  <a:pt x="1279" y="67"/>
                  <a:pt x="1250" y="58"/>
                  <a:pt x="1217" y="51"/>
                </a:cubicBezTo>
                <a:cubicBezTo>
                  <a:pt x="1184" y="43"/>
                  <a:pt x="1148" y="36"/>
                  <a:pt x="1109" y="30"/>
                </a:cubicBezTo>
                <a:cubicBezTo>
                  <a:pt x="1070" y="22"/>
                  <a:pt x="1029" y="17"/>
                  <a:pt x="986" y="13"/>
                </a:cubicBezTo>
                <a:cubicBezTo>
                  <a:pt x="943" y="9"/>
                  <a:pt x="898" y="6"/>
                  <a:pt x="852" y="3"/>
                </a:cubicBezTo>
                <a:cubicBezTo>
                  <a:pt x="806" y="1"/>
                  <a:pt x="760" y="0"/>
                  <a:pt x="713" y="0"/>
                </a:cubicBezTo>
                <a:cubicBezTo>
                  <a:pt x="667" y="0"/>
                  <a:pt x="620" y="1"/>
                  <a:pt x="574" y="3"/>
                </a:cubicBezTo>
                <a:cubicBezTo>
                  <a:pt x="529" y="6"/>
                  <a:pt x="484" y="9"/>
                  <a:pt x="441" y="13"/>
                </a:cubicBezTo>
                <a:cubicBezTo>
                  <a:pt x="398" y="17"/>
                  <a:pt x="357" y="22"/>
                  <a:pt x="318" y="30"/>
                </a:cubicBezTo>
                <a:cubicBezTo>
                  <a:pt x="279" y="36"/>
                  <a:pt x="243" y="43"/>
                  <a:pt x="210" y="51"/>
                </a:cubicBezTo>
                <a:cubicBezTo>
                  <a:pt x="177" y="58"/>
                  <a:pt x="147" y="67"/>
                  <a:pt x="120" y="76"/>
                </a:cubicBezTo>
                <a:cubicBezTo>
                  <a:pt x="94" y="85"/>
                  <a:pt x="73" y="95"/>
                  <a:pt x="55" y="105"/>
                </a:cubicBezTo>
                <a:cubicBezTo>
                  <a:pt x="37" y="115"/>
                  <a:pt x="23" y="126"/>
                  <a:pt x="14" y="137"/>
                </a:cubicBezTo>
                <a:cubicBezTo>
                  <a:pt x="5" y="148"/>
                  <a:pt x="0" y="158"/>
                  <a:pt x="0" y="170"/>
                </a:cubicBezTo>
                <a:lnTo>
                  <a:pt x="0" y="979"/>
                </a:lnTo>
                <a:cubicBezTo>
                  <a:pt x="0" y="991"/>
                  <a:pt x="5" y="1001"/>
                  <a:pt x="14" y="1012"/>
                </a:cubicBezTo>
                <a:cubicBezTo>
                  <a:pt x="23" y="1023"/>
                  <a:pt x="37" y="1034"/>
                  <a:pt x="55" y="1044"/>
                </a:cubicBezTo>
                <a:cubicBezTo>
                  <a:pt x="73" y="1054"/>
                  <a:pt x="94" y="1064"/>
                  <a:pt x="120" y="1073"/>
                </a:cubicBezTo>
                <a:cubicBezTo>
                  <a:pt x="147" y="1082"/>
                  <a:pt x="177" y="1091"/>
                  <a:pt x="210" y="1098"/>
                </a:cubicBezTo>
                <a:cubicBezTo>
                  <a:pt x="243" y="1106"/>
                  <a:pt x="279" y="1113"/>
                  <a:pt x="318" y="1119"/>
                </a:cubicBezTo>
                <a:cubicBezTo>
                  <a:pt x="357" y="1125"/>
                  <a:pt x="398" y="1131"/>
                  <a:pt x="441" y="1135"/>
                </a:cubicBezTo>
                <a:cubicBezTo>
                  <a:pt x="484" y="1139"/>
                  <a:pt x="529" y="1142"/>
                  <a:pt x="574" y="1144"/>
                </a:cubicBezTo>
                <a:cubicBezTo>
                  <a:pt x="620" y="1147"/>
                  <a:pt x="667" y="1148"/>
                  <a:pt x="713" y="1148"/>
                </a:cubicBezTo>
                <a:cubicBezTo>
                  <a:pt x="760" y="1148"/>
                  <a:pt x="806" y="1147"/>
                  <a:pt x="852" y="1144"/>
                </a:cubicBezTo>
                <a:cubicBezTo>
                  <a:pt x="898" y="1142"/>
                  <a:pt x="943" y="1139"/>
                  <a:pt x="986" y="1135"/>
                </a:cubicBezTo>
                <a:cubicBezTo>
                  <a:pt x="1029" y="1131"/>
                  <a:pt x="1070" y="1125"/>
                  <a:pt x="1109" y="1119"/>
                </a:cubicBezTo>
                <a:cubicBezTo>
                  <a:pt x="1148" y="1113"/>
                  <a:pt x="1184" y="1106"/>
                  <a:pt x="1217" y="1098"/>
                </a:cubicBezTo>
                <a:cubicBezTo>
                  <a:pt x="1250" y="1091"/>
                  <a:pt x="1279" y="1082"/>
                  <a:pt x="1305" y="1073"/>
                </a:cubicBezTo>
                <a:cubicBezTo>
                  <a:pt x="1331" y="1064"/>
                  <a:pt x="1353" y="1054"/>
                  <a:pt x="1371" y="1044"/>
                </a:cubicBezTo>
                <a:cubicBezTo>
                  <a:pt x="1389" y="1034"/>
                  <a:pt x="1402" y="1023"/>
                  <a:pt x="1411" y="1012"/>
                </a:cubicBezTo>
                <a:cubicBezTo>
                  <a:pt x="1421" y="1001"/>
                  <a:pt x="1425" y="991"/>
                  <a:pt x="1425" y="979"/>
                </a:cubicBezTo>
                <a:lnTo>
                  <a:pt x="1425" y="170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257920" y="2076840"/>
            <a:ext cx="628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 A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47600" y="1643760"/>
            <a:ext cx="600480" cy="320400"/>
          </a:xfrm>
          <a:custGeom>
            <a:avLst/>
            <a:gdLst/>
            <a:ahLst/>
            <a:rect l="0" t="0" r="r" b="b"/>
            <a:pathLst>
              <a:path w="1668" h="890">
                <a:moveTo>
                  <a:pt x="0" y="0"/>
                </a:moveTo>
                <a:lnTo>
                  <a:pt x="1668" y="0"/>
                </a:lnTo>
                <a:lnTo>
                  <a:pt x="1668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747600" y="1643760"/>
            <a:ext cx="600480" cy="320400"/>
          </a:xfrm>
          <a:custGeom>
            <a:avLst/>
            <a:gdLst/>
            <a:ahLst/>
            <a:rect l="0" t="0" r="r" b="b"/>
            <a:pathLst>
              <a:path w="1668" h="890">
                <a:moveTo>
                  <a:pt x="0" y="0"/>
                </a:moveTo>
                <a:lnTo>
                  <a:pt x="1668" y="0"/>
                </a:lnTo>
                <a:lnTo>
                  <a:pt x="1668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835800" y="2467080"/>
            <a:ext cx="421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A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1980720" y="2968560"/>
            <a:ext cx="1180440" cy="320400"/>
          </a:xfrm>
          <a:custGeom>
            <a:avLst/>
            <a:gdLst/>
            <a:ahLst/>
            <a:rect l="0" t="0" r="r" b="b"/>
            <a:pathLst>
              <a:path w="3279" h="890">
                <a:moveTo>
                  <a:pt x="0" y="0"/>
                </a:moveTo>
                <a:lnTo>
                  <a:pt x="3279" y="0"/>
                </a:lnTo>
                <a:lnTo>
                  <a:pt x="327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1980720" y="2968560"/>
            <a:ext cx="1180440" cy="320400"/>
          </a:xfrm>
          <a:custGeom>
            <a:avLst/>
            <a:gdLst/>
            <a:ahLst/>
            <a:rect l="0" t="0" r="r" b="b"/>
            <a:pathLst>
              <a:path w="3279" h="890">
                <a:moveTo>
                  <a:pt x="0" y="0"/>
                </a:moveTo>
                <a:lnTo>
                  <a:pt x="3279" y="0"/>
                </a:lnTo>
                <a:lnTo>
                  <a:pt x="327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925440" y="1745640"/>
            <a:ext cx="24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f3b2e"/>
                </a:solidFill>
                <a:latin typeface="DejaVuSans"/>
                <a:ea typeface="DejaVuSans"/>
              </a:rPr>
              <a:t>API A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56800" y="2968560"/>
            <a:ext cx="981720" cy="320400"/>
          </a:xfrm>
          <a:custGeom>
            <a:avLst/>
            <a:gdLst/>
            <a:ahLst/>
            <a:rect l="0" t="0" r="r" b="b"/>
            <a:pathLst>
              <a:path w="2727" h="890">
                <a:moveTo>
                  <a:pt x="0" y="0"/>
                </a:moveTo>
                <a:lnTo>
                  <a:pt x="2727" y="0"/>
                </a:lnTo>
                <a:lnTo>
                  <a:pt x="2727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56800" y="2968560"/>
            <a:ext cx="981720" cy="320400"/>
          </a:xfrm>
          <a:custGeom>
            <a:avLst/>
            <a:gdLst/>
            <a:ahLst/>
            <a:rect l="0" t="0" r="r" b="b"/>
            <a:pathLst>
              <a:path w="2727" h="890">
                <a:moveTo>
                  <a:pt x="0" y="0"/>
                </a:moveTo>
                <a:lnTo>
                  <a:pt x="2727" y="0"/>
                </a:lnTo>
                <a:lnTo>
                  <a:pt x="2727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158560" y="3070440"/>
            <a:ext cx="822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 B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6176880" y="2981520"/>
            <a:ext cx="513000" cy="412920"/>
          </a:xfrm>
          <a:custGeom>
            <a:avLst/>
            <a:gdLst/>
            <a:ahLst/>
            <a:rect l="0" t="0" r="r" b="b"/>
            <a:pathLst>
              <a:path w="1425" h="1147">
                <a:moveTo>
                  <a:pt x="0" y="168"/>
                </a:moveTo>
                <a:cubicBezTo>
                  <a:pt x="0" y="179"/>
                  <a:pt x="4" y="190"/>
                  <a:pt x="13" y="201"/>
                </a:cubicBezTo>
                <a:cubicBezTo>
                  <a:pt x="23" y="212"/>
                  <a:pt x="36" y="222"/>
                  <a:pt x="54" y="233"/>
                </a:cubicBezTo>
                <a:cubicBezTo>
                  <a:pt x="72" y="243"/>
                  <a:pt x="94" y="252"/>
                  <a:pt x="120" y="262"/>
                </a:cubicBezTo>
                <a:cubicBezTo>
                  <a:pt x="146" y="271"/>
                  <a:pt x="175" y="279"/>
                  <a:pt x="208" y="287"/>
                </a:cubicBezTo>
                <a:cubicBezTo>
                  <a:pt x="241" y="295"/>
                  <a:pt x="277" y="302"/>
                  <a:pt x="316" y="308"/>
                </a:cubicBezTo>
                <a:cubicBezTo>
                  <a:pt x="355" y="315"/>
                  <a:pt x="396" y="320"/>
                  <a:pt x="439" y="325"/>
                </a:cubicBezTo>
                <a:cubicBezTo>
                  <a:pt x="483" y="329"/>
                  <a:pt x="527" y="332"/>
                  <a:pt x="573" y="334"/>
                </a:cubicBezTo>
                <a:cubicBezTo>
                  <a:pt x="619" y="336"/>
                  <a:pt x="666" y="337"/>
                  <a:pt x="713" y="337"/>
                </a:cubicBezTo>
                <a:cubicBezTo>
                  <a:pt x="760" y="337"/>
                  <a:pt x="806" y="336"/>
                  <a:pt x="852" y="334"/>
                </a:cubicBezTo>
                <a:cubicBezTo>
                  <a:pt x="898" y="332"/>
                  <a:pt x="942" y="329"/>
                  <a:pt x="985" y="325"/>
                </a:cubicBezTo>
                <a:cubicBezTo>
                  <a:pt x="1029" y="320"/>
                  <a:pt x="1070" y="315"/>
                  <a:pt x="1108" y="308"/>
                </a:cubicBezTo>
                <a:cubicBezTo>
                  <a:pt x="1147" y="302"/>
                  <a:pt x="1183" y="295"/>
                  <a:pt x="1216" y="287"/>
                </a:cubicBezTo>
                <a:cubicBezTo>
                  <a:pt x="1249" y="279"/>
                  <a:pt x="1279" y="271"/>
                  <a:pt x="1305" y="262"/>
                </a:cubicBezTo>
                <a:cubicBezTo>
                  <a:pt x="1331" y="252"/>
                  <a:pt x="1353" y="243"/>
                  <a:pt x="1371" y="233"/>
                </a:cubicBezTo>
                <a:cubicBezTo>
                  <a:pt x="1389" y="222"/>
                  <a:pt x="1402" y="212"/>
                  <a:pt x="1411" y="201"/>
                </a:cubicBezTo>
                <a:cubicBezTo>
                  <a:pt x="1420" y="190"/>
                  <a:pt x="1425" y="179"/>
                  <a:pt x="1425" y="168"/>
                </a:cubicBezTo>
                <a:cubicBezTo>
                  <a:pt x="1425" y="157"/>
                  <a:pt x="1420" y="146"/>
                  <a:pt x="1411" y="135"/>
                </a:cubicBezTo>
                <a:cubicBezTo>
                  <a:pt x="1402" y="124"/>
                  <a:pt x="1389" y="114"/>
                  <a:pt x="1371" y="104"/>
                </a:cubicBezTo>
                <a:cubicBezTo>
                  <a:pt x="1353" y="94"/>
                  <a:pt x="1331" y="84"/>
                  <a:pt x="1305" y="75"/>
                </a:cubicBezTo>
                <a:cubicBezTo>
                  <a:pt x="1279" y="65"/>
                  <a:pt x="1249" y="57"/>
                  <a:pt x="1216" y="49"/>
                </a:cubicBezTo>
                <a:cubicBezTo>
                  <a:pt x="1183" y="41"/>
                  <a:pt x="1147" y="34"/>
                  <a:pt x="1108" y="28"/>
                </a:cubicBezTo>
                <a:cubicBezTo>
                  <a:pt x="1070" y="22"/>
                  <a:pt x="1029" y="17"/>
                  <a:pt x="985" y="13"/>
                </a:cubicBezTo>
                <a:cubicBezTo>
                  <a:pt x="942" y="8"/>
                  <a:pt x="898" y="5"/>
                  <a:pt x="852" y="3"/>
                </a:cubicBezTo>
                <a:cubicBezTo>
                  <a:pt x="806" y="1"/>
                  <a:pt x="760" y="0"/>
                  <a:pt x="713" y="0"/>
                </a:cubicBezTo>
                <a:cubicBezTo>
                  <a:pt x="666" y="0"/>
                  <a:pt x="619" y="1"/>
                  <a:pt x="573" y="3"/>
                </a:cubicBezTo>
                <a:cubicBezTo>
                  <a:pt x="527" y="5"/>
                  <a:pt x="483" y="8"/>
                  <a:pt x="439" y="13"/>
                </a:cubicBezTo>
                <a:cubicBezTo>
                  <a:pt x="396" y="17"/>
                  <a:pt x="355" y="22"/>
                  <a:pt x="316" y="28"/>
                </a:cubicBezTo>
                <a:cubicBezTo>
                  <a:pt x="277" y="34"/>
                  <a:pt x="241" y="41"/>
                  <a:pt x="208" y="49"/>
                </a:cubicBezTo>
                <a:cubicBezTo>
                  <a:pt x="175" y="57"/>
                  <a:pt x="146" y="65"/>
                  <a:pt x="120" y="75"/>
                </a:cubicBezTo>
                <a:cubicBezTo>
                  <a:pt x="94" y="84"/>
                  <a:pt x="72" y="94"/>
                  <a:pt x="54" y="104"/>
                </a:cubicBezTo>
                <a:cubicBezTo>
                  <a:pt x="36" y="114"/>
                  <a:pt x="23" y="124"/>
                  <a:pt x="13" y="135"/>
                </a:cubicBezTo>
                <a:cubicBezTo>
                  <a:pt x="4" y="146"/>
                  <a:pt x="0" y="157"/>
                  <a:pt x="0" y="168"/>
                </a:cubicBezTo>
                <a:lnTo>
                  <a:pt x="0" y="979"/>
                </a:lnTo>
                <a:cubicBezTo>
                  <a:pt x="0" y="990"/>
                  <a:pt x="4" y="1001"/>
                  <a:pt x="13" y="1012"/>
                </a:cubicBezTo>
                <a:cubicBezTo>
                  <a:pt x="23" y="1023"/>
                  <a:pt x="36" y="1033"/>
                  <a:pt x="54" y="1044"/>
                </a:cubicBezTo>
                <a:cubicBezTo>
                  <a:pt x="72" y="1054"/>
                  <a:pt x="94" y="1063"/>
                  <a:pt x="120" y="1073"/>
                </a:cubicBezTo>
                <a:cubicBezTo>
                  <a:pt x="146" y="1082"/>
                  <a:pt x="175" y="1090"/>
                  <a:pt x="208" y="1098"/>
                </a:cubicBezTo>
                <a:cubicBezTo>
                  <a:pt x="241" y="1106"/>
                  <a:pt x="277" y="1113"/>
                  <a:pt x="316" y="1119"/>
                </a:cubicBezTo>
                <a:cubicBezTo>
                  <a:pt x="355" y="1125"/>
                  <a:pt x="396" y="1130"/>
                  <a:pt x="439" y="1135"/>
                </a:cubicBezTo>
                <a:cubicBezTo>
                  <a:pt x="483" y="1139"/>
                  <a:pt x="527" y="1142"/>
                  <a:pt x="573" y="1144"/>
                </a:cubicBezTo>
                <a:cubicBezTo>
                  <a:pt x="619" y="1146"/>
                  <a:pt x="666" y="1147"/>
                  <a:pt x="713" y="1147"/>
                </a:cubicBezTo>
                <a:cubicBezTo>
                  <a:pt x="760" y="1147"/>
                  <a:pt x="806" y="1146"/>
                  <a:pt x="852" y="1144"/>
                </a:cubicBezTo>
                <a:cubicBezTo>
                  <a:pt x="898" y="1142"/>
                  <a:pt x="942" y="1139"/>
                  <a:pt x="985" y="1135"/>
                </a:cubicBezTo>
                <a:cubicBezTo>
                  <a:pt x="1029" y="1130"/>
                  <a:pt x="1070" y="1125"/>
                  <a:pt x="1108" y="1119"/>
                </a:cubicBezTo>
                <a:cubicBezTo>
                  <a:pt x="1147" y="1113"/>
                  <a:pt x="1183" y="1106"/>
                  <a:pt x="1216" y="1098"/>
                </a:cubicBezTo>
                <a:cubicBezTo>
                  <a:pt x="1249" y="1090"/>
                  <a:pt x="1279" y="1082"/>
                  <a:pt x="1305" y="1073"/>
                </a:cubicBezTo>
                <a:cubicBezTo>
                  <a:pt x="1331" y="1063"/>
                  <a:pt x="1353" y="1054"/>
                  <a:pt x="1371" y="1044"/>
                </a:cubicBezTo>
                <a:cubicBezTo>
                  <a:pt x="1389" y="1033"/>
                  <a:pt x="1402" y="1023"/>
                  <a:pt x="1411" y="1012"/>
                </a:cubicBezTo>
                <a:cubicBezTo>
                  <a:pt x="1420" y="1001"/>
                  <a:pt x="1425" y="990"/>
                  <a:pt x="1425" y="979"/>
                </a:cubicBezTo>
                <a:lnTo>
                  <a:pt x="1425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6176880" y="2981520"/>
            <a:ext cx="513000" cy="412920"/>
          </a:xfrm>
          <a:custGeom>
            <a:avLst/>
            <a:gdLst/>
            <a:ahLst/>
            <a:rect l="0" t="0" r="r" b="b"/>
            <a:pathLst>
              <a:path fill="none" w="1425" h="1147">
                <a:moveTo>
                  <a:pt x="0" y="168"/>
                </a:moveTo>
                <a:cubicBezTo>
                  <a:pt x="0" y="179"/>
                  <a:pt x="4" y="190"/>
                  <a:pt x="13" y="201"/>
                </a:cubicBezTo>
                <a:cubicBezTo>
                  <a:pt x="23" y="212"/>
                  <a:pt x="36" y="222"/>
                  <a:pt x="54" y="233"/>
                </a:cubicBezTo>
                <a:cubicBezTo>
                  <a:pt x="72" y="243"/>
                  <a:pt x="94" y="252"/>
                  <a:pt x="120" y="262"/>
                </a:cubicBezTo>
                <a:cubicBezTo>
                  <a:pt x="146" y="271"/>
                  <a:pt x="175" y="279"/>
                  <a:pt x="208" y="287"/>
                </a:cubicBezTo>
                <a:cubicBezTo>
                  <a:pt x="241" y="295"/>
                  <a:pt x="277" y="302"/>
                  <a:pt x="316" y="308"/>
                </a:cubicBezTo>
                <a:cubicBezTo>
                  <a:pt x="355" y="315"/>
                  <a:pt x="396" y="320"/>
                  <a:pt x="439" y="325"/>
                </a:cubicBezTo>
                <a:cubicBezTo>
                  <a:pt x="483" y="329"/>
                  <a:pt x="527" y="332"/>
                  <a:pt x="573" y="334"/>
                </a:cubicBezTo>
                <a:cubicBezTo>
                  <a:pt x="619" y="336"/>
                  <a:pt x="666" y="337"/>
                  <a:pt x="713" y="337"/>
                </a:cubicBezTo>
                <a:cubicBezTo>
                  <a:pt x="760" y="337"/>
                  <a:pt x="806" y="336"/>
                  <a:pt x="852" y="334"/>
                </a:cubicBezTo>
                <a:cubicBezTo>
                  <a:pt x="898" y="332"/>
                  <a:pt x="942" y="329"/>
                  <a:pt x="985" y="325"/>
                </a:cubicBezTo>
                <a:cubicBezTo>
                  <a:pt x="1029" y="320"/>
                  <a:pt x="1070" y="315"/>
                  <a:pt x="1108" y="308"/>
                </a:cubicBezTo>
                <a:cubicBezTo>
                  <a:pt x="1147" y="302"/>
                  <a:pt x="1183" y="295"/>
                  <a:pt x="1216" y="287"/>
                </a:cubicBezTo>
                <a:cubicBezTo>
                  <a:pt x="1249" y="279"/>
                  <a:pt x="1279" y="271"/>
                  <a:pt x="1305" y="262"/>
                </a:cubicBezTo>
                <a:cubicBezTo>
                  <a:pt x="1331" y="252"/>
                  <a:pt x="1353" y="243"/>
                  <a:pt x="1371" y="233"/>
                </a:cubicBezTo>
                <a:cubicBezTo>
                  <a:pt x="1389" y="222"/>
                  <a:pt x="1402" y="212"/>
                  <a:pt x="1411" y="201"/>
                </a:cubicBezTo>
                <a:cubicBezTo>
                  <a:pt x="1420" y="190"/>
                  <a:pt x="1425" y="179"/>
                  <a:pt x="1425" y="168"/>
                </a:cubicBezTo>
                <a:cubicBezTo>
                  <a:pt x="1425" y="157"/>
                  <a:pt x="1420" y="146"/>
                  <a:pt x="1411" y="135"/>
                </a:cubicBezTo>
                <a:cubicBezTo>
                  <a:pt x="1402" y="124"/>
                  <a:pt x="1389" y="114"/>
                  <a:pt x="1371" y="104"/>
                </a:cubicBezTo>
                <a:cubicBezTo>
                  <a:pt x="1353" y="94"/>
                  <a:pt x="1331" y="84"/>
                  <a:pt x="1305" y="75"/>
                </a:cubicBezTo>
                <a:cubicBezTo>
                  <a:pt x="1279" y="65"/>
                  <a:pt x="1249" y="57"/>
                  <a:pt x="1216" y="49"/>
                </a:cubicBezTo>
                <a:cubicBezTo>
                  <a:pt x="1183" y="41"/>
                  <a:pt x="1147" y="34"/>
                  <a:pt x="1108" y="28"/>
                </a:cubicBezTo>
                <a:cubicBezTo>
                  <a:pt x="1070" y="22"/>
                  <a:pt x="1029" y="17"/>
                  <a:pt x="985" y="13"/>
                </a:cubicBezTo>
                <a:cubicBezTo>
                  <a:pt x="942" y="8"/>
                  <a:pt x="898" y="5"/>
                  <a:pt x="852" y="3"/>
                </a:cubicBezTo>
                <a:cubicBezTo>
                  <a:pt x="806" y="1"/>
                  <a:pt x="760" y="0"/>
                  <a:pt x="713" y="0"/>
                </a:cubicBezTo>
                <a:cubicBezTo>
                  <a:pt x="666" y="0"/>
                  <a:pt x="619" y="1"/>
                  <a:pt x="573" y="3"/>
                </a:cubicBezTo>
                <a:cubicBezTo>
                  <a:pt x="527" y="5"/>
                  <a:pt x="483" y="8"/>
                  <a:pt x="439" y="13"/>
                </a:cubicBezTo>
                <a:cubicBezTo>
                  <a:pt x="396" y="17"/>
                  <a:pt x="355" y="22"/>
                  <a:pt x="316" y="28"/>
                </a:cubicBezTo>
                <a:cubicBezTo>
                  <a:pt x="277" y="34"/>
                  <a:pt x="241" y="41"/>
                  <a:pt x="208" y="49"/>
                </a:cubicBezTo>
                <a:cubicBezTo>
                  <a:pt x="175" y="57"/>
                  <a:pt x="146" y="65"/>
                  <a:pt x="120" y="75"/>
                </a:cubicBezTo>
                <a:cubicBezTo>
                  <a:pt x="94" y="84"/>
                  <a:pt x="72" y="94"/>
                  <a:pt x="54" y="104"/>
                </a:cubicBezTo>
                <a:cubicBezTo>
                  <a:pt x="36" y="114"/>
                  <a:pt x="23" y="124"/>
                  <a:pt x="13" y="135"/>
                </a:cubicBezTo>
                <a:cubicBezTo>
                  <a:pt x="4" y="146"/>
                  <a:pt x="0" y="157"/>
                  <a:pt x="0" y="168"/>
                </a:cubicBezTo>
                <a:lnTo>
                  <a:pt x="0" y="979"/>
                </a:lnTo>
                <a:cubicBezTo>
                  <a:pt x="0" y="990"/>
                  <a:pt x="4" y="1001"/>
                  <a:pt x="13" y="1012"/>
                </a:cubicBezTo>
                <a:cubicBezTo>
                  <a:pt x="23" y="1023"/>
                  <a:pt x="36" y="1033"/>
                  <a:pt x="54" y="1044"/>
                </a:cubicBezTo>
                <a:cubicBezTo>
                  <a:pt x="72" y="1054"/>
                  <a:pt x="94" y="1063"/>
                  <a:pt x="120" y="1073"/>
                </a:cubicBezTo>
                <a:cubicBezTo>
                  <a:pt x="146" y="1082"/>
                  <a:pt x="175" y="1090"/>
                  <a:pt x="208" y="1098"/>
                </a:cubicBezTo>
                <a:cubicBezTo>
                  <a:pt x="241" y="1106"/>
                  <a:pt x="277" y="1113"/>
                  <a:pt x="316" y="1119"/>
                </a:cubicBezTo>
                <a:cubicBezTo>
                  <a:pt x="355" y="1125"/>
                  <a:pt x="396" y="1130"/>
                  <a:pt x="439" y="1135"/>
                </a:cubicBezTo>
                <a:cubicBezTo>
                  <a:pt x="483" y="1139"/>
                  <a:pt x="527" y="1142"/>
                  <a:pt x="573" y="1144"/>
                </a:cubicBezTo>
                <a:cubicBezTo>
                  <a:pt x="619" y="1146"/>
                  <a:pt x="666" y="1147"/>
                  <a:pt x="713" y="1147"/>
                </a:cubicBezTo>
                <a:cubicBezTo>
                  <a:pt x="760" y="1147"/>
                  <a:pt x="806" y="1146"/>
                  <a:pt x="852" y="1144"/>
                </a:cubicBezTo>
                <a:cubicBezTo>
                  <a:pt x="898" y="1142"/>
                  <a:pt x="942" y="1139"/>
                  <a:pt x="985" y="1135"/>
                </a:cubicBezTo>
                <a:cubicBezTo>
                  <a:pt x="1029" y="1130"/>
                  <a:pt x="1070" y="1125"/>
                  <a:pt x="1108" y="1119"/>
                </a:cubicBezTo>
                <a:cubicBezTo>
                  <a:pt x="1147" y="1113"/>
                  <a:pt x="1183" y="1106"/>
                  <a:pt x="1216" y="1098"/>
                </a:cubicBezTo>
                <a:cubicBezTo>
                  <a:pt x="1249" y="1090"/>
                  <a:pt x="1279" y="1082"/>
                  <a:pt x="1305" y="1073"/>
                </a:cubicBezTo>
                <a:cubicBezTo>
                  <a:pt x="1331" y="1063"/>
                  <a:pt x="1353" y="1054"/>
                  <a:pt x="1371" y="1044"/>
                </a:cubicBezTo>
                <a:cubicBezTo>
                  <a:pt x="1389" y="1033"/>
                  <a:pt x="1402" y="1023"/>
                  <a:pt x="1411" y="1012"/>
                </a:cubicBezTo>
                <a:cubicBezTo>
                  <a:pt x="1420" y="1001"/>
                  <a:pt x="1425" y="990"/>
                  <a:pt x="1425" y="979"/>
                </a:cubicBezTo>
                <a:lnTo>
                  <a:pt x="1425" y="16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3734640" y="3070440"/>
            <a:ext cx="630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 B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6132960" y="2158560"/>
            <a:ext cx="600840" cy="320400"/>
          </a:xfrm>
          <a:custGeom>
            <a:avLst/>
            <a:gdLst/>
            <a:ahLst/>
            <a:rect l="0" t="0" r="r" b="b"/>
            <a:pathLst>
              <a:path w="1669" h="890">
                <a:moveTo>
                  <a:pt x="0" y="0"/>
                </a:moveTo>
                <a:lnTo>
                  <a:pt x="1669" y="0"/>
                </a:lnTo>
                <a:lnTo>
                  <a:pt x="166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6132960" y="2158560"/>
            <a:ext cx="600840" cy="320400"/>
          </a:xfrm>
          <a:custGeom>
            <a:avLst/>
            <a:gdLst/>
            <a:ahLst/>
            <a:rect l="0" t="0" r="r" b="b"/>
            <a:pathLst>
              <a:path w="1669" h="890">
                <a:moveTo>
                  <a:pt x="0" y="0"/>
                </a:moveTo>
                <a:lnTo>
                  <a:pt x="1669" y="0"/>
                </a:lnTo>
                <a:lnTo>
                  <a:pt x="1669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221520" y="3188880"/>
            <a:ext cx="42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B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457080" y="3690360"/>
            <a:ext cx="1181520" cy="320400"/>
          </a:xfrm>
          <a:custGeom>
            <a:avLst/>
            <a:gdLst/>
            <a:ahLst/>
            <a:rect l="0" t="0" r="r" b="b"/>
            <a:pathLst>
              <a:path w="3282" h="890">
                <a:moveTo>
                  <a:pt x="0" y="0"/>
                </a:moveTo>
                <a:lnTo>
                  <a:pt x="3282" y="0"/>
                </a:lnTo>
                <a:lnTo>
                  <a:pt x="3282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457080" y="3690360"/>
            <a:ext cx="1181520" cy="320400"/>
          </a:xfrm>
          <a:custGeom>
            <a:avLst/>
            <a:gdLst/>
            <a:ahLst/>
            <a:rect l="0" t="0" r="r" b="b"/>
            <a:pathLst>
              <a:path w="3282" h="890">
                <a:moveTo>
                  <a:pt x="0" y="0"/>
                </a:moveTo>
                <a:lnTo>
                  <a:pt x="3282" y="0"/>
                </a:lnTo>
                <a:lnTo>
                  <a:pt x="3282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310800" y="2260440"/>
            <a:ext cx="244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f3b2e"/>
                </a:solidFill>
                <a:latin typeface="DejaVuSans"/>
                <a:ea typeface="DejaVuSans"/>
              </a:rPr>
              <a:t>API B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941800" y="3690360"/>
            <a:ext cx="983160" cy="320400"/>
          </a:xfrm>
          <a:custGeom>
            <a:avLst/>
            <a:gdLst/>
            <a:ahLst/>
            <a:rect l="0" t="0" r="r" b="b"/>
            <a:pathLst>
              <a:path w="2731" h="890">
                <a:moveTo>
                  <a:pt x="0" y="0"/>
                </a:moveTo>
                <a:lnTo>
                  <a:pt x="2731" y="0"/>
                </a:lnTo>
                <a:lnTo>
                  <a:pt x="2731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941800" y="3690360"/>
            <a:ext cx="983160" cy="320400"/>
          </a:xfrm>
          <a:custGeom>
            <a:avLst/>
            <a:gdLst/>
            <a:ahLst/>
            <a:rect l="0" t="0" r="r" b="b"/>
            <a:pathLst>
              <a:path w="2731" h="890">
                <a:moveTo>
                  <a:pt x="0" y="0"/>
                </a:moveTo>
                <a:lnTo>
                  <a:pt x="2731" y="0"/>
                </a:lnTo>
                <a:lnTo>
                  <a:pt x="2731" y="890"/>
                </a:lnTo>
                <a:lnTo>
                  <a:pt x="0" y="8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634920" y="3792240"/>
            <a:ext cx="822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 C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8272080" y="3702960"/>
            <a:ext cx="514080" cy="413280"/>
          </a:xfrm>
          <a:custGeom>
            <a:avLst/>
            <a:gdLst/>
            <a:ahLst/>
            <a:rect l="0" t="0" r="r" b="b"/>
            <a:pathLst>
              <a:path w="1428" h="1148">
                <a:moveTo>
                  <a:pt x="0" y="169"/>
                </a:moveTo>
                <a:cubicBezTo>
                  <a:pt x="0" y="180"/>
                  <a:pt x="4" y="191"/>
                  <a:pt x="13" y="202"/>
                </a:cubicBezTo>
                <a:cubicBezTo>
                  <a:pt x="23" y="212"/>
                  <a:pt x="36" y="223"/>
                  <a:pt x="54" y="233"/>
                </a:cubicBezTo>
                <a:cubicBezTo>
                  <a:pt x="72" y="243"/>
                  <a:pt x="94" y="253"/>
                  <a:pt x="120" y="262"/>
                </a:cubicBezTo>
                <a:cubicBezTo>
                  <a:pt x="146" y="272"/>
                  <a:pt x="176" y="280"/>
                  <a:pt x="209" y="288"/>
                </a:cubicBezTo>
                <a:cubicBezTo>
                  <a:pt x="242" y="296"/>
                  <a:pt x="278" y="303"/>
                  <a:pt x="317" y="309"/>
                </a:cubicBezTo>
                <a:cubicBezTo>
                  <a:pt x="356" y="315"/>
                  <a:pt x="397" y="320"/>
                  <a:pt x="440" y="324"/>
                </a:cubicBezTo>
                <a:cubicBezTo>
                  <a:pt x="484" y="329"/>
                  <a:pt x="528" y="332"/>
                  <a:pt x="575" y="334"/>
                </a:cubicBezTo>
                <a:cubicBezTo>
                  <a:pt x="621" y="336"/>
                  <a:pt x="667" y="337"/>
                  <a:pt x="714" y="337"/>
                </a:cubicBezTo>
                <a:cubicBezTo>
                  <a:pt x="761" y="337"/>
                  <a:pt x="808" y="336"/>
                  <a:pt x="854" y="334"/>
                </a:cubicBezTo>
                <a:cubicBezTo>
                  <a:pt x="900" y="332"/>
                  <a:pt x="944" y="329"/>
                  <a:pt x="987" y="324"/>
                </a:cubicBezTo>
                <a:cubicBezTo>
                  <a:pt x="1031" y="320"/>
                  <a:pt x="1072" y="315"/>
                  <a:pt x="1111" y="309"/>
                </a:cubicBezTo>
                <a:cubicBezTo>
                  <a:pt x="1150" y="303"/>
                  <a:pt x="1186" y="296"/>
                  <a:pt x="1219" y="288"/>
                </a:cubicBezTo>
                <a:cubicBezTo>
                  <a:pt x="1252" y="280"/>
                  <a:pt x="1282" y="272"/>
                  <a:pt x="1308" y="262"/>
                </a:cubicBezTo>
                <a:cubicBezTo>
                  <a:pt x="1334" y="253"/>
                  <a:pt x="1356" y="243"/>
                  <a:pt x="1374" y="233"/>
                </a:cubicBezTo>
                <a:cubicBezTo>
                  <a:pt x="1392" y="223"/>
                  <a:pt x="1405" y="212"/>
                  <a:pt x="1414" y="202"/>
                </a:cubicBezTo>
                <a:cubicBezTo>
                  <a:pt x="1423" y="191"/>
                  <a:pt x="1428" y="180"/>
                  <a:pt x="1428" y="169"/>
                </a:cubicBezTo>
                <a:cubicBezTo>
                  <a:pt x="1428" y="158"/>
                  <a:pt x="1423" y="147"/>
                  <a:pt x="1414" y="136"/>
                </a:cubicBezTo>
                <a:cubicBezTo>
                  <a:pt x="1405" y="125"/>
                  <a:pt x="1392" y="115"/>
                  <a:pt x="1374" y="104"/>
                </a:cubicBezTo>
                <a:cubicBezTo>
                  <a:pt x="1356" y="94"/>
                  <a:pt x="1334" y="84"/>
                  <a:pt x="1308" y="75"/>
                </a:cubicBezTo>
                <a:cubicBezTo>
                  <a:pt x="1282" y="66"/>
                  <a:pt x="1252" y="57"/>
                  <a:pt x="1219" y="50"/>
                </a:cubicBezTo>
                <a:cubicBezTo>
                  <a:pt x="1186" y="42"/>
                  <a:pt x="1150" y="35"/>
                  <a:pt x="1111" y="29"/>
                </a:cubicBezTo>
                <a:cubicBezTo>
                  <a:pt x="1072" y="23"/>
                  <a:pt x="1031" y="17"/>
                  <a:pt x="987" y="13"/>
                </a:cubicBezTo>
                <a:cubicBezTo>
                  <a:pt x="944" y="9"/>
                  <a:pt x="900" y="6"/>
                  <a:pt x="854" y="3"/>
                </a:cubicBezTo>
                <a:cubicBezTo>
                  <a:pt x="808" y="1"/>
                  <a:pt x="761" y="0"/>
                  <a:pt x="714" y="0"/>
                </a:cubicBezTo>
                <a:cubicBezTo>
                  <a:pt x="667" y="0"/>
                  <a:pt x="621" y="1"/>
                  <a:pt x="575" y="3"/>
                </a:cubicBezTo>
                <a:cubicBezTo>
                  <a:pt x="528" y="6"/>
                  <a:pt x="484" y="9"/>
                  <a:pt x="440" y="13"/>
                </a:cubicBezTo>
                <a:cubicBezTo>
                  <a:pt x="397" y="17"/>
                  <a:pt x="356" y="23"/>
                  <a:pt x="317" y="29"/>
                </a:cubicBezTo>
                <a:cubicBezTo>
                  <a:pt x="278" y="35"/>
                  <a:pt x="242" y="42"/>
                  <a:pt x="209" y="50"/>
                </a:cubicBezTo>
                <a:cubicBezTo>
                  <a:pt x="176" y="57"/>
                  <a:pt x="146" y="66"/>
                  <a:pt x="120" y="75"/>
                </a:cubicBezTo>
                <a:cubicBezTo>
                  <a:pt x="94" y="84"/>
                  <a:pt x="72" y="94"/>
                  <a:pt x="54" y="104"/>
                </a:cubicBezTo>
                <a:cubicBezTo>
                  <a:pt x="36" y="115"/>
                  <a:pt x="23" y="125"/>
                  <a:pt x="13" y="136"/>
                </a:cubicBezTo>
                <a:cubicBezTo>
                  <a:pt x="4" y="147"/>
                  <a:pt x="0" y="158"/>
                  <a:pt x="0" y="169"/>
                </a:cubicBezTo>
                <a:lnTo>
                  <a:pt x="0" y="980"/>
                </a:lnTo>
                <a:cubicBezTo>
                  <a:pt x="0" y="991"/>
                  <a:pt x="4" y="1002"/>
                  <a:pt x="13" y="1013"/>
                </a:cubicBezTo>
                <a:cubicBezTo>
                  <a:pt x="23" y="1024"/>
                  <a:pt x="36" y="1034"/>
                  <a:pt x="54" y="1044"/>
                </a:cubicBezTo>
                <a:cubicBezTo>
                  <a:pt x="72" y="1055"/>
                  <a:pt x="94" y="1064"/>
                  <a:pt x="120" y="1074"/>
                </a:cubicBezTo>
                <a:cubicBezTo>
                  <a:pt x="146" y="1083"/>
                  <a:pt x="176" y="1091"/>
                  <a:pt x="209" y="1099"/>
                </a:cubicBezTo>
                <a:cubicBezTo>
                  <a:pt x="242" y="1107"/>
                  <a:pt x="278" y="1114"/>
                  <a:pt x="317" y="1120"/>
                </a:cubicBezTo>
                <a:cubicBezTo>
                  <a:pt x="356" y="1126"/>
                  <a:pt x="397" y="1131"/>
                  <a:pt x="440" y="1136"/>
                </a:cubicBezTo>
                <a:cubicBezTo>
                  <a:pt x="484" y="1140"/>
                  <a:pt x="528" y="1143"/>
                  <a:pt x="575" y="1145"/>
                </a:cubicBezTo>
                <a:cubicBezTo>
                  <a:pt x="621" y="1147"/>
                  <a:pt x="667" y="1148"/>
                  <a:pt x="714" y="1148"/>
                </a:cubicBezTo>
                <a:cubicBezTo>
                  <a:pt x="761" y="1148"/>
                  <a:pt x="808" y="1147"/>
                  <a:pt x="854" y="1145"/>
                </a:cubicBezTo>
                <a:cubicBezTo>
                  <a:pt x="900" y="1143"/>
                  <a:pt x="944" y="1140"/>
                  <a:pt x="987" y="1136"/>
                </a:cubicBezTo>
                <a:cubicBezTo>
                  <a:pt x="1031" y="1131"/>
                  <a:pt x="1072" y="1126"/>
                  <a:pt x="1111" y="1120"/>
                </a:cubicBezTo>
                <a:cubicBezTo>
                  <a:pt x="1150" y="1114"/>
                  <a:pt x="1186" y="1107"/>
                  <a:pt x="1219" y="1099"/>
                </a:cubicBezTo>
                <a:cubicBezTo>
                  <a:pt x="1252" y="1091"/>
                  <a:pt x="1282" y="1083"/>
                  <a:pt x="1308" y="1074"/>
                </a:cubicBezTo>
                <a:cubicBezTo>
                  <a:pt x="1334" y="1064"/>
                  <a:pt x="1356" y="1055"/>
                  <a:pt x="1374" y="1044"/>
                </a:cubicBezTo>
                <a:cubicBezTo>
                  <a:pt x="1392" y="1034"/>
                  <a:pt x="1405" y="1024"/>
                  <a:pt x="1414" y="1013"/>
                </a:cubicBezTo>
                <a:cubicBezTo>
                  <a:pt x="1423" y="1002"/>
                  <a:pt x="1428" y="991"/>
                  <a:pt x="1428" y="980"/>
                </a:cubicBezTo>
                <a:lnTo>
                  <a:pt x="1428" y="169"/>
                </a:lnTo>
                <a:lnTo>
                  <a:pt x="0" y="169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272080" y="3702960"/>
            <a:ext cx="514080" cy="413280"/>
          </a:xfrm>
          <a:custGeom>
            <a:avLst/>
            <a:gdLst/>
            <a:ahLst/>
            <a:rect l="0" t="0" r="r" b="b"/>
            <a:pathLst>
              <a:path fill="none" w="1428" h="1148">
                <a:moveTo>
                  <a:pt x="0" y="169"/>
                </a:moveTo>
                <a:cubicBezTo>
                  <a:pt x="0" y="180"/>
                  <a:pt x="4" y="191"/>
                  <a:pt x="13" y="202"/>
                </a:cubicBezTo>
                <a:cubicBezTo>
                  <a:pt x="23" y="212"/>
                  <a:pt x="36" y="223"/>
                  <a:pt x="54" y="233"/>
                </a:cubicBezTo>
                <a:cubicBezTo>
                  <a:pt x="72" y="243"/>
                  <a:pt x="94" y="253"/>
                  <a:pt x="120" y="262"/>
                </a:cubicBezTo>
                <a:cubicBezTo>
                  <a:pt x="146" y="272"/>
                  <a:pt x="176" y="280"/>
                  <a:pt x="209" y="288"/>
                </a:cubicBezTo>
                <a:cubicBezTo>
                  <a:pt x="242" y="296"/>
                  <a:pt x="278" y="303"/>
                  <a:pt x="317" y="309"/>
                </a:cubicBezTo>
                <a:cubicBezTo>
                  <a:pt x="356" y="315"/>
                  <a:pt x="397" y="320"/>
                  <a:pt x="440" y="324"/>
                </a:cubicBezTo>
                <a:cubicBezTo>
                  <a:pt x="484" y="329"/>
                  <a:pt x="528" y="332"/>
                  <a:pt x="575" y="334"/>
                </a:cubicBezTo>
                <a:cubicBezTo>
                  <a:pt x="621" y="336"/>
                  <a:pt x="667" y="337"/>
                  <a:pt x="714" y="337"/>
                </a:cubicBezTo>
                <a:cubicBezTo>
                  <a:pt x="761" y="337"/>
                  <a:pt x="808" y="336"/>
                  <a:pt x="854" y="334"/>
                </a:cubicBezTo>
                <a:cubicBezTo>
                  <a:pt x="900" y="332"/>
                  <a:pt x="944" y="329"/>
                  <a:pt x="987" y="324"/>
                </a:cubicBezTo>
                <a:cubicBezTo>
                  <a:pt x="1031" y="320"/>
                  <a:pt x="1072" y="315"/>
                  <a:pt x="1111" y="309"/>
                </a:cubicBezTo>
                <a:cubicBezTo>
                  <a:pt x="1150" y="303"/>
                  <a:pt x="1186" y="296"/>
                  <a:pt x="1219" y="288"/>
                </a:cubicBezTo>
                <a:cubicBezTo>
                  <a:pt x="1252" y="280"/>
                  <a:pt x="1282" y="272"/>
                  <a:pt x="1308" y="262"/>
                </a:cubicBezTo>
                <a:cubicBezTo>
                  <a:pt x="1334" y="253"/>
                  <a:pt x="1356" y="243"/>
                  <a:pt x="1374" y="233"/>
                </a:cubicBezTo>
                <a:cubicBezTo>
                  <a:pt x="1392" y="223"/>
                  <a:pt x="1405" y="212"/>
                  <a:pt x="1414" y="202"/>
                </a:cubicBezTo>
                <a:cubicBezTo>
                  <a:pt x="1423" y="191"/>
                  <a:pt x="1428" y="180"/>
                  <a:pt x="1428" y="169"/>
                </a:cubicBezTo>
                <a:cubicBezTo>
                  <a:pt x="1428" y="158"/>
                  <a:pt x="1423" y="147"/>
                  <a:pt x="1414" y="136"/>
                </a:cubicBezTo>
                <a:cubicBezTo>
                  <a:pt x="1405" y="125"/>
                  <a:pt x="1392" y="115"/>
                  <a:pt x="1374" y="104"/>
                </a:cubicBezTo>
                <a:cubicBezTo>
                  <a:pt x="1356" y="94"/>
                  <a:pt x="1334" y="84"/>
                  <a:pt x="1308" y="75"/>
                </a:cubicBezTo>
                <a:cubicBezTo>
                  <a:pt x="1282" y="66"/>
                  <a:pt x="1252" y="57"/>
                  <a:pt x="1219" y="50"/>
                </a:cubicBezTo>
                <a:cubicBezTo>
                  <a:pt x="1186" y="42"/>
                  <a:pt x="1150" y="35"/>
                  <a:pt x="1111" y="29"/>
                </a:cubicBezTo>
                <a:cubicBezTo>
                  <a:pt x="1072" y="23"/>
                  <a:pt x="1031" y="17"/>
                  <a:pt x="987" y="13"/>
                </a:cubicBezTo>
                <a:cubicBezTo>
                  <a:pt x="944" y="9"/>
                  <a:pt x="900" y="6"/>
                  <a:pt x="854" y="3"/>
                </a:cubicBezTo>
                <a:cubicBezTo>
                  <a:pt x="808" y="1"/>
                  <a:pt x="761" y="0"/>
                  <a:pt x="714" y="0"/>
                </a:cubicBezTo>
                <a:cubicBezTo>
                  <a:pt x="667" y="0"/>
                  <a:pt x="621" y="1"/>
                  <a:pt x="575" y="3"/>
                </a:cubicBezTo>
                <a:cubicBezTo>
                  <a:pt x="528" y="6"/>
                  <a:pt x="484" y="9"/>
                  <a:pt x="440" y="13"/>
                </a:cubicBezTo>
                <a:cubicBezTo>
                  <a:pt x="397" y="17"/>
                  <a:pt x="356" y="23"/>
                  <a:pt x="317" y="29"/>
                </a:cubicBezTo>
                <a:cubicBezTo>
                  <a:pt x="278" y="35"/>
                  <a:pt x="242" y="42"/>
                  <a:pt x="209" y="50"/>
                </a:cubicBezTo>
                <a:cubicBezTo>
                  <a:pt x="176" y="57"/>
                  <a:pt x="146" y="66"/>
                  <a:pt x="120" y="75"/>
                </a:cubicBezTo>
                <a:cubicBezTo>
                  <a:pt x="94" y="84"/>
                  <a:pt x="72" y="94"/>
                  <a:pt x="54" y="104"/>
                </a:cubicBezTo>
                <a:cubicBezTo>
                  <a:pt x="36" y="115"/>
                  <a:pt x="23" y="125"/>
                  <a:pt x="13" y="136"/>
                </a:cubicBezTo>
                <a:cubicBezTo>
                  <a:pt x="4" y="147"/>
                  <a:pt x="0" y="158"/>
                  <a:pt x="0" y="169"/>
                </a:cubicBezTo>
                <a:lnTo>
                  <a:pt x="0" y="980"/>
                </a:lnTo>
                <a:cubicBezTo>
                  <a:pt x="0" y="991"/>
                  <a:pt x="4" y="1002"/>
                  <a:pt x="13" y="1013"/>
                </a:cubicBezTo>
                <a:cubicBezTo>
                  <a:pt x="23" y="1024"/>
                  <a:pt x="36" y="1034"/>
                  <a:pt x="54" y="1044"/>
                </a:cubicBezTo>
                <a:cubicBezTo>
                  <a:pt x="72" y="1055"/>
                  <a:pt x="94" y="1064"/>
                  <a:pt x="120" y="1074"/>
                </a:cubicBezTo>
                <a:cubicBezTo>
                  <a:pt x="146" y="1083"/>
                  <a:pt x="176" y="1091"/>
                  <a:pt x="209" y="1099"/>
                </a:cubicBezTo>
                <a:cubicBezTo>
                  <a:pt x="242" y="1107"/>
                  <a:pt x="278" y="1114"/>
                  <a:pt x="317" y="1120"/>
                </a:cubicBezTo>
                <a:cubicBezTo>
                  <a:pt x="356" y="1126"/>
                  <a:pt x="397" y="1131"/>
                  <a:pt x="440" y="1136"/>
                </a:cubicBezTo>
                <a:cubicBezTo>
                  <a:pt x="484" y="1140"/>
                  <a:pt x="528" y="1143"/>
                  <a:pt x="575" y="1145"/>
                </a:cubicBezTo>
                <a:cubicBezTo>
                  <a:pt x="621" y="1147"/>
                  <a:pt x="667" y="1148"/>
                  <a:pt x="714" y="1148"/>
                </a:cubicBezTo>
                <a:cubicBezTo>
                  <a:pt x="761" y="1148"/>
                  <a:pt x="808" y="1147"/>
                  <a:pt x="854" y="1145"/>
                </a:cubicBezTo>
                <a:cubicBezTo>
                  <a:pt x="900" y="1143"/>
                  <a:pt x="944" y="1140"/>
                  <a:pt x="987" y="1136"/>
                </a:cubicBezTo>
                <a:cubicBezTo>
                  <a:pt x="1031" y="1131"/>
                  <a:pt x="1072" y="1126"/>
                  <a:pt x="1111" y="1120"/>
                </a:cubicBezTo>
                <a:cubicBezTo>
                  <a:pt x="1150" y="1114"/>
                  <a:pt x="1186" y="1107"/>
                  <a:pt x="1219" y="1099"/>
                </a:cubicBezTo>
                <a:cubicBezTo>
                  <a:pt x="1252" y="1091"/>
                  <a:pt x="1282" y="1083"/>
                  <a:pt x="1308" y="1074"/>
                </a:cubicBezTo>
                <a:cubicBezTo>
                  <a:pt x="1334" y="1064"/>
                  <a:pt x="1356" y="1055"/>
                  <a:pt x="1374" y="1044"/>
                </a:cubicBezTo>
                <a:cubicBezTo>
                  <a:pt x="1392" y="1034"/>
                  <a:pt x="1405" y="1024"/>
                  <a:pt x="1414" y="1013"/>
                </a:cubicBezTo>
                <a:cubicBezTo>
                  <a:pt x="1423" y="1002"/>
                  <a:pt x="1428" y="991"/>
                  <a:pt x="1428" y="980"/>
                </a:cubicBezTo>
                <a:lnTo>
                  <a:pt x="1428" y="169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6119640" y="3792240"/>
            <a:ext cx="630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 C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8228160" y="2082240"/>
            <a:ext cx="601920" cy="320040"/>
          </a:xfrm>
          <a:custGeom>
            <a:avLst/>
            <a:gdLst/>
            <a:ahLst/>
            <a:rect l="0" t="0" r="r" b="b"/>
            <a:pathLst>
              <a:path w="1672" h="889">
                <a:moveTo>
                  <a:pt x="0" y="0"/>
                </a:moveTo>
                <a:lnTo>
                  <a:pt x="1672" y="0"/>
                </a:lnTo>
                <a:lnTo>
                  <a:pt x="1672" y="889"/>
                </a:lnTo>
                <a:lnTo>
                  <a:pt x="0" y="8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228160" y="2082240"/>
            <a:ext cx="601920" cy="320040"/>
          </a:xfrm>
          <a:custGeom>
            <a:avLst/>
            <a:gdLst/>
            <a:ahLst/>
            <a:rect l="0" t="0" r="r" b="b"/>
            <a:pathLst>
              <a:path w="1672" h="889">
                <a:moveTo>
                  <a:pt x="0" y="0"/>
                </a:moveTo>
                <a:lnTo>
                  <a:pt x="1672" y="0"/>
                </a:lnTo>
                <a:lnTo>
                  <a:pt x="1672" y="889"/>
                </a:lnTo>
                <a:lnTo>
                  <a:pt x="0" y="88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316720" y="3910680"/>
            <a:ext cx="42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C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8406000" y="2183760"/>
            <a:ext cx="244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f3b2e"/>
                </a:solidFill>
                <a:latin typeface="DejaVuSans"/>
                <a:ea typeface="DejaVuSans"/>
              </a:rPr>
              <a:t>API C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5" name=""/>
          <p:cNvSpPr/>
          <p:nvPr/>
        </p:nvSpPr>
        <p:spPr>
          <a:xfrm>
            <a:off x="857160" y="2814840"/>
            <a:ext cx="684720" cy="41760"/>
          </a:xfrm>
          <a:custGeom>
            <a:avLst/>
            <a:gdLst/>
            <a:ahLst/>
            <a:rect l="0" t="0" r="r" b="b"/>
            <a:pathLst>
              <a:path fill="none" w="1902" h="116">
                <a:moveTo>
                  <a:pt x="0" y="116"/>
                </a:moveTo>
                <a:lnTo>
                  <a:pt x="163" y="89"/>
                </a:lnTo>
                <a:cubicBezTo>
                  <a:pt x="326" y="63"/>
                  <a:pt x="652" y="9"/>
                  <a:pt x="968" y="1"/>
                </a:cubicBezTo>
                <a:cubicBezTo>
                  <a:pt x="1285" y="-6"/>
                  <a:pt x="1593" y="31"/>
                  <a:pt x="1747" y="51"/>
                </a:cubicBezTo>
                <a:lnTo>
                  <a:pt x="1902" y="7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1523880" y="282168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6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1521720" y="281916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8"/>
                </a:moveTo>
                <a:lnTo>
                  <a:pt x="33" y="13"/>
                </a:lnTo>
                <a:lnTo>
                  <a:pt x="28" y="21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1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2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2"/>
                </a:moveTo>
                <a:lnTo>
                  <a:pt x="85" y="47"/>
                </a:lnTo>
                <a:lnTo>
                  <a:pt x="80" y="55"/>
                </a:lnTo>
                <a:lnTo>
                  <a:pt x="72" y="50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5"/>
                </a:lnTo>
                <a:lnTo>
                  <a:pt x="85" y="47"/>
                </a:lnTo>
                <a:moveTo>
                  <a:pt x="92" y="52"/>
                </a:moveTo>
                <a:lnTo>
                  <a:pt x="99" y="57"/>
                </a:lnTo>
                <a:lnTo>
                  <a:pt x="94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7"/>
                </a:lnTo>
                <a:lnTo>
                  <a:pt x="98" y="62"/>
                </a:lnTo>
                <a:lnTo>
                  <a:pt x="96" y="65"/>
                </a:lnTo>
                <a:lnTo>
                  <a:pt x="94" y="64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7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0"/>
                </a:lnTo>
                <a:lnTo>
                  <a:pt x="40" y="77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3"/>
                </a:lnTo>
                <a:lnTo>
                  <a:pt x="32" y="80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6"/>
                </a:lnTo>
                <a:lnTo>
                  <a:pt x="24" y="83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89"/>
                </a:lnTo>
                <a:lnTo>
                  <a:pt x="15" y="86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8"/>
                </a:lnTo>
                <a:lnTo>
                  <a:pt x="11" y="89"/>
                </a:lnTo>
                <a:lnTo>
                  <a:pt x="10" y="95"/>
                </a:lnTo>
                <a:lnTo>
                  <a:pt x="6" y="94"/>
                </a:lnTo>
                <a:lnTo>
                  <a:pt x="4" y="90"/>
                </a:lnTo>
                <a:lnTo>
                  <a:pt x="7" y="89"/>
                </a:lnTo>
                <a:lnTo>
                  <a:pt x="10" y="99"/>
                </a:lnTo>
                <a:moveTo>
                  <a:pt x="2" y="88"/>
                </a:moveTo>
                <a:lnTo>
                  <a:pt x="3" y="80"/>
                </a:lnTo>
                <a:lnTo>
                  <a:pt x="12" y="81"/>
                </a:lnTo>
                <a:lnTo>
                  <a:pt x="11" y="89"/>
                </a:lnTo>
                <a:lnTo>
                  <a:pt x="2" y="88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3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3"/>
                </a:lnTo>
                <a:lnTo>
                  <a:pt x="15" y="55"/>
                </a:lnTo>
                <a:lnTo>
                  <a:pt x="14" y="63"/>
                </a:lnTo>
                <a:lnTo>
                  <a:pt x="5" y="62"/>
                </a:lnTo>
                <a:moveTo>
                  <a:pt x="6" y="53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3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7"/>
                </a:lnTo>
                <a:lnTo>
                  <a:pt x="18" y="28"/>
                </a:lnTo>
                <a:lnTo>
                  <a:pt x="17" y="37"/>
                </a:lnTo>
                <a:lnTo>
                  <a:pt x="8" y="36"/>
                </a:lnTo>
                <a:moveTo>
                  <a:pt x="9" y="27"/>
                </a:moveTo>
                <a:lnTo>
                  <a:pt x="10" y="19"/>
                </a:lnTo>
                <a:lnTo>
                  <a:pt x="19" y="20"/>
                </a:lnTo>
                <a:lnTo>
                  <a:pt x="18" y="28"/>
                </a:lnTo>
                <a:lnTo>
                  <a:pt x="9" y="27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8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282040" y="280908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744640" y="28076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2742840" y="280476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5" y="9"/>
                </a:moveTo>
                <a:lnTo>
                  <a:pt x="33" y="14"/>
                </a:lnTo>
                <a:lnTo>
                  <a:pt x="27" y="21"/>
                </a:lnTo>
                <a:lnTo>
                  <a:pt x="20" y="16"/>
                </a:lnTo>
                <a:lnTo>
                  <a:pt x="25" y="9"/>
                </a:lnTo>
                <a:moveTo>
                  <a:pt x="33" y="14"/>
                </a:moveTo>
                <a:lnTo>
                  <a:pt x="40" y="19"/>
                </a:lnTo>
                <a:lnTo>
                  <a:pt x="36" y="26"/>
                </a:lnTo>
                <a:lnTo>
                  <a:pt x="27" y="21"/>
                </a:lnTo>
                <a:lnTo>
                  <a:pt x="33" y="14"/>
                </a:lnTo>
                <a:moveTo>
                  <a:pt x="40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0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9"/>
                </a:lnTo>
                <a:lnTo>
                  <a:pt x="65" y="46"/>
                </a:lnTo>
                <a:lnTo>
                  <a:pt x="58" y="41"/>
                </a:lnTo>
                <a:lnTo>
                  <a:pt x="63" y="33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5" y="46"/>
                </a:lnTo>
                <a:lnTo>
                  <a:pt x="70" y="39"/>
                </a:lnTo>
                <a:moveTo>
                  <a:pt x="77" y="44"/>
                </a:moveTo>
                <a:lnTo>
                  <a:pt x="85" y="48"/>
                </a:lnTo>
                <a:lnTo>
                  <a:pt x="80" y="56"/>
                </a:lnTo>
                <a:lnTo>
                  <a:pt x="73" y="51"/>
                </a:lnTo>
                <a:lnTo>
                  <a:pt x="77" y="44"/>
                </a:lnTo>
                <a:moveTo>
                  <a:pt x="85" y="48"/>
                </a:moveTo>
                <a:lnTo>
                  <a:pt x="92" y="53"/>
                </a:lnTo>
                <a:lnTo>
                  <a:pt x="87" y="61"/>
                </a:lnTo>
                <a:lnTo>
                  <a:pt x="80" y="56"/>
                </a:lnTo>
                <a:lnTo>
                  <a:pt x="85" y="48"/>
                </a:lnTo>
                <a:moveTo>
                  <a:pt x="92" y="53"/>
                </a:moveTo>
                <a:lnTo>
                  <a:pt x="99" y="58"/>
                </a:lnTo>
                <a:lnTo>
                  <a:pt x="95" y="65"/>
                </a:lnTo>
                <a:lnTo>
                  <a:pt x="87" y="61"/>
                </a:lnTo>
                <a:lnTo>
                  <a:pt x="92" y="53"/>
                </a:lnTo>
                <a:moveTo>
                  <a:pt x="99" y="58"/>
                </a:moveTo>
                <a:lnTo>
                  <a:pt x="108" y="64"/>
                </a:lnTo>
                <a:lnTo>
                  <a:pt x="93" y="69"/>
                </a:lnTo>
                <a:lnTo>
                  <a:pt x="90" y="61"/>
                </a:lnTo>
                <a:lnTo>
                  <a:pt x="97" y="58"/>
                </a:lnTo>
                <a:lnTo>
                  <a:pt x="98" y="63"/>
                </a:lnTo>
                <a:lnTo>
                  <a:pt x="96" y="66"/>
                </a:lnTo>
                <a:lnTo>
                  <a:pt x="95" y="65"/>
                </a:lnTo>
                <a:lnTo>
                  <a:pt x="99" y="58"/>
                </a:lnTo>
                <a:moveTo>
                  <a:pt x="93" y="69"/>
                </a:moveTo>
                <a:lnTo>
                  <a:pt x="85" y="72"/>
                </a:lnTo>
                <a:lnTo>
                  <a:pt x="82" y="64"/>
                </a:lnTo>
                <a:lnTo>
                  <a:pt x="90" y="61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7"/>
                </a:lnTo>
                <a:lnTo>
                  <a:pt x="82" y="64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70"/>
                </a:lnTo>
                <a:lnTo>
                  <a:pt x="74" y="67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70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9"/>
                </a:lnTo>
                <a:lnTo>
                  <a:pt x="49" y="76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2"/>
                </a:lnTo>
                <a:lnTo>
                  <a:pt x="41" y="79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5"/>
                </a:lnTo>
                <a:lnTo>
                  <a:pt x="31" y="82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8"/>
                </a:lnTo>
                <a:lnTo>
                  <a:pt x="23" y="85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1"/>
                </a:lnTo>
                <a:lnTo>
                  <a:pt x="15" y="88"/>
                </a:lnTo>
                <a:lnTo>
                  <a:pt x="18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4"/>
                </a:lnTo>
                <a:lnTo>
                  <a:pt x="13" y="65"/>
                </a:lnTo>
                <a:lnTo>
                  <a:pt x="12" y="74"/>
                </a:lnTo>
                <a:lnTo>
                  <a:pt x="3" y="73"/>
                </a:lnTo>
                <a:moveTo>
                  <a:pt x="4" y="64"/>
                </a:moveTo>
                <a:lnTo>
                  <a:pt x="5" y="55"/>
                </a:lnTo>
                <a:lnTo>
                  <a:pt x="14" y="56"/>
                </a:lnTo>
                <a:lnTo>
                  <a:pt x="13" y="65"/>
                </a:lnTo>
                <a:lnTo>
                  <a:pt x="4" y="64"/>
                </a:lnTo>
                <a:moveTo>
                  <a:pt x="5" y="55"/>
                </a:moveTo>
                <a:lnTo>
                  <a:pt x="6" y="47"/>
                </a:lnTo>
                <a:lnTo>
                  <a:pt x="15" y="48"/>
                </a:lnTo>
                <a:lnTo>
                  <a:pt x="14" y="56"/>
                </a:lnTo>
                <a:lnTo>
                  <a:pt x="5" y="55"/>
                </a:lnTo>
                <a:moveTo>
                  <a:pt x="6" y="47"/>
                </a:moveTo>
                <a:lnTo>
                  <a:pt x="7" y="38"/>
                </a:lnTo>
                <a:lnTo>
                  <a:pt x="16" y="39"/>
                </a:lnTo>
                <a:lnTo>
                  <a:pt x="15" y="48"/>
                </a:lnTo>
                <a:lnTo>
                  <a:pt x="6" y="47"/>
                </a:lnTo>
                <a:moveTo>
                  <a:pt x="7" y="38"/>
                </a:moveTo>
                <a:lnTo>
                  <a:pt x="8" y="28"/>
                </a:lnTo>
                <a:lnTo>
                  <a:pt x="17" y="29"/>
                </a:lnTo>
                <a:lnTo>
                  <a:pt x="16" y="39"/>
                </a:lnTo>
                <a:lnTo>
                  <a:pt x="7" y="38"/>
                </a:lnTo>
                <a:moveTo>
                  <a:pt x="8" y="28"/>
                </a:moveTo>
                <a:lnTo>
                  <a:pt x="9" y="19"/>
                </a:lnTo>
                <a:lnTo>
                  <a:pt x="18" y="20"/>
                </a:lnTo>
                <a:lnTo>
                  <a:pt x="17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19" y="12"/>
                </a:lnTo>
                <a:lnTo>
                  <a:pt x="18" y="20"/>
                </a:lnTo>
                <a:lnTo>
                  <a:pt x="9" y="19"/>
                </a:lnTo>
                <a:moveTo>
                  <a:pt x="10" y="11"/>
                </a:moveTo>
                <a:lnTo>
                  <a:pt x="11" y="0"/>
                </a:lnTo>
                <a:lnTo>
                  <a:pt x="25" y="9"/>
                </a:lnTo>
                <a:lnTo>
                  <a:pt x="20" y="16"/>
                </a:lnTo>
                <a:lnTo>
                  <a:pt x="13" y="12"/>
                </a:lnTo>
                <a:lnTo>
                  <a:pt x="15" y="8"/>
                </a:lnTo>
                <a:lnTo>
                  <a:pt x="19" y="8"/>
                </a:lnTo>
                <a:lnTo>
                  <a:pt x="19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806640" y="2813760"/>
            <a:ext cx="888120" cy="36360"/>
          </a:xfrm>
          <a:custGeom>
            <a:avLst/>
            <a:gdLst/>
            <a:ahLst/>
            <a:rect l="0" t="0" r="r" b="b"/>
            <a:pathLst>
              <a:path fill="none" w="2467" h="101">
                <a:moveTo>
                  <a:pt x="0" y="72"/>
                </a:moveTo>
                <a:lnTo>
                  <a:pt x="209" y="52"/>
                </a:lnTo>
                <a:cubicBezTo>
                  <a:pt x="418" y="33"/>
                  <a:pt x="838" y="-4"/>
                  <a:pt x="1248" y="0"/>
                </a:cubicBezTo>
                <a:cubicBezTo>
                  <a:pt x="1659" y="5"/>
                  <a:pt x="2063" y="52"/>
                  <a:pt x="2265" y="77"/>
                </a:cubicBezTo>
                <a:lnTo>
                  <a:pt x="2467" y="101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676760" y="283212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5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674960" y="28292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9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9"/>
                </a:lnTo>
                <a:lnTo>
                  <a:pt x="49" y="76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2"/>
                </a:lnTo>
                <a:lnTo>
                  <a:pt x="40" y="79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5"/>
                </a:lnTo>
                <a:lnTo>
                  <a:pt x="32" y="82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8"/>
                </a:lnTo>
                <a:lnTo>
                  <a:pt x="24" y="85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1"/>
                </a:lnTo>
                <a:lnTo>
                  <a:pt x="16" y="88"/>
                </a:lnTo>
                <a:lnTo>
                  <a:pt x="19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3"/>
                </a:lnTo>
                <a:lnTo>
                  <a:pt x="13" y="64"/>
                </a:lnTo>
                <a:lnTo>
                  <a:pt x="12" y="74"/>
                </a:lnTo>
                <a:lnTo>
                  <a:pt x="3" y="73"/>
                </a:lnTo>
                <a:moveTo>
                  <a:pt x="4" y="63"/>
                </a:moveTo>
                <a:lnTo>
                  <a:pt x="5" y="54"/>
                </a:lnTo>
                <a:lnTo>
                  <a:pt x="14" y="55"/>
                </a:lnTo>
                <a:lnTo>
                  <a:pt x="13" y="64"/>
                </a:lnTo>
                <a:lnTo>
                  <a:pt x="4" y="63"/>
                </a:lnTo>
                <a:moveTo>
                  <a:pt x="5" y="54"/>
                </a:moveTo>
                <a:lnTo>
                  <a:pt x="6" y="45"/>
                </a:lnTo>
                <a:lnTo>
                  <a:pt x="16" y="46"/>
                </a:lnTo>
                <a:lnTo>
                  <a:pt x="14" y="55"/>
                </a:lnTo>
                <a:lnTo>
                  <a:pt x="5" y="54"/>
                </a:lnTo>
                <a:moveTo>
                  <a:pt x="6" y="45"/>
                </a:moveTo>
                <a:lnTo>
                  <a:pt x="7" y="37"/>
                </a:lnTo>
                <a:lnTo>
                  <a:pt x="17" y="38"/>
                </a:lnTo>
                <a:lnTo>
                  <a:pt x="16" y="46"/>
                </a:lnTo>
                <a:lnTo>
                  <a:pt x="6" y="45"/>
                </a:lnTo>
                <a:moveTo>
                  <a:pt x="7" y="37"/>
                </a:moveTo>
                <a:lnTo>
                  <a:pt x="8" y="28"/>
                </a:lnTo>
                <a:lnTo>
                  <a:pt x="18" y="29"/>
                </a:lnTo>
                <a:lnTo>
                  <a:pt x="17" y="38"/>
                </a:lnTo>
                <a:lnTo>
                  <a:pt x="7" y="37"/>
                </a:lnTo>
                <a:moveTo>
                  <a:pt x="8" y="28"/>
                </a:moveTo>
                <a:lnTo>
                  <a:pt x="9" y="19"/>
                </a:lnTo>
                <a:lnTo>
                  <a:pt x="19" y="20"/>
                </a:lnTo>
                <a:lnTo>
                  <a:pt x="18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20" y="12"/>
                </a:lnTo>
                <a:lnTo>
                  <a:pt x="19" y="20"/>
                </a:lnTo>
                <a:lnTo>
                  <a:pt x="9" y="19"/>
                </a:lnTo>
                <a:moveTo>
                  <a:pt x="10" y="11"/>
                </a:moveTo>
                <a:lnTo>
                  <a:pt x="12" y="0"/>
                </a:lnTo>
                <a:lnTo>
                  <a:pt x="26" y="9"/>
                </a:lnTo>
                <a:lnTo>
                  <a:pt x="21" y="16"/>
                </a:lnTo>
                <a:lnTo>
                  <a:pt x="13" y="12"/>
                </a:lnTo>
                <a:lnTo>
                  <a:pt x="16" y="8"/>
                </a:lnTo>
                <a:lnTo>
                  <a:pt x="20" y="8"/>
                </a:lnTo>
                <a:lnTo>
                  <a:pt x="20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822480" y="291996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4"/>
                </a:lnTo>
                <a:cubicBezTo>
                  <a:pt x="2048" y="49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806640" y="29192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803040" y="291672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4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4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0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0"/>
                </a:moveTo>
                <a:lnTo>
                  <a:pt x="54" y="76"/>
                </a:lnTo>
                <a:lnTo>
                  <a:pt x="59" y="68"/>
                </a:lnTo>
                <a:lnTo>
                  <a:pt x="66" y="73"/>
                </a:lnTo>
                <a:lnTo>
                  <a:pt x="61" y="80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8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4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7"/>
                </a:lnTo>
                <a:lnTo>
                  <a:pt x="29" y="50"/>
                </a:lnTo>
                <a:lnTo>
                  <a:pt x="36" y="54"/>
                </a:lnTo>
                <a:lnTo>
                  <a:pt x="32" y="62"/>
                </a:lnTo>
                <a:moveTo>
                  <a:pt x="24" y="57"/>
                </a:moveTo>
                <a:lnTo>
                  <a:pt x="17" y="53"/>
                </a:lnTo>
                <a:lnTo>
                  <a:pt x="21" y="45"/>
                </a:lnTo>
                <a:lnTo>
                  <a:pt x="29" y="50"/>
                </a:lnTo>
                <a:lnTo>
                  <a:pt x="24" y="57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5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0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0"/>
                </a:moveTo>
                <a:lnTo>
                  <a:pt x="40" y="26"/>
                </a:lnTo>
                <a:lnTo>
                  <a:pt x="43" y="35"/>
                </a:lnTo>
                <a:lnTo>
                  <a:pt x="35" y="39"/>
                </a:lnTo>
                <a:lnTo>
                  <a:pt x="32" y="30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5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8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8"/>
                </a:lnTo>
                <a:lnTo>
                  <a:pt x="56" y="20"/>
                </a:lnTo>
                <a:moveTo>
                  <a:pt x="64" y="17"/>
                </a:moveTo>
                <a:lnTo>
                  <a:pt x="72" y="13"/>
                </a:lnTo>
                <a:lnTo>
                  <a:pt x="76" y="21"/>
                </a:lnTo>
                <a:lnTo>
                  <a:pt x="68" y="25"/>
                </a:lnTo>
                <a:lnTo>
                  <a:pt x="64" y="17"/>
                </a:lnTo>
                <a:moveTo>
                  <a:pt x="72" y="13"/>
                </a:moveTo>
                <a:lnTo>
                  <a:pt x="81" y="10"/>
                </a:lnTo>
                <a:lnTo>
                  <a:pt x="84" y="18"/>
                </a:lnTo>
                <a:lnTo>
                  <a:pt x="76" y="21"/>
                </a:lnTo>
                <a:lnTo>
                  <a:pt x="72" y="13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8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6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1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1"/>
                </a:moveTo>
                <a:lnTo>
                  <a:pt x="105" y="31"/>
                </a:lnTo>
                <a:lnTo>
                  <a:pt x="96" y="30"/>
                </a:lnTo>
                <a:lnTo>
                  <a:pt x="97" y="21"/>
                </a:lnTo>
                <a:lnTo>
                  <a:pt x="106" y="21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7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7"/>
                </a:moveTo>
                <a:lnTo>
                  <a:pt x="102" y="66"/>
                </a:lnTo>
                <a:lnTo>
                  <a:pt x="93" y="65"/>
                </a:lnTo>
                <a:lnTo>
                  <a:pt x="94" y="57"/>
                </a:lnTo>
                <a:lnTo>
                  <a:pt x="103" y="57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5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2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2"/>
                </a:moveTo>
                <a:lnTo>
                  <a:pt x="98" y="103"/>
                </a:lnTo>
                <a:lnTo>
                  <a:pt x="84" y="94"/>
                </a:lnTo>
                <a:lnTo>
                  <a:pt x="90" y="87"/>
                </a:lnTo>
                <a:lnTo>
                  <a:pt x="97" y="91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2297520" y="293976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6"/>
                  <a:pt x="653" y="64"/>
                </a:cubicBezTo>
                <a:cubicBezTo>
                  <a:pt x="430" y="62"/>
                  <a:pt x="215" y="30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2282040" y="292608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2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2278440" y="292392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0"/>
                </a:lnTo>
                <a:lnTo>
                  <a:pt x="11" y="42"/>
                </a:lnTo>
                <a:lnTo>
                  <a:pt x="10" y="38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7"/>
                </a:lnTo>
                <a:lnTo>
                  <a:pt x="18" y="40"/>
                </a:lnTo>
                <a:lnTo>
                  <a:pt x="15" y="32"/>
                </a:lnTo>
                <a:moveTo>
                  <a:pt x="23" y="29"/>
                </a:moveTo>
                <a:lnTo>
                  <a:pt x="32" y="26"/>
                </a:lnTo>
                <a:lnTo>
                  <a:pt x="35" y="35"/>
                </a:lnTo>
                <a:lnTo>
                  <a:pt x="26" y="37"/>
                </a:lnTo>
                <a:lnTo>
                  <a:pt x="23" y="29"/>
                </a:lnTo>
                <a:moveTo>
                  <a:pt x="32" y="26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6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6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6"/>
                </a:lnTo>
                <a:lnTo>
                  <a:pt x="57" y="18"/>
                </a:lnTo>
                <a:moveTo>
                  <a:pt x="65" y="15"/>
                </a:moveTo>
                <a:lnTo>
                  <a:pt x="73" y="12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2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2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2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3"/>
                </a:lnTo>
                <a:lnTo>
                  <a:pt x="99" y="12"/>
                </a:lnTo>
                <a:lnTo>
                  <a:pt x="100" y="6"/>
                </a:lnTo>
                <a:lnTo>
                  <a:pt x="104" y="6"/>
                </a:lnTo>
                <a:lnTo>
                  <a:pt x="105" y="11"/>
                </a:lnTo>
                <a:lnTo>
                  <a:pt x="102" y="12"/>
                </a:lnTo>
                <a:lnTo>
                  <a:pt x="100" y="3"/>
                </a:lnTo>
                <a:moveTo>
                  <a:pt x="107" y="13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3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8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8"/>
                </a:lnTo>
                <a:lnTo>
                  <a:pt x="93" y="47"/>
                </a:lnTo>
                <a:lnTo>
                  <a:pt x="94" y="38"/>
                </a:lnTo>
                <a:lnTo>
                  <a:pt x="104" y="40"/>
                </a:lnTo>
                <a:moveTo>
                  <a:pt x="103" y="48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8"/>
                </a:lnTo>
                <a:moveTo>
                  <a:pt x="101" y="57"/>
                </a:moveTo>
                <a:lnTo>
                  <a:pt x="100" y="66"/>
                </a:lnTo>
                <a:lnTo>
                  <a:pt x="90" y="64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4"/>
                </a:lnTo>
                <a:lnTo>
                  <a:pt x="89" y="73"/>
                </a:lnTo>
                <a:lnTo>
                  <a:pt x="90" y="64"/>
                </a:lnTo>
                <a:lnTo>
                  <a:pt x="100" y="66"/>
                </a:lnTo>
                <a:moveTo>
                  <a:pt x="99" y="74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4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873000" y="291816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4"/>
                </a:moveTo>
                <a:lnTo>
                  <a:pt x="1740" y="54"/>
                </a:lnTo>
                <a:cubicBezTo>
                  <a:pt x="1578" y="74"/>
                  <a:pt x="1256" y="114"/>
                  <a:pt x="939" y="107"/>
                </a:cubicBezTo>
                <a:cubicBezTo>
                  <a:pt x="622" y="102"/>
                  <a:pt x="310" y="51"/>
                  <a:pt x="155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857160" y="2904840"/>
            <a:ext cx="34200" cy="31680"/>
          </a:xfrm>
          <a:custGeom>
            <a:avLst/>
            <a:gdLst/>
            <a:ahLst/>
            <a:rect l="0" t="0" r="r" b="b"/>
            <a:pathLst>
              <a:path w="95" h="88">
                <a:moveTo>
                  <a:pt x="80" y="88"/>
                </a:moveTo>
                <a:lnTo>
                  <a:pt x="0" y="30"/>
                </a:lnTo>
                <a:lnTo>
                  <a:pt x="95" y="0"/>
                </a:lnTo>
                <a:lnTo>
                  <a:pt x="80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853920" y="290268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6"/>
                </a:lnTo>
                <a:lnTo>
                  <a:pt x="77" y="79"/>
                </a:lnTo>
                <a:lnTo>
                  <a:pt x="86" y="84"/>
                </a:lnTo>
                <a:lnTo>
                  <a:pt x="79" y="93"/>
                </a:lnTo>
                <a:moveTo>
                  <a:pt x="72" y="86"/>
                </a:moveTo>
                <a:lnTo>
                  <a:pt x="65" y="81"/>
                </a:lnTo>
                <a:lnTo>
                  <a:pt x="70" y="74"/>
                </a:lnTo>
                <a:lnTo>
                  <a:pt x="77" y="79"/>
                </a:lnTo>
                <a:lnTo>
                  <a:pt x="72" y="86"/>
                </a:lnTo>
                <a:moveTo>
                  <a:pt x="65" y="81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1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8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0"/>
                </a:lnTo>
                <a:lnTo>
                  <a:pt x="28" y="43"/>
                </a:lnTo>
                <a:lnTo>
                  <a:pt x="35" y="48"/>
                </a:lnTo>
                <a:lnTo>
                  <a:pt x="30" y="56"/>
                </a:lnTo>
                <a:moveTo>
                  <a:pt x="22" y="50"/>
                </a:moveTo>
                <a:lnTo>
                  <a:pt x="15" y="45"/>
                </a:lnTo>
                <a:lnTo>
                  <a:pt x="20" y="38"/>
                </a:lnTo>
                <a:lnTo>
                  <a:pt x="28" y="43"/>
                </a:lnTo>
                <a:lnTo>
                  <a:pt x="22" y="50"/>
                </a:lnTo>
                <a:moveTo>
                  <a:pt x="15" y="45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5"/>
                </a:lnTo>
                <a:moveTo>
                  <a:pt x="8" y="40"/>
                </a:moveTo>
                <a:lnTo>
                  <a:pt x="0" y="34"/>
                </a:lnTo>
                <a:lnTo>
                  <a:pt x="15" y="29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29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29"/>
                </a:lnTo>
                <a:moveTo>
                  <a:pt x="23" y="27"/>
                </a:moveTo>
                <a:lnTo>
                  <a:pt x="32" y="24"/>
                </a:lnTo>
                <a:lnTo>
                  <a:pt x="34" y="32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1"/>
                </a:lnTo>
                <a:lnTo>
                  <a:pt x="43" y="30"/>
                </a:lnTo>
                <a:lnTo>
                  <a:pt x="34" y="32"/>
                </a:lnTo>
                <a:lnTo>
                  <a:pt x="32" y="24"/>
                </a:lnTo>
                <a:moveTo>
                  <a:pt x="40" y="21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1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19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8"/>
                </a:lnTo>
                <a:lnTo>
                  <a:pt x="86" y="17"/>
                </a:lnTo>
                <a:lnTo>
                  <a:pt x="76" y="19"/>
                </a:lnTo>
                <a:lnTo>
                  <a:pt x="74" y="11"/>
                </a:lnTo>
                <a:moveTo>
                  <a:pt x="83" y="8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8"/>
                </a:lnTo>
                <a:moveTo>
                  <a:pt x="92" y="6"/>
                </a:moveTo>
                <a:lnTo>
                  <a:pt x="100" y="3"/>
                </a:lnTo>
                <a:lnTo>
                  <a:pt x="103" y="11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6"/>
                </a:lnTo>
                <a:lnTo>
                  <a:pt x="106" y="11"/>
                </a:lnTo>
                <a:lnTo>
                  <a:pt x="103" y="11"/>
                </a:lnTo>
                <a:lnTo>
                  <a:pt x="100" y="3"/>
                </a:lnTo>
                <a:moveTo>
                  <a:pt x="108" y="13"/>
                </a:moveTo>
                <a:lnTo>
                  <a:pt x="106" y="21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1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1"/>
                </a:lnTo>
                <a:moveTo>
                  <a:pt x="105" y="30"/>
                </a:moveTo>
                <a:lnTo>
                  <a:pt x="103" y="39"/>
                </a:lnTo>
                <a:lnTo>
                  <a:pt x="95" y="37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7"/>
                </a:lnTo>
                <a:lnTo>
                  <a:pt x="93" y="46"/>
                </a:lnTo>
                <a:lnTo>
                  <a:pt x="95" y="37"/>
                </a:lnTo>
                <a:lnTo>
                  <a:pt x="103" y="39"/>
                </a:lnTo>
                <a:moveTo>
                  <a:pt x="102" y="47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7"/>
                </a:lnTo>
                <a:moveTo>
                  <a:pt x="101" y="56"/>
                </a:moveTo>
                <a:lnTo>
                  <a:pt x="99" y="65"/>
                </a:lnTo>
                <a:lnTo>
                  <a:pt x="91" y="63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3"/>
                </a:lnTo>
                <a:lnTo>
                  <a:pt x="89" y="72"/>
                </a:lnTo>
                <a:lnTo>
                  <a:pt x="91" y="63"/>
                </a:lnTo>
                <a:lnTo>
                  <a:pt x="99" y="65"/>
                </a:lnTo>
                <a:moveTo>
                  <a:pt x="98" y="73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3"/>
                </a:lnTo>
                <a:moveTo>
                  <a:pt x="96" y="82"/>
                </a:moveTo>
                <a:lnTo>
                  <a:pt x="95" y="92"/>
                </a:lnTo>
                <a:lnTo>
                  <a:pt x="86" y="90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4"/>
                </a:lnTo>
                <a:lnTo>
                  <a:pt x="93" y="91"/>
                </a:lnTo>
                <a:lnTo>
                  <a:pt x="90" y="94"/>
                </a:lnTo>
                <a:lnTo>
                  <a:pt x="86" y="93"/>
                </a:lnTo>
                <a:lnTo>
                  <a:pt x="86" y="90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294520" y="288576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9821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59806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4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4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4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6801120" y="288576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1575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1560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3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3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8018640" y="288576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847656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847512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7" y="19"/>
                </a:lnTo>
                <a:moveTo>
                  <a:pt x="45" y="23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9" y="34"/>
                </a:lnTo>
                <a:lnTo>
                  <a:pt x="65" y="43"/>
                </a:lnTo>
                <a:lnTo>
                  <a:pt x="57" y="38"/>
                </a:lnTo>
                <a:lnTo>
                  <a:pt x="61" y="30"/>
                </a:lnTo>
                <a:moveTo>
                  <a:pt x="69" y="34"/>
                </a:moveTo>
                <a:lnTo>
                  <a:pt x="78" y="38"/>
                </a:lnTo>
                <a:lnTo>
                  <a:pt x="74" y="47"/>
                </a:lnTo>
                <a:lnTo>
                  <a:pt x="65" y="43"/>
                </a:lnTo>
                <a:lnTo>
                  <a:pt x="69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6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6"/>
                </a:moveTo>
                <a:lnTo>
                  <a:pt x="25" y="90"/>
                </a:lnTo>
                <a:lnTo>
                  <a:pt x="21" y="83"/>
                </a:lnTo>
                <a:lnTo>
                  <a:pt x="28" y="79"/>
                </a:lnTo>
                <a:lnTo>
                  <a:pt x="32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8" y="81"/>
                </a:lnTo>
                <a:lnTo>
                  <a:pt x="8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8" y="36"/>
                </a:lnTo>
                <a:lnTo>
                  <a:pt x="8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8" y="28"/>
                </a:lnTo>
                <a:lnTo>
                  <a:pt x="8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39920" y="210096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956520" y="276012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404800" y="275976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906360" y="275976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04720" y="293400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381040" y="293400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20680" y="293400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5393520" y="284688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900480" y="284688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8117640" y="284688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18760" y="284688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675800" y="279936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707480" y="289440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115080" y="275184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985120" y="284688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  <a:lnTo>
                  <a:pt x="0" y="149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116880" y="294192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739760" y="283896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  <a:lnTo>
                  <a:pt x="0" y="169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fill="none"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855680" y="293400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159600" y="283896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043680" y="293400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419600" y="279936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308000" y="289440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8538120" y="284688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4" name=""/>
          <p:cNvSpPr/>
          <p:nvPr/>
        </p:nvSpPr>
        <p:spPr>
          <a:xfrm>
            <a:off x="502560" y="170244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502560" y="170244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39920" y="111996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1702080" y="232020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222516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2222640" y="2293920"/>
            <a:ext cx="53280" cy="52920"/>
          </a:xfrm>
          <a:custGeom>
            <a:avLst/>
            <a:gdLst/>
            <a:ahLst/>
            <a:rect l="0" t="0" r="r" b="b"/>
            <a:pathLst>
              <a:path w="148" h="147">
                <a:moveTo>
                  <a:pt x="21" y="10"/>
                </a:moveTo>
                <a:lnTo>
                  <a:pt x="33" y="16"/>
                </a:lnTo>
                <a:lnTo>
                  <a:pt x="26" y="27"/>
                </a:lnTo>
                <a:lnTo>
                  <a:pt x="15" y="21"/>
                </a:lnTo>
                <a:lnTo>
                  <a:pt x="21" y="10"/>
                </a:lnTo>
                <a:moveTo>
                  <a:pt x="33" y="16"/>
                </a:moveTo>
                <a:lnTo>
                  <a:pt x="44" y="21"/>
                </a:lnTo>
                <a:lnTo>
                  <a:pt x="39" y="32"/>
                </a:lnTo>
                <a:lnTo>
                  <a:pt x="26" y="27"/>
                </a:lnTo>
                <a:lnTo>
                  <a:pt x="33" y="16"/>
                </a:lnTo>
                <a:moveTo>
                  <a:pt x="44" y="21"/>
                </a:moveTo>
                <a:lnTo>
                  <a:pt x="56" y="27"/>
                </a:lnTo>
                <a:lnTo>
                  <a:pt x="50" y="38"/>
                </a:lnTo>
                <a:lnTo>
                  <a:pt x="39" y="32"/>
                </a:lnTo>
                <a:lnTo>
                  <a:pt x="44" y="21"/>
                </a:lnTo>
                <a:moveTo>
                  <a:pt x="56" y="27"/>
                </a:moveTo>
                <a:lnTo>
                  <a:pt x="67" y="32"/>
                </a:lnTo>
                <a:lnTo>
                  <a:pt x="61" y="44"/>
                </a:lnTo>
                <a:lnTo>
                  <a:pt x="50" y="38"/>
                </a:lnTo>
                <a:lnTo>
                  <a:pt x="56" y="27"/>
                </a:lnTo>
                <a:moveTo>
                  <a:pt x="67" y="32"/>
                </a:moveTo>
                <a:lnTo>
                  <a:pt x="78" y="38"/>
                </a:lnTo>
                <a:lnTo>
                  <a:pt x="73" y="49"/>
                </a:lnTo>
                <a:lnTo>
                  <a:pt x="61" y="44"/>
                </a:lnTo>
                <a:lnTo>
                  <a:pt x="67" y="32"/>
                </a:lnTo>
                <a:moveTo>
                  <a:pt x="78" y="38"/>
                </a:moveTo>
                <a:lnTo>
                  <a:pt x="89" y="44"/>
                </a:lnTo>
                <a:lnTo>
                  <a:pt x="84" y="55"/>
                </a:lnTo>
                <a:lnTo>
                  <a:pt x="73" y="49"/>
                </a:lnTo>
                <a:lnTo>
                  <a:pt x="78" y="38"/>
                </a:lnTo>
                <a:moveTo>
                  <a:pt x="89" y="44"/>
                </a:moveTo>
                <a:lnTo>
                  <a:pt x="101" y="49"/>
                </a:lnTo>
                <a:lnTo>
                  <a:pt x="95" y="61"/>
                </a:lnTo>
                <a:lnTo>
                  <a:pt x="84" y="55"/>
                </a:lnTo>
                <a:lnTo>
                  <a:pt x="89" y="44"/>
                </a:lnTo>
                <a:moveTo>
                  <a:pt x="101" y="49"/>
                </a:moveTo>
                <a:lnTo>
                  <a:pt x="112" y="55"/>
                </a:lnTo>
                <a:lnTo>
                  <a:pt x="106" y="66"/>
                </a:lnTo>
                <a:lnTo>
                  <a:pt x="95" y="61"/>
                </a:lnTo>
                <a:lnTo>
                  <a:pt x="101" y="49"/>
                </a:lnTo>
                <a:moveTo>
                  <a:pt x="112" y="55"/>
                </a:moveTo>
                <a:lnTo>
                  <a:pt x="123" y="61"/>
                </a:lnTo>
                <a:lnTo>
                  <a:pt x="118" y="72"/>
                </a:lnTo>
                <a:lnTo>
                  <a:pt x="106" y="66"/>
                </a:lnTo>
                <a:lnTo>
                  <a:pt x="112" y="55"/>
                </a:lnTo>
                <a:moveTo>
                  <a:pt x="123" y="61"/>
                </a:moveTo>
                <a:lnTo>
                  <a:pt x="134" y="66"/>
                </a:lnTo>
                <a:lnTo>
                  <a:pt x="129" y="78"/>
                </a:lnTo>
                <a:lnTo>
                  <a:pt x="118" y="72"/>
                </a:lnTo>
                <a:lnTo>
                  <a:pt x="123" y="61"/>
                </a:lnTo>
                <a:moveTo>
                  <a:pt x="134" y="66"/>
                </a:moveTo>
                <a:lnTo>
                  <a:pt x="148" y="73"/>
                </a:lnTo>
                <a:lnTo>
                  <a:pt x="127" y="83"/>
                </a:lnTo>
                <a:lnTo>
                  <a:pt x="122" y="72"/>
                </a:lnTo>
                <a:lnTo>
                  <a:pt x="131" y="67"/>
                </a:lnTo>
                <a:lnTo>
                  <a:pt x="134" y="73"/>
                </a:lnTo>
                <a:lnTo>
                  <a:pt x="131" y="79"/>
                </a:lnTo>
                <a:lnTo>
                  <a:pt x="129" y="78"/>
                </a:lnTo>
                <a:lnTo>
                  <a:pt x="134" y="66"/>
                </a:lnTo>
                <a:moveTo>
                  <a:pt x="127" y="83"/>
                </a:moveTo>
                <a:lnTo>
                  <a:pt x="116" y="89"/>
                </a:lnTo>
                <a:lnTo>
                  <a:pt x="110" y="78"/>
                </a:lnTo>
                <a:lnTo>
                  <a:pt x="122" y="72"/>
                </a:lnTo>
                <a:lnTo>
                  <a:pt x="127" y="83"/>
                </a:lnTo>
                <a:moveTo>
                  <a:pt x="116" y="89"/>
                </a:moveTo>
                <a:lnTo>
                  <a:pt x="105" y="94"/>
                </a:lnTo>
                <a:lnTo>
                  <a:pt x="99" y="83"/>
                </a:lnTo>
                <a:lnTo>
                  <a:pt x="110" y="78"/>
                </a:lnTo>
                <a:lnTo>
                  <a:pt x="116" y="89"/>
                </a:lnTo>
                <a:moveTo>
                  <a:pt x="105" y="94"/>
                </a:moveTo>
                <a:lnTo>
                  <a:pt x="93" y="100"/>
                </a:lnTo>
                <a:lnTo>
                  <a:pt x="88" y="89"/>
                </a:lnTo>
                <a:lnTo>
                  <a:pt x="99" y="83"/>
                </a:lnTo>
                <a:lnTo>
                  <a:pt x="105" y="94"/>
                </a:lnTo>
                <a:moveTo>
                  <a:pt x="93" y="100"/>
                </a:moveTo>
                <a:lnTo>
                  <a:pt x="82" y="106"/>
                </a:lnTo>
                <a:lnTo>
                  <a:pt x="77" y="94"/>
                </a:lnTo>
                <a:lnTo>
                  <a:pt x="88" y="89"/>
                </a:lnTo>
                <a:lnTo>
                  <a:pt x="93" y="100"/>
                </a:lnTo>
                <a:moveTo>
                  <a:pt x="82" y="106"/>
                </a:moveTo>
                <a:lnTo>
                  <a:pt x="71" y="111"/>
                </a:lnTo>
                <a:lnTo>
                  <a:pt x="65" y="100"/>
                </a:lnTo>
                <a:lnTo>
                  <a:pt x="77" y="94"/>
                </a:lnTo>
                <a:lnTo>
                  <a:pt x="82" y="106"/>
                </a:lnTo>
                <a:moveTo>
                  <a:pt x="71" y="111"/>
                </a:moveTo>
                <a:lnTo>
                  <a:pt x="60" y="117"/>
                </a:lnTo>
                <a:lnTo>
                  <a:pt x="54" y="106"/>
                </a:lnTo>
                <a:lnTo>
                  <a:pt x="65" y="100"/>
                </a:lnTo>
                <a:lnTo>
                  <a:pt x="71" y="111"/>
                </a:lnTo>
                <a:moveTo>
                  <a:pt x="60" y="117"/>
                </a:moveTo>
                <a:lnTo>
                  <a:pt x="48" y="123"/>
                </a:lnTo>
                <a:lnTo>
                  <a:pt x="43" y="111"/>
                </a:lnTo>
                <a:lnTo>
                  <a:pt x="54" y="106"/>
                </a:lnTo>
                <a:lnTo>
                  <a:pt x="60" y="117"/>
                </a:lnTo>
                <a:moveTo>
                  <a:pt x="48" y="123"/>
                </a:moveTo>
                <a:lnTo>
                  <a:pt x="37" y="129"/>
                </a:lnTo>
                <a:lnTo>
                  <a:pt x="32" y="117"/>
                </a:lnTo>
                <a:lnTo>
                  <a:pt x="43" y="111"/>
                </a:lnTo>
                <a:lnTo>
                  <a:pt x="48" y="123"/>
                </a:lnTo>
                <a:moveTo>
                  <a:pt x="37" y="129"/>
                </a:moveTo>
                <a:lnTo>
                  <a:pt x="25" y="135"/>
                </a:lnTo>
                <a:lnTo>
                  <a:pt x="19" y="123"/>
                </a:lnTo>
                <a:lnTo>
                  <a:pt x="32" y="117"/>
                </a:lnTo>
                <a:lnTo>
                  <a:pt x="37" y="129"/>
                </a:lnTo>
                <a:moveTo>
                  <a:pt x="25" y="135"/>
                </a:moveTo>
                <a:lnTo>
                  <a:pt x="14" y="140"/>
                </a:lnTo>
                <a:lnTo>
                  <a:pt x="8" y="129"/>
                </a:lnTo>
                <a:lnTo>
                  <a:pt x="19" y="123"/>
                </a:lnTo>
                <a:lnTo>
                  <a:pt x="25" y="135"/>
                </a:lnTo>
                <a:moveTo>
                  <a:pt x="14" y="140"/>
                </a:moveTo>
                <a:lnTo>
                  <a:pt x="0" y="147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1"/>
                </a:lnTo>
                <a:lnTo>
                  <a:pt x="8" y="129"/>
                </a:lnTo>
                <a:lnTo>
                  <a:pt x="14" y="140"/>
                </a:lnTo>
                <a:moveTo>
                  <a:pt x="0" y="129"/>
                </a:moveTo>
                <a:lnTo>
                  <a:pt x="0" y="115"/>
                </a:lnTo>
                <a:lnTo>
                  <a:pt x="13" y="115"/>
                </a:lnTo>
                <a:lnTo>
                  <a:pt x="13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3" y="103"/>
                </a:lnTo>
                <a:lnTo>
                  <a:pt x="13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3" y="90"/>
                </a:lnTo>
                <a:lnTo>
                  <a:pt x="13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3" y="77"/>
                </a:lnTo>
                <a:lnTo>
                  <a:pt x="13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3" y="65"/>
                </a:lnTo>
                <a:lnTo>
                  <a:pt x="13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3" y="52"/>
                </a:lnTo>
                <a:lnTo>
                  <a:pt x="13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1"/>
                </a:lnTo>
                <a:lnTo>
                  <a:pt x="4" y="16"/>
                </a:lnTo>
                <a:lnTo>
                  <a:pt x="7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1492200" y="2473200"/>
            <a:ext cx="2415600" cy="295560"/>
          </a:xfrm>
          <a:custGeom>
            <a:avLst/>
            <a:gdLst/>
            <a:ahLst/>
            <a:rect l="0" t="0" r="r" b="b"/>
            <a:pathLst>
              <a:path fill="none" w="6710" h="821">
                <a:moveTo>
                  <a:pt x="0" y="0"/>
                </a:moveTo>
                <a:lnTo>
                  <a:pt x="229" y="124"/>
                </a:lnTo>
                <a:cubicBezTo>
                  <a:pt x="458" y="248"/>
                  <a:pt x="915" y="494"/>
                  <a:pt x="1528" y="617"/>
                </a:cubicBezTo>
                <a:cubicBezTo>
                  <a:pt x="2140" y="741"/>
                  <a:pt x="2909" y="741"/>
                  <a:pt x="3677" y="741"/>
                </a:cubicBezTo>
                <a:cubicBezTo>
                  <a:pt x="4445" y="741"/>
                  <a:pt x="5214" y="741"/>
                  <a:pt x="5719" y="754"/>
                </a:cubicBezTo>
                <a:cubicBezTo>
                  <a:pt x="6225" y="768"/>
                  <a:pt x="6468" y="794"/>
                  <a:pt x="6589" y="808"/>
                </a:cubicBezTo>
                <a:lnTo>
                  <a:pt x="6710" y="821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882240" y="27435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3879720" y="273960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36" y="13"/>
                </a:moveTo>
                <a:lnTo>
                  <a:pt x="47" y="20"/>
                </a:lnTo>
                <a:lnTo>
                  <a:pt x="40" y="31"/>
                </a:lnTo>
                <a:lnTo>
                  <a:pt x="29" y="24"/>
                </a:lnTo>
                <a:lnTo>
                  <a:pt x="36" y="13"/>
                </a:lnTo>
                <a:moveTo>
                  <a:pt x="47" y="20"/>
                </a:moveTo>
                <a:lnTo>
                  <a:pt x="57" y="27"/>
                </a:lnTo>
                <a:lnTo>
                  <a:pt x="51" y="37"/>
                </a:lnTo>
                <a:lnTo>
                  <a:pt x="40" y="31"/>
                </a:lnTo>
                <a:lnTo>
                  <a:pt x="47" y="20"/>
                </a:lnTo>
                <a:moveTo>
                  <a:pt x="57" y="27"/>
                </a:moveTo>
                <a:lnTo>
                  <a:pt x="68" y="34"/>
                </a:lnTo>
                <a:lnTo>
                  <a:pt x="61" y="44"/>
                </a:lnTo>
                <a:lnTo>
                  <a:pt x="51" y="37"/>
                </a:lnTo>
                <a:lnTo>
                  <a:pt x="57" y="27"/>
                </a:lnTo>
                <a:moveTo>
                  <a:pt x="68" y="34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4"/>
                </a:lnTo>
                <a:moveTo>
                  <a:pt x="79" y="40"/>
                </a:moveTo>
                <a:lnTo>
                  <a:pt x="89" y="47"/>
                </a:lnTo>
                <a:lnTo>
                  <a:pt x="82" y="58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5"/>
                </a:lnTo>
                <a:lnTo>
                  <a:pt x="82" y="58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2"/>
                </a:lnTo>
                <a:lnTo>
                  <a:pt x="93" y="65"/>
                </a:lnTo>
                <a:lnTo>
                  <a:pt x="100" y="54"/>
                </a:lnTo>
                <a:moveTo>
                  <a:pt x="110" y="61"/>
                </a:moveTo>
                <a:lnTo>
                  <a:pt x="121" y="68"/>
                </a:lnTo>
                <a:lnTo>
                  <a:pt x="114" y="78"/>
                </a:lnTo>
                <a:lnTo>
                  <a:pt x="103" y="72"/>
                </a:lnTo>
                <a:lnTo>
                  <a:pt x="110" y="61"/>
                </a:lnTo>
                <a:moveTo>
                  <a:pt x="121" y="68"/>
                </a:moveTo>
                <a:lnTo>
                  <a:pt x="131" y="75"/>
                </a:lnTo>
                <a:lnTo>
                  <a:pt x="125" y="85"/>
                </a:lnTo>
                <a:lnTo>
                  <a:pt x="114" y="78"/>
                </a:lnTo>
                <a:lnTo>
                  <a:pt x="121" y="68"/>
                </a:lnTo>
                <a:moveTo>
                  <a:pt x="131" y="75"/>
                </a:moveTo>
                <a:lnTo>
                  <a:pt x="142" y="81"/>
                </a:lnTo>
                <a:lnTo>
                  <a:pt x="135" y="92"/>
                </a:lnTo>
                <a:lnTo>
                  <a:pt x="125" y="85"/>
                </a:lnTo>
                <a:lnTo>
                  <a:pt x="131" y="75"/>
                </a:lnTo>
                <a:moveTo>
                  <a:pt x="142" y="81"/>
                </a:moveTo>
                <a:lnTo>
                  <a:pt x="155" y="90"/>
                </a:lnTo>
                <a:lnTo>
                  <a:pt x="133" y="97"/>
                </a:lnTo>
                <a:lnTo>
                  <a:pt x="129" y="86"/>
                </a:lnTo>
                <a:lnTo>
                  <a:pt x="138" y="82"/>
                </a:lnTo>
                <a:lnTo>
                  <a:pt x="141" y="88"/>
                </a:lnTo>
                <a:lnTo>
                  <a:pt x="137" y="93"/>
                </a:lnTo>
                <a:lnTo>
                  <a:pt x="135" y="92"/>
                </a:lnTo>
                <a:lnTo>
                  <a:pt x="142" y="81"/>
                </a:lnTo>
                <a:moveTo>
                  <a:pt x="133" y="97"/>
                </a:moveTo>
                <a:lnTo>
                  <a:pt x="121" y="102"/>
                </a:lnTo>
                <a:lnTo>
                  <a:pt x="117" y="90"/>
                </a:lnTo>
                <a:lnTo>
                  <a:pt x="129" y="86"/>
                </a:lnTo>
                <a:lnTo>
                  <a:pt x="133" y="97"/>
                </a:lnTo>
                <a:moveTo>
                  <a:pt x="121" y="102"/>
                </a:moveTo>
                <a:lnTo>
                  <a:pt x="109" y="106"/>
                </a:lnTo>
                <a:lnTo>
                  <a:pt x="105" y="94"/>
                </a:lnTo>
                <a:lnTo>
                  <a:pt x="117" y="90"/>
                </a:lnTo>
                <a:lnTo>
                  <a:pt x="121" y="102"/>
                </a:lnTo>
                <a:moveTo>
                  <a:pt x="109" y="106"/>
                </a:moveTo>
                <a:lnTo>
                  <a:pt x="98" y="111"/>
                </a:lnTo>
                <a:lnTo>
                  <a:pt x="93" y="99"/>
                </a:lnTo>
                <a:lnTo>
                  <a:pt x="105" y="94"/>
                </a:lnTo>
                <a:lnTo>
                  <a:pt x="109" y="106"/>
                </a:lnTo>
                <a:moveTo>
                  <a:pt x="98" y="111"/>
                </a:moveTo>
                <a:lnTo>
                  <a:pt x="86" y="115"/>
                </a:lnTo>
                <a:lnTo>
                  <a:pt x="81" y="103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19"/>
                </a:lnTo>
                <a:lnTo>
                  <a:pt x="70" y="107"/>
                </a:lnTo>
                <a:lnTo>
                  <a:pt x="81" y="103"/>
                </a:lnTo>
                <a:lnTo>
                  <a:pt x="86" y="115"/>
                </a:lnTo>
                <a:moveTo>
                  <a:pt x="74" y="119"/>
                </a:moveTo>
                <a:lnTo>
                  <a:pt x="62" y="124"/>
                </a:lnTo>
                <a:lnTo>
                  <a:pt x="58" y="112"/>
                </a:lnTo>
                <a:lnTo>
                  <a:pt x="70" y="107"/>
                </a:lnTo>
                <a:lnTo>
                  <a:pt x="74" y="119"/>
                </a:lnTo>
                <a:moveTo>
                  <a:pt x="62" y="124"/>
                </a:moveTo>
                <a:lnTo>
                  <a:pt x="50" y="128"/>
                </a:lnTo>
                <a:lnTo>
                  <a:pt x="46" y="116"/>
                </a:lnTo>
                <a:lnTo>
                  <a:pt x="58" y="112"/>
                </a:lnTo>
                <a:lnTo>
                  <a:pt x="62" y="124"/>
                </a:lnTo>
                <a:moveTo>
                  <a:pt x="50" y="128"/>
                </a:moveTo>
                <a:lnTo>
                  <a:pt x="39" y="132"/>
                </a:lnTo>
                <a:lnTo>
                  <a:pt x="34" y="121"/>
                </a:lnTo>
                <a:lnTo>
                  <a:pt x="46" y="116"/>
                </a:lnTo>
                <a:lnTo>
                  <a:pt x="50" y="128"/>
                </a:lnTo>
                <a:moveTo>
                  <a:pt x="39" y="132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2"/>
                </a:lnTo>
                <a:moveTo>
                  <a:pt x="27" y="137"/>
                </a:moveTo>
                <a:lnTo>
                  <a:pt x="15" y="141"/>
                </a:lnTo>
                <a:lnTo>
                  <a:pt x="11" y="129"/>
                </a:lnTo>
                <a:lnTo>
                  <a:pt x="22" y="125"/>
                </a:lnTo>
                <a:lnTo>
                  <a:pt x="27" y="137"/>
                </a:lnTo>
                <a:moveTo>
                  <a:pt x="15" y="141"/>
                </a:moveTo>
                <a:lnTo>
                  <a:pt x="0" y="146"/>
                </a:lnTo>
                <a:lnTo>
                  <a:pt x="2" y="128"/>
                </a:lnTo>
                <a:lnTo>
                  <a:pt x="16" y="129"/>
                </a:lnTo>
                <a:lnTo>
                  <a:pt x="15" y="137"/>
                </a:lnTo>
                <a:lnTo>
                  <a:pt x="7" y="137"/>
                </a:lnTo>
                <a:lnTo>
                  <a:pt x="5" y="131"/>
                </a:lnTo>
                <a:lnTo>
                  <a:pt x="11" y="129"/>
                </a:lnTo>
                <a:lnTo>
                  <a:pt x="15" y="141"/>
                </a:lnTo>
                <a:moveTo>
                  <a:pt x="2" y="128"/>
                </a:moveTo>
                <a:lnTo>
                  <a:pt x="3" y="116"/>
                </a:lnTo>
                <a:lnTo>
                  <a:pt x="17" y="117"/>
                </a:lnTo>
                <a:lnTo>
                  <a:pt x="16" y="129"/>
                </a:lnTo>
                <a:lnTo>
                  <a:pt x="2" y="128"/>
                </a:lnTo>
                <a:moveTo>
                  <a:pt x="3" y="116"/>
                </a:moveTo>
                <a:lnTo>
                  <a:pt x="5" y="103"/>
                </a:lnTo>
                <a:lnTo>
                  <a:pt x="18" y="104"/>
                </a:lnTo>
                <a:lnTo>
                  <a:pt x="17" y="117"/>
                </a:lnTo>
                <a:lnTo>
                  <a:pt x="3" y="116"/>
                </a:lnTo>
                <a:moveTo>
                  <a:pt x="5" y="103"/>
                </a:moveTo>
                <a:lnTo>
                  <a:pt x="6" y="91"/>
                </a:lnTo>
                <a:lnTo>
                  <a:pt x="20" y="92"/>
                </a:lnTo>
                <a:lnTo>
                  <a:pt x="18" y="104"/>
                </a:lnTo>
                <a:lnTo>
                  <a:pt x="5" y="103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7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7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2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8"/>
                </a:lnTo>
                <a:lnTo>
                  <a:pt x="27" y="29"/>
                </a:lnTo>
                <a:lnTo>
                  <a:pt x="25" y="42"/>
                </a:lnTo>
                <a:lnTo>
                  <a:pt x="13" y="40"/>
                </a:lnTo>
                <a:moveTo>
                  <a:pt x="14" y="28"/>
                </a:moveTo>
                <a:lnTo>
                  <a:pt x="16" y="15"/>
                </a:lnTo>
                <a:lnTo>
                  <a:pt x="28" y="17"/>
                </a:lnTo>
                <a:lnTo>
                  <a:pt x="27" y="29"/>
                </a:lnTo>
                <a:lnTo>
                  <a:pt x="14" y="28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4"/>
                </a:lnTo>
                <a:lnTo>
                  <a:pt x="19" y="17"/>
                </a:lnTo>
                <a:lnTo>
                  <a:pt x="22" y="12"/>
                </a:lnTo>
                <a:lnTo>
                  <a:pt x="29" y="12"/>
                </a:lnTo>
                <a:lnTo>
                  <a:pt x="28" y="17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547280" y="1968840"/>
            <a:ext cx="4218480" cy="198720"/>
          </a:xfrm>
          <a:custGeom>
            <a:avLst/>
            <a:gdLst/>
            <a:ahLst/>
            <a:rect l="0" t="0" r="r" b="b"/>
            <a:pathLst>
              <a:path fill="none" w="11718" h="552">
                <a:moveTo>
                  <a:pt x="0" y="552"/>
                </a:moveTo>
                <a:lnTo>
                  <a:pt x="203" y="460"/>
                </a:lnTo>
                <a:cubicBezTo>
                  <a:pt x="406" y="368"/>
                  <a:pt x="813" y="184"/>
                  <a:pt x="1400" y="92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8"/>
                </a:cubicBezTo>
                <a:cubicBezTo>
                  <a:pt x="10831" y="176"/>
                  <a:pt x="11275" y="353"/>
                  <a:pt x="11496" y="441"/>
                </a:cubicBezTo>
                <a:lnTo>
                  <a:pt x="11718" y="529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5736240" y="21294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5732640" y="212508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8"/>
                </a:moveTo>
                <a:lnTo>
                  <a:pt x="78" y="28"/>
                </a:lnTo>
                <a:lnTo>
                  <a:pt x="69" y="36"/>
                </a:lnTo>
                <a:lnTo>
                  <a:pt x="61" y="27"/>
                </a:lnTo>
                <a:lnTo>
                  <a:pt x="70" y="18"/>
                </a:lnTo>
                <a:moveTo>
                  <a:pt x="78" y="28"/>
                </a:moveTo>
                <a:lnTo>
                  <a:pt x="87" y="37"/>
                </a:lnTo>
                <a:lnTo>
                  <a:pt x="77" y="45"/>
                </a:lnTo>
                <a:lnTo>
                  <a:pt x="69" y="36"/>
                </a:lnTo>
                <a:lnTo>
                  <a:pt x="78" y="28"/>
                </a:lnTo>
                <a:moveTo>
                  <a:pt x="87" y="37"/>
                </a:moveTo>
                <a:lnTo>
                  <a:pt x="95" y="46"/>
                </a:lnTo>
                <a:lnTo>
                  <a:pt x="86" y="55"/>
                </a:lnTo>
                <a:lnTo>
                  <a:pt x="77" y="45"/>
                </a:lnTo>
                <a:lnTo>
                  <a:pt x="87" y="37"/>
                </a:lnTo>
                <a:moveTo>
                  <a:pt x="95" y="46"/>
                </a:moveTo>
                <a:lnTo>
                  <a:pt x="104" y="56"/>
                </a:lnTo>
                <a:lnTo>
                  <a:pt x="94" y="64"/>
                </a:lnTo>
                <a:lnTo>
                  <a:pt x="86" y="55"/>
                </a:lnTo>
                <a:lnTo>
                  <a:pt x="95" y="46"/>
                </a:lnTo>
                <a:moveTo>
                  <a:pt x="104" y="56"/>
                </a:moveTo>
                <a:lnTo>
                  <a:pt x="112" y="65"/>
                </a:lnTo>
                <a:lnTo>
                  <a:pt x="103" y="73"/>
                </a:lnTo>
                <a:lnTo>
                  <a:pt x="94" y="64"/>
                </a:lnTo>
                <a:lnTo>
                  <a:pt x="104" y="56"/>
                </a:lnTo>
                <a:moveTo>
                  <a:pt x="112" y="65"/>
                </a:moveTo>
                <a:lnTo>
                  <a:pt x="120" y="74"/>
                </a:lnTo>
                <a:lnTo>
                  <a:pt x="111" y="83"/>
                </a:lnTo>
                <a:lnTo>
                  <a:pt x="103" y="73"/>
                </a:lnTo>
                <a:lnTo>
                  <a:pt x="112" y="65"/>
                </a:lnTo>
                <a:moveTo>
                  <a:pt x="120" y="74"/>
                </a:moveTo>
                <a:lnTo>
                  <a:pt x="129" y="84"/>
                </a:lnTo>
                <a:lnTo>
                  <a:pt x="119" y="92"/>
                </a:lnTo>
                <a:lnTo>
                  <a:pt x="111" y="83"/>
                </a:lnTo>
                <a:lnTo>
                  <a:pt x="120" y="74"/>
                </a:lnTo>
                <a:moveTo>
                  <a:pt x="129" y="84"/>
                </a:moveTo>
                <a:lnTo>
                  <a:pt x="137" y="93"/>
                </a:lnTo>
                <a:lnTo>
                  <a:pt x="128" y="102"/>
                </a:lnTo>
                <a:lnTo>
                  <a:pt x="119" y="92"/>
                </a:lnTo>
                <a:lnTo>
                  <a:pt x="129" y="84"/>
                </a:lnTo>
                <a:moveTo>
                  <a:pt x="137" y="93"/>
                </a:moveTo>
                <a:lnTo>
                  <a:pt x="146" y="103"/>
                </a:lnTo>
                <a:lnTo>
                  <a:pt x="136" y="111"/>
                </a:lnTo>
                <a:lnTo>
                  <a:pt x="128" y="102"/>
                </a:lnTo>
                <a:lnTo>
                  <a:pt x="137" y="93"/>
                </a:lnTo>
                <a:moveTo>
                  <a:pt x="146" y="103"/>
                </a:moveTo>
                <a:lnTo>
                  <a:pt x="154" y="112"/>
                </a:lnTo>
                <a:lnTo>
                  <a:pt x="145" y="120"/>
                </a:lnTo>
                <a:lnTo>
                  <a:pt x="136" y="111"/>
                </a:lnTo>
                <a:lnTo>
                  <a:pt x="146" y="103"/>
                </a:lnTo>
                <a:moveTo>
                  <a:pt x="154" y="112"/>
                </a:moveTo>
                <a:lnTo>
                  <a:pt x="164" y="123"/>
                </a:lnTo>
                <a:lnTo>
                  <a:pt x="141" y="125"/>
                </a:lnTo>
                <a:lnTo>
                  <a:pt x="140" y="113"/>
                </a:lnTo>
                <a:lnTo>
                  <a:pt x="150" y="112"/>
                </a:lnTo>
                <a:lnTo>
                  <a:pt x="151" y="118"/>
                </a:lnTo>
                <a:lnTo>
                  <a:pt x="146" y="122"/>
                </a:lnTo>
                <a:lnTo>
                  <a:pt x="145" y="120"/>
                </a:lnTo>
                <a:lnTo>
                  <a:pt x="154" y="112"/>
                </a:lnTo>
                <a:moveTo>
                  <a:pt x="141" y="125"/>
                </a:moveTo>
                <a:lnTo>
                  <a:pt x="128" y="126"/>
                </a:lnTo>
                <a:lnTo>
                  <a:pt x="127" y="114"/>
                </a:lnTo>
                <a:lnTo>
                  <a:pt x="140" y="113"/>
                </a:lnTo>
                <a:lnTo>
                  <a:pt x="141" y="125"/>
                </a:lnTo>
                <a:moveTo>
                  <a:pt x="128" y="126"/>
                </a:moveTo>
                <a:lnTo>
                  <a:pt x="116" y="127"/>
                </a:lnTo>
                <a:lnTo>
                  <a:pt x="115" y="115"/>
                </a:lnTo>
                <a:lnTo>
                  <a:pt x="127" y="114"/>
                </a:lnTo>
                <a:lnTo>
                  <a:pt x="128" y="126"/>
                </a:lnTo>
                <a:moveTo>
                  <a:pt x="116" y="127"/>
                </a:moveTo>
                <a:lnTo>
                  <a:pt x="103" y="128"/>
                </a:lnTo>
                <a:lnTo>
                  <a:pt x="102" y="116"/>
                </a:lnTo>
                <a:lnTo>
                  <a:pt x="115" y="115"/>
                </a:lnTo>
                <a:lnTo>
                  <a:pt x="116" y="127"/>
                </a:lnTo>
                <a:moveTo>
                  <a:pt x="103" y="128"/>
                </a:moveTo>
                <a:lnTo>
                  <a:pt x="91" y="129"/>
                </a:lnTo>
                <a:lnTo>
                  <a:pt x="90" y="117"/>
                </a:lnTo>
                <a:lnTo>
                  <a:pt x="102" y="116"/>
                </a:lnTo>
                <a:lnTo>
                  <a:pt x="103" y="128"/>
                </a:lnTo>
                <a:moveTo>
                  <a:pt x="91" y="129"/>
                </a:moveTo>
                <a:lnTo>
                  <a:pt x="78" y="130"/>
                </a:lnTo>
                <a:lnTo>
                  <a:pt x="77" y="118"/>
                </a:lnTo>
                <a:lnTo>
                  <a:pt x="90" y="117"/>
                </a:lnTo>
                <a:lnTo>
                  <a:pt x="91" y="129"/>
                </a:lnTo>
                <a:moveTo>
                  <a:pt x="78" y="130"/>
                </a:moveTo>
                <a:lnTo>
                  <a:pt x="66" y="132"/>
                </a:lnTo>
                <a:lnTo>
                  <a:pt x="65" y="119"/>
                </a:lnTo>
                <a:lnTo>
                  <a:pt x="77" y="118"/>
                </a:lnTo>
                <a:lnTo>
                  <a:pt x="78" y="130"/>
                </a:lnTo>
                <a:moveTo>
                  <a:pt x="66" y="132"/>
                </a:moveTo>
                <a:lnTo>
                  <a:pt x="53" y="133"/>
                </a:lnTo>
                <a:lnTo>
                  <a:pt x="52" y="120"/>
                </a:lnTo>
                <a:lnTo>
                  <a:pt x="65" y="119"/>
                </a:lnTo>
                <a:lnTo>
                  <a:pt x="66" y="132"/>
                </a:lnTo>
                <a:moveTo>
                  <a:pt x="53" y="133"/>
                </a:moveTo>
                <a:lnTo>
                  <a:pt x="41" y="134"/>
                </a:lnTo>
                <a:lnTo>
                  <a:pt x="40" y="121"/>
                </a:lnTo>
                <a:lnTo>
                  <a:pt x="52" y="120"/>
                </a:lnTo>
                <a:lnTo>
                  <a:pt x="53" y="133"/>
                </a:lnTo>
                <a:moveTo>
                  <a:pt x="41" y="134"/>
                </a:moveTo>
                <a:lnTo>
                  <a:pt x="27" y="135"/>
                </a:lnTo>
                <a:lnTo>
                  <a:pt x="26" y="122"/>
                </a:lnTo>
                <a:lnTo>
                  <a:pt x="40" y="121"/>
                </a:lnTo>
                <a:lnTo>
                  <a:pt x="41" y="134"/>
                </a:lnTo>
                <a:moveTo>
                  <a:pt x="27" y="135"/>
                </a:moveTo>
                <a:lnTo>
                  <a:pt x="15" y="136"/>
                </a:lnTo>
                <a:lnTo>
                  <a:pt x="13" y="123"/>
                </a:lnTo>
                <a:lnTo>
                  <a:pt x="26" y="122"/>
                </a:lnTo>
                <a:lnTo>
                  <a:pt x="27" y="135"/>
                </a:lnTo>
                <a:moveTo>
                  <a:pt x="15" y="136"/>
                </a:moveTo>
                <a:lnTo>
                  <a:pt x="0" y="137"/>
                </a:lnTo>
                <a:lnTo>
                  <a:pt x="7" y="120"/>
                </a:lnTo>
                <a:lnTo>
                  <a:pt x="18" y="125"/>
                </a:lnTo>
                <a:lnTo>
                  <a:pt x="15" y="132"/>
                </a:lnTo>
                <a:lnTo>
                  <a:pt x="10" y="130"/>
                </a:lnTo>
                <a:lnTo>
                  <a:pt x="9" y="124"/>
                </a:lnTo>
                <a:lnTo>
                  <a:pt x="13" y="123"/>
                </a:lnTo>
                <a:lnTo>
                  <a:pt x="15" y="136"/>
                </a:lnTo>
                <a:moveTo>
                  <a:pt x="7" y="120"/>
                </a:moveTo>
                <a:lnTo>
                  <a:pt x="11" y="109"/>
                </a:lnTo>
                <a:lnTo>
                  <a:pt x="23" y="113"/>
                </a:lnTo>
                <a:lnTo>
                  <a:pt x="18" y="125"/>
                </a:lnTo>
                <a:lnTo>
                  <a:pt x="7" y="120"/>
                </a:lnTo>
                <a:moveTo>
                  <a:pt x="11" y="109"/>
                </a:moveTo>
                <a:lnTo>
                  <a:pt x="16" y="97"/>
                </a:lnTo>
                <a:lnTo>
                  <a:pt x="28" y="101"/>
                </a:lnTo>
                <a:lnTo>
                  <a:pt x="23" y="113"/>
                </a:lnTo>
                <a:lnTo>
                  <a:pt x="11" y="109"/>
                </a:lnTo>
                <a:moveTo>
                  <a:pt x="16" y="97"/>
                </a:moveTo>
                <a:lnTo>
                  <a:pt x="21" y="85"/>
                </a:lnTo>
                <a:lnTo>
                  <a:pt x="32" y="90"/>
                </a:lnTo>
                <a:lnTo>
                  <a:pt x="28" y="101"/>
                </a:lnTo>
                <a:lnTo>
                  <a:pt x="16" y="97"/>
                </a:lnTo>
                <a:moveTo>
                  <a:pt x="21" y="85"/>
                </a:moveTo>
                <a:lnTo>
                  <a:pt x="25" y="73"/>
                </a:lnTo>
                <a:lnTo>
                  <a:pt x="38" y="78"/>
                </a:lnTo>
                <a:lnTo>
                  <a:pt x="32" y="90"/>
                </a:lnTo>
                <a:lnTo>
                  <a:pt x="21" y="85"/>
                </a:lnTo>
                <a:moveTo>
                  <a:pt x="25" y="73"/>
                </a:moveTo>
                <a:lnTo>
                  <a:pt x="30" y="62"/>
                </a:lnTo>
                <a:lnTo>
                  <a:pt x="43" y="66"/>
                </a:lnTo>
                <a:lnTo>
                  <a:pt x="38" y="78"/>
                </a:lnTo>
                <a:lnTo>
                  <a:pt x="25" y="73"/>
                </a:lnTo>
                <a:moveTo>
                  <a:pt x="30" y="62"/>
                </a:moveTo>
                <a:lnTo>
                  <a:pt x="35" y="50"/>
                </a:lnTo>
                <a:lnTo>
                  <a:pt x="47" y="55"/>
                </a:lnTo>
                <a:lnTo>
                  <a:pt x="43" y="66"/>
                </a:lnTo>
                <a:lnTo>
                  <a:pt x="30" y="62"/>
                </a:lnTo>
                <a:moveTo>
                  <a:pt x="35" y="50"/>
                </a:moveTo>
                <a:lnTo>
                  <a:pt x="40" y="38"/>
                </a:lnTo>
                <a:lnTo>
                  <a:pt x="52" y="43"/>
                </a:lnTo>
                <a:lnTo>
                  <a:pt x="47" y="55"/>
                </a:lnTo>
                <a:lnTo>
                  <a:pt x="35" y="50"/>
                </a:lnTo>
                <a:moveTo>
                  <a:pt x="40" y="38"/>
                </a:moveTo>
                <a:lnTo>
                  <a:pt x="45" y="27"/>
                </a:lnTo>
                <a:lnTo>
                  <a:pt x="56" y="31"/>
                </a:lnTo>
                <a:lnTo>
                  <a:pt x="52" y="43"/>
                </a:lnTo>
                <a:lnTo>
                  <a:pt x="40" y="38"/>
                </a:lnTo>
                <a:moveTo>
                  <a:pt x="45" y="27"/>
                </a:moveTo>
                <a:lnTo>
                  <a:pt x="49" y="15"/>
                </a:lnTo>
                <a:lnTo>
                  <a:pt x="61" y="20"/>
                </a:lnTo>
                <a:lnTo>
                  <a:pt x="56" y="31"/>
                </a:lnTo>
                <a:lnTo>
                  <a:pt x="45" y="27"/>
                </a:lnTo>
                <a:moveTo>
                  <a:pt x="49" y="15"/>
                </a:moveTo>
                <a:lnTo>
                  <a:pt x="55" y="0"/>
                </a:lnTo>
                <a:lnTo>
                  <a:pt x="70" y="18"/>
                </a:lnTo>
                <a:lnTo>
                  <a:pt x="61" y="27"/>
                </a:lnTo>
                <a:lnTo>
                  <a:pt x="52" y="17"/>
                </a:lnTo>
                <a:lnTo>
                  <a:pt x="57" y="12"/>
                </a:lnTo>
                <a:lnTo>
                  <a:pt x="63" y="15"/>
                </a:lnTo>
                <a:lnTo>
                  <a:pt x="61" y="20"/>
                </a:lnTo>
                <a:lnTo>
                  <a:pt x="49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3027240" y="247320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7"/>
                </a:lnTo>
                <a:cubicBezTo>
                  <a:pt x="574" y="414"/>
                  <a:pt x="1146" y="829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4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3882240" y="2871720"/>
            <a:ext cx="48240" cy="45720"/>
          </a:xfrm>
          <a:custGeom>
            <a:avLst/>
            <a:gdLst/>
            <a:ahLst/>
            <a:rect l="0" t="0" r="r" b="b"/>
            <a:pathLst>
              <a:path w="134" h="127">
                <a:moveTo>
                  <a:pt x="0" y="0"/>
                </a:moveTo>
                <a:lnTo>
                  <a:pt x="134" y="49"/>
                </a:lnTo>
                <a:lnTo>
                  <a:pt x="14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3879720" y="286848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8"/>
                </a:moveTo>
                <a:lnTo>
                  <a:pt x="34" y="12"/>
                </a:lnTo>
                <a:lnTo>
                  <a:pt x="30" y="24"/>
                </a:lnTo>
                <a:lnTo>
                  <a:pt x="18" y="20"/>
                </a:lnTo>
                <a:lnTo>
                  <a:pt x="22" y="8"/>
                </a:lnTo>
                <a:moveTo>
                  <a:pt x="34" y="12"/>
                </a:moveTo>
                <a:lnTo>
                  <a:pt x="46" y="17"/>
                </a:lnTo>
                <a:lnTo>
                  <a:pt x="42" y="28"/>
                </a:lnTo>
                <a:lnTo>
                  <a:pt x="30" y="24"/>
                </a:lnTo>
                <a:lnTo>
                  <a:pt x="34" y="12"/>
                </a:lnTo>
                <a:moveTo>
                  <a:pt x="46" y="17"/>
                </a:moveTo>
                <a:lnTo>
                  <a:pt x="58" y="21"/>
                </a:lnTo>
                <a:lnTo>
                  <a:pt x="54" y="33"/>
                </a:lnTo>
                <a:lnTo>
                  <a:pt x="42" y="28"/>
                </a:lnTo>
                <a:lnTo>
                  <a:pt x="46" y="17"/>
                </a:lnTo>
                <a:moveTo>
                  <a:pt x="58" y="21"/>
                </a:moveTo>
                <a:lnTo>
                  <a:pt x="70" y="25"/>
                </a:lnTo>
                <a:lnTo>
                  <a:pt x="65" y="37"/>
                </a:lnTo>
                <a:lnTo>
                  <a:pt x="54" y="33"/>
                </a:lnTo>
                <a:lnTo>
                  <a:pt x="58" y="21"/>
                </a:lnTo>
                <a:moveTo>
                  <a:pt x="70" y="25"/>
                </a:moveTo>
                <a:lnTo>
                  <a:pt x="82" y="30"/>
                </a:lnTo>
                <a:lnTo>
                  <a:pt x="77" y="42"/>
                </a:lnTo>
                <a:lnTo>
                  <a:pt x="65" y="37"/>
                </a:lnTo>
                <a:lnTo>
                  <a:pt x="70" y="25"/>
                </a:lnTo>
                <a:moveTo>
                  <a:pt x="82" y="30"/>
                </a:moveTo>
                <a:lnTo>
                  <a:pt x="93" y="34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4"/>
                </a:moveTo>
                <a:lnTo>
                  <a:pt x="105" y="38"/>
                </a:lnTo>
                <a:lnTo>
                  <a:pt x="101" y="50"/>
                </a:lnTo>
                <a:lnTo>
                  <a:pt x="89" y="46"/>
                </a:lnTo>
                <a:lnTo>
                  <a:pt x="93" y="34"/>
                </a:lnTo>
                <a:moveTo>
                  <a:pt x="105" y="38"/>
                </a:moveTo>
                <a:lnTo>
                  <a:pt x="117" y="43"/>
                </a:lnTo>
                <a:lnTo>
                  <a:pt x="113" y="55"/>
                </a:lnTo>
                <a:lnTo>
                  <a:pt x="101" y="50"/>
                </a:lnTo>
                <a:lnTo>
                  <a:pt x="105" y="38"/>
                </a:lnTo>
                <a:moveTo>
                  <a:pt x="117" y="43"/>
                </a:moveTo>
                <a:lnTo>
                  <a:pt x="129" y="47"/>
                </a:lnTo>
                <a:lnTo>
                  <a:pt x="124" y="59"/>
                </a:lnTo>
                <a:lnTo>
                  <a:pt x="113" y="55"/>
                </a:lnTo>
                <a:lnTo>
                  <a:pt x="117" y="43"/>
                </a:lnTo>
                <a:moveTo>
                  <a:pt x="129" y="47"/>
                </a:moveTo>
                <a:lnTo>
                  <a:pt x="141" y="52"/>
                </a:lnTo>
                <a:lnTo>
                  <a:pt x="136" y="63"/>
                </a:lnTo>
                <a:lnTo>
                  <a:pt x="124" y="59"/>
                </a:lnTo>
                <a:lnTo>
                  <a:pt x="129" y="47"/>
                </a:lnTo>
                <a:moveTo>
                  <a:pt x="141" y="52"/>
                </a:moveTo>
                <a:lnTo>
                  <a:pt x="155" y="57"/>
                </a:lnTo>
                <a:lnTo>
                  <a:pt x="135" y="69"/>
                </a:lnTo>
                <a:lnTo>
                  <a:pt x="128" y="59"/>
                </a:lnTo>
                <a:lnTo>
                  <a:pt x="137" y="53"/>
                </a:lnTo>
                <a:lnTo>
                  <a:pt x="141" y="58"/>
                </a:lnTo>
                <a:lnTo>
                  <a:pt x="138" y="64"/>
                </a:lnTo>
                <a:lnTo>
                  <a:pt x="136" y="63"/>
                </a:lnTo>
                <a:lnTo>
                  <a:pt x="141" y="52"/>
                </a:lnTo>
                <a:moveTo>
                  <a:pt x="135" y="69"/>
                </a:moveTo>
                <a:lnTo>
                  <a:pt x="125" y="76"/>
                </a:lnTo>
                <a:lnTo>
                  <a:pt x="118" y="65"/>
                </a:lnTo>
                <a:lnTo>
                  <a:pt x="128" y="59"/>
                </a:lnTo>
                <a:lnTo>
                  <a:pt x="135" y="69"/>
                </a:lnTo>
                <a:moveTo>
                  <a:pt x="125" y="76"/>
                </a:moveTo>
                <a:lnTo>
                  <a:pt x="114" y="84"/>
                </a:lnTo>
                <a:lnTo>
                  <a:pt x="107" y="72"/>
                </a:lnTo>
                <a:lnTo>
                  <a:pt x="118" y="65"/>
                </a:lnTo>
                <a:lnTo>
                  <a:pt x="125" y="76"/>
                </a:lnTo>
                <a:moveTo>
                  <a:pt x="114" y="84"/>
                </a:moveTo>
                <a:lnTo>
                  <a:pt x="104" y="91"/>
                </a:lnTo>
                <a:lnTo>
                  <a:pt x="97" y="79"/>
                </a:lnTo>
                <a:lnTo>
                  <a:pt x="107" y="72"/>
                </a:lnTo>
                <a:lnTo>
                  <a:pt x="114" y="84"/>
                </a:lnTo>
                <a:moveTo>
                  <a:pt x="104" y="91"/>
                </a:moveTo>
                <a:lnTo>
                  <a:pt x="93" y="97"/>
                </a:lnTo>
                <a:lnTo>
                  <a:pt x="86" y="87"/>
                </a:lnTo>
                <a:lnTo>
                  <a:pt x="97" y="79"/>
                </a:lnTo>
                <a:lnTo>
                  <a:pt x="104" y="91"/>
                </a:lnTo>
                <a:moveTo>
                  <a:pt x="93" y="97"/>
                </a:moveTo>
                <a:lnTo>
                  <a:pt x="82" y="104"/>
                </a:lnTo>
                <a:lnTo>
                  <a:pt x="76" y="94"/>
                </a:lnTo>
                <a:lnTo>
                  <a:pt x="86" y="87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1"/>
                </a:lnTo>
                <a:lnTo>
                  <a:pt x="76" y="94"/>
                </a:lnTo>
                <a:lnTo>
                  <a:pt x="82" y="104"/>
                </a:lnTo>
                <a:moveTo>
                  <a:pt x="72" y="111"/>
                </a:moveTo>
                <a:lnTo>
                  <a:pt x="61" y="118"/>
                </a:lnTo>
                <a:lnTo>
                  <a:pt x="54" y="107"/>
                </a:lnTo>
                <a:lnTo>
                  <a:pt x="65" y="101"/>
                </a:lnTo>
                <a:lnTo>
                  <a:pt x="72" y="111"/>
                </a:lnTo>
                <a:moveTo>
                  <a:pt x="61" y="118"/>
                </a:moveTo>
                <a:lnTo>
                  <a:pt x="51" y="125"/>
                </a:lnTo>
                <a:lnTo>
                  <a:pt x="44" y="114"/>
                </a:lnTo>
                <a:lnTo>
                  <a:pt x="54" y="107"/>
                </a:lnTo>
                <a:lnTo>
                  <a:pt x="61" y="118"/>
                </a:lnTo>
                <a:moveTo>
                  <a:pt x="51" y="125"/>
                </a:moveTo>
                <a:lnTo>
                  <a:pt x="40" y="132"/>
                </a:lnTo>
                <a:lnTo>
                  <a:pt x="33" y="121"/>
                </a:lnTo>
                <a:lnTo>
                  <a:pt x="44" y="114"/>
                </a:lnTo>
                <a:lnTo>
                  <a:pt x="51" y="125"/>
                </a:lnTo>
                <a:moveTo>
                  <a:pt x="40" y="132"/>
                </a:moveTo>
                <a:lnTo>
                  <a:pt x="30" y="138"/>
                </a:lnTo>
                <a:lnTo>
                  <a:pt x="23" y="128"/>
                </a:lnTo>
                <a:lnTo>
                  <a:pt x="33" y="121"/>
                </a:lnTo>
                <a:lnTo>
                  <a:pt x="40" y="132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7"/>
                </a:lnTo>
                <a:lnTo>
                  <a:pt x="29" y="135"/>
                </a:lnTo>
                <a:lnTo>
                  <a:pt x="22" y="136"/>
                </a:lnTo>
                <a:lnTo>
                  <a:pt x="19" y="130"/>
                </a:lnTo>
                <a:lnTo>
                  <a:pt x="23" y="128"/>
                </a:lnTo>
                <a:lnTo>
                  <a:pt x="30" y="138"/>
                </a:lnTo>
                <a:moveTo>
                  <a:pt x="15" y="128"/>
                </a:moveTo>
                <a:lnTo>
                  <a:pt x="14" y="116"/>
                </a:lnTo>
                <a:lnTo>
                  <a:pt x="26" y="114"/>
                </a:lnTo>
                <a:lnTo>
                  <a:pt x="28" y="127"/>
                </a:lnTo>
                <a:lnTo>
                  <a:pt x="15" y="128"/>
                </a:lnTo>
                <a:moveTo>
                  <a:pt x="14" y="116"/>
                </a:moveTo>
                <a:lnTo>
                  <a:pt x="12" y="103"/>
                </a:lnTo>
                <a:lnTo>
                  <a:pt x="25" y="102"/>
                </a:lnTo>
                <a:lnTo>
                  <a:pt x="26" y="114"/>
                </a:lnTo>
                <a:lnTo>
                  <a:pt x="14" y="116"/>
                </a:lnTo>
                <a:moveTo>
                  <a:pt x="12" y="103"/>
                </a:moveTo>
                <a:lnTo>
                  <a:pt x="11" y="91"/>
                </a:lnTo>
                <a:lnTo>
                  <a:pt x="24" y="89"/>
                </a:lnTo>
                <a:lnTo>
                  <a:pt x="25" y="102"/>
                </a:lnTo>
                <a:lnTo>
                  <a:pt x="12" y="103"/>
                </a:lnTo>
                <a:moveTo>
                  <a:pt x="11" y="91"/>
                </a:moveTo>
                <a:lnTo>
                  <a:pt x="9" y="77"/>
                </a:lnTo>
                <a:lnTo>
                  <a:pt x="22" y="76"/>
                </a:lnTo>
                <a:lnTo>
                  <a:pt x="24" y="89"/>
                </a:lnTo>
                <a:lnTo>
                  <a:pt x="11" y="91"/>
                </a:lnTo>
                <a:moveTo>
                  <a:pt x="9" y="77"/>
                </a:moveTo>
                <a:lnTo>
                  <a:pt x="7" y="65"/>
                </a:lnTo>
                <a:lnTo>
                  <a:pt x="21" y="63"/>
                </a:lnTo>
                <a:lnTo>
                  <a:pt x="22" y="76"/>
                </a:lnTo>
                <a:lnTo>
                  <a:pt x="9" y="77"/>
                </a:lnTo>
                <a:moveTo>
                  <a:pt x="7" y="65"/>
                </a:moveTo>
                <a:lnTo>
                  <a:pt x="6" y="52"/>
                </a:lnTo>
                <a:lnTo>
                  <a:pt x="19" y="51"/>
                </a:lnTo>
                <a:lnTo>
                  <a:pt x="21" y="63"/>
                </a:lnTo>
                <a:lnTo>
                  <a:pt x="7" y="65"/>
                </a:lnTo>
                <a:moveTo>
                  <a:pt x="6" y="52"/>
                </a:moveTo>
                <a:lnTo>
                  <a:pt x="4" y="40"/>
                </a:lnTo>
                <a:lnTo>
                  <a:pt x="18" y="38"/>
                </a:lnTo>
                <a:lnTo>
                  <a:pt x="19" y="51"/>
                </a:lnTo>
                <a:lnTo>
                  <a:pt x="6" y="52"/>
                </a:lnTo>
                <a:moveTo>
                  <a:pt x="4" y="40"/>
                </a:moveTo>
                <a:lnTo>
                  <a:pt x="3" y="27"/>
                </a:lnTo>
                <a:lnTo>
                  <a:pt x="17" y="26"/>
                </a:lnTo>
                <a:lnTo>
                  <a:pt x="18" y="38"/>
                </a:lnTo>
                <a:lnTo>
                  <a:pt x="4" y="40"/>
                </a:lnTo>
                <a:moveTo>
                  <a:pt x="3" y="27"/>
                </a:moveTo>
                <a:lnTo>
                  <a:pt x="2" y="15"/>
                </a:lnTo>
                <a:lnTo>
                  <a:pt x="15" y="13"/>
                </a:lnTo>
                <a:lnTo>
                  <a:pt x="17" y="26"/>
                </a:lnTo>
                <a:lnTo>
                  <a:pt x="3" y="27"/>
                </a:lnTo>
                <a:moveTo>
                  <a:pt x="2" y="15"/>
                </a:moveTo>
                <a:lnTo>
                  <a:pt x="0" y="0"/>
                </a:lnTo>
                <a:lnTo>
                  <a:pt x="22" y="8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9"/>
                </a:lnTo>
                <a:lnTo>
                  <a:pt x="15" y="13"/>
                </a:lnTo>
                <a:lnTo>
                  <a:pt x="2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361680" y="232020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552528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523120" y="2293920"/>
            <a:ext cx="52920" cy="52920"/>
          </a:xfrm>
          <a:custGeom>
            <a:avLst/>
            <a:gdLst/>
            <a:ahLst/>
            <a:rect l="0" t="0" r="r" b="b"/>
            <a:pathLst>
              <a:path w="147" h="147">
                <a:moveTo>
                  <a:pt x="20" y="10"/>
                </a:moveTo>
                <a:lnTo>
                  <a:pt x="31" y="16"/>
                </a:lnTo>
                <a:lnTo>
                  <a:pt x="26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6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6" y="32"/>
                </a:lnTo>
                <a:lnTo>
                  <a:pt x="60" y="44"/>
                </a:lnTo>
                <a:lnTo>
                  <a:pt x="48" y="38"/>
                </a:lnTo>
                <a:lnTo>
                  <a:pt x="54" y="27"/>
                </a:lnTo>
                <a:moveTo>
                  <a:pt x="66" y="32"/>
                </a:moveTo>
                <a:lnTo>
                  <a:pt x="77" y="38"/>
                </a:lnTo>
                <a:lnTo>
                  <a:pt x="72" y="49"/>
                </a:lnTo>
                <a:lnTo>
                  <a:pt x="60" y="44"/>
                </a:lnTo>
                <a:lnTo>
                  <a:pt x="66" y="32"/>
                </a:lnTo>
                <a:moveTo>
                  <a:pt x="77" y="38"/>
                </a:moveTo>
                <a:lnTo>
                  <a:pt x="89" y="44"/>
                </a:lnTo>
                <a:lnTo>
                  <a:pt x="83" y="55"/>
                </a:lnTo>
                <a:lnTo>
                  <a:pt x="72" y="49"/>
                </a:lnTo>
                <a:lnTo>
                  <a:pt x="77" y="38"/>
                </a:lnTo>
                <a:moveTo>
                  <a:pt x="89" y="44"/>
                </a:moveTo>
                <a:lnTo>
                  <a:pt x="100" y="49"/>
                </a:lnTo>
                <a:lnTo>
                  <a:pt x="94" y="61"/>
                </a:lnTo>
                <a:lnTo>
                  <a:pt x="83" y="55"/>
                </a:lnTo>
                <a:lnTo>
                  <a:pt x="89" y="44"/>
                </a:lnTo>
                <a:moveTo>
                  <a:pt x="100" y="49"/>
                </a:moveTo>
                <a:lnTo>
                  <a:pt x="111" y="55"/>
                </a:lnTo>
                <a:lnTo>
                  <a:pt x="106" y="66"/>
                </a:lnTo>
                <a:lnTo>
                  <a:pt x="94" y="61"/>
                </a:lnTo>
                <a:lnTo>
                  <a:pt x="100" y="49"/>
                </a:lnTo>
                <a:moveTo>
                  <a:pt x="111" y="55"/>
                </a:moveTo>
                <a:lnTo>
                  <a:pt x="123" y="61"/>
                </a:lnTo>
                <a:lnTo>
                  <a:pt x="117" y="72"/>
                </a:lnTo>
                <a:lnTo>
                  <a:pt x="106" y="66"/>
                </a:lnTo>
                <a:lnTo>
                  <a:pt x="111" y="55"/>
                </a:lnTo>
                <a:moveTo>
                  <a:pt x="123" y="61"/>
                </a:moveTo>
                <a:lnTo>
                  <a:pt x="134" y="66"/>
                </a:lnTo>
                <a:lnTo>
                  <a:pt x="128" y="78"/>
                </a:lnTo>
                <a:lnTo>
                  <a:pt x="117" y="72"/>
                </a:lnTo>
                <a:lnTo>
                  <a:pt x="123" y="61"/>
                </a:lnTo>
                <a:moveTo>
                  <a:pt x="134" y="66"/>
                </a:moveTo>
                <a:lnTo>
                  <a:pt x="147" y="73"/>
                </a:lnTo>
                <a:lnTo>
                  <a:pt x="127" y="83"/>
                </a:lnTo>
                <a:lnTo>
                  <a:pt x="121" y="72"/>
                </a:lnTo>
                <a:lnTo>
                  <a:pt x="130" y="67"/>
                </a:lnTo>
                <a:lnTo>
                  <a:pt x="133" y="73"/>
                </a:lnTo>
                <a:lnTo>
                  <a:pt x="130" y="79"/>
                </a:lnTo>
                <a:lnTo>
                  <a:pt x="128" y="78"/>
                </a:lnTo>
                <a:lnTo>
                  <a:pt x="134" y="66"/>
                </a:lnTo>
                <a:moveTo>
                  <a:pt x="127" y="83"/>
                </a:moveTo>
                <a:lnTo>
                  <a:pt x="115" y="89"/>
                </a:lnTo>
                <a:lnTo>
                  <a:pt x="110" y="78"/>
                </a:lnTo>
                <a:lnTo>
                  <a:pt x="121" y="72"/>
                </a:lnTo>
                <a:lnTo>
                  <a:pt x="127" y="83"/>
                </a:lnTo>
                <a:moveTo>
                  <a:pt x="115" y="89"/>
                </a:moveTo>
                <a:lnTo>
                  <a:pt x="104" y="94"/>
                </a:lnTo>
                <a:lnTo>
                  <a:pt x="98" y="83"/>
                </a:lnTo>
                <a:lnTo>
                  <a:pt x="110" y="78"/>
                </a:lnTo>
                <a:lnTo>
                  <a:pt x="115" y="89"/>
                </a:lnTo>
                <a:moveTo>
                  <a:pt x="104" y="94"/>
                </a:moveTo>
                <a:lnTo>
                  <a:pt x="93" y="100"/>
                </a:lnTo>
                <a:lnTo>
                  <a:pt x="87" y="89"/>
                </a:lnTo>
                <a:lnTo>
                  <a:pt x="98" y="83"/>
                </a:lnTo>
                <a:lnTo>
                  <a:pt x="104" y="94"/>
                </a:lnTo>
                <a:moveTo>
                  <a:pt x="93" y="100"/>
                </a:moveTo>
                <a:lnTo>
                  <a:pt x="82" y="106"/>
                </a:lnTo>
                <a:lnTo>
                  <a:pt x="76" y="94"/>
                </a:lnTo>
                <a:lnTo>
                  <a:pt x="87" y="89"/>
                </a:lnTo>
                <a:lnTo>
                  <a:pt x="93" y="100"/>
                </a:lnTo>
                <a:moveTo>
                  <a:pt x="82" y="106"/>
                </a:moveTo>
                <a:lnTo>
                  <a:pt x="70" y="111"/>
                </a:lnTo>
                <a:lnTo>
                  <a:pt x="65" y="100"/>
                </a:lnTo>
                <a:lnTo>
                  <a:pt x="76" y="94"/>
                </a:lnTo>
                <a:lnTo>
                  <a:pt x="82" y="106"/>
                </a:lnTo>
                <a:moveTo>
                  <a:pt x="70" y="111"/>
                </a:moveTo>
                <a:lnTo>
                  <a:pt x="58" y="117"/>
                </a:lnTo>
                <a:lnTo>
                  <a:pt x="52" y="106"/>
                </a:lnTo>
                <a:lnTo>
                  <a:pt x="65" y="100"/>
                </a:lnTo>
                <a:lnTo>
                  <a:pt x="70" y="111"/>
                </a:lnTo>
                <a:moveTo>
                  <a:pt x="58" y="117"/>
                </a:moveTo>
                <a:lnTo>
                  <a:pt x="47" y="123"/>
                </a:lnTo>
                <a:lnTo>
                  <a:pt x="41" y="111"/>
                </a:lnTo>
                <a:lnTo>
                  <a:pt x="52" y="106"/>
                </a:lnTo>
                <a:lnTo>
                  <a:pt x="58" y="117"/>
                </a:lnTo>
                <a:moveTo>
                  <a:pt x="47" y="123"/>
                </a:moveTo>
                <a:lnTo>
                  <a:pt x="35" y="129"/>
                </a:lnTo>
                <a:lnTo>
                  <a:pt x="30" y="117"/>
                </a:lnTo>
                <a:lnTo>
                  <a:pt x="41" y="111"/>
                </a:lnTo>
                <a:lnTo>
                  <a:pt x="47" y="123"/>
                </a:lnTo>
                <a:moveTo>
                  <a:pt x="35" y="129"/>
                </a:moveTo>
                <a:lnTo>
                  <a:pt x="24" y="135"/>
                </a:lnTo>
                <a:lnTo>
                  <a:pt x="19" y="123"/>
                </a:lnTo>
                <a:lnTo>
                  <a:pt x="30" y="117"/>
                </a:lnTo>
                <a:lnTo>
                  <a:pt x="35" y="129"/>
                </a:lnTo>
                <a:moveTo>
                  <a:pt x="24" y="135"/>
                </a:moveTo>
                <a:lnTo>
                  <a:pt x="13" y="140"/>
                </a:lnTo>
                <a:lnTo>
                  <a:pt x="7" y="129"/>
                </a:lnTo>
                <a:lnTo>
                  <a:pt x="19" y="123"/>
                </a:lnTo>
                <a:lnTo>
                  <a:pt x="24" y="135"/>
                </a:lnTo>
                <a:moveTo>
                  <a:pt x="13" y="140"/>
                </a:moveTo>
                <a:lnTo>
                  <a:pt x="0" y="147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1"/>
                </a:lnTo>
                <a:lnTo>
                  <a:pt x="7" y="129"/>
                </a:lnTo>
                <a:lnTo>
                  <a:pt x="13" y="140"/>
                </a:lnTo>
                <a:moveTo>
                  <a:pt x="0" y="129"/>
                </a:moveTo>
                <a:lnTo>
                  <a:pt x="0" y="115"/>
                </a:lnTo>
                <a:lnTo>
                  <a:pt x="12" y="115"/>
                </a:lnTo>
                <a:lnTo>
                  <a:pt x="12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2" y="103"/>
                </a:lnTo>
                <a:lnTo>
                  <a:pt x="12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2" y="90"/>
                </a:lnTo>
                <a:lnTo>
                  <a:pt x="12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2" y="77"/>
                </a:lnTo>
                <a:lnTo>
                  <a:pt x="12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2" y="65"/>
                </a:lnTo>
                <a:lnTo>
                  <a:pt x="12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2" y="52"/>
                </a:lnTo>
                <a:lnTo>
                  <a:pt x="12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2" y="40"/>
                </a:lnTo>
                <a:lnTo>
                  <a:pt x="12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2" y="27"/>
                </a:lnTo>
                <a:lnTo>
                  <a:pt x="12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6774120" y="232020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297200" y="2297520"/>
            <a:ext cx="45720" cy="45720"/>
          </a:xfrm>
          <a:custGeom>
            <a:avLst/>
            <a:gdLst/>
            <a:ahLst/>
            <a:rect l="0" t="0" r="r" b="b"/>
            <a:pathLst>
              <a:path w="127" h="127">
                <a:moveTo>
                  <a:pt x="0" y="0"/>
                </a:moveTo>
                <a:lnTo>
                  <a:pt x="127" y="64"/>
                </a:lnTo>
                <a:lnTo>
                  <a:pt x="0" y="1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295040" y="2293920"/>
            <a:ext cx="52920" cy="52920"/>
          </a:xfrm>
          <a:custGeom>
            <a:avLst/>
            <a:gdLst/>
            <a:ahLst/>
            <a:rect l="0" t="0" r="r" b="b"/>
            <a:pathLst>
              <a:path w="147" h="147">
                <a:moveTo>
                  <a:pt x="20" y="10"/>
                </a:moveTo>
                <a:lnTo>
                  <a:pt x="31" y="16"/>
                </a:lnTo>
                <a:lnTo>
                  <a:pt x="26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6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60" y="44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2"/>
                </a:lnTo>
                <a:moveTo>
                  <a:pt x="76" y="38"/>
                </a:moveTo>
                <a:lnTo>
                  <a:pt x="88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8" y="44"/>
                </a:moveTo>
                <a:lnTo>
                  <a:pt x="99" y="49"/>
                </a:lnTo>
                <a:lnTo>
                  <a:pt x="93" y="61"/>
                </a:lnTo>
                <a:lnTo>
                  <a:pt x="82" y="55"/>
                </a:lnTo>
                <a:lnTo>
                  <a:pt x="88" y="44"/>
                </a:lnTo>
                <a:moveTo>
                  <a:pt x="99" y="49"/>
                </a:moveTo>
                <a:lnTo>
                  <a:pt x="111" y="55"/>
                </a:lnTo>
                <a:lnTo>
                  <a:pt x="106" y="66"/>
                </a:lnTo>
                <a:lnTo>
                  <a:pt x="93" y="61"/>
                </a:lnTo>
                <a:lnTo>
                  <a:pt x="99" y="49"/>
                </a:lnTo>
                <a:moveTo>
                  <a:pt x="111" y="55"/>
                </a:moveTo>
                <a:lnTo>
                  <a:pt x="123" y="61"/>
                </a:lnTo>
                <a:lnTo>
                  <a:pt x="117" y="72"/>
                </a:lnTo>
                <a:lnTo>
                  <a:pt x="106" y="66"/>
                </a:lnTo>
                <a:lnTo>
                  <a:pt x="111" y="55"/>
                </a:lnTo>
                <a:moveTo>
                  <a:pt x="123" y="61"/>
                </a:moveTo>
                <a:lnTo>
                  <a:pt x="134" y="66"/>
                </a:lnTo>
                <a:lnTo>
                  <a:pt x="128" y="78"/>
                </a:lnTo>
                <a:lnTo>
                  <a:pt x="117" y="72"/>
                </a:lnTo>
                <a:lnTo>
                  <a:pt x="123" y="61"/>
                </a:lnTo>
                <a:moveTo>
                  <a:pt x="134" y="66"/>
                </a:moveTo>
                <a:lnTo>
                  <a:pt x="147" y="73"/>
                </a:lnTo>
                <a:lnTo>
                  <a:pt x="127" y="83"/>
                </a:lnTo>
                <a:lnTo>
                  <a:pt x="121" y="72"/>
                </a:lnTo>
                <a:lnTo>
                  <a:pt x="130" y="67"/>
                </a:lnTo>
                <a:lnTo>
                  <a:pt x="133" y="73"/>
                </a:lnTo>
                <a:lnTo>
                  <a:pt x="130" y="79"/>
                </a:lnTo>
                <a:lnTo>
                  <a:pt x="128" y="78"/>
                </a:lnTo>
                <a:lnTo>
                  <a:pt x="134" y="66"/>
                </a:lnTo>
                <a:moveTo>
                  <a:pt x="127" y="83"/>
                </a:moveTo>
                <a:lnTo>
                  <a:pt x="115" y="89"/>
                </a:lnTo>
                <a:lnTo>
                  <a:pt x="110" y="78"/>
                </a:lnTo>
                <a:lnTo>
                  <a:pt x="121" y="72"/>
                </a:lnTo>
                <a:lnTo>
                  <a:pt x="127" y="83"/>
                </a:lnTo>
                <a:moveTo>
                  <a:pt x="115" y="89"/>
                </a:moveTo>
                <a:lnTo>
                  <a:pt x="104" y="94"/>
                </a:lnTo>
                <a:lnTo>
                  <a:pt x="97" y="83"/>
                </a:lnTo>
                <a:lnTo>
                  <a:pt x="110" y="78"/>
                </a:lnTo>
                <a:lnTo>
                  <a:pt x="115" y="89"/>
                </a:lnTo>
                <a:moveTo>
                  <a:pt x="104" y="94"/>
                </a:moveTo>
                <a:lnTo>
                  <a:pt x="92" y="100"/>
                </a:lnTo>
                <a:lnTo>
                  <a:pt x="86" y="89"/>
                </a:lnTo>
                <a:lnTo>
                  <a:pt x="97" y="83"/>
                </a:lnTo>
                <a:lnTo>
                  <a:pt x="104" y="94"/>
                </a:lnTo>
                <a:moveTo>
                  <a:pt x="92" y="100"/>
                </a:moveTo>
                <a:lnTo>
                  <a:pt x="81" y="106"/>
                </a:lnTo>
                <a:lnTo>
                  <a:pt x="75" y="94"/>
                </a:lnTo>
                <a:lnTo>
                  <a:pt x="86" y="89"/>
                </a:lnTo>
                <a:lnTo>
                  <a:pt x="92" y="100"/>
                </a:lnTo>
                <a:moveTo>
                  <a:pt x="81" y="106"/>
                </a:moveTo>
                <a:lnTo>
                  <a:pt x="69" y="111"/>
                </a:lnTo>
                <a:lnTo>
                  <a:pt x="64" y="100"/>
                </a:lnTo>
                <a:lnTo>
                  <a:pt x="75" y="94"/>
                </a:lnTo>
                <a:lnTo>
                  <a:pt x="81" y="106"/>
                </a:lnTo>
                <a:moveTo>
                  <a:pt x="69" y="111"/>
                </a:moveTo>
                <a:lnTo>
                  <a:pt x="58" y="117"/>
                </a:lnTo>
                <a:lnTo>
                  <a:pt x="52" y="106"/>
                </a:lnTo>
                <a:lnTo>
                  <a:pt x="64" y="100"/>
                </a:lnTo>
                <a:lnTo>
                  <a:pt x="69" y="111"/>
                </a:lnTo>
                <a:moveTo>
                  <a:pt x="58" y="117"/>
                </a:moveTo>
                <a:lnTo>
                  <a:pt x="47" y="123"/>
                </a:lnTo>
                <a:lnTo>
                  <a:pt x="41" y="111"/>
                </a:lnTo>
                <a:lnTo>
                  <a:pt x="52" y="106"/>
                </a:lnTo>
                <a:lnTo>
                  <a:pt x="58" y="117"/>
                </a:lnTo>
                <a:moveTo>
                  <a:pt x="47" y="123"/>
                </a:moveTo>
                <a:lnTo>
                  <a:pt x="35" y="129"/>
                </a:lnTo>
                <a:lnTo>
                  <a:pt x="30" y="117"/>
                </a:lnTo>
                <a:lnTo>
                  <a:pt x="41" y="111"/>
                </a:lnTo>
                <a:lnTo>
                  <a:pt x="47" y="123"/>
                </a:lnTo>
                <a:moveTo>
                  <a:pt x="35" y="129"/>
                </a:moveTo>
                <a:lnTo>
                  <a:pt x="24" y="135"/>
                </a:lnTo>
                <a:lnTo>
                  <a:pt x="19" y="123"/>
                </a:lnTo>
                <a:lnTo>
                  <a:pt x="30" y="117"/>
                </a:lnTo>
                <a:lnTo>
                  <a:pt x="35" y="129"/>
                </a:lnTo>
                <a:moveTo>
                  <a:pt x="24" y="135"/>
                </a:moveTo>
                <a:lnTo>
                  <a:pt x="13" y="140"/>
                </a:lnTo>
                <a:lnTo>
                  <a:pt x="7" y="129"/>
                </a:lnTo>
                <a:lnTo>
                  <a:pt x="19" y="123"/>
                </a:lnTo>
                <a:lnTo>
                  <a:pt x="24" y="135"/>
                </a:lnTo>
                <a:moveTo>
                  <a:pt x="13" y="140"/>
                </a:moveTo>
                <a:lnTo>
                  <a:pt x="0" y="147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1"/>
                </a:lnTo>
                <a:lnTo>
                  <a:pt x="7" y="129"/>
                </a:lnTo>
                <a:lnTo>
                  <a:pt x="13" y="140"/>
                </a:lnTo>
                <a:moveTo>
                  <a:pt x="0" y="129"/>
                </a:moveTo>
                <a:lnTo>
                  <a:pt x="0" y="115"/>
                </a:lnTo>
                <a:lnTo>
                  <a:pt x="12" y="115"/>
                </a:lnTo>
                <a:lnTo>
                  <a:pt x="12" y="129"/>
                </a:lnTo>
                <a:lnTo>
                  <a:pt x="0" y="129"/>
                </a:lnTo>
                <a:moveTo>
                  <a:pt x="0" y="115"/>
                </a:moveTo>
                <a:lnTo>
                  <a:pt x="0" y="103"/>
                </a:lnTo>
                <a:lnTo>
                  <a:pt x="12" y="103"/>
                </a:lnTo>
                <a:lnTo>
                  <a:pt x="12" y="115"/>
                </a:lnTo>
                <a:lnTo>
                  <a:pt x="0" y="115"/>
                </a:lnTo>
                <a:moveTo>
                  <a:pt x="0" y="103"/>
                </a:moveTo>
                <a:lnTo>
                  <a:pt x="0" y="90"/>
                </a:lnTo>
                <a:lnTo>
                  <a:pt x="12" y="90"/>
                </a:lnTo>
                <a:lnTo>
                  <a:pt x="12" y="103"/>
                </a:lnTo>
                <a:lnTo>
                  <a:pt x="0" y="103"/>
                </a:lnTo>
                <a:moveTo>
                  <a:pt x="0" y="90"/>
                </a:moveTo>
                <a:lnTo>
                  <a:pt x="0" y="77"/>
                </a:lnTo>
                <a:lnTo>
                  <a:pt x="12" y="77"/>
                </a:lnTo>
                <a:lnTo>
                  <a:pt x="12" y="90"/>
                </a:lnTo>
                <a:lnTo>
                  <a:pt x="0" y="90"/>
                </a:lnTo>
                <a:moveTo>
                  <a:pt x="0" y="77"/>
                </a:moveTo>
                <a:lnTo>
                  <a:pt x="0" y="65"/>
                </a:lnTo>
                <a:lnTo>
                  <a:pt x="12" y="65"/>
                </a:lnTo>
                <a:lnTo>
                  <a:pt x="12" y="77"/>
                </a:lnTo>
                <a:lnTo>
                  <a:pt x="0" y="77"/>
                </a:lnTo>
                <a:moveTo>
                  <a:pt x="0" y="65"/>
                </a:moveTo>
                <a:lnTo>
                  <a:pt x="0" y="52"/>
                </a:lnTo>
                <a:lnTo>
                  <a:pt x="12" y="52"/>
                </a:lnTo>
                <a:lnTo>
                  <a:pt x="12" y="65"/>
                </a:lnTo>
                <a:lnTo>
                  <a:pt x="0" y="65"/>
                </a:lnTo>
                <a:moveTo>
                  <a:pt x="0" y="52"/>
                </a:moveTo>
                <a:lnTo>
                  <a:pt x="0" y="40"/>
                </a:lnTo>
                <a:lnTo>
                  <a:pt x="12" y="40"/>
                </a:lnTo>
                <a:lnTo>
                  <a:pt x="12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2" y="27"/>
                </a:lnTo>
                <a:lnTo>
                  <a:pt x="12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5002200" y="2484360"/>
            <a:ext cx="885240" cy="346320"/>
          </a:xfrm>
          <a:custGeom>
            <a:avLst/>
            <a:gdLst/>
            <a:ahLst/>
            <a:rect l="0" t="0" r="r" b="b"/>
            <a:pathLst>
              <a:path fill="none" w="2459" h="962">
                <a:moveTo>
                  <a:pt x="0" y="962"/>
                </a:moveTo>
                <a:lnTo>
                  <a:pt x="132" y="962"/>
                </a:lnTo>
                <a:cubicBezTo>
                  <a:pt x="263" y="962"/>
                  <a:pt x="526" y="962"/>
                  <a:pt x="936" y="802"/>
                </a:cubicBezTo>
                <a:cubicBezTo>
                  <a:pt x="1346" y="642"/>
                  <a:pt x="1902" y="321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856120" y="24732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8"/>
                </a:moveTo>
                <a:lnTo>
                  <a:pt x="141" y="0"/>
                </a:lnTo>
                <a:lnTo>
                  <a:pt x="63" y="118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5852160" y="247068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2"/>
                </a:lnTo>
                <a:lnTo>
                  <a:pt x="23" y="9"/>
                </a:lnTo>
                <a:moveTo>
                  <a:pt x="35" y="8"/>
                </a:moveTo>
                <a:lnTo>
                  <a:pt x="48" y="8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8"/>
                </a:moveTo>
                <a:lnTo>
                  <a:pt x="61" y="7"/>
                </a:lnTo>
                <a:lnTo>
                  <a:pt x="61" y="20"/>
                </a:lnTo>
                <a:lnTo>
                  <a:pt x="49" y="20"/>
                </a:lnTo>
                <a:lnTo>
                  <a:pt x="48" y="8"/>
                </a:lnTo>
                <a:moveTo>
                  <a:pt x="61" y="7"/>
                </a:moveTo>
                <a:lnTo>
                  <a:pt x="73" y="6"/>
                </a:lnTo>
                <a:lnTo>
                  <a:pt x="74" y="19"/>
                </a:lnTo>
                <a:lnTo>
                  <a:pt x="61" y="20"/>
                </a:lnTo>
                <a:lnTo>
                  <a:pt x="61" y="7"/>
                </a:lnTo>
                <a:moveTo>
                  <a:pt x="73" y="6"/>
                </a:moveTo>
                <a:lnTo>
                  <a:pt x="86" y="4"/>
                </a:lnTo>
                <a:lnTo>
                  <a:pt x="86" y="18"/>
                </a:lnTo>
                <a:lnTo>
                  <a:pt x="74" y="19"/>
                </a:lnTo>
                <a:lnTo>
                  <a:pt x="73" y="6"/>
                </a:lnTo>
                <a:moveTo>
                  <a:pt x="86" y="4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4"/>
                </a:lnTo>
                <a:moveTo>
                  <a:pt x="98" y="4"/>
                </a:moveTo>
                <a:lnTo>
                  <a:pt x="111" y="3"/>
                </a:lnTo>
                <a:lnTo>
                  <a:pt x="112" y="17"/>
                </a:lnTo>
                <a:lnTo>
                  <a:pt x="99" y="17"/>
                </a:lnTo>
                <a:lnTo>
                  <a:pt x="98" y="4"/>
                </a:lnTo>
                <a:moveTo>
                  <a:pt x="111" y="3"/>
                </a:moveTo>
                <a:lnTo>
                  <a:pt x="123" y="2"/>
                </a:lnTo>
                <a:lnTo>
                  <a:pt x="124" y="16"/>
                </a:lnTo>
                <a:lnTo>
                  <a:pt x="112" y="17"/>
                </a:lnTo>
                <a:lnTo>
                  <a:pt x="111" y="3"/>
                </a:lnTo>
                <a:moveTo>
                  <a:pt x="123" y="2"/>
                </a:moveTo>
                <a:lnTo>
                  <a:pt x="137" y="2"/>
                </a:lnTo>
                <a:lnTo>
                  <a:pt x="138" y="15"/>
                </a:lnTo>
                <a:lnTo>
                  <a:pt x="124" y="16"/>
                </a:lnTo>
                <a:lnTo>
                  <a:pt x="123" y="2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3"/>
                </a:lnTo>
                <a:lnTo>
                  <a:pt x="152" y="8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1"/>
                </a:lnTo>
                <a:lnTo>
                  <a:pt x="134" y="24"/>
                </a:lnTo>
                <a:lnTo>
                  <a:pt x="141" y="13"/>
                </a:lnTo>
                <a:lnTo>
                  <a:pt x="152" y="20"/>
                </a:lnTo>
                <a:moveTo>
                  <a:pt x="145" y="31"/>
                </a:moveTo>
                <a:lnTo>
                  <a:pt x="138" y="41"/>
                </a:lnTo>
                <a:lnTo>
                  <a:pt x="127" y="34"/>
                </a:lnTo>
                <a:lnTo>
                  <a:pt x="134" y="24"/>
                </a:lnTo>
                <a:lnTo>
                  <a:pt x="145" y="31"/>
                </a:lnTo>
                <a:moveTo>
                  <a:pt x="138" y="41"/>
                </a:moveTo>
                <a:lnTo>
                  <a:pt x="131" y="52"/>
                </a:lnTo>
                <a:lnTo>
                  <a:pt x="119" y="45"/>
                </a:lnTo>
                <a:lnTo>
                  <a:pt x="127" y="34"/>
                </a:lnTo>
                <a:lnTo>
                  <a:pt x="138" y="41"/>
                </a:lnTo>
                <a:moveTo>
                  <a:pt x="131" y="52"/>
                </a:moveTo>
                <a:lnTo>
                  <a:pt x="123" y="62"/>
                </a:lnTo>
                <a:lnTo>
                  <a:pt x="112" y="55"/>
                </a:lnTo>
                <a:lnTo>
                  <a:pt x="119" y="45"/>
                </a:lnTo>
                <a:lnTo>
                  <a:pt x="131" y="52"/>
                </a:lnTo>
                <a:moveTo>
                  <a:pt x="123" y="62"/>
                </a:moveTo>
                <a:lnTo>
                  <a:pt x="116" y="73"/>
                </a:lnTo>
                <a:lnTo>
                  <a:pt x="105" y="66"/>
                </a:lnTo>
                <a:lnTo>
                  <a:pt x="112" y="55"/>
                </a:lnTo>
                <a:lnTo>
                  <a:pt x="123" y="62"/>
                </a:lnTo>
                <a:moveTo>
                  <a:pt x="116" y="73"/>
                </a:moveTo>
                <a:lnTo>
                  <a:pt x="109" y="83"/>
                </a:lnTo>
                <a:lnTo>
                  <a:pt x="99" y="76"/>
                </a:lnTo>
                <a:lnTo>
                  <a:pt x="105" y="66"/>
                </a:lnTo>
                <a:lnTo>
                  <a:pt x="116" y="73"/>
                </a:lnTo>
                <a:moveTo>
                  <a:pt x="109" y="83"/>
                </a:moveTo>
                <a:lnTo>
                  <a:pt x="102" y="94"/>
                </a:lnTo>
                <a:lnTo>
                  <a:pt x="92" y="87"/>
                </a:lnTo>
                <a:lnTo>
                  <a:pt x="99" y="76"/>
                </a:lnTo>
                <a:lnTo>
                  <a:pt x="109" y="83"/>
                </a:lnTo>
                <a:moveTo>
                  <a:pt x="102" y="94"/>
                </a:moveTo>
                <a:lnTo>
                  <a:pt x="95" y="104"/>
                </a:lnTo>
                <a:lnTo>
                  <a:pt x="85" y="97"/>
                </a:lnTo>
                <a:lnTo>
                  <a:pt x="92" y="87"/>
                </a:lnTo>
                <a:lnTo>
                  <a:pt x="102" y="94"/>
                </a:lnTo>
                <a:moveTo>
                  <a:pt x="95" y="104"/>
                </a:moveTo>
                <a:lnTo>
                  <a:pt x="88" y="115"/>
                </a:lnTo>
                <a:lnTo>
                  <a:pt x="78" y="108"/>
                </a:lnTo>
                <a:lnTo>
                  <a:pt x="85" y="97"/>
                </a:lnTo>
                <a:lnTo>
                  <a:pt x="95" y="104"/>
                </a:lnTo>
                <a:moveTo>
                  <a:pt x="88" y="115"/>
                </a:moveTo>
                <a:lnTo>
                  <a:pt x="81" y="125"/>
                </a:lnTo>
                <a:lnTo>
                  <a:pt x="71" y="118"/>
                </a:lnTo>
                <a:lnTo>
                  <a:pt x="78" y="108"/>
                </a:lnTo>
                <a:lnTo>
                  <a:pt x="88" y="115"/>
                </a:lnTo>
                <a:moveTo>
                  <a:pt x="81" y="125"/>
                </a:moveTo>
                <a:lnTo>
                  <a:pt x="73" y="137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5"/>
                </a:lnTo>
                <a:lnTo>
                  <a:pt x="68" y="122"/>
                </a:lnTo>
                <a:lnTo>
                  <a:pt x="71" y="118"/>
                </a:lnTo>
                <a:lnTo>
                  <a:pt x="81" y="125"/>
                </a:lnTo>
                <a:moveTo>
                  <a:pt x="64" y="121"/>
                </a:moveTo>
                <a:lnTo>
                  <a:pt x="58" y="111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1"/>
                </a:moveTo>
                <a:lnTo>
                  <a:pt x="51" y="100"/>
                </a:lnTo>
                <a:lnTo>
                  <a:pt x="62" y="93"/>
                </a:lnTo>
                <a:lnTo>
                  <a:pt x="69" y="104"/>
                </a:lnTo>
                <a:lnTo>
                  <a:pt x="58" y="111"/>
                </a:lnTo>
                <a:moveTo>
                  <a:pt x="51" y="100"/>
                </a:moveTo>
                <a:lnTo>
                  <a:pt x="45" y="89"/>
                </a:lnTo>
                <a:lnTo>
                  <a:pt x="56" y="82"/>
                </a:lnTo>
                <a:lnTo>
                  <a:pt x="62" y="93"/>
                </a:lnTo>
                <a:lnTo>
                  <a:pt x="51" y="100"/>
                </a:lnTo>
                <a:moveTo>
                  <a:pt x="45" y="89"/>
                </a:moveTo>
                <a:lnTo>
                  <a:pt x="39" y="78"/>
                </a:lnTo>
                <a:lnTo>
                  <a:pt x="50" y="72"/>
                </a:lnTo>
                <a:lnTo>
                  <a:pt x="56" y="82"/>
                </a:lnTo>
                <a:lnTo>
                  <a:pt x="45" y="89"/>
                </a:lnTo>
                <a:moveTo>
                  <a:pt x="39" y="78"/>
                </a:moveTo>
                <a:lnTo>
                  <a:pt x="33" y="67"/>
                </a:lnTo>
                <a:lnTo>
                  <a:pt x="44" y="61"/>
                </a:lnTo>
                <a:lnTo>
                  <a:pt x="50" y="72"/>
                </a:lnTo>
                <a:lnTo>
                  <a:pt x="39" y="78"/>
                </a:lnTo>
                <a:moveTo>
                  <a:pt x="33" y="67"/>
                </a:moveTo>
                <a:lnTo>
                  <a:pt x="26" y="56"/>
                </a:lnTo>
                <a:lnTo>
                  <a:pt x="37" y="50"/>
                </a:lnTo>
                <a:lnTo>
                  <a:pt x="44" y="61"/>
                </a:lnTo>
                <a:lnTo>
                  <a:pt x="33" y="67"/>
                </a:lnTo>
                <a:moveTo>
                  <a:pt x="26" y="56"/>
                </a:moveTo>
                <a:lnTo>
                  <a:pt x="20" y="45"/>
                </a:lnTo>
                <a:lnTo>
                  <a:pt x="31" y="39"/>
                </a:lnTo>
                <a:lnTo>
                  <a:pt x="37" y="50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8"/>
                </a:lnTo>
                <a:lnTo>
                  <a:pt x="31" y="39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8"/>
                </a:lnTo>
                <a:lnTo>
                  <a:pt x="14" y="34"/>
                </a:lnTo>
                <a:moveTo>
                  <a:pt x="7" y="23"/>
                </a:moveTo>
                <a:lnTo>
                  <a:pt x="0" y="11"/>
                </a:lnTo>
                <a:lnTo>
                  <a:pt x="23" y="9"/>
                </a:lnTo>
                <a:lnTo>
                  <a:pt x="24" y="22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191448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91448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14600" y="171504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2744280" y="26715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2744280" y="26715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91448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574080" y="190080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574080" y="190080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744280" y="26838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3380760" y="271296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380760" y="271296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574080" y="19130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439452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394520" y="225216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3380760" y="27252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6986520" y="22521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6986520" y="22521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439452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5214600" y="276228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5214600" y="276228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986880" y="22644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14960" y="216720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14960" y="216720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214960" y="277452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270520" y="216720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270520" y="216720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85240" y="226440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3930120" y="267732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3930120" y="267732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440440" y="226440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5570640" y="216720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5570640" y="216720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100040" y="277452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342560" y="216720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342560" y="216720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5740920" y="226440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6840" y="3352680"/>
            <a:ext cx="7744320" cy="781200"/>
          </a:xfrm>
          <a:custGeom>
            <a:avLst/>
            <a:gdLst/>
            <a:ahLst/>
            <a:rect l="0" t="0" r="r" b="b"/>
            <a:pathLst>
              <a:path w="21512" h="2170">
                <a:moveTo>
                  <a:pt x="0" y="0"/>
                </a:moveTo>
                <a:lnTo>
                  <a:pt x="21512" y="0"/>
                </a:lnTo>
                <a:lnTo>
                  <a:pt x="21512" y="2170"/>
                </a:lnTo>
                <a:lnTo>
                  <a:pt x="0" y="217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56840" y="33526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56840" y="412416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8191440" y="3352680"/>
            <a:ext cx="9720" cy="781200"/>
          </a:xfrm>
          <a:custGeom>
            <a:avLst/>
            <a:gdLst/>
            <a:ahLst/>
            <a:rect l="0" t="0" r="r" b="b"/>
            <a:pathLst>
              <a:path w="27" h="2170">
                <a:moveTo>
                  <a:pt x="0" y="106"/>
                </a:moveTo>
                <a:lnTo>
                  <a:pt x="0" y="2170"/>
                </a:lnTo>
                <a:lnTo>
                  <a:pt x="27" y="217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6840" y="3352680"/>
            <a:ext cx="10080" cy="781200"/>
          </a:xfrm>
          <a:custGeom>
            <a:avLst/>
            <a:gdLst/>
            <a:ahLst/>
            <a:rect l="0" t="0" r="r" b="b"/>
            <a:pathLst>
              <a:path w="28" h="2170">
                <a:moveTo>
                  <a:pt x="0" y="0"/>
                </a:moveTo>
                <a:lnTo>
                  <a:pt x="0" y="2170"/>
                </a:lnTo>
                <a:lnTo>
                  <a:pt x="28" y="217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7512840" y="226440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634320" y="356544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34320" y="378468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0" name=""/>
          <p:cNvSpPr/>
          <p:nvPr/>
        </p:nvSpPr>
        <p:spPr>
          <a:xfrm>
            <a:off x="5374440" y="2423160"/>
            <a:ext cx="1683720" cy="0"/>
          </a:xfrm>
          <a:custGeom>
            <a:avLst/>
            <a:gdLst/>
            <a:ahLst/>
            <a:rect l="0" t="0" r="r" b="b"/>
            <a:pathLst>
              <a:path fill="none" w="4677" h="0">
                <a:moveTo>
                  <a:pt x="0" y="0"/>
                </a:moveTo>
                <a:lnTo>
                  <a:pt x="309" y="0"/>
                </a:lnTo>
                <a:cubicBezTo>
                  <a:pt x="619" y="0"/>
                  <a:pt x="1238" y="0"/>
                  <a:pt x="2018" y="0"/>
                </a:cubicBezTo>
                <a:cubicBezTo>
                  <a:pt x="2797" y="0"/>
                  <a:pt x="3737" y="0"/>
                  <a:pt x="4207" y="0"/>
                </a:cubicBezTo>
                <a:lnTo>
                  <a:pt x="4677" y="0"/>
                </a:lnTo>
              </a:path>
            </a:pathLst>
          </a:custGeom>
          <a:ln w="26280">
            <a:solidFill>
              <a:srgbClr val="a8481f"/>
            </a:solidFill>
            <a:miter/>
          </a:ln>
        </p:spPr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5342400" y="238752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0" y="99"/>
                </a:moveTo>
                <a:lnTo>
                  <a:pt x="198" y="198"/>
                </a:lnTo>
                <a:lnTo>
                  <a:pt x="198" y="0"/>
                </a:lnTo>
                <a:lnTo>
                  <a:pt x="0" y="99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5334480" y="2381760"/>
            <a:ext cx="82800" cy="82800"/>
          </a:xfrm>
          <a:custGeom>
            <a:avLst/>
            <a:gdLst/>
            <a:ahLst/>
            <a:rect l="0" t="0" r="r" b="b"/>
            <a:pathLst>
              <a:path w="230" h="230">
                <a:moveTo>
                  <a:pt x="44" y="115"/>
                </a:moveTo>
                <a:lnTo>
                  <a:pt x="62" y="124"/>
                </a:lnTo>
                <a:lnTo>
                  <a:pt x="53" y="142"/>
                </a:lnTo>
                <a:lnTo>
                  <a:pt x="35" y="132"/>
                </a:lnTo>
                <a:lnTo>
                  <a:pt x="44" y="115"/>
                </a:lnTo>
                <a:moveTo>
                  <a:pt x="62" y="124"/>
                </a:moveTo>
                <a:lnTo>
                  <a:pt x="79" y="132"/>
                </a:lnTo>
                <a:lnTo>
                  <a:pt x="70" y="151"/>
                </a:lnTo>
                <a:lnTo>
                  <a:pt x="53" y="142"/>
                </a:lnTo>
                <a:lnTo>
                  <a:pt x="62" y="124"/>
                </a:lnTo>
                <a:moveTo>
                  <a:pt x="79" y="132"/>
                </a:moveTo>
                <a:lnTo>
                  <a:pt x="97" y="142"/>
                </a:lnTo>
                <a:lnTo>
                  <a:pt x="88" y="160"/>
                </a:lnTo>
                <a:lnTo>
                  <a:pt x="70" y="151"/>
                </a:lnTo>
                <a:lnTo>
                  <a:pt x="79" y="132"/>
                </a:lnTo>
                <a:moveTo>
                  <a:pt x="97" y="142"/>
                </a:moveTo>
                <a:lnTo>
                  <a:pt x="115" y="151"/>
                </a:lnTo>
                <a:lnTo>
                  <a:pt x="106" y="169"/>
                </a:lnTo>
                <a:lnTo>
                  <a:pt x="88" y="160"/>
                </a:lnTo>
                <a:lnTo>
                  <a:pt x="97" y="142"/>
                </a:lnTo>
                <a:moveTo>
                  <a:pt x="115" y="151"/>
                </a:moveTo>
                <a:lnTo>
                  <a:pt x="132" y="160"/>
                </a:lnTo>
                <a:lnTo>
                  <a:pt x="123" y="178"/>
                </a:lnTo>
                <a:lnTo>
                  <a:pt x="106" y="169"/>
                </a:lnTo>
                <a:lnTo>
                  <a:pt x="115" y="151"/>
                </a:lnTo>
                <a:moveTo>
                  <a:pt x="132" y="160"/>
                </a:moveTo>
                <a:lnTo>
                  <a:pt x="150" y="169"/>
                </a:lnTo>
                <a:lnTo>
                  <a:pt x="141" y="186"/>
                </a:lnTo>
                <a:lnTo>
                  <a:pt x="123" y="178"/>
                </a:lnTo>
                <a:lnTo>
                  <a:pt x="132" y="160"/>
                </a:lnTo>
                <a:moveTo>
                  <a:pt x="150" y="169"/>
                </a:moveTo>
                <a:lnTo>
                  <a:pt x="167" y="178"/>
                </a:lnTo>
                <a:lnTo>
                  <a:pt x="159" y="195"/>
                </a:lnTo>
                <a:lnTo>
                  <a:pt x="141" y="186"/>
                </a:lnTo>
                <a:lnTo>
                  <a:pt x="150" y="169"/>
                </a:lnTo>
                <a:moveTo>
                  <a:pt x="167" y="178"/>
                </a:moveTo>
                <a:lnTo>
                  <a:pt x="186" y="186"/>
                </a:lnTo>
                <a:lnTo>
                  <a:pt x="176" y="204"/>
                </a:lnTo>
                <a:lnTo>
                  <a:pt x="159" y="195"/>
                </a:lnTo>
                <a:lnTo>
                  <a:pt x="167" y="178"/>
                </a:lnTo>
                <a:moveTo>
                  <a:pt x="186" y="186"/>
                </a:moveTo>
                <a:lnTo>
                  <a:pt x="204" y="195"/>
                </a:lnTo>
                <a:lnTo>
                  <a:pt x="195" y="213"/>
                </a:lnTo>
                <a:lnTo>
                  <a:pt x="176" y="204"/>
                </a:lnTo>
                <a:lnTo>
                  <a:pt x="186" y="186"/>
                </a:lnTo>
                <a:moveTo>
                  <a:pt x="204" y="195"/>
                </a:moveTo>
                <a:lnTo>
                  <a:pt x="221" y="204"/>
                </a:lnTo>
                <a:lnTo>
                  <a:pt x="213" y="222"/>
                </a:lnTo>
                <a:lnTo>
                  <a:pt x="195" y="213"/>
                </a:lnTo>
                <a:lnTo>
                  <a:pt x="204" y="195"/>
                </a:lnTo>
                <a:moveTo>
                  <a:pt x="221" y="204"/>
                </a:moveTo>
                <a:lnTo>
                  <a:pt x="224" y="206"/>
                </a:lnTo>
                <a:lnTo>
                  <a:pt x="220" y="214"/>
                </a:lnTo>
                <a:lnTo>
                  <a:pt x="210" y="214"/>
                </a:lnTo>
                <a:lnTo>
                  <a:pt x="210" y="198"/>
                </a:lnTo>
                <a:lnTo>
                  <a:pt x="230" y="198"/>
                </a:lnTo>
                <a:lnTo>
                  <a:pt x="230" y="230"/>
                </a:lnTo>
                <a:lnTo>
                  <a:pt x="213" y="222"/>
                </a:lnTo>
                <a:lnTo>
                  <a:pt x="221" y="204"/>
                </a:lnTo>
                <a:moveTo>
                  <a:pt x="210" y="198"/>
                </a:moveTo>
                <a:lnTo>
                  <a:pt x="210" y="178"/>
                </a:lnTo>
                <a:lnTo>
                  <a:pt x="230" y="178"/>
                </a:lnTo>
                <a:lnTo>
                  <a:pt x="230" y="198"/>
                </a:lnTo>
                <a:lnTo>
                  <a:pt x="210" y="198"/>
                </a:lnTo>
                <a:moveTo>
                  <a:pt x="210" y="178"/>
                </a:moveTo>
                <a:lnTo>
                  <a:pt x="210" y="159"/>
                </a:lnTo>
                <a:lnTo>
                  <a:pt x="230" y="159"/>
                </a:lnTo>
                <a:lnTo>
                  <a:pt x="230" y="178"/>
                </a:lnTo>
                <a:lnTo>
                  <a:pt x="210" y="178"/>
                </a:lnTo>
                <a:moveTo>
                  <a:pt x="210" y="159"/>
                </a:moveTo>
                <a:lnTo>
                  <a:pt x="210" y="138"/>
                </a:lnTo>
                <a:lnTo>
                  <a:pt x="230" y="138"/>
                </a:lnTo>
                <a:lnTo>
                  <a:pt x="230" y="159"/>
                </a:lnTo>
                <a:lnTo>
                  <a:pt x="210" y="159"/>
                </a:lnTo>
                <a:moveTo>
                  <a:pt x="210" y="138"/>
                </a:moveTo>
                <a:lnTo>
                  <a:pt x="210" y="118"/>
                </a:lnTo>
                <a:lnTo>
                  <a:pt x="230" y="118"/>
                </a:lnTo>
                <a:lnTo>
                  <a:pt x="230" y="138"/>
                </a:lnTo>
                <a:lnTo>
                  <a:pt x="210" y="138"/>
                </a:lnTo>
                <a:moveTo>
                  <a:pt x="210" y="118"/>
                </a:moveTo>
                <a:lnTo>
                  <a:pt x="210" y="99"/>
                </a:lnTo>
                <a:lnTo>
                  <a:pt x="230" y="99"/>
                </a:lnTo>
                <a:lnTo>
                  <a:pt x="230" y="118"/>
                </a:lnTo>
                <a:lnTo>
                  <a:pt x="210" y="118"/>
                </a:lnTo>
                <a:moveTo>
                  <a:pt x="210" y="99"/>
                </a:moveTo>
                <a:lnTo>
                  <a:pt x="210" y="79"/>
                </a:lnTo>
                <a:lnTo>
                  <a:pt x="230" y="79"/>
                </a:lnTo>
                <a:lnTo>
                  <a:pt x="230" y="99"/>
                </a:lnTo>
                <a:lnTo>
                  <a:pt x="210" y="99"/>
                </a:lnTo>
                <a:moveTo>
                  <a:pt x="210" y="79"/>
                </a:moveTo>
                <a:lnTo>
                  <a:pt x="210" y="59"/>
                </a:lnTo>
                <a:lnTo>
                  <a:pt x="230" y="59"/>
                </a:lnTo>
                <a:lnTo>
                  <a:pt x="230" y="79"/>
                </a:lnTo>
                <a:lnTo>
                  <a:pt x="210" y="79"/>
                </a:lnTo>
                <a:moveTo>
                  <a:pt x="210" y="59"/>
                </a:moveTo>
                <a:lnTo>
                  <a:pt x="210" y="39"/>
                </a:lnTo>
                <a:lnTo>
                  <a:pt x="230" y="39"/>
                </a:lnTo>
                <a:lnTo>
                  <a:pt x="230" y="59"/>
                </a:lnTo>
                <a:lnTo>
                  <a:pt x="210" y="59"/>
                </a:lnTo>
                <a:moveTo>
                  <a:pt x="210" y="39"/>
                </a:moveTo>
                <a:lnTo>
                  <a:pt x="210" y="20"/>
                </a:lnTo>
                <a:lnTo>
                  <a:pt x="230" y="20"/>
                </a:lnTo>
                <a:lnTo>
                  <a:pt x="230" y="39"/>
                </a:lnTo>
                <a:lnTo>
                  <a:pt x="210" y="39"/>
                </a:lnTo>
                <a:moveTo>
                  <a:pt x="210" y="20"/>
                </a:moveTo>
                <a:lnTo>
                  <a:pt x="210" y="16"/>
                </a:lnTo>
                <a:lnTo>
                  <a:pt x="220" y="16"/>
                </a:lnTo>
                <a:lnTo>
                  <a:pt x="224" y="25"/>
                </a:lnTo>
                <a:lnTo>
                  <a:pt x="210" y="32"/>
                </a:lnTo>
                <a:lnTo>
                  <a:pt x="201" y="15"/>
                </a:lnTo>
                <a:lnTo>
                  <a:pt x="230" y="0"/>
                </a:lnTo>
                <a:lnTo>
                  <a:pt x="230" y="20"/>
                </a:lnTo>
                <a:lnTo>
                  <a:pt x="210" y="20"/>
                </a:lnTo>
                <a:moveTo>
                  <a:pt x="210" y="32"/>
                </a:moveTo>
                <a:lnTo>
                  <a:pt x="192" y="41"/>
                </a:lnTo>
                <a:lnTo>
                  <a:pt x="184" y="23"/>
                </a:lnTo>
                <a:lnTo>
                  <a:pt x="201" y="15"/>
                </a:lnTo>
                <a:lnTo>
                  <a:pt x="210" y="32"/>
                </a:lnTo>
                <a:moveTo>
                  <a:pt x="192" y="41"/>
                </a:moveTo>
                <a:lnTo>
                  <a:pt x="174" y="50"/>
                </a:lnTo>
                <a:lnTo>
                  <a:pt x="165" y="32"/>
                </a:lnTo>
                <a:lnTo>
                  <a:pt x="184" y="23"/>
                </a:lnTo>
                <a:lnTo>
                  <a:pt x="192" y="41"/>
                </a:lnTo>
                <a:moveTo>
                  <a:pt x="174" y="50"/>
                </a:moveTo>
                <a:lnTo>
                  <a:pt x="156" y="59"/>
                </a:lnTo>
                <a:lnTo>
                  <a:pt x="147" y="41"/>
                </a:lnTo>
                <a:lnTo>
                  <a:pt x="165" y="32"/>
                </a:lnTo>
                <a:lnTo>
                  <a:pt x="174" y="50"/>
                </a:lnTo>
                <a:moveTo>
                  <a:pt x="156" y="59"/>
                </a:moveTo>
                <a:lnTo>
                  <a:pt x="139" y="68"/>
                </a:lnTo>
                <a:lnTo>
                  <a:pt x="130" y="50"/>
                </a:lnTo>
                <a:lnTo>
                  <a:pt x="147" y="41"/>
                </a:lnTo>
                <a:lnTo>
                  <a:pt x="156" y="59"/>
                </a:lnTo>
                <a:moveTo>
                  <a:pt x="139" y="68"/>
                </a:moveTo>
                <a:lnTo>
                  <a:pt x="121" y="76"/>
                </a:lnTo>
                <a:lnTo>
                  <a:pt x="112" y="59"/>
                </a:lnTo>
                <a:lnTo>
                  <a:pt x="130" y="50"/>
                </a:lnTo>
                <a:lnTo>
                  <a:pt x="139" y="68"/>
                </a:lnTo>
                <a:moveTo>
                  <a:pt x="121" y="76"/>
                </a:moveTo>
                <a:lnTo>
                  <a:pt x="103" y="85"/>
                </a:lnTo>
                <a:lnTo>
                  <a:pt x="94" y="68"/>
                </a:lnTo>
                <a:lnTo>
                  <a:pt x="112" y="59"/>
                </a:lnTo>
                <a:lnTo>
                  <a:pt x="121" y="76"/>
                </a:lnTo>
                <a:moveTo>
                  <a:pt x="103" y="85"/>
                </a:moveTo>
                <a:lnTo>
                  <a:pt x="86" y="94"/>
                </a:lnTo>
                <a:lnTo>
                  <a:pt x="77" y="76"/>
                </a:lnTo>
                <a:lnTo>
                  <a:pt x="94" y="68"/>
                </a:lnTo>
                <a:lnTo>
                  <a:pt x="103" y="85"/>
                </a:lnTo>
                <a:moveTo>
                  <a:pt x="86" y="94"/>
                </a:moveTo>
                <a:lnTo>
                  <a:pt x="68" y="103"/>
                </a:lnTo>
                <a:lnTo>
                  <a:pt x="59" y="85"/>
                </a:lnTo>
                <a:lnTo>
                  <a:pt x="77" y="76"/>
                </a:lnTo>
                <a:lnTo>
                  <a:pt x="86" y="94"/>
                </a:lnTo>
                <a:moveTo>
                  <a:pt x="68" y="103"/>
                </a:moveTo>
                <a:lnTo>
                  <a:pt x="50" y="112"/>
                </a:lnTo>
                <a:lnTo>
                  <a:pt x="42" y="94"/>
                </a:lnTo>
                <a:lnTo>
                  <a:pt x="59" y="85"/>
                </a:lnTo>
                <a:lnTo>
                  <a:pt x="68" y="103"/>
                </a:lnTo>
                <a:moveTo>
                  <a:pt x="50" y="112"/>
                </a:moveTo>
                <a:lnTo>
                  <a:pt x="33" y="120"/>
                </a:lnTo>
                <a:lnTo>
                  <a:pt x="24" y="103"/>
                </a:lnTo>
                <a:lnTo>
                  <a:pt x="42" y="94"/>
                </a:lnTo>
                <a:lnTo>
                  <a:pt x="50" y="112"/>
                </a:lnTo>
                <a:moveTo>
                  <a:pt x="33" y="120"/>
                </a:moveTo>
                <a:lnTo>
                  <a:pt x="26" y="124"/>
                </a:lnTo>
                <a:lnTo>
                  <a:pt x="22" y="115"/>
                </a:lnTo>
                <a:lnTo>
                  <a:pt x="26" y="106"/>
                </a:lnTo>
                <a:lnTo>
                  <a:pt x="44" y="115"/>
                </a:lnTo>
                <a:lnTo>
                  <a:pt x="35" y="132"/>
                </a:lnTo>
                <a:lnTo>
                  <a:pt x="0" y="115"/>
                </a:lnTo>
                <a:lnTo>
                  <a:pt x="24" y="103"/>
                </a:lnTo>
                <a:lnTo>
                  <a:pt x="33" y="12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022520" y="238752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0" y="0"/>
                </a:moveTo>
                <a:lnTo>
                  <a:pt x="198" y="99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018920" y="2381760"/>
            <a:ext cx="82800" cy="82800"/>
          </a:xfrm>
          <a:custGeom>
            <a:avLst/>
            <a:gdLst/>
            <a:ahLst/>
            <a:rect l="0" t="0" r="r" b="b"/>
            <a:pathLst>
              <a:path w="230" h="230">
                <a:moveTo>
                  <a:pt x="32" y="16"/>
                </a:moveTo>
                <a:lnTo>
                  <a:pt x="50" y="25"/>
                </a:lnTo>
                <a:lnTo>
                  <a:pt x="41" y="43"/>
                </a:lnTo>
                <a:lnTo>
                  <a:pt x="23" y="34"/>
                </a:lnTo>
                <a:lnTo>
                  <a:pt x="32" y="16"/>
                </a:lnTo>
                <a:moveTo>
                  <a:pt x="50" y="25"/>
                </a:moveTo>
                <a:lnTo>
                  <a:pt x="68" y="34"/>
                </a:lnTo>
                <a:lnTo>
                  <a:pt x="59" y="51"/>
                </a:lnTo>
                <a:lnTo>
                  <a:pt x="41" y="43"/>
                </a:lnTo>
                <a:lnTo>
                  <a:pt x="50" y="25"/>
                </a:lnTo>
                <a:moveTo>
                  <a:pt x="68" y="34"/>
                </a:moveTo>
                <a:lnTo>
                  <a:pt x="86" y="43"/>
                </a:lnTo>
                <a:lnTo>
                  <a:pt x="76" y="60"/>
                </a:lnTo>
                <a:lnTo>
                  <a:pt x="59" y="51"/>
                </a:lnTo>
                <a:lnTo>
                  <a:pt x="68" y="34"/>
                </a:lnTo>
                <a:moveTo>
                  <a:pt x="86" y="43"/>
                </a:moveTo>
                <a:lnTo>
                  <a:pt x="104" y="51"/>
                </a:lnTo>
                <a:lnTo>
                  <a:pt x="95" y="69"/>
                </a:lnTo>
                <a:lnTo>
                  <a:pt x="76" y="60"/>
                </a:lnTo>
                <a:lnTo>
                  <a:pt x="86" y="43"/>
                </a:lnTo>
                <a:moveTo>
                  <a:pt x="104" y="51"/>
                </a:moveTo>
                <a:lnTo>
                  <a:pt x="121" y="60"/>
                </a:lnTo>
                <a:lnTo>
                  <a:pt x="113" y="78"/>
                </a:lnTo>
                <a:lnTo>
                  <a:pt x="95" y="69"/>
                </a:lnTo>
                <a:lnTo>
                  <a:pt x="104" y="51"/>
                </a:lnTo>
                <a:moveTo>
                  <a:pt x="121" y="60"/>
                </a:moveTo>
                <a:lnTo>
                  <a:pt x="139" y="69"/>
                </a:lnTo>
                <a:lnTo>
                  <a:pt x="130" y="87"/>
                </a:lnTo>
                <a:lnTo>
                  <a:pt x="113" y="78"/>
                </a:lnTo>
                <a:lnTo>
                  <a:pt x="121" y="60"/>
                </a:lnTo>
                <a:moveTo>
                  <a:pt x="139" y="69"/>
                </a:moveTo>
                <a:lnTo>
                  <a:pt x="157" y="78"/>
                </a:lnTo>
                <a:lnTo>
                  <a:pt x="148" y="96"/>
                </a:lnTo>
                <a:lnTo>
                  <a:pt x="130" y="87"/>
                </a:lnTo>
                <a:lnTo>
                  <a:pt x="139" y="69"/>
                </a:lnTo>
                <a:moveTo>
                  <a:pt x="157" y="78"/>
                </a:moveTo>
                <a:lnTo>
                  <a:pt x="174" y="87"/>
                </a:lnTo>
                <a:lnTo>
                  <a:pt x="166" y="104"/>
                </a:lnTo>
                <a:lnTo>
                  <a:pt x="148" y="96"/>
                </a:lnTo>
                <a:lnTo>
                  <a:pt x="157" y="78"/>
                </a:lnTo>
                <a:moveTo>
                  <a:pt x="174" y="87"/>
                </a:moveTo>
                <a:lnTo>
                  <a:pt x="192" y="96"/>
                </a:lnTo>
                <a:lnTo>
                  <a:pt x="183" y="113"/>
                </a:lnTo>
                <a:lnTo>
                  <a:pt x="166" y="104"/>
                </a:lnTo>
                <a:lnTo>
                  <a:pt x="174" y="87"/>
                </a:lnTo>
                <a:moveTo>
                  <a:pt x="192" y="96"/>
                </a:moveTo>
                <a:lnTo>
                  <a:pt x="210" y="104"/>
                </a:lnTo>
                <a:lnTo>
                  <a:pt x="201" y="122"/>
                </a:lnTo>
                <a:lnTo>
                  <a:pt x="183" y="113"/>
                </a:lnTo>
                <a:lnTo>
                  <a:pt x="192" y="96"/>
                </a:lnTo>
                <a:moveTo>
                  <a:pt x="210" y="104"/>
                </a:moveTo>
                <a:lnTo>
                  <a:pt x="230" y="115"/>
                </a:lnTo>
                <a:lnTo>
                  <a:pt x="198" y="131"/>
                </a:lnTo>
                <a:lnTo>
                  <a:pt x="190" y="113"/>
                </a:lnTo>
                <a:lnTo>
                  <a:pt x="204" y="106"/>
                </a:lnTo>
                <a:lnTo>
                  <a:pt x="208" y="115"/>
                </a:lnTo>
                <a:lnTo>
                  <a:pt x="204" y="124"/>
                </a:lnTo>
                <a:lnTo>
                  <a:pt x="201" y="122"/>
                </a:lnTo>
                <a:lnTo>
                  <a:pt x="210" y="104"/>
                </a:lnTo>
                <a:moveTo>
                  <a:pt x="198" y="131"/>
                </a:moveTo>
                <a:lnTo>
                  <a:pt x="181" y="141"/>
                </a:lnTo>
                <a:lnTo>
                  <a:pt x="172" y="122"/>
                </a:lnTo>
                <a:lnTo>
                  <a:pt x="190" y="113"/>
                </a:lnTo>
                <a:lnTo>
                  <a:pt x="198" y="131"/>
                </a:lnTo>
                <a:moveTo>
                  <a:pt x="181" y="141"/>
                </a:moveTo>
                <a:lnTo>
                  <a:pt x="163" y="149"/>
                </a:lnTo>
                <a:lnTo>
                  <a:pt x="154" y="131"/>
                </a:lnTo>
                <a:lnTo>
                  <a:pt x="172" y="122"/>
                </a:lnTo>
                <a:lnTo>
                  <a:pt x="181" y="141"/>
                </a:lnTo>
                <a:moveTo>
                  <a:pt x="163" y="149"/>
                </a:moveTo>
                <a:lnTo>
                  <a:pt x="145" y="158"/>
                </a:lnTo>
                <a:lnTo>
                  <a:pt x="137" y="141"/>
                </a:lnTo>
                <a:lnTo>
                  <a:pt x="154" y="131"/>
                </a:lnTo>
                <a:lnTo>
                  <a:pt x="163" y="149"/>
                </a:lnTo>
                <a:moveTo>
                  <a:pt x="145" y="158"/>
                </a:moveTo>
                <a:lnTo>
                  <a:pt x="128" y="167"/>
                </a:lnTo>
                <a:lnTo>
                  <a:pt x="119" y="149"/>
                </a:lnTo>
                <a:lnTo>
                  <a:pt x="137" y="141"/>
                </a:lnTo>
                <a:lnTo>
                  <a:pt x="145" y="158"/>
                </a:lnTo>
                <a:moveTo>
                  <a:pt x="128" y="167"/>
                </a:moveTo>
                <a:lnTo>
                  <a:pt x="110" y="176"/>
                </a:lnTo>
                <a:lnTo>
                  <a:pt x="101" y="158"/>
                </a:lnTo>
                <a:lnTo>
                  <a:pt x="119" y="149"/>
                </a:lnTo>
                <a:lnTo>
                  <a:pt x="128" y="167"/>
                </a:lnTo>
                <a:moveTo>
                  <a:pt x="110" y="176"/>
                </a:moveTo>
                <a:lnTo>
                  <a:pt x="93" y="185"/>
                </a:lnTo>
                <a:lnTo>
                  <a:pt x="84" y="167"/>
                </a:lnTo>
                <a:lnTo>
                  <a:pt x="101" y="158"/>
                </a:lnTo>
                <a:lnTo>
                  <a:pt x="110" y="176"/>
                </a:lnTo>
                <a:moveTo>
                  <a:pt x="93" y="185"/>
                </a:moveTo>
                <a:lnTo>
                  <a:pt x="74" y="194"/>
                </a:lnTo>
                <a:lnTo>
                  <a:pt x="65" y="176"/>
                </a:lnTo>
                <a:lnTo>
                  <a:pt x="84" y="167"/>
                </a:lnTo>
                <a:lnTo>
                  <a:pt x="93" y="185"/>
                </a:lnTo>
                <a:moveTo>
                  <a:pt x="74" y="194"/>
                </a:moveTo>
                <a:lnTo>
                  <a:pt x="56" y="202"/>
                </a:lnTo>
                <a:lnTo>
                  <a:pt x="47" y="185"/>
                </a:lnTo>
                <a:lnTo>
                  <a:pt x="65" y="176"/>
                </a:lnTo>
                <a:lnTo>
                  <a:pt x="74" y="194"/>
                </a:lnTo>
                <a:moveTo>
                  <a:pt x="56" y="202"/>
                </a:moveTo>
                <a:lnTo>
                  <a:pt x="39" y="211"/>
                </a:lnTo>
                <a:lnTo>
                  <a:pt x="30" y="194"/>
                </a:lnTo>
                <a:lnTo>
                  <a:pt x="47" y="185"/>
                </a:lnTo>
                <a:lnTo>
                  <a:pt x="56" y="202"/>
                </a:lnTo>
                <a:moveTo>
                  <a:pt x="39" y="211"/>
                </a:moveTo>
                <a:lnTo>
                  <a:pt x="21" y="220"/>
                </a:lnTo>
                <a:lnTo>
                  <a:pt x="12" y="202"/>
                </a:lnTo>
                <a:lnTo>
                  <a:pt x="30" y="194"/>
                </a:lnTo>
                <a:lnTo>
                  <a:pt x="39" y="211"/>
                </a:lnTo>
                <a:moveTo>
                  <a:pt x="21" y="220"/>
                </a:moveTo>
                <a:lnTo>
                  <a:pt x="0" y="230"/>
                </a:lnTo>
                <a:lnTo>
                  <a:pt x="0" y="202"/>
                </a:lnTo>
                <a:lnTo>
                  <a:pt x="20" y="202"/>
                </a:lnTo>
                <a:lnTo>
                  <a:pt x="20" y="214"/>
                </a:lnTo>
                <a:lnTo>
                  <a:pt x="10" y="214"/>
                </a:lnTo>
                <a:lnTo>
                  <a:pt x="6" y="206"/>
                </a:lnTo>
                <a:lnTo>
                  <a:pt x="12" y="202"/>
                </a:lnTo>
                <a:lnTo>
                  <a:pt x="21" y="220"/>
                </a:lnTo>
                <a:moveTo>
                  <a:pt x="0" y="202"/>
                </a:moveTo>
                <a:lnTo>
                  <a:pt x="0" y="182"/>
                </a:lnTo>
                <a:lnTo>
                  <a:pt x="20" y="182"/>
                </a:lnTo>
                <a:lnTo>
                  <a:pt x="20" y="202"/>
                </a:lnTo>
                <a:lnTo>
                  <a:pt x="0" y="202"/>
                </a:lnTo>
                <a:moveTo>
                  <a:pt x="0" y="182"/>
                </a:moveTo>
                <a:lnTo>
                  <a:pt x="0" y="162"/>
                </a:lnTo>
                <a:lnTo>
                  <a:pt x="20" y="162"/>
                </a:lnTo>
                <a:lnTo>
                  <a:pt x="20" y="182"/>
                </a:lnTo>
                <a:lnTo>
                  <a:pt x="0" y="182"/>
                </a:lnTo>
                <a:moveTo>
                  <a:pt x="0" y="162"/>
                </a:moveTo>
                <a:lnTo>
                  <a:pt x="0" y="143"/>
                </a:lnTo>
                <a:lnTo>
                  <a:pt x="20" y="143"/>
                </a:lnTo>
                <a:lnTo>
                  <a:pt x="20" y="162"/>
                </a:lnTo>
                <a:lnTo>
                  <a:pt x="0" y="162"/>
                </a:lnTo>
                <a:moveTo>
                  <a:pt x="0" y="143"/>
                </a:moveTo>
                <a:lnTo>
                  <a:pt x="0" y="122"/>
                </a:lnTo>
                <a:lnTo>
                  <a:pt x="20" y="122"/>
                </a:lnTo>
                <a:lnTo>
                  <a:pt x="20" y="143"/>
                </a:lnTo>
                <a:lnTo>
                  <a:pt x="0" y="143"/>
                </a:lnTo>
                <a:moveTo>
                  <a:pt x="0" y="122"/>
                </a:moveTo>
                <a:lnTo>
                  <a:pt x="0" y="102"/>
                </a:lnTo>
                <a:lnTo>
                  <a:pt x="20" y="102"/>
                </a:lnTo>
                <a:lnTo>
                  <a:pt x="20" y="122"/>
                </a:lnTo>
                <a:lnTo>
                  <a:pt x="0" y="122"/>
                </a:lnTo>
                <a:moveTo>
                  <a:pt x="0" y="102"/>
                </a:moveTo>
                <a:lnTo>
                  <a:pt x="0" y="82"/>
                </a:lnTo>
                <a:lnTo>
                  <a:pt x="20" y="82"/>
                </a:lnTo>
                <a:lnTo>
                  <a:pt x="20" y="102"/>
                </a:lnTo>
                <a:lnTo>
                  <a:pt x="0" y="102"/>
                </a:lnTo>
                <a:moveTo>
                  <a:pt x="0" y="82"/>
                </a:moveTo>
                <a:lnTo>
                  <a:pt x="0" y="63"/>
                </a:lnTo>
                <a:lnTo>
                  <a:pt x="20" y="63"/>
                </a:lnTo>
                <a:lnTo>
                  <a:pt x="20" y="82"/>
                </a:lnTo>
                <a:lnTo>
                  <a:pt x="0" y="82"/>
                </a:lnTo>
                <a:moveTo>
                  <a:pt x="0" y="63"/>
                </a:moveTo>
                <a:lnTo>
                  <a:pt x="0" y="43"/>
                </a:lnTo>
                <a:lnTo>
                  <a:pt x="20" y="43"/>
                </a:lnTo>
                <a:lnTo>
                  <a:pt x="20" y="63"/>
                </a:lnTo>
                <a:lnTo>
                  <a:pt x="0" y="63"/>
                </a:lnTo>
                <a:moveTo>
                  <a:pt x="0" y="43"/>
                </a:moveTo>
                <a:lnTo>
                  <a:pt x="0" y="23"/>
                </a:lnTo>
                <a:lnTo>
                  <a:pt x="20" y="23"/>
                </a:lnTo>
                <a:lnTo>
                  <a:pt x="20" y="43"/>
                </a:lnTo>
                <a:lnTo>
                  <a:pt x="0" y="43"/>
                </a:lnTo>
                <a:moveTo>
                  <a:pt x="0" y="23"/>
                </a:moveTo>
                <a:lnTo>
                  <a:pt x="0" y="0"/>
                </a:lnTo>
                <a:lnTo>
                  <a:pt x="32" y="16"/>
                </a:lnTo>
                <a:lnTo>
                  <a:pt x="23" y="34"/>
                </a:lnTo>
                <a:lnTo>
                  <a:pt x="6" y="25"/>
                </a:lnTo>
                <a:lnTo>
                  <a:pt x="10" y="16"/>
                </a:lnTo>
                <a:lnTo>
                  <a:pt x="20" y="16"/>
                </a:lnTo>
                <a:lnTo>
                  <a:pt x="20" y="23"/>
                </a:lnTo>
                <a:lnTo>
                  <a:pt x="0" y="2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855320" y="2679840"/>
            <a:ext cx="2248560" cy="666360"/>
          </a:xfrm>
          <a:custGeom>
            <a:avLst/>
            <a:gdLst/>
            <a:ahLst/>
            <a:rect l="0" t="0" r="r" b="b"/>
            <a:pathLst>
              <a:path fill="none" w="6246" h="1851">
                <a:moveTo>
                  <a:pt x="0" y="0"/>
                </a:moveTo>
                <a:lnTo>
                  <a:pt x="550" y="309"/>
                </a:lnTo>
                <a:cubicBezTo>
                  <a:pt x="1100" y="617"/>
                  <a:pt x="2201" y="1234"/>
                  <a:pt x="3241" y="1543"/>
                </a:cubicBezTo>
                <a:cubicBezTo>
                  <a:pt x="4282" y="1851"/>
                  <a:pt x="5264" y="1851"/>
                  <a:pt x="5755" y="1851"/>
                </a:cubicBezTo>
                <a:lnTo>
                  <a:pt x="6246" y="1851"/>
                </a:lnTo>
              </a:path>
            </a:pathLst>
          </a:custGeom>
          <a:ln w="26280">
            <a:solidFill>
              <a:srgbClr val="a8481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827600" y="2664360"/>
            <a:ext cx="79560" cy="65880"/>
          </a:xfrm>
          <a:custGeom>
            <a:avLst/>
            <a:gdLst/>
            <a:ahLst/>
            <a:rect l="0" t="0" r="r" b="b"/>
            <a:pathLst>
              <a:path w="221" h="183">
                <a:moveTo>
                  <a:pt x="0" y="0"/>
                </a:moveTo>
                <a:lnTo>
                  <a:pt x="124" y="183"/>
                </a:lnTo>
                <a:lnTo>
                  <a:pt x="221" y="10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820400" y="2660400"/>
            <a:ext cx="92520" cy="76680"/>
          </a:xfrm>
          <a:custGeom>
            <a:avLst/>
            <a:gdLst/>
            <a:ahLst/>
            <a:rect l="0" t="0" r="r" b="b"/>
            <a:pathLst>
              <a:path w="257" h="213">
                <a:moveTo>
                  <a:pt x="39" y="22"/>
                </a:moveTo>
                <a:lnTo>
                  <a:pt x="50" y="38"/>
                </a:lnTo>
                <a:lnTo>
                  <a:pt x="34" y="49"/>
                </a:lnTo>
                <a:lnTo>
                  <a:pt x="23" y="33"/>
                </a:lnTo>
                <a:lnTo>
                  <a:pt x="39" y="22"/>
                </a:lnTo>
                <a:moveTo>
                  <a:pt x="50" y="38"/>
                </a:moveTo>
                <a:lnTo>
                  <a:pt x="61" y="54"/>
                </a:lnTo>
                <a:lnTo>
                  <a:pt x="45" y="66"/>
                </a:lnTo>
                <a:lnTo>
                  <a:pt x="34" y="49"/>
                </a:lnTo>
                <a:lnTo>
                  <a:pt x="50" y="38"/>
                </a:lnTo>
                <a:moveTo>
                  <a:pt x="61" y="54"/>
                </a:moveTo>
                <a:lnTo>
                  <a:pt x="72" y="71"/>
                </a:lnTo>
                <a:lnTo>
                  <a:pt x="56" y="82"/>
                </a:lnTo>
                <a:lnTo>
                  <a:pt x="45" y="66"/>
                </a:lnTo>
                <a:lnTo>
                  <a:pt x="61" y="54"/>
                </a:lnTo>
                <a:moveTo>
                  <a:pt x="72" y="71"/>
                </a:moveTo>
                <a:lnTo>
                  <a:pt x="83" y="87"/>
                </a:lnTo>
                <a:lnTo>
                  <a:pt x="67" y="98"/>
                </a:lnTo>
                <a:lnTo>
                  <a:pt x="56" y="82"/>
                </a:lnTo>
                <a:lnTo>
                  <a:pt x="72" y="71"/>
                </a:lnTo>
                <a:moveTo>
                  <a:pt x="83" y="87"/>
                </a:moveTo>
                <a:lnTo>
                  <a:pt x="94" y="104"/>
                </a:lnTo>
                <a:lnTo>
                  <a:pt x="78" y="115"/>
                </a:lnTo>
                <a:lnTo>
                  <a:pt x="67" y="98"/>
                </a:lnTo>
                <a:lnTo>
                  <a:pt x="83" y="87"/>
                </a:lnTo>
                <a:moveTo>
                  <a:pt x="94" y="104"/>
                </a:moveTo>
                <a:lnTo>
                  <a:pt x="105" y="121"/>
                </a:lnTo>
                <a:lnTo>
                  <a:pt x="89" y="132"/>
                </a:lnTo>
                <a:lnTo>
                  <a:pt x="78" y="115"/>
                </a:lnTo>
                <a:lnTo>
                  <a:pt x="94" y="104"/>
                </a:lnTo>
                <a:moveTo>
                  <a:pt x="105" y="121"/>
                </a:moveTo>
                <a:lnTo>
                  <a:pt x="116" y="137"/>
                </a:lnTo>
                <a:lnTo>
                  <a:pt x="100" y="148"/>
                </a:lnTo>
                <a:lnTo>
                  <a:pt x="89" y="132"/>
                </a:lnTo>
                <a:lnTo>
                  <a:pt x="105" y="121"/>
                </a:lnTo>
                <a:moveTo>
                  <a:pt x="116" y="137"/>
                </a:moveTo>
                <a:lnTo>
                  <a:pt x="127" y="153"/>
                </a:lnTo>
                <a:lnTo>
                  <a:pt x="111" y="164"/>
                </a:lnTo>
                <a:lnTo>
                  <a:pt x="100" y="148"/>
                </a:lnTo>
                <a:lnTo>
                  <a:pt x="116" y="137"/>
                </a:lnTo>
                <a:moveTo>
                  <a:pt x="127" y="153"/>
                </a:moveTo>
                <a:lnTo>
                  <a:pt x="138" y="170"/>
                </a:lnTo>
                <a:lnTo>
                  <a:pt x="122" y="181"/>
                </a:lnTo>
                <a:lnTo>
                  <a:pt x="111" y="164"/>
                </a:lnTo>
                <a:lnTo>
                  <a:pt x="127" y="153"/>
                </a:lnTo>
                <a:moveTo>
                  <a:pt x="138" y="170"/>
                </a:moveTo>
                <a:lnTo>
                  <a:pt x="150" y="186"/>
                </a:lnTo>
                <a:lnTo>
                  <a:pt x="133" y="197"/>
                </a:lnTo>
                <a:lnTo>
                  <a:pt x="122" y="181"/>
                </a:lnTo>
                <a:lnTo>
                  <a:pt x="138" y="170"/>
                </a:lnTo>
                <a:moveTo>
                  <a:pt x="150" y="186"/>
                </a:moveTo>
                <a:lnTo>
                  <a:pt x="152" y="189"/>
                </a:lnTo>
                <a:lnTo>
                  <a:pt x="143" y="194"/>
                </a:lnTo>
                <a:lnTo>
                  <a:pt x="135" y="190"/>
                </a:lnTo>
                <a:lnTo>
                  <a:pt x="143" y="176"/>
                </a:lnTo>
                <a:lnTo>
                  <a:pt x="160" y="185"/>
                </a:lnTo>
                <a:lnTo>
                  <a:pt x="144" y="213"/>
                </a:lnTo>
                <a:lnTo>
                  <a:pt x="133" y="197"/>
                </a:lnTo>
                <a:lnTo>
                  <a:pt x="150" y="186"/>
                </a:lnTo>
                <a:moveTo>
                  <a:pt x="143" y="176"/>
                </a:moveTo>
                <a:lnTo>
                  <a:pt x="152" y="158"/>
                </a:lnTo>
                <a:lnTo>
                  <a:pt x="170" y="168"/>
                </a:lnTo>
                <a:lnTo>
                  <a:pt x="160" y="185"/>
                </a:lnTo>
                <a:lnTo>
                  <a:pt x="143" y="176"/>
                </a:lnTo>
                <a:moveTo>
                  <a:pt x="152" y="158"/>
                </a:moveTo>
                <a:lnTo>
                  <a:pt x="162" y="141"/>
                </a:lnTo>
                <a:lnTo>
                  <a:pt x="179" y="151"/>
                </a:lnTo>
                <a:lnTo>
                  <a:pt x="170" y="168"/>
                </a:lnTo>
                <a:lnTo>
                  <a:pt x="152" y="158"/>
                </a:lnTo>
                <a:moveTo>
                  <a:pt x="162" y="141"/>
                </a:moveTo>
                <a:lnTo>
                  <a:pt x="172" y="124"/>
                </a:lnTo>
                <a:lnTo>
                  <a:pt x="189" y="134"/>
                </a:lnTo>
                <a:lnTo>
                  <a:pt x="179" y="151"/>
                </a:lnTo>
                <a:lnTo>
                  <a:pt x="162" y="141"/>
                </a:lnTo>
                <a:moveTo>
                  <a:pt x="172" y="124"/>
                </a:moveTo>
                <a:lnTo>
                  <a:pt x="181" y="107"/>
                </a:lnTo>
                <a:lnTo>
                  <a:pt x="198" y="116"/>
                </a:lnTo>
                <a:lnTo>
                  <a:pt x="189" y="134"/>
                </a:lnTo>
                <a:lnTo>
                  <a:pt x="172" y="124"/>
                </a:lnTo>
                <a:moveTo>
                  <a:pt x="181" y="107"/>
                </a:moveTo>
                <a:lnTo>
                  <a:pt x="191" y="89"/>
                </a:lnTo>
                <a:lnTo>
                  <a:pt x="208" y="98"/>
                </a:lnTo>
                <a:lnTo>
                  <a:pt x="198" y="116"/>
                </a:lnTo>
                <a:lnTo>
                  <a:pt x="181" y="107"/>
                </a:lnTo>
                <a:moveTo>
                  <a:pt x="191" y="89"/>
                </a:moveTo>
                <a:lnTo>
                  <a:pt x="201" y="71"/>
                </a:lnTo>
                <a:lnTo>
                  <a:pt x="218" y="81"/>
                </a:lnTo>
                <a:lnTo>
                  <a:pt x="208" y="98"/>
                </a:lnTo>
                <a:lnTo>
                  <a:pt x="191" y="89"/>
                </a:lnTo>
                <a:moveTo>
                  <a:pt x="201" y="71"/>
                </a:moveTo>
                <a:lnTo>
                  <a:pt x="210" y="54"/>
                </a:lnTo>
                <a:lnTo>
                  <a:pt x="227" y="64"/>
                </a:lnTo>
                <a:lnTo>
                  <a:pt x="218" y="81"/>
                </a:lnTo>
                <a:lnTo>
                  <a:pt x="201" y="71"/>
                </a:lnTo>
                <a:moveTo>
                  <a:pt x="210" y="54"/>
                </a:moveTo>
                <a:lnTo>
                  <a:pt x="220" y="37"/>
                </a:lnTo>
                <a:lnTo>
                  <a:pt x="237" y="47"/>
                </a:lnTo>
                <a:lnTo>
                  <a:pt x="227" y="64"/>
                </a:lnTo>
                <a:lnTo>
                  <a:pt x="210" y="54"/>
                </a:lnTo>
                <a:moveTo>
                  <a:pt x="220" y="37"/>
                </a:moveTo>
                <a:lnTo>
                  <a:pt x="229" y="20"/>
                </a:lnTo>
                <a:lnTo>
                  <a:pt x="247" y="29"/>
                </a:lnTo>
                <a:lnTo>
                  <a:pt x="237" y="47"/>
                </a:lnTo>
                <a:lnTo>
                  <a:pt x="220" y="37"/>
                </a:lnTo>
                <a:moveTo>
                  <a:pt x="229" y="20"/>
                </a:moveTo>
                <a:lnTo>
                  <a:pt x="231" y="17"/>
                </a:lnTo>
                <a:lnTo>
                  <a:pt x="240" y="21"/>
                </a:lnTo>
                <a:lnTo>
                  <a:pt x="239" y="31"/>
                </a:lnTo>
                <a:lnTo>
                  <a:pt x="223" y="31"/>
                </a:lnTo>
                <a:lnTo>
                  <a:pt x="224" y="11"/>
                </a:lnTo>
                <a:lnTo>
                  <a:pt x="257" y="12"/>
                </a:lnTo>
                <a:lnTo>
                  <a:pt x="247" y="29"/>
                </a:lnTo>
                <a:lnTo>
                  <a:pt x="229" y="20"/>
                </a:lnTo>
                <a:moveTo>
                  <a:pt x="223" y="31"/>
                </a:moveTo>
                <a:lnTo>
                  <a:pt x="203" y="30"/>
                </a:lnTo>
                <a:lnTo>
                  <a:pt x="204" y="10"/>
                </a:lnTo>
                <a:lnTo>
                  <a:pt x="224" y="11"/>
                </a:lnTo>
                <a:lnTo>
                  <a:pt x="223" y="31"/>
                </a:lnTo>
                <a:moveTo>
                  <a:pt x="203" y="30"/>
                </a:moveTo>
                <a:lnTo>
                  <a:pt x="184" y="29"/>
                </a:lnTo>
                <a:lnTo>
                  <a:pt x="185" y="9"/>
                </a:lnTo>
                <a:lnTo>
                  <a:pt x="204" y="10"/>
                </a:lnTo>
                <a:lnTo>
                  <a:pt x="203" y="30"/>
                </a:lnTo>
                <a:moveTo>
                  <a:pt x="184" y="29"/>
                </a:moveTo>
                <a:lnTo>
                  <a:pt x="164" y="28"/>
                </a:lnTo>
                <a:lnTo>
                  <a:pt x="165" y="8"/>
                </a:lnTo>
                <a:lnTo>
                  <a:pt x="185" y="9"/>
                </a:lnTo>
                <a:lnTo>
                  <a:pt x="184" y="29"/>
                </a:lnTo>
                <a:moveTo>
                  <a:pt x="164" y="28"/>
                </a:moveTo>
                <a:lnTo>
                  <a:pt x="144" y="27"/>
                </a:lnTo>
                <a:lnTo>
                  <a:pt x="145" y="7"/>
                </a:lnTo>
                <a:lnTo>
                  <a:pt x="165" y="8"/>
                </a:lnTo>
                <a:lnTo>
                  <a:pt x="164" y="28"/>
                </a:lnTo>
                <a:moveTo>
                  <a:pt x="144" y="27"/>
                </a:moveTo>
                <a:lnTo>
                  <a:pt x="125" y="26"/>
                </a:lnTo>
                <a:lnTo>
                  <a:pt x="126" y="6"/>
                </a:lnTo>
                <a:lnTo>
                  <a:pt x="145" y="7"/>
                </a:lnTo>
                <a:lnTo>
                  <a:pt x="144" y="27"/>
                </a:lnTo>
                <a:moveTo>
                  <a:pt x="125" y="26"/>
                </a:moveTo>
                <a:lnTo>
                  <a:pt x="105" y="25"/>
                </a:lnTo>
                <a:lnTo>
                  <a:pt x="106" y="5"/>
                </a:lnTo>
                <a:lnTo>
                  <a:pt x="126" y="6"/>
                </a:lnTo>
                <a:lnTo>
                  <a:pt x="125" y="26"/>
                </a:lnTo>
                <a:moveTo>
                  <a:pt x="105" y="25"/>
                </a:moveTo>
                <a:lnTo>
                  <a:pt x="85" y="24"/>
                </a:lnTo>
                <a:lnTo>
                  <a:pt x="86" y="4"/>
                </a:lnTo>
                <a:lnTo>
                  <a:pt x="106" y="5"/>
                </a:lnTo>
                <a:lnTo>
                  <a:pt x="105" y="25"/>
                </a:lnTo>
                <a:moveTo>
                  <a:pt x="85" y="24"/>
                </a:moveTo>
                <a:lnTo>
                  <a:pt x="66" y="23"/>
                </a:lnTo>
                <a:lnTo>
                  <a:pt x="67" y="3"/>
                </a:lnTo>
                <a:lnTo>
                  <a:pt x="86" y="4"/>
                </a:lnTo>
                <a:lnTo>
                  <a:pt x="85" y="24"/>
                </a:lnTo>
                <a:moveTo>
                  <a:pt x="66" y="23"/>
                </a:moveTo>
                <a:lnTo>
                  <a:pt x="46" y="22"/>
                </a:lnTo>
                <a:lnTo>
                  <a:pt x="47" y="2"/>
                </a:lnTo>
                <a:lnTo>
                  <a:pt x="67" y="3"/>
                </a:lnTo>
                <a:lnTo>
                  <a:pt x="66" y="23"/>
                </a:lnTo>
                <a:moveTo>
                  <a:pt x="46" y="22"/>
                </a:moveTo>
                <a:lnTo>
                  <a:pt x="26" y="21"/>
                </a:lnTo>
                <a:lnTo>
                  <a:pt x="27" y="2"/>
                </a:lnTo>
                <a:lnTo>
                  <a:pt x="47" y="2"/>
                </a:lnTo>
                <a:lnTo>
                  <a:pt x="46" y="22"/>
                </a:lnTo>
                <a:moveTo>
                  <a:pt x="26" y="21"/>
                </a:moveTo>
                <a:lnTo>
                  <a:pt x="19" y="21"/>
                </a:lnTo>
                <a:lnTo>
                  <a:pt x="20" y="11"/>
                </a:lnTo>
                <a:lnTo>
                  <a:pt x="28" y="6"/>
                </a:lnTo>
                <a:lnTo>
                  <a:pt x="39" y="22"/>
                </a:lnTo>
                <a:lnTo>
                  <a:pt x="23" y="33"/>
                </a:lnTo>
                <a:lnTo>
                  <a:pt x="0" y="0"/>
                </a:lnTo>
                <a:lnTo>
                  <a:pt x="27" y="2"/>
                </a:lnTo>
                <a:lnTo>
                  <a:pt x="26" y="2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067880" y="3310200"/>
            <a:ext cx="71280" cy="71640"/>
          </a:xfrm>
          <a:custGeom>
            <a:avLst/>
            <a:gdLst/>
            <a:ahLst/>
            <a:rect l="0" t="0" r="r" b="b"/>
            <a:pathLst>
              <a:path w="198" h="199">
                <a:moveTo>
                  <a:pt x="0" y="0"/>
                </a:moveTo>
                <a:lnTo>
                  <a:pt x="198" y="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064280" y="3304440"/>
            <a:ext cx="82800" cy="83160"/>
          </a:xfrm>
          <a:custGeom>
            <a:avLst/>
            <a:gdLst/>
            <a:ahLst/>
            <a:rect l="0" t="0" r="r" b="b"/>
            <a:pathLst>
              <a:path w="230" h="231">
                <a:moveTo>
                  <a:pt x="32" y="16"/>
                </a:moveTo>
                <a:lnTo>
                  <a:pt x="50" y="25"/>
                </a:lnTo>
                <a:lnTo>
                  <a:pt x="41" y="43"/>
                </a:lnTo>
                <a:lnTo>
                  <a:pt x="23" y="34"/>
                </a:lnTo>
                <a:lnTo>
                  <a:pt x="32" y="16"/>
                </a:lnTo>
                <a:moveTo>
                  <a:pt x="50" y="25"/>
                </a:moveTo>
                <a:lnTo>
                  <a:pt x="67" y="34"/>
                </a:lnTo>
                <a:lnTo>
                  <a:pt x="58" y="52"/>
                </a:lnTo>
                <a:lnTo>
                  <a:pt x="41" y="43"/>
                </a:lnTo>
                <a:lnTo>
                  <a:pt x="50" y="25"/>
                </a:lnTo>
                <a:moveTo>
                  <a:pt x="67" y="34"/>
                </a:moveTo>
                <a:lnTo>
                  <a:pt x="85" y="43"/>
                </a:lnTo>
                <a:lnTo>
                  <a:pt x="76" y="60"/>
                </a:lnTo>
                <a:lnTo>
                  <a:pt x="58" y="52"/>
                </a:lnTo>
                <a:lnTo>
                  <a:pt x="67" y="34"/>
                </a:lnTo>
                <a:moveTo>
                  <a:pt x="85" y="43"/>
                </a:moveTo>
                <a:lnTo>
                  <a:pt x="103" y="52"/>
                </a:lnTo>
                <a:lnTo>
                  <a:pt x="94" y="69"/>
                </a:lnTo>
                <a:lnTo>
                  <a:pt x="76" y="60"/>
                </a:lnTo>
                <a:lnTo>
                  <a:pt x="85" y="43"/>
                </a:lnTo>
                <a:moveTo>
                  <a:pt x="103" y="52"/>
                </a:moveTo>
                <a:lnTo>
                  <a:pt x="120" y="60"/>
                </a:lnTo>
                <a:lnTo>
                  <a:pt x="111" y="78"/>
                </a:lnTo>
                <a:lnTo>
                  <a:pt x="94" y="69"/>
                </a:lnTo>
                <a:lnTo>
                  <a:pt x="103" y="52"/>
                </a:lnTo>
                <a:moveTo>
                  <a:pt x="120" y="60"/>
                </a:moveTo>
                <a:lnTo>
                  <a:pt x="138" y="69"/>
                </a:lnTo>
                <a:lnTo>
                  <a:pt x="129" y="87"/>
                </a:lnTo>
                <a:lnTo>
                  <a:pt x="111" y="78"/>
                </a:lnTo>
                <a:lnTo>
                  <a:pt x="120" y="60"/>
                </a:lnTo>
                <a:moveTo>
                  <a:pt x="138" y="69"/>
                </a:moveTo>
                <a:lnTo>
                  <a:pt x="155" y="78"/>
                </a:lnTo>
                <a:lnTo>
                  <a:pt x="147" y="97"/>
                </a:lnTo>
                <a:lnTo>
                  <a:pt x="129" y="87"/>
                </a:lnTo>
                <a:lnTo>
                  <a:pt x="138" y="69"/>
                </a:lnTo>
                <a:moveTo>
                  <a:pt x="155" y="78"/>
                </a:moveTo>
                <a:lnTo>
                  <a:pt x="173" y="87"/>
                </a:lnTo>
                <a:lnTo>
                  <a:pt x="164" y="106"/>
                </a:lnTo>
                <a:lnTo>
                  <a:pt x="147" y="97"/>
                </a:lnTo>
                <a:lnTo>
                  <a:pt x="155" y="78"/>
                </a:lnTo>
                <a:moveTo>
                  <a:pt x="173" y="87"/>
                </a:moveTo>
                <a:lnTo>
                  <a:pt x="192" y="97"/>
                </a:lnTo>
                <a:lnTo>
                  <a:pt x="182" y="114"/>
                </a:lnTo>
                <a:lnTo>
                  <a:pt x="164" y="106"/>
                </a:lnTo>
                <a:lnTo>
                  <a:pt x="173" y="87"/>
                </a:lnTo>
                <a:moveTo>
                  <a:pt x="192" y="97"/>
                </a:moveTo>
                <a:lnTo>
                  <a:pt x="209" y="106"/>
                </a:lnTo>
                <a:lnTo>
                  <a:pt x="201" y="123"/>
                </a:lnTo>
                <a:lnTo>
                  <a:pt x="182" y="114"/>
                </a:lnTo>
                <a:lnTo>
                  <a:pt x="192" y="97"/>
                </a:lnTo>
                <a:moveTo>
                  <a:pt x="209" y="106"/>
                </a:moveTo>
                <a:lnTo>
                  <a:pt x="230" y="116"/>
                </a:lnTo>
                <a:lnTo>
                  <a:pt x="198" y="132"/>
                </a:lnTo>
                <a:lnTo>
                  <a:pt x="189" y="114"/>
                </a:lnTo>
                <a:lnTo>
                  <a:pt x="204" y="107"/>
                </a:lnTo>
                <a:lnTo>
                  <a:pt x="208" y="116"/>
                </a:lnTo>
                <a:lnTo>
                  <a:pt x="204" y="125"/>
                </a:lnTo>
                <a:lnTo>
                  <a:pt x="201" y="123"/>
                </a:lnTo>
                <a:lnTo>
                  <a:pt x="209" y="106"/>
                </a:lnTo>
                <a:moveTo>
                  <a:pt x="198" y="132"/>
                </a:moveTo>
                <a:lnTo>
                  <a:pt x="179" y="141"/>
                </a:lnTo>
                <a:lnTo>
                  <a:pt x="171" y="123"/>
                </a:lnTo>
                <a:lnTo>
                  <a:pt x="189" y="114"/>
                </a:lnTo>
                <a:lnTo>
                  <a:pt x="198" y="132"/>
                </a:lnTo>
                <a:moveTo>
                  <a:pt x="179" y="141"/>
                </a:moveTo>
                <a:lnTo>
                  <a:pt x="162" y="150"/>
                </a:lnTo>
                <a:lnTo>
                  <a:pt x="153" y="132"/>
                </a:lnTo>
                <a:lnTo>
                  <a:pt x="171" y="123"/>
                </a:lnTo>
                <a:lnTo>
                  <a:pt x="179" y="141"/>
                </a:lnTo>
                <a:moveTo>
                  <a:pt x="162" y="150"/>
                </a:moveTo>
                <a:lnTo>
                  <a:pt x="144" y="158"/>
                </a:lnTo>
                <a:lnTo>
                  <a:pt x="135" y="141"/>
                </a:lnTo>
                <a:lnTo>
                  <a:pt x="153" y="132"/>
                </a:lnTo>
                <a:lnTo>
                  <a:pt x="162" y="150"/>
                </a:lnTo>
                <a:moveTo>
                  <a:pt x="144" y="158"/>
                </a:moveTo>
                <a:lnTo>
                  <a:pt x="127" y="167"/>
                </a:lnTo>
                <a:lnTo>
                  <a:pt x="118" y="150"/>
                </a:lnTo>
                <a:lnTo>
                  <a:pt x="135" y="141"/>
                </a:lnTo>
                <a:lnTo>
                  <a:pt x="144" y="158"/>
                </a:lnTo>
                <a:moveTo>
                  <a:pt x="127" y="167"/>
                </a:moveTo>
                <a:lnTo>
                  <a:pt x="109" y="176"/>
                </a:lnTo>
                <a:lnTo>
                  <a:pt x="100" y="158"/>
                </a:lnTo>
                <a:lnTo>
                  <a:pt x="118" y="150"/>
                </a:lnTo>
                <a:lnTo>
                  <a:pt x="127" y="167"/>
                </a:lnTo>
                <a:moveTo>
                  <a:pt x="109" y="176"/>
                </a:moveTo>
                <a:lnTo>
                  <a:pt x="91" y="185"/>
                </a:lnTo>
                <a:lnTo>
                  <a:pt x="82" y="167"/>
                </a:lnTo>
                <a:lnTo>
                  <a:pt x="100" y="158"/>
                </a:lnTo>
                <a:lnTo>
                  <a:pt x="109" y="176"/>
                </a:lnTo>
                <a:moveTo>
                  <a:pt x="91" y="185"/>
                </a:moveTo>
                <a:lnTo>
                  <a:pt x="74" y="194"/>
                </a:lnTo>
                <a:lnTo>
                  <a:pt x="65" y="176"/>
                </a:lnTo>
                <a:lnTo>
                  <a:pt x="82" y="167"/>
                </a:lnTo>
                <a:lnTo>
                  <a:pt x="91" y="185"/>
                </a:lnTo>
                <a:moveTo>
                  <a:pt x="74" y="194"/>
                </a:moveTo>
                <a:lnTo>
                  <a:pt x="56" y="203"/>
                </a:lnTo>
                <a:lnTo>
                  <a:pt x="47" y="185"/>
                </a:lnTo>
                <a:lnTo>
                  <a:pt x="65" y="176"/>
                </a:lnTo>
                <a:lnTo>
                  <a:pt x="74" y="194"/>
                </a:lnTo>
                <a:moveTo>
                  <a:pt x="56" y="203"/>
                </a:moveTo>
                <a:lnTo>
                  <a:pt x="38" y="211"/>
                </a:lnTo>
                <a:lnTo>
                  <a:pt x="30" y="194"/>
                </a:lnTo>
                <a:lnTo>
                  <a:pt x="47" y="185"/>
                </a:lnTo>
                <a:lnTo>
                  <a:pt x="56" y="203"/>
                </a:lnTo>
                <a:moveTo>
                  <a:pt x="38" y="211"/>
                </a:moveTo>
                <a:lnTo>
                  <a:pt x="21" y="220"/>
                </a:lnTo>
                <a:lnTo>
                  <a:pt x="12" y="203"/>
                </a:lnTo>
                <a:lnTo>
                  <a:pt x="30" y="194"/>
                </a:lnTo>
                <a:lnTo>
                  <a:pt x="38" y="211"/>
                </a:lnTo>
                <a:moveTo>
                  <a:pt x="21" y="220"/>
                </a:moveTo>
                <a:lnTo>
                  <a:pt x="0" y="231"/>
                </a:lnTo>
                <a:lnTo>
                  <a:pt x="0" y="202"/>
                </a:lnTo>
                <a:lnTo>
                  <a:pt x="20" y="202"/>
                </a:lnTo>
                <a:lnTo>
                  <a:pt x="20" y="215"/>
                </a:lnTo>
                <a:lnTo>
                  <a:pt x="10" y="215"/>
                </a:lnTo>
                <a:lnTo>
                  <a:pt x="6" y="206"/>
                </a:lnTo>
                <a:lnTo>
                  <a:pt x="12" y="203"/>
                </a:lnTo>
                <a:lnTo>
                  <a:pt x="21" y="220"/>
                </a:lnTo>
                <a:moveTo>
                  <a:pt x="0" y="202"/>
                </a:moveTo>
                <a:lnTo>
                  <a:pt x="0" y="182"/>
                </a:lnTo>
                <a:lnTo>
                  <a:pt x="20" y="182"/>
                </a:lnTo>
                <a:lnTo>
                  <a:pt x="20" y="202"/>
                </a:lnTo>
                <a:lnTo>
                  <a:pt x="0" y="202"/>
                </a:lnTo>
                <a:moveTo>
                  <a:pt x="0" y="182"/>
                </a:moveTo>
                <a:lnTo>
                  <a:pt x="0" y="163"/>
                </a:lnTo>
                <a:lnTo>
                  <a:pt x="20" y="163"/>
                </a:lnTo>
                <a:lnTo>
                  <a:pt x="20" y="182"/>
                </a:lnTo>
                <a:lnTo>
                  <a:pt x="0" y="182"/>
                </a:lnTo>
                <a:moveTo>
                  <a:pt x="0" y="163"/>
                </a:moveTo>
                <a:lnTo>
                  <a:pt x="0" y="143"/>
                </a:lnTo>
                <a:lnTo>
                  <a:pt x="20" y="143"/>
                </a:lnTo>
                <a:lnTo>
                  <a:pt x="20" y="163"/>
                </a:lnTo>
                <a:lnTo>
                  <a:pt x="0" y="163"/>
                </a:lnTo>
                <a:moveTo>
                  <a:pt x="0" y="143"/>
                </a:moveTo>
                <a:lnTo>
                  <a:pt x="0" y="123"/>
                </a:lnTo>
                <a:lnTo>
                  <a:pt x="20" y="123"/>
                </a:lnTo>
                <a:lnTo>
                  <a:pt x="20" y="143"/>
                </a:lnTo>
                <a:lnTo>
                  <a:pt x="0" y="143"/>
                </a:lnTo>
                <a:moveTo>
                  <a:pt x="0" y="123"/>
                </a:moveTo>
                <a:lnTo>
                  <a:pt x="0" y="103"/>
                </a:lnTo>
                <a:lnTo>
                  <a:pt x="20" y="103"/>
                </a:lnTo>
                <a:lnTo>
                  <a:pt x="20" y="123"/>
                </a:lnTo>
                <a:lnTo>
                  <a:pt x="0" y="123"/>
                </a:lnTo>
                <a:moveTo>
                  <a:pt x="0" y="103"/>
                </a:moveTo>
                <a:lnTo>
                  <a:pt x="0" y="83"/>
                </a:lnTo>
                <a:lnTo>
                  <a:pt x="20" y="83"/>
                </a:lnTo>
                <a:lnTo>
                  <a:pt x="20" y="103"/>
                </a:lnTo>
                <a:lnTo>
                  <a:pt x="0" y="103"/>
                </a:lnTo>
                <a:moveTo>
                  <a:pt x="0" y="83"/>
                </a:moveTo>
                <a:lnTo>
                  <a:pt x="0" y="63"/>
                </a:lnTo>
                <a:lnTo>
                  <a:pt x="20" y="63"/>
                </a:lnTo>
                <a:lnTo>
                  <a:pt x="20" y="83"/>
                </a:lnTo>
                <a:lnTo>
                  <a:pt x="0" y="83"/>
                </a:lnTo>
                <a:moveTo>
                  <a:pt x="0" y="63"/>
                </a:moveTo>
                <a:lnTo>
                  <a:pt x="0" y="43"/>
                </a:lnTo>
                <a:lnTo>
                  <a:pt x="20" y="43"/>
                </a:lnTo>
                <a:lnTo>
                  <a:pt x="20" y="63"/>
                </a:lnTo>
                <a:lnTo>
                  <a:pt x="0" y="63"/>
                </a:lnTo>
                <a:moveTo>
                  <a:pt x="0" y="43"/>
                </a:moveTo>
                <a:lnTo>
                  <a:pt x="0" y="24"/>
                </a:lnTo>
                <a:lnTo>
                  <a:pt x="20" y="24"/>
                </a:lnTo>
                <a:lnTo>
                  <a:pt x="20" y="43"/>
                </a:lnTo>
                <a:lnTo>
                  <a:pt x="0" y="43"/>
                </a:lnTo>
                <a:moveTo>
                  <a:pt x="0" y="24"/>
                </a:moveTo>
                <a:lnTo>
                  <a:pt x="0" y="0"/>
                </a:lnTo>
                <a:lnTo>
                  <a:pt x="32" y="16"/>
                </a:lnTo>
                <a:lnTo>
                  <a:pt x="23" y="34"/>
                </a:lnTo>
                <a:lnTo>
                  <a:pt x="6" y="25"/>
                </a:lnTo>
                <a:lnTo>
                  <a:pt x="10" y="16"/>
                </a:lnTo>
                <a:lnTo>
                  <a:pt x="20" y="16"/>
                </a:lnTo>
                <a:lnTo>
                  <a:pt x="20" y="24"/>
                </a:lnTo>
                <a:lnTo>
                  <a:pt x="0" y="24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4794120" y="1388880"/>
            <a:ext cx="1918080" cy="775800"/>
          </a:xfrm>
          <a:custGeom>
            <a:avLst/>
            <a:gdLst/>
            <a:ahLst/>
            <a:rect l="0" t="0" r="r" b="b"/>
            <a:pathLst>
              <a:path fill="none" w="5328" h="2155">
                <a:moveTo>
                  <a:pt x="0" y="2155"/>
                </a:moveTo>
                <a:lnTo>
                  <a:pt x="579" y="1778"/>
                </a:lnTo>
                <a:cubicBezTo>
                  <a:pt x="1157" y="1400"/>
                  <a:pt x="2314" y="646"/>
                  <a:pt x="3202" y="294"/>
                </a:cubicBezTo>
                <a:cubicBezTo>
                  <a:pt x="4090" y="-58"/>
                  <a:pt x="4709" y="-7"/>
                  <a:pt x="5019" y="18"/>
                </a:cubicBezTo>
                <a:lnTo>
                  <a:pt x="5328" y="44"/>
                </a:lnTo>
              </a:path>
            </a:pathLst>
          </a:custGeom>
          <a:ln w="26280">
            <a:solidFill>
              <a:srgbClr val="a8481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767120" y="2113200"/>
            <a:ext cx="79200" cy="68760"/>
          </a:xfrm>
          <a:custGeom>
            <a:avLst/>
            <a:gdLst/>
            <a:ahLst/>
            <a:rect l="0" t="0" r="r" b="b"/>
            <a:pathLst>
              <a:path w="220" h="191">
                <a:moveTo>
                  <a:pt x="0" y="191"/>
                </a:moveTo>
                <a:lnTo>
                  <a:pt x="220" y="166"/>
                </a:lnTo>
                <a:lnTo>
                  <a:pt x="113" y="0"/>
                </a:lnTo>
                <a:lnTo>
                  <a:pt x="0" y="19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4760640" y="2106360"/>
            <a:ext cx="91800" cy="79920"/>
          </a:xfrm>
          <a:custGeom>
            <a:avLst/>
            <a:gdLst/>
            <a:ahLst/>
            <a:rect l="0" t="0" r="r" b="b"/>
            <a:pathLst>
              <a:path w="255" h="222">
                <a:moveTo>
                  <a:pt x="37" y="198"/>
                </a:moveTo>
                <a:lnTo>
                  <a:pt x="57" y="196"/>
                </a:lnTo>
                <a:lnTo>
                  <a:pt x="59" y="215"/>
                </a:lnTo>
                <a:lnTo>
                  <a:pt x="39" y="218"/>
                </a:lnTo>
                <a:lnTo>
                  <a:pt x="37" y="198"/>
                </a:lnTo>
                <a:moveTo>
                  <a:pt x="57" y="196"/>
                </a:moveTo>
                <a:lnTo>
                  <a:pt x="76" y="193"/>
                </a:lnTo>
                <a:lnTo>
                  <a:pt x="78" y="213"/>
                </a:lnTo>
                <a:lnTo>
                  <a:pt x="59" y="215"/>
                </a:lnTo>
                <a:lnTo>
                  <a:pt x="57" y="196"/>
                </a:lnTo>
                <a:moveTo>
                  <a:pt x="76" y="193"/>
                </a:moveTo>
                <a:lnTo>
                  <a:pt x="96" y="191"/>
                </a:lnTo>
                <a:lnTo>
                  <a:pt x="98" y="211"/>
                </a:lnTo>
                <a:lnTo>
                  <a:pt x="78" y="213"/>
                </a:lnTo>
                <a:lnTo>
                  <a:pt x="76" y="193"/>
                </a:lnTo>
                <a:moveTo>
                  <a:pt x="96" y="191"/>
                </a:moveTo>
                <a:lnTo>
                  <a:pt x="116" y="189"/>
                </a:lnTo>
                <a:lnTo>
                  <a:pt x="119" y="209"/>
                </a:lnTo>
                <a:lnTo>
                  <a:pt x="98" y="211"/>
                </a:lnTo>
                <a:lnTo>
                  <a:pt x="96" y="191"/>
                </a:lnTo>
                <a:moveTo>
                  <a:pt x="116" y="189"/>
                </a:moveTo>
                <a:lnTo>
                  <a:pt x="136" y="187"/>
                </a:lnTo>
                <a:lnTo>
                  <a:pt x="138" y="206"/>
                </a:lnTo>
                <a:lnTo>
                  <a:pt x="119" y="209"/>
                </a:lnTo>
                <a:lnTo>
                  <a:pt x="116" y="189"/>
                </a:lnTo>
                <a:moveTo>
                  <a:pt x="136" y="187"/>
                </a:moveTo>
                <a:lnTo>
                  <a:pt x="155" y="184"/>
                </a:lnTo>
                <a:lnTo>
                  <a:pt x="158" y="204"/>
                </a:lnTo>
                <a:lnTo>
                  <a:pt x="138" y="206"/>
                </a:lnTo>
                <a:lnTo>
                  <a:pt x="136" y="187"/>
                </a:lnTo>
                <a:moveTo>
                  <a:pt x="155" y="184"/>
                </a:moveTo>
                <a:lnTo>
                  <a:pt x="175" y="182"/>
                </a:lnTo>
                <a:lnTo>
                  <a:pt x="177" y="202"/>
                </a:lnTo>
                <a:lnTo>
                  <a:pt x="158" y="204"/>
                </a:lnTo>
                <a:lnTo>
                  <a:pt x="155" y="184"/>
                </a:lnTo>
                <a:moveTo>
                  <a:pt x="175" y="182"/>
                </a:moveTo>
                <a:lnTo>
                  <a:pt x="195" y="180"/>
                </a:lnTo>
                <a:lnTo>
                  <a:pt x="197" y="200"/>
                </a:lnTo>
                <a:lnTo>
                  <a:pt x="177" y="202"/>
                </a:lnTo>
                <a:lnTo>
                  <a:pt x="175" y="182"/>
                </a:lnTo>
                <a:moveTo>
                  <a:pt x="195" y="180"/>
                </a:moveTo>
                <a:lnTo>
                  <a:pt x="214" y="178"/>
                </a:lnTo>
                <a:lnTo>
                  <a:pt x="216" y="197"/>
                </a:lnTo>
                <a:lnTo>
                  <a:pt x="197" y="200"/>
                </a:lnTo>
                <a:lnTo>
                  <a:pt x="195" y="180"/>
                </a:lnTo>
                <a:moveTo>
                  <a:pt x="214" y="178"/>
                </a:moveTo>
                <a:lnTo>
                  <a:pt x="234" y="175"/>
                </a:lnTo>
                <a:lnTo>
                  <a:pt x="236" y="195"/>
                </a:lnTo>
                <a:lnTo>
                  <a:pt x="216" y="197"/>
                </a:lnTo>
                <a:lnTo>
                  <a:pt x="214" y="178"/>
                </a:lnTo>
                <a:moveTo>
                  <a:pt x="234" y="175"/>
                </a:moveTo>
                <a:lnTo>
                  <a:pt x="237" y="175"/>
                </a:lnTo>
                <a:lnTo>
                  <a:pt x="238" y="185"/>
                </a:lnTo>
                <a:lnTo>
                  <a:pt x="230" y="190"/>
                </a:lnTo>
                <a:lnTo>
                  <a:pt x="221" y="177"/>
                </a:lnTo>
                <a:lnTo>
                  <a:pt x="238" y="166"/>
                </a:lnTo>
                <a:lnTo>
                  <a:pt x="255" y="193"/>
                </a:lnTo>
                <a:lnTo>
                  <a:pt x="236" y="195"/>
                </a:lnTo>
                <a:lnTo>
                  <a:pt x="234" y="175"/>
                </a:lnTo>
                <a:moveTo>
                  <a:pt x="221" y="177"/>
                </a:moveTo>
                <a:lnTo>
                  <a:pt x="211" y="160"/>
                </a:lnTo>
                <a:lnTo>
                  <a:pt x="227" y="149"/>
                </a:lnTo>
                <a:lnTo>
                  <a:pt x="238" y="166"/>
                </a:lnTo>
                <a:lnTo>
                  <a:pt x="221" y="177"/>
                </a:lnTo>
                <a:moveTo>
                  <a:pt x="211" y="160"/>
                </a:moveTo>
                <a:lnTo>
                  <a:pt x="200" y="144"/>
                </a:lnTo>
                <a:lnTo>
                  <a:pt x="216" y="133"/>
                </a:lnTo>
                <a:lnTo>
                  <a:pt x="227" y="149"/>
                </a:lnTo>
                <a:lnTo>
                  <a:pt x="211" y="160"/>
                </a:lnTo>
                <a:moveTo>
                  <a:pt x="200" y="144"/>
                </a:moveTo>
                <a:lnTo>
                  <a:pt x="189" y="127"/>
                </a:lnTo>
                <a:lnTo>
                  <a:pt x="206" y="116"/>
                </a:lnTo>
                <a:lnTo>
                  <a:pt x="216" y="133"/>
                </a:lnTo>
                <a:lnTo>
                  <a:pt x="200" y="144"/>
                </a:lnTo>
                <a:moveTo>
                  <a:pt x="189" y="127"/>
                </a:moveTo>
                <a:lnTo>
                  <a:pt x="178" y="111"/>
                </a:lnTo>
                <a:lnTo>
                  <a:pt x="195" y="100"/>
                </a:lnTo>
                <a:lnTo>
                  <a:pt x="206" y="116"/>
                </a:lnTo>
                <a:lnTo>
                  <a:pt x="189" y="127"/>
                </a:lnTo>
                <a:moveTo>
                  <a:pt x="178" y="111"/>
                </a:moveTo>
                <a:lnTo>
                  <a:pt x="168" y="94"/>
                </a:lnTo>
                <a:lnTo>
                  <a:pt x="184" y="83"/>
                </a:lnTo>
                <a:lnTo>
                  <a:pt x="195" y="100"/>
                </a:lnTo>
                <a:lnTo>
                  <a:pt x="178" y="111"/>
                </a:lnTo>
                <a:moveTo>
                  <a:pt x="168" y="94"/>
                </a:moveTo>
                <a:lnTo>
                  <a:pt x="157" y="78"/>
                </a:lnTo>
                <a:lnTo>
                  <a:pt x="173" y="67"/>
                </a:lnTo>
                <a:lnTo>
                  <a:pt x="184" y="83"/>
                </a:lnTo>
                <a:lnTo>
                  <a:pt x="168" y="94"/>
                </a:lnTo>
                <a:moveTo>
                  <a:pt x="157" y="78"/>
                </a:moveTo>
                <a:lnTo>
                  <a:pt x="146" y="61"/>
                </a:lnTo>
                <a:lnTo>
                  <a:pt x="163" y="50"/>
                </a:lnTo>
                <a:lnTo>
                  <a:pt x="173" y="67"/>
                </a:lnTo>
                <a:lnTo>
                  <a:pt x="157" y="78"/>
                </a:lnTo>
                <a:moveTo>
                  <a:pt x="146" y="61"/>
                </a:moveTo>
                <a:lnTo>
                  <a:pt x="135" y="45"/>
                </a:lnTo>
                <a:lnTo>
                  <a:pt x="152" y="34"/>
                </a:lnTo>
                <a:lnTo>
                  <a:pt x="163" y="50"/>
                </a:lnTo>
                <a:lnTo>
                  <a:pt x="146" y="61"/>
                </a:lnTo>
                <a:moveTo>
                  <a:pt x="135" y="45"/>
                </a:moveTo>
                <a:lnTo>
                  <a:pt x="124" y="28"/>
                </a:lnTo>
                <a:lnTo>
                  <a:pt x="141" y="17"/>
                </a:lnTo>
                <a:lnTo>
                  <a:pt x="152" y="34"/>
                </a:lnTo>
                <a:lnTo>
                  <a:pt x="135" y="45"/>
                </a:lnTo>
                <a:moveTo>
                  <a:pt x="124" y="28"/>
                </a:moveTo>
                <a:lnTo>
                  <a:pt x="123" y="25"/>
                </a:lnTo>
                <a:lnTo>
                  <a:pt x="131" y="20"/>
                </a:lnTo>
                <a:lnTo>
                  <a:pt x="139" y="25"/>
                </a:lnTo>
                <a:lnTo>
                  <a:pt x="131" y="39"/>
                </a:lnTo>
                <a:lnTo>
                  <a:pt x="114" y="29"/>
                </a:lnTo>
                <a:lnTo>
                  <a:pt x="130" y="0"/>
                </a:lnTo>
                <a:lnTo>
                  <a:pt x="141" y="17"/>
                </a:lnTo>
                <a:lnTo>
                  <a:pt x="124" y="28"/>
                </a:lnTo>
                <a:moveTo>
                  <a:pt x="131" y="39"/>
                </a:moveTo>
                <a:lnTo>
                  <a:pt x="121" y="56"/>
                </a:lnTo>
                <a:lnTo>
                  <a:pt x="103" y="46"/>
                </a:lnTo>
                <a:lnTo>
                  <a:pt x="114" y="29"/>
                </a:lnTo>
                <a:lnTo>
                  <a:pt x="131" y="39"/>
                </a:lnTo>
                <a:moveTo>
                  <a:pt x="121" y="56"/>
                </a:moveTo>
                <a:lnTo>
                  <a:pt x="110" y="73"/>
                </a:lnTo>
                <a:lnTo>
                  <a:pt x="93" y="63"/>
                </a:lnTo>
                <a:lnTo>
                  <a:pt x="103" y="46"/>
                </a:lnTo>
                <a:lnTo>
                  <a:pt x="121" y="56"/>
                </a:lnTo>
                <a:moveTo>
                  <a:pt x="110" y="73"/>
                </a:moveTo>
                <a:lnTo>
                  <a:pt x="100" y="90"/>
                </a:lnTo>
                <a:lnTo>
                  <a:pt x="83" y="80"/>
                </a:lnTo>
                <a:lnTo>
                  <a:pt x="93" y="63"/>
                </a:lnTo>
                <a:lnTo>
                  <a:pt x="110" y="73"/>
                </a:lnTo>
                <a:moveTo>
                  <a:pt x="100" y="90"/>
                </a:moveTo>
                <a:lnTo>
                  <a:pt x="90" y="107"/>
                </a:lnTo>
                <a:lnTo>
                  <a:pt x="73" y="97"/>
                </a:lnTo>
                <a:lnTo>
                  <a:pt x="83" y="80"/>
                </a:lnTo>
                <a:lnTo>
                  <a:pt x="100" y="90"/>
                </a:lnTo>
                <a:moveTo>
                  <a:pt x="90" y="107"/>
                </a:moveTo>
                <a:lnTo>
                  <a:pt x="80" y="124"/>
                </a:lnTo>
                <a:lnTo>
                  <a:pt x="63" y="114"/>
                </a:lnTo>
                <a:lnTo>
                  <a:pt x="73" y="97"/>
                </a:lnTo>
                <a:lnTo>
                  <a:pt x="90" y="107"/>
                </a:lnTo>
                <a:moveTo>
                  <a:pt x="80" y="124"/>
                </a:moveTo>
                <a:lnTo>
                  <a:pt x="70" y="141"/>
                </a:lnTo>
                <a:lnTo>
                  <a:pt x="53" y="131"/>
                </a:lnTo>
                <a:lnTo>
                  <a:pt x="63" y="114"/>
                </a:lnTo>
                <a:lnTo>
                  <a:pt x="80" y="124"/>
                </a:lnTo>
                <a:moveTo>
                  <a:pt x="70" y="141"/>
                </a:moveTo>
                <a:lnTo>
                  <a:pt x="60" y="158"/>
                </a:lnTo>
                <a:lnTo>
                  <a:pt x="43" y="148"/>
                </a:lnTo>
                <a:lnTo>
                  <a:pt x="53" y="131"/>
                </a:lnTo>
                <a:lnTo>
                  <a:pt x="70" y="141"/>
                </a:lnTo>
                <a:moveTo>
                  <a:pt x="60" y="158"/>
                </a:moveTo>
                <a:lnTo>
                  <a:pt x="50" y="175"/>
                </a:lnTo>
                <a:lnTo>
                  <a:pt x="33" y="165"/>
                </a:lnTo>
                <a:lnTo>
                  <a:pt x="43" y="148"/>
                </a:lnTo>
                <a:lnTo>
                  <a:pt x="60" y="158"/>
                </a:lnTo>
                <a:moveTo>
                  <a:pt x="50" y="175"/>
                </a:moveTo>
                <a:lnTo>
                  <a:pt x="41" y="192"/>
                </a:lnTo>
                <a:lnTo>
                  <a:pt x="24" y="182"/>
                </a:lnTo>
                <a:lnTo>
                  <a:pt x="33" y="165"/>
                </a:lnTo>
                <a:lnTo>
                  <a:pt x="50" y="175"/>
                </a:lnTo>
                <a:moveTo>
                  <a:pt x="41" y="192"/>
                </a:moveTo>
                <a:lnTo>
                  <a:pt x="31" y="209"/>
                </a:lnTo>
                <a:lnTo>
                  <a:pt x="14" y="199"/>
                </a:lnTo>
                <a:lnTo>
                  <a:pt x="24" y="182"/>
                </a:lnTo>
                <a:lnTo>
                  <a:pt x="41" y="192"/>
                </a:lnTo>
                <a:moveTo>
                  <a:pt x="31" y="209"/>
                </a:moveTo>
                <a:lnTo>
                  <a:pt x="27" y="215"/>
                </a:lnTo>
                <a:lnTo>
                  <a:pt x="18" y="210"/>
                </a:lnTo>
                <a:lnTo>
                  <a:pt x="17" y="200"/>
                </a:lnTo>
                <a:lnTo>
                  <a:pt x="37" y="198"/>
                </a:lnTo>
                <a:lnTo>
                  <a:pt x="39" y="218"/>
                </a:lnTo>
                <a:lnTo>
                  <a:pt x="0" y="222"/>
                </a:lnTo>
                <a:lnTo>
                  <a:pt x="14" y="199"/>
                </a:lnTo>
                <a:lnTo>
                  <a:pt x="31" y="209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6673680" y="1365840"/>
            <a:ext cx="74160" cy="71280"/>
          </a:xfrm>
          <a:custGeom>
            <a:avLst/>
            <a:gdLst/>
            <a:ahLst/>
            <a:rect l="0" t="0" r="r" b="b"/>
            <a:pathLst>
              <a:path w="206" h="198">
                <a:moveTo>
                  <a:pt x="16" y="0"/>
                </a:moveTo>
                <a:lnTo>
                  <a:pt x="206" y="116"/>
                </a:lnTo>
                <a:lnTo>
                  <a:pt x="0" y="198"/>
                </a:lnTo>
                <a:lnTo>
                  <a:pt x="16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6669720" y="1360080"/>
            <a:ext cx="86040" cy="82440"/>
          </a:xfrm>
          <a:custGeom>
            <a:avLst/>
            <a:gdLst/>
            <a:ahLst/>
            <a:rect l="0" t="0" r="r" b="b"/>
            <a:pathLst>
              <a:path w="239" h="229">
                <a:moveTo>
                  <a:pt x="49" y="18"/>
                </a:moveTo>
                <a:lnTo>
                  <a:pt x="66" y="28"/>
                </a:lnTo>
                <a:lnTo>
                  <a:pt x="56" y="45"/>
                </a:lnTo>
                <a:lnTo>
                  <a:pt x="39" y="35"/>
                </a:lnTo>
                <a:lnTo>
                  <a:pt x="49" y="18"/>
                </a:lnTo>
                <a:moveTo>
                  <a:pt x="66" y="28"/>
                </a:moveTo>
                <a:lnTo>
                  <a:pt x="84" y="39"/>
                </a:lnTo>
                <a:lnTo>
                  <a:pt x="73" y="56"/>
                </a:lnTo>
                <a:lnTo>
                  <a:pt x="56" y="45"/>
                </a:lnTo>
                <a:lnTo>
                  <a:pt x="66" y="28"/>
                </a:lnTo>
                <a:moveTo>
                  <a:pt x="84" y="39"/>
                </a:moveTo>
                <a:lnTo>
                  <a:pt x="101" y="49"/>
                </a:lnTo>
                <a:lnTo>
                  <a:pt x="90" y="66"/>
                </a:lnTo>
                <a:lnTo>
                  <a:pt x="73" y="56"/>
                </a:lnTo>
                <a:lnTo>
                  <a:pt x="84" y="39"/>
                </a:lnTo>
                <a:moveTo>
                  <a:pt x="101" y="49"/>
                </a:moveTo>
                <a:lnTo>
                  <a:pt x="118" y="59"/>
                </a:lnTo>
                <a:lnTo>
                  <a:pt x="107" y="76"/>
                </a:lnTo>
                <a:lnTo>
                  <a:pt x="90" y="66"/>
                </a:lnTo>
                <a:lnTo>
                  <a:pt x="101" y="49"/>
                </a:lnTo>
                <a:moveTo>
                  <a:pt x="118" y="59"/>
                </a:moveTo>
                <a:lnTo>
                  <a:pt x="134" y="69"/>
                </a:lnTo>
                <a:lnTo>
                  <a:pt x="124" y="86"/>
                </a:lnTo>
                <a:lnTo>
                  <a:pt x="107" y="76"/>
                </a:lnTo>
                <a:lnTo>
                  <a:pt x="118" y="59"/>
                </a:lnTo>
                <a:moveTo>
                  <a:pt x="134" y="69"/>
                </a:moveTo>
                <a:lnTo>
                  <a:pt x="151" y="80"/>
                </a:lnTo>
                <a:lnTo>
                  <a:pt x="141" y="96"/>
                </a:lnTo>
                <a:lnTo>
                  <a:pt x="124" y="86"/>
                </a:lnTo>
                <a:lnTo>
                  <a:pt x="134" y="69"/>
                </a:lnTo>
                <a:moveTo>
                  <a:pt x="151" y="80"/>
                </a:moveTo>
                <a:lnTo>
                  <a:pt x="168" y="90"/>
                </a:lnTo>
                <a:lnTo>
                  <a:pt x="158" y="107"/>
                </a:lnTo>
                <a:lnTo>
                  <a:pt x="141" y="96"/>
                </a:lnTo>
                <a:lnTo>
                  <a:pt x="151" y="80"/>
                </a:lnTo>
                <a:moveTo>
                  <a:pt x="168" y="90"/>
                </a:moveTo>
                <a:lnTo>
                  <a:pt x="185" y="100"/>
                </a:lnTo>
                <a:lnTo>
                  <a:pt x="175" y="117"/>
                </a:lnTo>
                <a:lnTo>
                  <a:pt x="158" y="107"/>
                </a:lnTo>
                <a:lnTo>
                  <a:pt x="168" y="90"/>
                </a:lnTo>
                <a:moveTo>
                  <a:pt x="185" y="100"/>
                </a:moveTo>
                <a:lnTo>
                  <a:pt x="202" y="110"/>
                </a:lnTo>
                <a:lnTo>
                  <a:pt x="192" y="127"/>
                </a:lnTo>
                <a:lnTo>
                  <a:pt x="175" y="117"/>
                </a:lnTo>
                <a:lnTo>
                  <a:pt x="185" y="100"/>
                </a:lnTo>
                <a:moveTo>
                  <a:pt x="202" y="110"/>
                </a:moveTo>
                <a:lnTo>
                  <a:pt x="219" y="121"/>
                </a:lnTo>
                <a:lnTo>
                  <a:pt x="208" y="137"/>
                </a:lnTo>
                <a:lnTo>
                  <a:pt x="192" y="127"/>
                </a:lnTo>
                <a:lnTo>
                  <a:pt x="202" y="110"/>
                </a:lnTo>
                <a:moveTo>
                  <a:pt x="219" y="121"/>
                </a:moveTo>
                <a:lnTo>
                  <a:pt x="239" y="133"/>
                </a:lnTo>
                <a:lnTo>
                  <a:pt x="205" y="146"/>
                </a:lnTo>
                <a:lnTo>
                  <a:pt x="198" y="128"/>
                </a:lnTo>
                <a:lnTo>
                  <a:pt x="213" y="122"/>
                </a:lnTo>
                <a:lnTo>
                  <a:pt x="217" y="131"/>
                </a:lnTo>
                <a:lnTo>
                  <a:pt x="212" y="139"/>
                </a:lnTo>
                <a:lnTo>
                  <a:pt x="208" y="137"/>
                </a:lnTo>
                <a:lnTo>
                  <a:pt x="219" y="121"/>
                </a:lnTo>
                <a:moveTo>
                  <a:pt x="205" y="146"/>
                </a:moveTo>
                <a:lnTo>
                  <a:pt x="187" y="153"/>
                </a:lnTo>
                <a:lnTo>
                  <a:pt x="180" y="135"/>
                </a:lnTo>
                <a:lnTo>
                  <a:pt x="198" y="128"/>
                </a:lnTo>
                <a:lnTo>
                  <a:pt x="205" y="146"/>
                </a:lnTo>
                <a:moveTo>
                  <a:pt x="187" y="153"/>
                </a:moveTo>
                <a:lnTo>
                  <a:pt x="169" y="161"/>
                </a:lnTo>
                <a:lnTo>
                  <a:pt x="161" y="142"/>
                </a:lnTo>
                <a:lnTo>
                  <a:pt x="180" y="135"/>
                </a:lnTo>
                <a:lnTo>
                  <a:pt x="187" y="153"/>
                </a:lnTo>
                <a:moveTo>
                  <a:pt x="169" y="161"/>
                </a:moveTo>
                <a:lnTo>
                  <a:pt x="150" y="168"/>
                </a:lnTo>
                <a:lnTo>
                  <a:pt x="143" y="150"/>
                </a:lnTo>
                <a:lnTo>
                  <a:pt x="161" y="142"/>
                </a:lnTo>
                <a:lnTo>
                  <a:pt x="169" y="161"/>
                </a:lnTo>
                <a:moveTo>
                  <a:pt x="150" y="168"/>
                </a:moveTo>
                <a:lnTo>
                  <a:pt x="132" y="175"/>
                </a:lnTo>
                <a:lnTo>
                  <a:pt x="125" y="157"/>
                </a:lnTo>
                <a:lnTo>
                  <a:pt x="143" y="150"/>
                </a:lnTo>
                <a:lnTo>
                  <a:pt x="150" y="168"/>
                </a:lnTo>
                <a:moveTo>
                  <a:pt x="132" y="175"/>
                </a:moveTo>
                <a:lnTo>
                  <a:pt x="114" y="183"/>
                </a:lnTo>
                <a:lnTo>
                  <a:pt x="106" y="164"/>
                </a:lnTo>
                <a:lnTo>
                  <a:pt x="125" y="157"/>
                </a:lnTo>
                <a:lnTo>
                  <a:pt x="132" y="175"/>
                </a:lnTo>
                <a:moveTo>
                  <a:pt x="114" y="183"/>
                </a:moveTo>
                <a:lnTo>
                  <a:pt x="96" y="190"/>
                </a:lnTo>
                <a:lnTo>
                  <a:pt x="88" y="172"/>
                </a:lnTo>
                <a:lnTo>
                  <a:pt x="106" y="164"/>
                </a:lnTo>
                <a:lnTo>
                  <a:pt x="114" y="183"/>
                </a:lnTo>
                <a:moveTo>
                  <a:pt x="96" y="190"/>
                </a:moveTo>
                <a:lnTo>
                  <a:pt x="76" y="197"/>
                </a:lnTo>
                <a:lnTo>
                  <a:pt x="69" y="179"/>
                </a:lnTo>
                <a:lnTo>
                  <a:pt x="88" y="172"/>
                </a:lnTo>
                <a:lnTo>
                  <a:pt x="96" y="190"/>
                </a:lnTo>
                <a:moveTo>
                  <a:pt x="76" y="197"/>
                </a:moveTo>
                <a:lnTo>
                  <a:pt x="58" y="205"/>
                </a:lnTo>
                <a:lnTo>
                  <a:pt x="51" y="186"/>
                </a:lnTo>
                <a:lnTo>
                  <a:pt x="69" y="179"/>
                </a:lnTo>
                <a:lnTo>
                  <a:pt x="76" y="197"/>
                </a:lnTo>
                <a:moveTo>
                  <a:pt x="58" y="205"/>
                </a:moveTo>
                <a:lnTo>
                  <a:pt x="40" y="212"/>
                </a:lnTo>
                <a:lnTo>
                  <a:pt x="32" y="194"/>
                </a:lnTo>
                <a:lnTo>
                  <a:pt x="51" y="186"/>
                </a:lnTo>
                <a:lnTo>
                  <a:pt x="58" y="205"/>
                </a:lnTo>
                <a:moveTo>
                  <a:pt x="40" y="212"/>
                </a:moveTo>
                <a:lnTo>
                  <a:pt x="21" y="220"/>
                </a:lnTo>
                <a:lnTo>
                  <a:pt x="14" y="201"/>
                </a:lnTo>
                <a:lnTo>
                  <a:pt x="32" y="194"/>
                </a:lnTo>
                <a:lnTo>
                  <a:pt x="40" y="212"/>
                </a:lnTo>
                <a:moveTo>
                  <a:pt x="21" y="220"/>
                </a:moveTo>
                <a:lnTo>
                  <a:pt x="0" y="229"/>
                </a:lnTo>
                <a:lnTo>
                  <a:pt x="2" y="200"/>
                </a:lnTo>
                <a:lnTo>
                  <a:pt x="22" y="201"/>
                </a:lnTo>
                <a:lnTo>
                  <a:pt x="21" y="215"/>
                </a:lnTo>
                <a:lnTo>
                  <a:pt x="11" y="214"/>
                </a:lnTo>
                <a:lnTo>
                  <a:pt x="7" y="204"/>
                </a:lnTo>
                <a:lnTo>
                  <a:pt x="14" y="201"/>
                </a:lnTo>
                <a:lnTo>
                  <a:pt x="21" y="220"/>
                </a:lnTo>
                <a:moveTo>
                  <a:pt x="2" y="200"/>
                </a:moveTo>
                <a:lnTo>
                  <a:pt x="4" y="180"/>
                </a:lnTo>
                <a:lnTo>
                  <a:pt x="24" y="182"/>
                </a:lnTo>
                <a:lnTo>
                  <a:pt x="22" y="201"/>
                </a:lnTo>
                <a:lnTo>
                  <a:pt x="2" y="200"/>
                </a:lnTo>
                <a:moveTo>
                  <a:pt x="4" y="180"/>
                </a:moveTo>
                <a:lnTo>
                  <a:pt x="5" y="160"/>
                </a:lnTo>
                <a:lnTo>
                  <a:pt x="25" y="162"/>
                </a:lnTo>
                <a:lnTo>
                  <a:pt x="24" y="182"/>
                </a:lnTo>
                <a:lnTo>
                  <a:pt x="4" y="180"/>
                </a:lnTo>
                <a:moveTo>
                  <a:pt x="5" y="160"/>
                </a:moveTo>
                <a:lnTo>
                  <a:pt x="7" y="141"/>
                </a:lnTo>
                <a:lnTo>
                  <a:pt x="27" y="142"/>
                </a:lnTo>
                <a:lnTo>
                  <a:pt x="25" y="162"/>
                </a:lnTo>
                <a:lnTo>
                  <a:pt x="5" y="160"/>
                </a:lnTo>
                <a:moveTo>
                  <a:pt x="7" y="141"/>
                </a:moveTo>
                <a:lnTo>
                  <a:pt x="9" y="121"/>
                </a:lnTo>
                <a:lnTo>
                  <a:pt x="28" y="123"/>
                </a:lnTo>
                <a:lnTo>
                  <a:pt x="27" y="142"/>
                </a:lnTo>
                <a:lnTo>
                  <a:pt x="7" y="141"/>
                </a:lnTo>
                <a:moveTo>
                  <a:pt x="9" y="121"/>
                </a:moveTo>
                <a:lnTo>
                  <a:pt x="10" y="101"/>
                </a:lnTo>
                <a:lnTo>
                  <a:pt x="30" y="103"/>
                </a:lnTo>
                <a:lnTo>
                  <a:pt x="28" y="123"/>
                </a:lnTo>
                <a:lnTo>
                  <a:pt x="9" y="121"/>
                </a:lnTo>
                <a:moveTo>
                  <a:pt x="10" y="101"/>
                </a:moveTo>
                <a:lnTo>
                  <a:pt x="12" y="82"/>
                </a:lnTo>
                <a:lnTo>
                  <a:pt x="32" y="83"/>
                </a:lnTo>
                <a:lnTo>
                  <a:pt x="30" y="103"/>
                </a:lnTo>
                <a:lnTo>
                  <a:pt x="10" y="101"/>
                </a:lnTo>
                <a:moveTo>
                  <a:pt x="12" y="82"/>
                </a:moveTo>
                <a:lnTo>
                  <a:pt x="14" y="62"/>
                </a:lnTo>
                <a:lnTo>
                  <a:pt x="33" y="64"/>
                </a:lnTo>
                <a:lnTo>
                  <a:pt x="32" y="83"/>
                </a:lnTo>
                <a:lnTo>
                  <a:pt x="12" y="82"/>
                </a:lnTo>
                <a:moveTo>
                  <a:pt x="14" y="62"/>
                </a:moveTo>
                <a:lnTo>
                  <a:pt x="15" y="42"/>
                </a:lnTo>
                <a:lnTo>
                  <a:pt x="35" y="44"/>
                </a:lnTo>
                <a:lnTo>
                  <a:pt x="33" y="64"/>
                </a:lnTo>
                <a:lnTo>
                  <a:pt x="14" y="62"/>
                </a:lnTo>
                <a:moveTo>
                  <a:pt x="15" y="42"/>
                </a:moveTo>
                <a:lnTo>
                  <a:pt x="17" y="23"/>
                </a:lnTo>
                <a:lnTo>
                  <a:pt x="36" y="24"/>
                </a:lnTo>
                <a:lnTo>
                  <a:pt x="35" y="44"/>
                </a:lnTo>
                <a:lnTo>
                  <a:pt x="15" y="42"/>
                </a:lnTo>
                <a:moveTo>
                  <a:pt x="17" y="23"/>
                </a:moveTo>
                <a:lnTo>
                  <a:pt x="19" y="0"/>
                </a:lnTo>
                <a:lnTo>
                  <a:pt x="49" y="18"/>
                </a:lnTo>
                <a:lnTo>
                  <a:pt x="39" y="35"/>
                </a:lnTo>
                <a:lnTo>
                  <a:pt x="22" y="25"/>
                </a:lnTo>
                <a:lnTo>
                  <a:pt x="27" y="16"/>
                </a:lnTo>
                <a:lnTo>
                  <a:pt x="37" y="17"/>
                </a:lnTo>
                <a:lnTo>
                  <a:pt x="36" y="24"/>
                </a:lnTo>
                <a:lnTo>
                  <a:pt x="17" y="2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69360" y="1578600"/>
            <a:ext cx="4542840" cy="266400"/>
          </a:xfrm>
          <a:custGeom>
            <a:avLst/>
            <a:gdLst/>
            <a:ahLst/>
            <a:rect l="0" t="0" r="r" b="b"/>
            <a:pathLst>
              <a:path fill="none" w="12619" h="740">
                <a:moveTo>
                  <a:pt x="0" y="740"/>
                </a:moveTo>
                <a:lnTo>
                  <a:pt x="311" y="642"/>
                </a:lnTo>
                <a:cubicBezTo>
                  <a:pt x="621" y="544"/>
                  <a:pt x="1241" y="348"/>
                  <a:pt x="2272" y="250"/>
                </a:cubicBezTo>
                <a:cubicBezTo>
                  <a:pt x="3304" y="152"/>
                  <a:pt x="4746" y="152"/>
                  <a:pt x="6230" y="152"/>
                </a:cubicBezTo>
                <a:cubicBezTo>
                  <a:pt x="7713" y="152"/>
                  <a:pt x="9237" y="152"/>
                  <a:pt x="10309" y="127"/>
                </a:cubicBezTo>
                <a:cubicBezTo>
                  <a:pt x="11381" y="102"/>
                  <a:pt x="12000" y="51"/>
                  <a:pt x="12310" y="26"/>
                </a:cubicBezTo>
                <a:lnTo>
                  <a:pt x="12619" y="0"/>
                </a:lnTo>
              </a:path>
            </a:pathLst>
          </a:custGeom>
          <a:ln w="26280">
            <a:solidFill>
              <a:srgbClr val="a8481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38760" y="1798920"/>
            <a:ext cx="78840" cy="68040"/>
          </a:xfrm>
          <a:custGeom>
            <a:avLst/>
            <a:gdLst/>
            <a:ahLst/>
            <a:rect l="0" t="0" r="r" b="b"/>
            <a:pathLst>
              <a:path w="219" h="189">
                <a:moveTo>
                  <a:pt x="0" y="153"/>
                </a:moveTo>
                <a:lnTo>
                  <a:pt x="219" y="189"/>
                </a:lnTo>
                <a:lnTo>
                  <a:pt x="159" y="0"/>
                </a:lnTo>
                <a:lnTo>
                  <a:pt x="0" y="1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31200" y="1792440"/>
            <a:ext cx="91440" cy="78840"/>
          </a:xfrm>
          <a:custGeom>
            <a:avLst/>
            <a:gdLst/>
            <a:ahLst/>
            <a:rect l="0" t="0" r="r" b="b"/>
            <a:pathLst>
              <a:path w="254" h="219">
                <a:moveTo>
                  <a:pt x="43" y="166"/>
                </a:moveTo>
                <a:lnTo>
                  <a:pt x="62" y="169"/>
                </a:lnTo>
                <a:lnTo>
                  <a:pt x="59" y="188"/>
                </a:lnTo>
                <a:lnTo>
                  <a:pt x="40" y="185"/>
                </a:lnTo>
                <a:lnTo>
                  <a:pt x="43" y="166"/>
                </a:lnTo>
                <a:moveTo>
                  <a:pt x="62" y="169"/>
                </a:moveTo>
                <a:lnTo>
                  <a:pt x="82" y="172"/>
                </a:lnTo>
                <a:lnTo>
                  <a:pt x="79" y="192"/>
                </a:lnTo>
                <a:lnTo>
                  <a:pt x="59" y="188"/>
                </a:lnTo>
                <a:lnTo>
                  <a:pt x="62" y="169"/>
                </a:lnTo>
                <a:moveTo>
                  <a:pt x="82" y="172"/>
                </a:moveTo>
                <a:lnTo>
                  <a:pt x="101" y="175"/>
                </a:lnTo>
                <a:lnTo>
                  <a:pt x="98" y="195"/>
                </a:lnTo>
                <a:lnTo>
                  <a:pt x="79" y="192"/>
                </a:lnTo>
                <a:lnTo>
                  <a:pt x="82" y="172"/>
                </a:lnTo>
                <a:moveTo>
                  <a:pt x="101" y="175"/>
                </a:moveTo>
                <a:lnTo>
                  <a:pt x="121" y="178"/>
                </a:lnTo>
                <a:lnTo>
                  <a:pt x="118" y="198"/>
                </a:lnTo>
                <a:lnTo>
                  <a:pt x="98" y="195"/>
                </a:lnTo>
                <a:lnTo>
                  <a:pt x="101" y="175"/>
                </a:lnTo>
                <a:moveTo>
                  <a:pt x="121" y="178"/>
                </a:moveTo>
                <a:lnTo>
                  <a:pt x="140" y="181"/>
                </a:lnTo>
                <a:lnTo>
                  <a:pt x="137" y="201"/>
                </a:lnTo>
                <a:lnTo>
                  <a:pt x="118" y="198"/>
                </a:lnTo>
                <a:lnTo>
                  <a:pt x="121" y="178"/>
                </a:lnTo>
                <a:moveTo>
                  <a:pt x="140" y="181"/>
                </a:moveTo>
                <a:lnTo>
                  <a:pt x="160" y="184"/>
                </a:lnTo>
                <a:lnTo>
                  <a:pt x="157" y="204"/>
                </a:lnTo>
                <a:lnTo>
                  <a:pt x="137" y="201"/>
                </a:lnTo>
                <a:lnTo>
                  <a:pt x="140" y="181"/>
                </a:lnTo>
                <a:moveTo>
                  <a:pt x="160" y="184"/>
                </a:moveTo>
                <a:lnTo>
                  <a:pt x="179" y="188"/>
                </a:lnTo>
                <a:lnTo>
                  <a:pt x="176" y="207"/>
                </a:lnTo>
                <a:lnTo>
                  <a:pt x="157" y="204"/>
                </a:lnTo>
                <a:lnTo>
                  <a:pt x="160" y="184"/>
                </a:lnTo>
                <a:moveTo>
                  <a:pt x="179" y="188"/>
                </a:moveTo>
                <a:lnTo>
                  <a:pt x="199" y="191"/>
                </a:lnTo>
                <a:lnTo>
                  <a:pt x="196" y="210"/>
                </a:lnTo>
                <a:lnTo>
                  <a:pt x="176" y="207"/>
                </a:lnTo>
                <a:lnTo>
                  <a:pt x="179" y="188"/>
                </a:lnTo>
                <a:moveTo>
                  <a:pt x="199" y="191"/>
                </a:moveTo>
                <a:lnTo>
                  <a:pt x="218" y="194"/>
                </a:lnTo>
                <a:lnTo>
                  <a:pt x="215" y="213"/>
                </a:lnTo>
                <a:lnTo>
                  <a:pt x="196" y="210"/>
                </a:lnTo>
                <a:lnTo>
                  <a:pt x="199" y="191"/>
                </a:lnTo>
                <a:moveTo>
                  <a:pt x="218" y="194"/>
                </a:moveTo>
                <a:lnTo>
                  <a:pt x="238" y="197"/>
                </a:lnTo>
                <a:lnTo>
                  <a:pt x="235" y="216"/>
                </a:lnTo>
                <a:lnTo>
                  <a:pt x="215" y="213"/>
                </a:lnTo>
                <a:lnTo>
                  <a:pt x="218" y="194"/>
                </a:lnTo>
                <a:moveTo>
                  <a:pt x="238" y="197"/>
                </a:moveTo>
                <a:lnTo>
                  <a:pt x="241" y="197"/>
                </a:lnTo>
                <a:lnTo>
                  <a:pt x="240" y="207"/>
                </a:lnTo>
                <a:lnTo>
                  <a:pt x="230" y="210"/>
                </a:lnTo>
                <a:lnTo>
                  <a:pt x="225" y="195"/>
                </a:lnTo>
                <a:lnTo>
                  <a:pt x="244" y="189"/>
                </a:lnTo>
                <a:lnTo>
                  <a:pt x="254" y="219"/>
                </a:lnTo>
                <a:lnTo>
                  <a:pt x="235" y="216"/>
                </a:lnTo>
                <a:lnTo>
                  <a:pt x="238" y="197"/>
                </a:lnTo>
                <a:moveTo>
                  <a:pt x="225" y="195"/>
                </a:moveTo>
                <a:lnTo>
                  <a:pt x="219" y="176"/>
                </a:lnTo>
                <a:lnTo>
                  <a:pt x="238" y="170"/>
                </a:lnTo>
                <a:lnTo>
                  <a:pt x="244" y="189"/>
                </a:lnTo>
                <a:lnTo>
                  <a:pt x="225" y="195"/>
                </a:lnTo>
                <a:moveTo>
                  <a:pt x="219" y="176"/>
                </a:moveTo>
                <a:lnTo>
                  <a:pt x="213" y="157"/>
                </a:lnTo>
                <a:lnTo>
                  <a:pt x="232" y="151"/>
                </a:lnTo>
                <a:lnTo>
                  <a:pt x="238" y="170"/>
                </a:lnTo>
                <a:lnTo>
                  <a:pt x="219" y="176"/>
                </a:lnTo>
                <a:moveTo>
                  <a:pt x="213" y="157"/>
                </a:moveTo>
                <a:lnTo>
                  <a:pt x="208" y="137"/>
                </a:lnTo>
                <a:lnTo>
                  <a:pt x="226" y="131"/>
                </a:lnTo>
                <a:lnTo>
                  <a:pt x="232" y="151"/>
                </a:lnTo>
                <a:lnTo>
                  <a:pt x="213" y="157"/>
                </a:lnTo>
                <a:moveTo>
                  <a:pt x="208" y="137"/>
                </a:moveTo>
                <a:lnTo>
                  <a:pt x="202" y="119"/>
                </a:lnTo>
                <a:lnTo>
                  <a:pt x="220" y="113"/>
                </a:lnTo>
                <a:lnTo>
                  <a:pt x="226" y="131"/>
                </a:lnTo>
                <a:lnTo>
                  <a:pt x="208" y="137"/>
                </a:lnTo>
                <a:moveTo>
                  <a:pt x="202" y="119"/>
                </a:moveTo>
                <a:lnTo>
                  <a:pt x="196" y="100"/>
                </a:lnTo>
                <a:lnTo>
                  <a:pt x="214" y="94"/>
                </a:lnTo>
                <a:lnTo>
                  <a:pt x="220" y="113"/>
                </a:lnTo>
                <a:lnTo>
                  <a:pt x="202" y="119"/>
                </a:lnTo>
                <a:moveTo>
                  <a:pt x="196" y="100"/>
                </a:moveTo>
                <a:lnTo>
                  <a:pt x="190" y="81"/>
                </a:lnTo>
                <a:lnTo>
                  <a:pt x="209" y="75"/>
                </a:lnTo>
                <a:lnTo>
                  <a:pt x="214" y="94"/>
                </a:lnTo>
                <a:lnTo>
                  <a:pt x="196" y="100"/>
                </a:lnTo>
                <a:moveTo>
                  <a:pt x="190" y="81"/>
                </a:moveTo>
                <a:lnTo>
                  <a:pt x="184" y="62"/>
                </a:lnTo>
                <a:lnTo>
                  <a:pt x="203" y="56"/>
                </a:lnTo>
                <a:lnTo>
                  <a:pt x="209" y="75"/>
                </a:lnTo>
                <a:lnTo>
                  <a:pt x="190" y="81"/>
                </a:lnTo>
                <a:moveTo>
                  <a:pt x="184" y="62"/>
                </a:moveTo>
                <a:lnTo>
                  <a:pt x="178" y="43"/>
                </a:lnTo>
                <a:lnTo>
                  <a:pt x="197" y="37"/>
                </a:lnTo>
                <a:lnTo>
                  <a:pt x="203" y="56"/>
                </a:lnTo>
                <a:lnTo>
                  <a:pt x="184" y="62"/>
                </a:lnTo>
                <a:moveTo>
                  <a:pt x="178" y="43"/>
                </a:moveTo>
                <a:lnTo>
                  <a:pt x="172" y="25"/>
                </a:lnTo>
                <a:lnTo>
                  <a:pt x="191" y="19"/>
                </a:lnTo>
                <a:lnTo>
                  <a:pt x="197" y="37"/>
                </a:lnTo>
                <a:lnTo>
                  <a:pt x="178" y="43"/>
                </a:lnTo>
                <a:moveTo>
                  <a:pt x="172" y="25"/>
                </a:moveTo>
                <a:lnTo>
                  <a:pt x="171" y="21"/>
                </a:lnTo>
                <a:lnTo>
                  <a:pt x="180" y="18"/>
                </a:lnTo>
                <a:lnTo>
                  <a:pt x="187" y="25"/>
                </a:lnTo>
                <a:lnTo>
                  <a:pt x="176" y="36"/>
                </a:lnTo>
                <a:lnTo>
                  <a:pt x="162" y="22"/>
                </a:lnTo>
                <a:lnTo>
                  <a:pt x="185" y="0"/>
                </a:lnTo>
                <a:lnTo>
                  <a:pt x="191" y="19"/>
                </a:lnTo>
                <a:lnTo>
                  <a:pt x="172" y="25"/>
                </a:lnTo>
                <a:moveTo>
                  <a:pt x="176" y="36"/>
                </a:moveTo>
                <a:lnTo>
                  <a:pt x="161" y="50"/>
                </a:lnTo>
                <a:lnTo>
                  <a:pt x="148" y="36"/>
                </a:lnTo>
                <a:lnTo>
                  <a:pt x="162" y="22"/>
                </a:lnTo>
                <a:lnTo>
                  <a:pt x="176" y="36"/>
                </a:lnTo>
                <a:moveTo>
                  <a:pt x="161" y="50"/>
                </a:moveTo>
                <a:lnTo>
                  <a:pt x="147" y="64"/>
                </a:lnTo>
                <a:lnTo>
                  <a:pt x="133" y="50"/>
                </a:lnTo>
                <a:lnTo>
                  <a:pt x="148" y="36"/>
                </a:lnTo>
                <a:lnTo>
                  <a:pt x="161" y="50"/>
                </a:lnTo>
                <a:moveTo>
                  <a:pt x="147" y="64"/>
                </a:moveTo>
                <a:lnTo>
                  <a:pt x="133" y="78"/>
                </a:lnTo>
                <a:lnTo>
                  <a:pt x="119" y="63"/>
                </a:lnTo>
                <a:lnTo>
                  <a:pt x="133" y="50"/>
                </a:lnTo>
                <a:lnTo>
                  <a:pt x="147" y="64"/>
                </a:lnTo>
                <a:moveTo>
                  <a:pt x="133" y="78"/>
                </a:moveTo>
                <a:lnTo>
                  <a:pt x="119" y="91"/>
                </a:lnTo>
                <a:lnTo>
                  <a:pt x="105" y="77"/>
                </a:lnTo>
                <a:lnTo>
                  <a:pt x="119" y="63"/>
                </a:lnTo>
                <a:lnTo>
                  <a:pt x="133" y="78"/>
                </a:lnTo>
                <a:moveTo>
                  <a:pt x="119" y="91"/>
                </a:moveTo>
                <a:lnTo>
                  <a:pt x="105" y="105"/>
                </a:lnTo>
                <a:lnTo>
                  <a:pt x="91" y="91"/>
                </a:lnTo>
                <a:lnTo>
                  <a:pt x="105" y="77"/>
                </a:lnTo>
                <a:lnTo>
                  <a:pt x="119" y="91"/>
                </a:lnTo>
                <a:moveTo>
                  <a:pt x="105" y="105"/>
                </a:moveTo>
                <a:lnTo>
                  <a:pt x="91" y="119"/>
                </a:lnTo>
                <a:lnTo>
                  <a:pt x="77" y="105"/>
                </a:lnTo>
                <a:lnTo>
                  <a:pt x="91" y="91"/>
                </a:lnTo>
                <a:lnTo>
                  <a:pt x="105" y="105"/>
                </a:lnTo>
                <a:moveTo>
                  <a:pt x="91" y="119"/>
                </a:moveTo>
                <a:lnTo>
                  <a:pt x="76" y="132"/>
                </a:lnTo>
                <a:lnTo>
                  <a:pt x="63" y="118"/>
                </a:lnTo>
                <a:lnTo>
                  <a:pt x="77" y="105"/>
                </a:lnTo>
                <a:lnTo>
                  <a:pt x="91" y="119"/>
                </a:lnTo>
                <a:moveTo>
                  <a:pt x="76" y="132"/>
                </a:moveTo>
                <a:lnTo>
                  <a:pt x="62" y="147"/>
                </a:lnTo>
                <a:lnTo>
                  <a:pt x="48" y="132"/>
                </a:lnTo>
                <a:lnTo>
                  <a:pt x="63" y="118"/>
                </a:lnTo>
                <a:lnTo>
                  <a:pt x="76" y="132"/>
                </a:lnTo>
                <a:moveTo>
                  <a:pt x="62" y="147"/>
                </a:moveTo>
                <a:lnTo>
                  <a:pt x="48" y="161"/>
                </a:lnTo>
                <a:lnTo>
                  <a:pt x="34" y="147"/>
                </a:lnTo>
                <a:lnTo>
                  <a:pt x="48" y="132"/>
                </a:lnTo>
                <a:lnTo>
                  <a:pt x="62" y="147"/>
                </a:lnTo>
                <a:moveTo>
                  <a:pt x="48" y="161"/>
                </a:moveTo>
                <a:lnTo>
                  <a:pt x="34" y="175"/>
                </a:lnTo>
                <a:lnTo>
                  <a:pt x="20" y="160"/>
                </a:lnTo>
                <a:lnTo>
                  <a:pt x="34" y="147"/>
                </a:lnTo>
                <a:lnTo>
                  <a:pt x="48" y="161"/>
                </a:lnTo>
                <a:moveTo>
                  <a:pt x="34" y="175"/>
                </a:moveTo>
                <a:lnTo>
                  <a:pt x="29" y="180"/>
                </a:lnTo>
                <a:lnTo>
                  <a:pt x="22" y="172"/>
                </a:lnTo>
                <a:lnTo>
                  <a:pt x="23" y="163"/>
                </a:lnTo>
                <a:lnTo>
                  <a:pt x="43" y="166"/>
                </a:lnTo>
                <a:lnTo>
                  <a:pt x="40" y="185"/>
                </a:lnTo>
                <a:lnTo>
                  <a:pt x="0" y="179"/>
                </a:lnTo>
                <a:lnTo>
                  <a:pt x="20" y="160"/>
                </a:lnTo>
                <a:lnTo>
                  <a:pt x="34" y="175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6673680" y="1546200"/>
            <a:ext cx="74160" cy="70920"/>
          </a:xfrm>
          <a:custGeom>
            <a:avLst/>
            <a:gdLst/>
            <a:ahLst/>
            <a:rect l="0" t="0" r="r" b="b"/>
            <a:pathLst>
              <a:path w="206" h="197">
                <a:moveTo>
                  <a:pt x="0" y="0"/>
                </a:moveTo>
                <a:lnTo>
                  <a:pt x="206" y="82"/>
                </a:lnTo>
                <a:lnTo>
                  <a:pt x="16" y="19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6669720" y="1540800"/>
            <a:ext cx="86040" cy="82440"/>
          </a:xfrm>
          <a:custGeom>
            <a:avLst/>
            <a:gdLst/>
            <a:ahLst/>
            <a:rect l="0" t="0" r="r" b="b"/>
            <a:pathLst>
              <a:path w="239" h="229">
                <a:moveTo>
                  <a:pt x="33" y="13"/>
                </a:moveTo>
                <a:lnTo>
                  <a:pt x="51" y="20"/>
                </a:lnTo>
                <a:lnTo>
                  <a:pt x="44" y="39"/>
                </a:lnTo>
                <a:lnTo>
                  <a:pt x="26" y="31"/>
                </a:lnTo>
                <a:lnTo>
                  <a:pt x="33" y="13"/>
                </a:lnTo>
                <a:moveTo>
                  <a:pt x="51" y="20"/>
                </a:moveTo>
                <a:lnTo>
                  <a:pt x="70" y="28"/>
                </a:lnTo>
                <a:lnTo>
                  <a:pt x="62" y="46"/>
                </a:lnTo>
                <a:lnTo>
                  <a:pt x="44" y="39"/>
                </a:lnTo>
                <a:lnTo>
                  <a:pt x="51" y="20"/>
                </a:lnTo>
                <a:moveTo>
                  <a:pt x="70" y="28"/>
                </a:moveTo>
                <a:lnTo>
                  <a:pt x="89" y="35"/>
                </a:lnTo>
                <a:lnTo>
                  <a:pt x="82" y="53"/>
                </a:lnTo>
                <a:lnTo>
                  <a:pt x="62" y="46"/>
                </a:lnTo>
                <a:lnTo>
                  <a:pt x="70" y="28"/>
                </a:lnTo>
                <a:moveTo>
                  <a:pt x="89" y="35"/>
                </a:moveTo>
                <a:lnTo>
                  <a:pt x="107" y="43"/>
                </a:lnTo>
                <a:lnTo>
                  <a:pt x="100" y="61"/>
                </a:lnTo>
                <a:lnTo>
                  <a:pt x="82" y="53"/>
                </a:lnTo>
                <a:lnTo>
                  <a:pt x="89" y="35"/>
                </a:lnTo>
                <a:moveTo>
                  <a:pt x="107" y="43"/>
                </a:moveTo>
                <a:lnTo>
                  <a:pt x="126" y="50"/>
                </a:lnTo>
                <a:lnTo>
                  <a:pt x="118" y="68"/>
                </a:lnTo>
                <a:lnTo>
                  <a:pt x="100" y="61"/>
                </a:lnTo>
                <a:lnTo>
                  <a:pt x="107" y="43"/>
                </a:lnTo>
                <a:moveTo>
                  <a:pt x="126" y="50"/>
                </a:moveTo>
                <a:lnTo>
                  <a:pt x="144" y="57"/>
                </a:lnTo>
                <a:lnTo>
                  <a:pt x="136" y="76"/>
                </a:lnTo>
                <a:lnTo>
                  <a:pt x="118" y="68"/>
                </a:lnTo>
                <a:lnTo>
                  <a:pt x="126" y="50"/>
                </a:lnTo>
                <a:moveTo>
                  <a:pt x="144" y="57"/>
                </a:moveTo>
                <a:lnTo>
                  <a:pt x="162" y="65"/>
                </a:lnTo>
                <a:lnTo>
                  <a:pt x="155" y="83"/>
                </a:lnTo>
                <a:lnTo>
                  <a:pt x="136" y="76"/>
                </a:lnTo>
                <a:lnTo>
                  <a:pt x="144" y="57"/>
                </a:lnTo>
                <a:moveTo>
                  <a:pt x="162" y="65"/>
                </a:moveTo>
                <a:lnTo>
                  <a:pt x="180" y="72"/>
                </a:lnTo>
                <a:lnTo>
                  <a:pt x="173" y="90"/>
                </a:lnTo>
                <a:lnTo>
                  <a:pt x="155" y="83"/>
                </a:lnTo>
                <a:lnTo>
                  <a:pt x="162" y="65"/>
                </a:lnTo>
                <a:moveTo>
                  <a:pt x="180" y="72"/>
                </a:moveTo>
                <a:lnTo>
                  <a:pt x="199" y="79"/>
                </a:lnTo>
                <a:lnTo>
                  <a:pt x="191" y="98"/>
                </a:lnTo>
                <a:lnTo>
                  <a:pt x="173" y="90"/>
                </a:lnTo>
                <a:lnTo>
                  <a:pt x="180" y="72"/>
                </a:lnTo>
                <a:moveTo>
                  <a:pt x="199" y="79"/>
                </a:moveTo>
                <a:lnTo>
                  <a:pt x="217" y="87"/>
                </a:lnTo>
                <a:lnTo>
                  <a:pt x="210" y="105"/>
                </a:lnTo>
                <a:lnTo>
                  <a:pt x="191" y="98"/>
                </a:lnTo>
                <a:lnTo>
                  <a:pt x="199" y="79"/>
                </a:lnTo>
                <a:moveTo>
                  <a:pt x="217" y="87"/>
                </a:moveTo>
                <a:lnTo>
                  <a:pt x="239" y="95"/>
                </a:lnTo>
                <a:lnTo>
                  <a:pt x="208" y="114"/>
                </a:lnTo>
                <a:lnTo>
                  <a:pt x="198" y="97"/>
                </a:lnTo>
                <a:lnTo>
                  <a:pt x="212" y="89"/>
                </a:lnTo>
                <a:lnTo>
                  <a:pt x="217" y="97"/>
                </a:lnTo>
                <a:lnTo>
                  <a:pt x="213" y="106"/>
                </a:lnTo>
                <a:lnTo>
                  <a:pt x="210" y="105"/>
                </a:lnTo>
                <a:lnTo>
                  <a:pt x="217" y="87"/>
                </a:lnTo>
                <a:moveTo>
                  <a:pt x="208" y="114"/>
                </a:moveTo>
                <a:lnTo>
                  <a:pt x="191" y="124"/>
                </a:lnTo>
                <a:lnTo>
                  <a:pt x="181" y="107"/>
                </a:lnTo>
                <a:lnTo>
                  <a:pt x="198" y="97"/>
                </a:lnTo>
                <a:lnTo>
                  <a:pt x="208" y="114"/>
                </a:lnTo>
                <a:moveTo>
                  <a:pt x="191" y="124"/>
                </a:moveTo>
                <a:lnTo>
                  <a:pt x="174" y="134"/>
                </a:lnTo>
                <a:lnTo>
                  <a:pt x="164" y="118"/>
                </a:lnTo>
                <a:lnTo>
                  <a:pt x="181" y="107"/>
                </a:lnTo>
                <a:lnTo>
                  <a:pt x="191" y="124"/>
                </a:lnTo>
                <a:moveTo>
                  <a:pt x="174" y="134"/>
                </a:moveTo>
                <a:lnTo>
                  <a:pt x="157" y="145"/>
                </a:lnTo>
                <a:lnTo>
                  <a:pt x="147" y="128"/>
                </a:lnTo>
                <a:lnTo>
                  <a:pt x="164" y="118"/>
                </a:lnTo>
                <a:lnTo>
                  <a:pt x="174" y="134"/>
                </a:lnTo>
                <a:moveTo>
                  <a:pt x="157" y="145"/>
                </a:moveTo>
                <a:lnTo>
                  <a:pt x="140" y="155"/>
                </a:lnTo>
                <a:lnTo>
                  <a:pt x="130" y="138"/>
                </a:lnTo>
                <a:lnTo>
                  <a:pt x="147" y="128"/>
                </a:lnTo>
                <a:lnTo>
                  <a:pt x="157" y="145"/>
                </a:lnTo>
                <a:moveTo>
                  <a:pt x="140" y="155"/>
                </a:moveTo>
                <a:lnTo>
                  <a:pt x="124" y="165"/>
                </a:lnTo>
                <a:lnTo>
                  <a:pt x="113" y="148"/>
                </a:lnTo>
                <a:lnTo>
                  <a:pt x="130" y="138"/>
                </a:lnTo>
                <a:lnTo>
                  <a:pt x="140" y="155"/>
                </a:lnTo>
                <a:moveTo>
                  <a:pt x="124" y="165"/>
                </a:moveTo>
                <a:lnTo>
                  <a:pt x="107" y="176"/>
                </a:lnTo>
                <a:lnTo>
                  <a:pt x="97" y="158"/>
                </a:lnTo>
                <a:lnTo>
                  <a:pt x="113" y="148"/>
                </a:lnTo>
                <a:lnTo>
                  <a:pt x="124" y="165"/>
                </a:lnTo>
                <a:moveTo>
                  <a:pt x="107" y="176"/>
                </a:moveTo>
                <a:lnTo>
                  <a:pt x="90" y="187"/>
                </a:lnTo>
                <a:lnTo>
                  <a:pt x="80" y="170"/>
                </a:lnTo>
                <a:lnTo>
                  <a:pt x="97" y="158"/>
                </a:lnTo>
                <a:lnTo>
                  <a:pt x="107" y="176"/>
                </a:lnTo>
                <a:moveTo>
                  <a:pt x="90" y="187"/>
                </a:moveTo>
                <a:lnTo>
                  <a:pt x="72" y="197"/>
                </a:lnTo>
                <a:lnTo>
                  <a:pt x="62" y="180"/>
                </a:lnTo>
                <a:lnTo>
                  <a:pt x="80" y="170"/>
                </a:lnTo>
                <a:lnTo>
                  <a:pt x="90" y="187"/>
                </a:lnTo>
                <a:moveTo>
                  <a:pt x="72" y="197"/>
                </a:moveTo>
                <a:lnTo>
                  <a:pt x="55" y="207"/>
                </a:lnTo>
                <a:lnTo>
                  <a:pt x="45" y="190"/>
                </a:lnTo>
                <a:lnTo>
                  <a:pt x="62" y="180"/>
                </a:lnTo>
                <a:lnTo>
                  <a:pt x="72" y="197"/>
                </a:lnTo>
                <a:moveTo>
                  <a:pt x="55" y="207"/>
                </a:moveTo>
                <a:lnTo>
                  <a:pt x="38" y="217"/>
                </a:lnTo>
                <a:lnTo>
                  <a:pt x="28" y="200"/>
                </a:lnTo>
                <a:lnTo>
                  <a:pt x="45" y="190"/>
                </a:lnTo>
                <a:lnTo>
                  <a:pt x="55" y="207"/>
                </a:lnTo>
                <a:moveTo>
                  <a:pt x="38" y="217"/>
                </a:moveTo>
                <a:lnTo>
                  <a:pt x="19" y="229"/>
                </a:lnTo>
                <a:lnTo>
                  <a:pt x="16" y="201"/>
                </a:lnTo>
                <a:lnTo>
                  <a:pt x="36" y="199"/>
                </a:lnTo>
                <a:lnTo>
                  <a:pt x="37" y="212"/>
                </a:lnTo>
                <a:lnTo>
                  <a:pt x="27" y="212"/>
                </a:lnTo>
                <a:lnTo>
                  <a:pt x="22" y="204"/>
                </a:lnTo>
                <a:lnTo>
                  <a:pt x="28" y="200"/>
                </a:lnTo>
                <a:lnTo>
                  <a:pt x="38" y="217"/>
                </a:lnTo>
                <a:moveTo>
                  <a:pt x="16" y="201"/>
                </a:moveTo>
                <a:lnTo>
                  <a:pt x="15" y="181"/>
                </a:lnTo>
                <a:lnTo>
                  <a:pt x="34" y="179"/>
                </a:lnTo>
                <a:lnTo>
                  <a:pt x="36" y="199"/>
                </a:lnTo>
                <a:lnTo>
                  <a:pt x="16" y="201"/>
                </a:lnTo>
                <a:moveTo>
                  <a:pt x="15" y="181"/>
                </a:moveTo>
                <a:lnTo>
                  <a:pt x="13" y="160"/>
                </a:lnTo>
                <a:lnTo>
                  <a:pt x="33" y="159"/>
                </a:lnTo>
                <a:lnTo>
                  <a:pt x="34" y="179"/>
                </a:lnTo>
                <a:lnTo>
                  <a:pt x="15" y="181"/>
                </a:lnTo>
                <a:moveTo>
                  <a:pt x="13" y="160"/>
                </a:moveTo>
                <a:lnTo>
                  <a:pt x="11" y="141"/>
                </a:lnTo>
                <a:lnTo>
                  <a:pt x="31" y="139"/>
                </a:lnTo>
                <a:lnTo>
                  <a:pt x="33" y="159"/>
                </a:lnTo>
                <a:lnTo>
                  <a:pt x="13" y="160"/>
                </a:lnTo>
                <a:moveTo>
                  <a:pt x="11" y="141"/>
                </a:moveTo>
                <a:lnTo>
                  <a:pt x="10" y="121"/>
                </a:lnTo>
                <a:lnTo>
                  <a:pt x="30" y="119"/>
                </a:lnTo>
                <a:lnTo>
                  <a:pt x="31" y="139"/>
                </a:lnTo>
                <a:lnTo>
                  <a:pt x="11" y="141"/>
                </a:lnTo>
                <a:moveTo>
                  <a:pt x="10" y="121"/>
                </a:moveTo>
                <a:lnTo>
                  <a:pt x="8" y="101"/>
                </a:lnTo>
                <a:lnTo>
                  <a:pt x="28" y="100"/>
                </a:lnTo>
                <a:lnTo>
                  <a:pt x="30" y="119"/>
                </a:lnTo>
                <a:lnTo>
                  <a:pt x="10" y="121"/>
                </a:lnTo>
                <a:moveTo>
                  <a:pt x="8" y="101"/>
                </a:moveTo>
                <a:lnTo>
                  <a:pt x="7" y="82"/>
                </a:lnTo>
                <a:lnTo>
                  <a:pt x="26" y="80"/>
                </a:lnTo>
                <a:lnTo>
                  <a:pt x="28" y="100"/>
                </a:lnTo>
                <a:lnTo>
                  <a:pt x="8" y="101"/>
                </a:lnTo>
                <a:moveTo>
                  <a:pt x="7" y="82"/>
                </a:moveTo>
                <a:lnTo>
                  <a:pt x="5" y="62"/>
                </a:lnTo>
                <a:lnTo>
                  <a:pt x="25" y="61"/>
                </a:lnTo>
                <a:lnTo>
                  <a:pt x="26" y="80"/>
                </a:lnTo>
                <a:lnTo>
                  <a:pt x="7" y="82"/>
                </a:lnTo>
                <a:moveTo>
                  <a:pt x="5" y="62"/>
                </a:moveTo>
                <a:lnTo>
                  <a:pt x="3" y="42"/>
                </a:lnTo>
                <a:lnTo>
                  <a:pt x="23" y="41"/>
                </a:lnTo>
                <a:lnTo>
                  <a:pt x="25" y="61"/>
                </a:lnTo>
                <a:lnTo>
                  <a:pt x="5" y="62"/>
                </a:lnTo>
                <a:moveTo>
                  <a:pt x="3" y="42"/>
                </a:moveTo>
                <a:lnTo>
                  <a:pt x="2" y="23"/>
                </a:lnTo>
                <a:lnTo>
                  <a:pt x="21" y="21"/>
                </a:lnTo>
                <a:lnTo>
                  <a:pt x="23" y="41"/>
                </a:lnTo>
                <a:lnTo>
                  <a:pt x="3" y="42"/>
                </a:lnTo>
                <a:moveTo>
                  <a:pt x="2" y="23"/>
                </a:moveTo>
                <a:lnTo>
                  <a:pt x="0" y="0"/>
                </a:lnTo>
                <a:lnTo>
                  <a:pt x="33" y="13"/>
                </a:lnTo>
                <a:lnTo>
                  <a:pt x="26" y="31"/>
                </a:lnTo>
                <a:lnTo>
                  <a:pt x="7" y="24"/>
                </a:lnTo>
                <a:lnTo>
                  <a:pt x="11" y="15"/>
                </a:lnTo>
                <a:lnTo>
                  <a:pt x="21" y="14"/>
                </a:lnTo>
                <a:lnTo>
                  <a:pt x="21" y="21"/>
                </a:lnTo>
                <a:lnTo>
                  <a:pt x="2" y="2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257200" y="2292480"/>
            <a:ext cx="1162800" cy="131040"/>
          </a:xfrm>
          <a:custGeom>
            <a:avLst/>
            <a:gdLst/>
            <a:ahLst/>
            <a:rect l="0" t="0" r="r" b="b"/>
            <a:pathLst>
              <a:path fill="none" w="3230" h="364">
                <a:moveTo>
                  <a:pt x="0" y="0"/>
                </a:moveTo>
                <a:lnTo>
                  <a:pt x="270" y="61"/>
                </a:lnTo>
                <a:cubicBezTo>
                  <a:pt x="539" y="121"/>
                  <a:pt x="1077" y="242"/>
                  <a:pt x="1616" y="302"/>
                </a:cubicBezTo>
                <a:cubicBezTo>
                  <a:pt x="2155" y="364"/>
                  <a:pt x="2692" y="364"/>
                  <a:pt x="2961" y="364"/>
                </a:cubicBezTo>
                <a:lnTo>
                  <a:pt x="3230" y="364"/>
                </a:lnTo>
              </a:path>
            </a:pathLst>
          </a:custGeom>
          <a:ln w="26280">
            <a:solidFill>
              <a:srgbClr val="a8481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226240" y="2266560"/>
            <a:ext cx="77400" cy="69480"/>
          </a:xfrm>
          <a:custGeom>
            <a:avLst/>
            <a:gdLst/>
            <a:ahLst/>
            <a:rect l="0" t="0" r="r" b="b"/>
            <a:pathLst>
              <a:path w="215" h="193">
                <a:moveTo>
                  <a:pt x="0" y="53"/>
                </a:moveTo>
                <a:lnTo>
                  <a:pt x="172" y="193"/>
                </a:lnTo>
                <a:lnTo>
                  <a:pt x="215" y="0"/>
                </a:lnTo>
                <a:lnTo>
                  <a:pt x="0" y="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218320" y="2261880"/>
            <a:ext cx="90000" cy="80640"/>
          </a:xfrm>
          <a:custGeom>
            <a:avLst/>
            <a:gdLst/>
            <a:ahLst/>
            <a:rect l="0" t="0" r="r" b="b"/>
            <a:pathLst>
              <a:path w="250" h="224">
                <a:moveTo>
                  <a:pt x="43" y="71"/>
                </a:moveTo>
                <a:lnTo>
                  <a:pt x="59" y="84"/>
                </a:lnTo>
                <a:lnTo>
                  <a:pt x="46" y="100"/>
                </a:lnTo>
                <a:lnTo>
                  <a:pt x="31" y="87"/>
                </a:lnTo>
                <a:lnTo>
                  <a:pt x="43" y="71"/>
                </a:lnTo>
                <a:moveTo>
                  <a:pt x="59" y="84"/>
                </a:moveTo>
                <a:lnTo>
                  <a:pt x="74" y="97"/>
                </a:lnTo>
                <a:lnTo>
                  <a:pt x="61" y="112"/>
                </a:lnTo>
                <a:lnTo>
                  <a:pt x="46" y="100"/>
                </a:lnTo>
                <a:lnTo>
                  <a:pt x="59" y="84"/>
                </a:lnTo>
                <a:moveTo>
                  <a:pt x="74" y="97"/>
                </a:moveTo>
                <a:lnTo>
                  <a:pt x="89" y="109"/>
                </a:lnTo>
                <a:lnTo>
                  <a:pt x="77" y="124"/>
                </a:lnTo>
                <a:lnTo>
                  <a:pt x="61" y="112"/>
                </a:lnTo>
                <a:lnTo>
                  <a:pt x="74" y="97"/>
                </a:lnTo>
                <a:moveTo>
                  <a:pt x="89" y="109"/>
                </a:moveTo>
                <a:lnTo>
                  <a:pt x="105" y="122"/>
                </a:lnTo>
                <a:lnTo>
                  <a:pt x="92" y="137"/>
                </a:lnTo>
                <a:lnTo>
                  <a:pt x="77" y="124"/>
                </a:lnTo>
                <a:lnTo>
                  <a:pt x="89" y="109"/>
                </a:lnTo>
                <a:moveTo>
                  <a:pt x="105" y="122"/>
                </a:moveTo>
                <a:lnTo>
                  <a:pt x="120" y="134"/>
                </a:lnTo>
                <a:lnTo>
                  <a:pt x="107" y="149"/>
                </a:lnTo>
                <a:lnTo>
                  <a:pt x="92" y="137"/>
                </a:lnTo>
                <a:lnTo>
                  <a:pt x="105" y="122"/>
                </a:lnTo>
                <a:moveTo>
                  <a:pt x="120" y="134"/>
                </a:moveTo>
                <a:lnTo>
                  <a:pt x="135" y="147"/>
                </a:lnTo>
                <a:lnTo>
                  <a:pt x="123" y="162"/>
                </a:lnTo>
                <a:lnTo>
                  <a:pt x="107" y="149"/>
                </a:lnTo>
                <a:lnTo>
                  <a:pt x="120" y="134"/>
                </a:lnTo>
                <a:moveTo>
                  <a:pt x="135" y="147"/>
                </a:moveTo>
                <a:lnTo>
                  <a:pt x="150" y="159"/>
                </a:lnTo>
                <a:lnTo>
                  <a:pt x="138" y="174"/>
                </a:lnTo>
                <a:lnTo>
                  <a:pt x="123" y="162"/>
                </a:lnTo>
                <a:lnTo>
                  <a:pt x="135" y="147"/>
                </a:lnTo>
                <a:moveTo>
                  <a:pt x="150" y="159"/>
                </a:moveTo>
                <a:lnTo>
                  <a:pt x="167" y="172"/>
                </a:lnTo>
                <a:lnTo>
                  <a:pt x="153" y="187"/>
                </a:lnTo>
                <a:lnTo>
                  <a:pt x="138" y="174"/>
                </a:lnTo>
                <a:lnTo>
                  <a:pt x="150" y="159"/>
                </a:lnTo>
                <a:moveTo>
                  <a:pt x="167" y="172"/>
                </a:moveTo>
                <a:lnTo>
                  <a:pt x="182" y="184"/>
                </a:lnTo>
                <a:lnTo>
                  <a:pt x="169" y="199"/>
                </a:lnTo>
                <a:lnTo>
                  <a:pt x="153" y="187"/>
                </a:lnTo>
                <a:lnTo>
                  <a:pt x="167" y="172"/>
                </a:lnTo>
                <a:moveTo>
                  <a:pt x="182" y="184"/>
                </a:moveTo>
                <a:lnTo>
                  <a:pt x="197" y="196"/>
                </a:lnTo>
                <a:lnTo>
                  <a:pt x="185" y="212"/>
                </a:lnTo>
                <a:lnTo>
                  <a:pt x="169" y="199"/>
                </a:lnTo>
                <a:lnTo>
                  <a:pt x="182" y="184"/>
                </a:lnTo>
                <a:moveTo>
                  <a:pt x="197" y="196"/>
                </a:moveTo>
                <a:lnTo>
                  <a:pt x="200" y="199"/>
                </a:lnTo>
                <a:lnTo>
                  <a:pt x="194" y="206"/>
                </a:lnTo>
                <a:lnTo>
                  <a:pt x="184" y="204"/>
                </a:lnTo>
                <a:lnTo>
                  <a:pt x="188" y="188"/>
                </a:lnTo>
                <a:lnTo>
                  <a:pt x="207" y="193"/>
                </a:lnTo>
                <a:lnTo>
                  <a:pt x="200" y="224"/>
                </a:lnTo>
                <a:lnTo>
                  <a:pt x="185" y="212"/>
                </a:lnTo>
                <a:lnTo>
                  <a:pt x="197" y="196"/>
                </a:lnTo>
                <a:moveTo>
                  <a:pt x="188" y="188"/>
                </a:moveTo>
                <a:lnTo>
                  <a:pt x="192" y="169"/>
                </a:lnTo>
                <a:lnTo>
                  <a:pt x="211" y="173"/>
                </a:lnTo>
                <a:lnTo>
                  <a:pt x="207" y="193"/>
                </a:lnTo>
                <a:lnTo>
                  <a:pt x="188" y="188"/>
                </a:lnTo>
                <a:moveTo>
                  <a:pt x="192" y="169"/>
                </a:moveTo>
                <a:lnTo>
                  <a:pt x="196" y="150"/>
                </a:lnTo>
                <a:lnTo>
                  <a:pt x="215" y="154"/>
                </a:lnTo>
                <a:lnTo>
                  <a:pt x="211" y="173"/>
                </a:lnTo>
                <a:lnTo>
                  <a:pt x="192" y="169"/>
                </a:lnTo>
                <a:moveTo>
                  <a:pt x="196" y="150"/>
                </a:moveTo>
                <a:lnTo>
                  <a:pt x="201" y="131"/>
                </a:lnTo>
                <a:lnTo>
                  <a:pt x="220" y="135"/>
                </a:lnTo>
                <a:lnTo>
                  <a:pt x="215" y="154"/>
                </a:lnTo>
                <a:lnTo>
                  <a:pt x="196" y="150"/>
                </a:lnTo>
                <a:moveTo>
                  <a:pt x="201" y="131"/>
                </a:moveTo>
                <a:lnTo>
                  <a:pt x="205" y="111"/>
                </a:lnTo>
                <a:lnTo>
                  <a:pt x="224" y="116"/>
                </a:lnTo>
                <a:lnTo>
                  <a:pt x="220" y="135"/>
                </a:lnTo>
                <a:lnTo>
                  <a:pt x="201" y="131"/>
                </a:lnTo>
                <a:moveTo>
                  <a:pt x="205" y="111"/>
                </a:moveTo>
                <a:lnTo>
                  <a:pt x="209" y="92"/>
                </a:lnTo>
                <a:lnTo>
                  <a:pt x="228" y="97"/>
                </a:lnTo>
                <a:lnTo>
                  <a:pt x="224" y="116"/>
                </a:lnTo>
                <a:lnTo>
                  <a:pt x="205" y="111"/>
                </a:lnTo>
                <a:moveTo>
                  <a:pt x="209" y="92"/>
                </a:moveTo>
                <a:lnTo>
                  <a:pt x="214" y="72"/>
                </a:lnTo>
                <a:lnTo>
                  <a:pt x="233" y="77"/>
                </a:lnTo>
                <a:lnTo>
                  <a:pt x="228" y="97"/>
                </a:lnTo>
                <a:lnTo>
                  <a:pt x="209" y="92"/>
                </a:lnTo>
                <a:moveTo>
                  <a:pt x="214" y="72"/>
                </a:moveTo>
                <a:lnTo>
                  <a:pt x="218" y="53"/>
                </a:lnTo>
                <a:lnTo>
                  <a:pt x="237" y="57"/>
                </a:lnTo>
                <a:lnTo>
                  <a:pt x="233" y="77"/>
                </a:lnTo>
                <a:lnTo>
                  <a:pt x="214" y="72"/>
                </a:lnTo>
                <a:moveTo>
                  <a:pt x="218" y="53"/>
                </a:moveTo>
                <a:lnTo>
                  <a:pt x="222" y="34"/>
                </a:lnTo>
                <a:lnTo>
                  <a:pt x="241" y="38"/>
                </a:lnTo>
                <a:lnTo>
                  <a:pt x="237" y="57"/>
                </a:lnTo>
                <a:lnTo>
                  <a:pt x="218" y="53"/>
                </a:lnTo>
                <a:moveTo>
                  <a:pt x="222" y="34"/>
                </a:moveTo>
                <a:lnTo>
                  <a:pt x="226" y="14"/>
                </a:lnTo>
                <a:lnTo>
                  <a:pt x="246" y="19"/>
                </a:lnTo>
                <a:lnTo>
                  <a:pt x="241" y="38"/>
                </a:lnTo>
                <a:lnTo>
                  <a:pt x="222" y="34"/>
                </a:lnTo>
                <a:moveTo>
                  <a:pt x="226" y="14"/>
                </a:moveTo>
                <a:lnTo>
                  <a:pt x="227" y="11"/>
                </a:lnTo>
                <a:lnTo>
                  <a:pt x="237" y="13"/>
                </a:lnTo>
                <a:lnTo>
                  <a:pt x="239" y="23"/>
                </a:lnTo>
                <a:lnTo>
                  <a:pt x="224" y="26"/>
                </a:lnTo>
                <a:lnTo>
                  <a:pt x="219" y="7"/>
                </a:lnTo>
                <a:lnTo>
                  <a:pt x="250" y="0"/>
                </a:lnTo>
                <a:lnTo>
                  <a:pt x="246" y="19"/>
                </a:lnTo>
                <a:lnTo>
                  <a:pt x="226" y="14"/>
                </a:lnTo>
                <a:moveTo>
                  <a:pt x="224" y="26"/>
                </a:moveTo>
                <a:lnTo>
                  <a:pt x="204" y="31"/>
                </a:lnTo>
                <a:lnTo>
                  <a:pt x="200" y="12"/>
                </a:lnTo>
                <a:lnTo>
                  <a:pt x="219" y="7"/>
                </a:lnTo>
                <a:lnTo>
                  <a:pt x="224" y="26"/>
                </a:lnTo>
                <a:moveTo>
                  <a:pt x="204" y="31"/>
                </a:moveTo>
                <a:lnTo>
                  <a:pt x="185" y="36"/>
                </a:lnTo>
                <a:lnTo>
                  <a:pt x="181" y="17"/>
                </a:lnTo>
                <a:lnTo>
                  <a:pt x="200" y="12"/>
                </a:lnTo>
                <a:lnTo>
                  <a:pt x="204" y="31"/>
                </a:lnTo>
                <a:moveTo>
                  <a:pt x="185" y="36"/>
                </a:moveTo>
                <a:lnTo>
                  <a:pt x="166" y="41"/>
                </a:lnTo>
                <a:lnTo>
                  <a:pt x="160" y="22"/>
                </a:lnTo>
                <a:lnTo>
                  <a:pt x="181" y="17"/>
                </a:lnTo>
                <a:lnTo>
                  <a:pt x="185" y="36"/>
                </a:lnTo>
                <a:moveTo>
                  <a:pt x="166" y="41"/>
                </a:moveTo>
                <a:lnTo>
                  <a:pt x="146" y="45"/>
                </a:lnTo>
                <a:lnTo>
                  <a:pt x="141" y="26"/>
                </a:lnTo>
                <a:lnTo>
                  <a:pt x="160" y="22"/>
                </a:lnTo>
                <a:lnTo>
                  <a:pt x="166" y="41"/>
                </a:lnTo>
                <a:moveTo>
                  <a:pt x="146" y="45"/>
                </a:moveTo>
                <a:lnTo>
                  <a:pt x="127" y="50"/>
                </a:lnTo>
                <a:lnTo>
                  <a:pt x="122" y="31"/>
                </a:lnTo>
                <a:lnTo>
                  <a:pt x="141" y="26"/>
                </a:lnTo>
                <a:lnTo>
                  <a:pt x="146" y="45"/>
                </a:lnTo>
                <a:moveTo>
                  <a:pt x="127" y="50"/>
                </a:moveTo>
                <a:lnTo>
                  <a:pt x="108" y="55"/>
                </a:lnTo>
                <a:lnTo>
                  <a:pt x="103" y="36"/>
                </a:lnTo>
                <a:lnTo>
                  <a:pt x="122" y="31"/>
                </a:lnTo>
                <a:lnTo>
                  <a:pt x="127" y="50"/>
                </a:lnTo>
                <a:moveTo>
                  <a:pt x="108" y="55"/>
                </a:moveTo>
                <a:lnTo>
                  <a:pt x="89" y="60"/>
                </a:lnTo>
                <a:lnTo>
                  <a:pt x="84" y="40"/>
                </a:lnTo>
                <a:lnTo>
                  <a:pt x="103" y="36"/>
                </a:lnTo>
                <a:lnTo>
                  <a:pt x="108" y="55"/>
                </a:lnTo>
                <a:moveTo>
                  <a:pt x="89" y="60"/>
                </a:moveTo>
                <a:lnTo>
                  <a:pt x="69" y="64"/>
                </a:lnTo>
                <a:lnTo>
                  <a:pt x="65" y="45"/>
                </a:lnTo>
                <a:lnTo>
                  <a:pt x="84" y="40"/>
                </a:lnTo>
                <a:lnTo>
                  <a:pt x="89" y="60"/>
                </a:lnTo>
                <a:moveTo>
                  <a:pt x="69" y="64"/>
                </a:moveTo>
                <a:lnTo>
                  <a:pt x="50" y="69"/>
                </a:lnTo>
                <a:lnTo>
                  <a:pt x="46" y="50"/>
                </a:lnTo>
                <a:lnTo>
                  <a:pt x="65" y="45"/>
                </a:lnTo>
                <a:lnTo>
                  <a:pt x="69" y="64"/>
                </a:lnTo>
                <a:moveTo>
                  <a:pt x="50" y="69"/>
                </a:moveTo>
                <a:lnTo>
                  <a:pt x="31" y="75"/>
                </a:lnTo>
                <a:lnTo>
                  <a:pt x="26" y="55"/>
                </a:lnTo>
                <a:lnTo>
                  <a:pt x="46" y="50"/>
                </a:lnTo>
                <a:lnTo>
                  <a:pt x="50" y="69"/>
                </a:lnTo>
                <a:moveTo>
                  <a:pt x="31" y="75"/>
                </a:moveTo>
                <a:lnTo>
                  <a:pt x="24" y="77"/>
                </a:lnTo>
                <a:lnTo>
                  <a:pt x="22" y="66"/>
                </a:lnTo>
                <a:lnTo>
                  <a:pt x="28" y="58"/>
                </a:lnTo>
                <a:lnTo>
                  <a:pt x="43" y="71"/>
                </a:lnTo>
                <a:lnTo>
                  <a:pt x="31" y="87"/>
                </a:lnTo>
                <a:lnTo>
                  <a:pt x="0" y="61"/>
                </a:lnTo>
                <a:lnTo>
                  <a:pt x="26" y="55"/>
                </a:lnTo>
                <a:lnTo>
                  <a:pt x="31" y="75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3384360" y="238752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0" y="0"/>
                </a:moveTo>
                <a:lnTo>
                  <a:pt x="198" y="99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380760" y="2381760"/>
            <a:ext cx="82800" cy="82800"/>
          </a:xfrm>
          <a:custGeom>
            <a:avLst/>
            <a:gdLst/>
            <a:ahLst/>
            <a:rect l="0" t="0" r="r" b="b"/>
            <a:pathLst>
              <a:path w="230" h="230">
                <a:moveTo>
                  <a:pt x="32" y="16"/>
                </a:moveTo>
                <a:lnTo>
                  <a:pt x="49" y="25"/>
                </a:lnTo>
                <a:lnTo>
                  <a:pt x="40" y="43"/>
                </a:lnTo>
                <a:lnTo>
                  <a:pt x="23" y="34"/>
                </a:lnTo>
                <a:lnTo>
                  <a:pt x="32" y="16"/>
                </a:lnTo>
                <a:moveTo>
                  <a:pt x="49" y="25"/>
                </a:moveTo>
                <a:lnTo>
                  <a:pt x="67" y="34"/>
                </a:lnTo>
                <a:lnTo>
                  <a:pt x="58" y="51"/>
                </a:lnTo>
                <a:lnTo>
                  <a:pt x="40" y="43"/>
                </a:lnTo>
                <a:lnTo>
                  <a:pt x="49" y="25"/>
                </a:lnTo>
                <a:moveTo>
                  <a:pt x="67" y="34"/>
                </a:moveTo>
                <a:lnTo>
                  <a:pt x="85" y="43"/>
                </a:lnTo>
                <a:lnTo>
                  <a:pt x="76" y="60"/>
                </a:lnTo>
                <a:lnTo>
                  <a:pt x="58" y="51"/>
                </a:lnTo>
                <a:lnTo>
                  <a:pt x="67" y="34"/>
                </a:lnTo>
                <a:moveTo>
                  <a:pt x="85" y="43"/>
                </a:moveTo>
                <a:lnTo>
                  <a:pt x="102" y="51"/>
                </a:lnTo>
                <a:lnTo>
                  <a:pt x="93" y="69"/>
                </a:lnTo>
                <a:lnTo>
                  <a:pt x="76" y="60"/>
                </a:lnTo>
                <a:lnTo>
                  <a:pt x="85" y="43"/>
                </a:lnTo>
                <a:moveTo>
                  <a:pt x="102" y="51"/>
                </a:moveTo>
                <a:lnTo>
                  <a:pt x="121" y="60"/>
                </a:lnTo>
                <a:lnTo>
                  <a:pt x="111" y="78"/>
                </a:lnTo>
                <a:lnTo>
                  <a:pt x="93" y="69"/>
                </a:lnTo>
                <a:lnTo>
                  <a:pt x="102" y="51"/>
                </a:lnTo>
                <a:moveTo>
                  <a:pt x="121" y="60"/>
                </a:moveTo>
                <a:lnTo>
                  <a:pt x="138" y="69"/>
                </a:lnTo>
                <a:lnTo>
                  <a:pt x="130" y="87"/>
                </a:lnTo>
                <a:lnTo>
                  <a:pt x="111" y="78"/>
                </a:lnTo>
                <a:lnTo>
                  <a:pt x="121" y="60"/>
                </a:lnTo>
                <a:moveTo>
                  <a:pt x="138" y="69"/>
                </a:moveTo>
                <a:lnTo>
                  <a:pt x="156" y="78"/>
                </a:lnTo>
                <a:lnTo>
                  <a:pt x="147" y="96"/>
                </a:lnTo>
                <a:lnTo>
                  <a:pt x="130" y="87"/>
                </a:lnTo>
                <a:lnTo>
                  <a:pt x="138" y="69"/>
                </a:lnTo>
                <a:moveTo>
                  <a:pt x="156" y="78"/>
                </a:moveTo>
                <a:lnTo>
                  <a:pt x="174" y="87"/>
                </a:lnTo>
                <a:lnTo>
                  <a:pt x="165" y="104"/>
                </a:lnTo>
                <a:lnTo>
                  <a:pt x="147" y="96"/>
                </a:lnTo>
                <a:lnTo>
                  <a:pt x="156" y="78"/>
                </a:lnTo>
                <a:moveTo>
                  <a:pt x="174" y="87"/>
                </a:moveTo>
                <a:lnTo>
                  <a:pt x="191" y="96"/>
                </a:lnTo>
                <a:lnTo>
                  <a:pt x="183" y="113"/>
                </a:lnTo>
                <a:lnTo>
                  <a:pt x="165" y="104"/>
                </a:lnTo>
                <a:lnTo>
                  <a:pt x="174" y="87"/>
                </a:lnTo>
                <a:moveTo>
                  <a:pt x="191" y="96"/>
                </a:moveTo>
                <a:lnTo>
                  <a:pt x="209" y="104"/>
                </a:lnTo>
                <a:lnTo>
                  <a:pt x="200" y="122"/>
                </a:lnTo>
                <a:lnTo>
                  <a:pt x="183" y="113"/>
                </a:lnTo>
                <a:lnTo>
                  <a:pt x="191" y="96"/>
                </a:lnTo>
                <a:moveTo>
                  <a:pt x="209" y="104"/>
                </a:moveTo>
                <a:lnTo>
                  <a:pt x="230" y="115"/>
                </a:lnTo>
                <a:lnTo>
                  <a:pt x="198" y="131"/>
                </a:lnTo>
                <a:lnTo>
                  <a:pt x="189" y="113"/>
                </a:lnTo>
                <a:lnTo>
                  <a:pt x="203" y="106"/>
                </a:lnTo>
                <a:lnTo>
                  <a:pt x="208" y="115"/>
                </a:lnTo>
                <a:lnTo>
                  <a:pt x="203" y="124"/>
                </a:lnTo>
                <a:lnTo>
                  <a:pt x="200" y="122"/>
                </a:lnTo>
                <a:lnTo>
                  <a:pt x="209" y="104"/>
                </a:lnTo>
                <a:moveTo>
                  <a:pt x="198" y="131"/>
                </a:moveTo>
                <a:lnTo>
                  <a:pt x="180" y="141"/>
                </a:lnTo>
                <a:lnTo>
                  <a:pt x="171" y="122"/>
                </a:lnTo>
                <a:lnTo>
                  <a:pt x="189" y="113"/>
                </a:lnTo>
                <a:lnTo>
                  <a:pt x="198" y="131"/>
                </a:lnTo>
                <a:moveTo>
                  <a:pt x="180" y="141"/>
                </a:moveTo>
                <a:lnTo>
                  <a:pt x="162" y="149"/>
                </a:lnTo>
                <a:lnTo>
                  <a:pt x="154" y="131"/>
                </a:lnTo>
                <a:lnTo>
                  <a:pt x="171" y="122"/>
                </a:lnTo>
                <a:lnTo>
                  <a:pt x="180" y="141"/>
                </a:lnTo>
                <a:moveTo>
                  <a:pt x="162" y="149"/>
                </a:moveTo>
                <a:lnTo>
                  <a:pt x="145" y="158"/>
                </a:lnTo>
                <a:lnTo>
                  <a:pt x="136" y="141"/>
                </a:lnTo>
                <a:lnTo>
                  <a:pt x="154" y="131"/>
                </a:lnTo>
                <a:lnTo>
                  <a:pt x="162" y="149"/>
                </a:lnTo>
                <a:moveTo>
                  <a:pt x="145" y="158"/>
                </a:moveTo>
                <a:lnTo>
                  <a:pt x="127" y="167"/>
                </a:lnTo>
                <a:lnTo>
                  <a:pt x="118" y="149"/>
                </a:lnTo>
                <a:lnTo>
                  <a:pt x="136" y="141"/>
                </a:lnTo>
                <a:lnTo>
                  <a:pt x="145" y="158"/>
                </a:lnTo>
                <a:moveTo>
                  <a:pt x="127" y="167"/>
                </a:moveTo>
                <a:lnTo>
                  <a:pt x="109" y="176"/>
                </a:lnTo>
                <a:lnTo>
                  <a:pt x="100" y="158"/>
                </a:lnTo>
                <a:lnTo>
                  <a:pt x="118" y="149"/>
                </a:lnTo>
                <a:lnTo>
                  <a:pt x="127" y="167"/>
                </a:lnTo>
                <a:moveTo>
                  <a:pt x="109" y="176"/>
                </a:moveTo>
                <a:lnTo>
                  <a:pt x="91" y="185"/>
                </a:lnTo>
                <a:lnTo>
                  <a:pt x="82" y="167"/>
                </a:lnTo>
                <a:lnTo>
                  <a:pt x="100" y="158"/>
                </a:lnTo>
                <a:lnTo>
                  <a:pt x="109" y="176"/>
                </a:lnTo>
                <a:moveTo>
                  <a:pt x="91" y="185"/>
                </a:moveTo>
                <a:lnTo>
                  <a:pt x="73" y="194"/>
                </a:lnTo>
                <a:lnTo>
                  <a:pt x="64" y="176"/>
                </a:lnTo>
                <a:lnTo>
                  <a:pt x="82" y="167"/>
                </a:lnTo>
                <a:lnTo>
                  <a:pt x="91" y="185"/>
                </a:lnTo>
                <a:moveTo>
                  <a:pt x="73" y="194"/>
                </a:moveTo>
                <a:lnTo>
                  <a:pt x="56" y="202"/>
                </a:lnTo>
                <a:lnTo>
                  <a:pt x="47" y="185"/>
                </a:lnTo>
                <a:lnTo>
                  <a:pt x="64" y="176"/>
                </a:lnTo>
                <a:lnTo>
                  <a:pt x="73" y="194"/>
                </a:lnTo>
                <a:moveTo>
                  <a:pt x="56" y="202"/>
                </a:moveTo>
                <a:lnTo>
                  <a:pt x="38" y="211"/>
                </a:lnTo>
                <a:lnTo>
                  <a:pt x="29" y="194"/>
                </a:lnTo>
                <a:lnTo>
                  <a:pt x="47" y="185"/>
                </a:lnTo>
                <a:lnTo>
                  <a:pt x="56" y="202"/>
                </a:lnTo>
                <a:moveTo>
                  <a:pt x="38" y="211"/>
                </a:moveTo>
                <a:lnTo>
                  <a:pt x="20" y="220"/>
                </a:lnTo>
                <a:lnTo>
                  <a:pt x="12" y="202"/>
                </a:lnTo>
                <a:lnTo>
                  <a:pt x="29" y="194"/>
                </a:lnTo>
                <a:lnTo>
                  <a:pt x="38" y="211"/>
                </a:lnTo>
                <a:moveTo>
                  <a:pt x="20" y="220"/>
                </a:moveTo>
                <a:lnTo>
                  <a:pt x="0" y="230"/>
                </a:lnTo>
                <a:lnTo>
                  <a:pt x="0" y="202"/>
                </a:lnTo>
                <a:lnTo>
                  <a:pt x="19" y="202"/>
                </a:lnTo>
                <a:lnTo>
                  <a:pt x="19" y="214"/>
                </a:lnTo>
                <a:lnTo>
                  <a:pt x="10" y="214"/>
                </a:lnTo>
                <a:lnTo>
                  <a:pt x="5" y="206"/>
                </a:lnTo>
                <a:lnTo>
                  <a:pt x="12" y="202"/>
                </a:lnTo>
                <a:lnTo>
                  <a:pt x="20" y="220"/>
                </a:lnTo>
                <a:moveTo>
                  <a:pt x="0" y="202"/>
                </a:moveTo>
                <a:lnTo>
                  <a:pt x="0" y="182"/>
                </a:lnTo>
                <a:lnTo>
                  <a:pt x="19" y="182"/>
                </a:lnTo>
                <a:lnTo>
                  <a:pt x="19" y="202"/>
                </a:lnTo>
                <a:lnTo>
                  <a:pt x="0" y="202"/>
                </a:lnTo>
                <a:moveTo>
                  <a:pt x="0" y="182"/>
                </a:moveTo>
                <a:lnTo>
                  <a:pt x="0" y="162"/>
                </a:lnTo>
                <a:lnTo>
                  <a:pt x="19" y="162"/>
                </a:lnTo>
                <a:lnTo>
                  <a:pt x="19" y="182"/>
                </a:lnTo>
                <a:lnTo>
                  <a:pt x="0" y="182"/>
                </a:lnTo>
                <a:moveTo>
                  <a:pt x="0" y="162"/>
                </a:moveTo>
                <a:lnTo>
                  <a:pt x="0" y="143"/>
                </a:lnTo>
                <a:lnTo>
                  <a:pt x="19" y="143"/>
                </a:lnTo>
                <a:lnTo>
                  <a:pt x="19" y="162"/>
                </a:lnTo>
                <a:lnTo>
                  <a:pt x="0" y="162"/>
                </a:lnTo>
                <a:moveTo>
                  <a:pt x="0" y="143"/>
                </a:moveTo>
                <a:lnTo>
                  <a:pt x="0" y="122"/>
                </a:lnTo>
                <a:lnTo>
                  <a:pt x="19" y="122"/>
                </a:lnTo>
                <a:lnTo>
                  <a:pt x="19" y="143"/>
                </a:lnTo>
                <a:lnTo>
                  <a:pt x="0" y="143"/>
                </a:lnTo>
                <a:moveTo>
                  <a:pt x="0" y="122"/>
                </a:moveTo>
                <a:lnTo>
                  <a:pt x="0" y="102"/>
                </a:lnTo>
                <a:lnTo>
                  <a:pt x="19" y="102"/>
                </a:lnTo>
                <a:lnTo>
                  <a:pt x="19" y="122"/>
                </a:lnTo>
                <a:lnTo>
                  <a:pt x="0" y="122"/>
                </a:lnTo>
                <a:moveTo>
                  <a:pt x="0" y="102"/>
                </a:moveTo>
                <a:lnTo>
                  <a:pt x="0" y="82"/>
                </a:lnTo>
                <a:lnTo>
                  <a:pt x="19" y="82"/>
                </a:lnTo>
                <a:lnTo>
                  <a:pt x="19" y="102"/>
                </a:lnTo>
                <a:lnTo>
                  <a:pt x="0" y="102"/>
                </a:lnTo>
                <a:moveTo>
                  <a:pt x="0" y="82"/>
                </a:moveTo>
                <a:lnTo>
                  <a:pt x="0" y="63"/>
                </a:lnTo>
                <a:lnTo>
                  <a:pt x="19" y="63"/>
                </a:lnTo>
                <a:lnTo>
                  <a:pt x="19" y="82"/>
                </a:lnTo>
                <a:lnTo>
                  <a:pt x="0" y="82"/>
                </a:lnTo>
                <a:moveTo>
                  <a:pt x="0" y="63"/>
                </a:moveTo>
                <a:lnTo>
                  <a:pt x="0" y="43"/>
                </a:lnTo>
                <a:lnTo>
                  <a:pt x="19" y="43"/>
                </a:lnTo>
                <a:lnTo>
                  <a:pt x="19" y="63"/>
                </a:lnTo>
                <a:lnTo>
                  <a:pt x="0" y="63"/>
                </a:lnTo>
                <a:moveTo>
                  <a:pt x="0" y="43"/>
                </a:moveTo>
                <a:lnTo>
                  <a:pt x="0" y="23"/>
                </a:lnTo>
                <a:lnTo>
                  <a:pt x="19" y="23"/>
                </a:lnTo>
                <a:lnTo>
                  <a:pt x="19" y="43"/>
                </a:lnTo>
                <a:lnTo>
                  <a:pt x="0" y="43"/>
                </a:lnTo>
                <a:moveTo>
                  <a:pt x="0" y="23"/>
                </a:moveTo>
                <a:lnTo>
                  <a:pt x="0" y="0"/>
                </a:lnTo>
                <a:lnTo>
                  <a:pt x="32" y="16"/>
                </a:lnTo>
                <a:lnTo>
                  <a:pt x="23" y="34"/>
                </a:lnTo>
                <a:lnTo>
                  <a:pt x="5" y="25"/>
                </a:lnTo>
                <a:lnTo>
                  <a:pt x="10" y="16"/>
                </a:lnTo>
                <a:lnTo>
                  <a:pt x="19" y="16"/>
                </a:lnTo>
                <a:lnTo>
                  <a:pt x="19" y="23"/>
                </a:lnTo>
                <a:lnTo>
                  <a:pt x="0" y="2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5560560" y="2316600"/>
            <a:ext cx="967680" cy="213480"/>
          </a:xfrm>
          <a:custGeom>
            <a:avLst/>
            <a:gdLst/>
            <a:ahLst/>
            <a:rect l="0" t="0" r="r" b="b"/>
            <a:pathLst>
              <a:path w="2688" h="593">
                <a:moveTo>
                  <a:pt x="0" y="0"/>
                </a:moveTo>
                <a:lnTo>
                  <a:pt x="2688" y="0"/>
                </a:lnTo>
                <a:lnTo>
                  <a:pt x="2688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5560560" y="2316600"/>
            <a:ext cx="967680" cy="213480"/>
          </a:xfrm>
          <a:custGeom>
            <a:avLst/>
            <a:gdLst/>
            <a:ahLst/>
            <a:rect l="0" t="0" r="r" b="b"/>
            <a:pathLst>
              <a:path w="2688" h="593">
                <a:moveTo>
                  <a:pt x="0" y="0"/>
                </a:moveTo>
                <a:lnTo>
                  <a:pt x="2688" y="0"/>
                </a:lnTo>
                <a:lnTo>
                  <a:pt x="2688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39920" y="643680"/>
            <a:ext cx="7146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Organisaties koppelen ook onderling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5622480" y="3239280"/>
            <a:ext cx="843480" cy="213480"/>
          </a:xfrm>
          <a:custGeom>
            <a:avLst/>
            <a:gdLst/>
            <a:ahLst/>
            <a:rect l="0" t="0" r="r" b="b"/>
            <a:pathLst>
              <a:path w="2343" h="593">
                <a:moveTo>
                  <a:pt x="0" y="0"/>
                </a:moveTo>
                <a:lnTo>
                  <a:pt x="2343" y="0"/>
                </a:lnTo>
                <a:lnTo>
                  <a:pt x="2343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5622480" y="3239280"/>
            <a:ext cx="843480" cy="213480"/>
          </a:xfrm>
          <a:custGeom>
            <a:avLst/>
            <a:gdLst/>
            <a:ahLst/>
            <a:rect l="0" t="0" r="r" b="b"/>
            <a:pathLst>
              <a:path w="2343" h="593">
                <a:moveTo>
                  <a:pt x="0" y="0"/>
                </a:moveTo>
                <a:lnTo>
                  <a:pt x="2343" y="0"/>
                </a:lnTo>
                <a:lnTo>
                  <a:pt x="2343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560920" y="2336040"/>
            <a:ext cx="96696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333333"/>
                </a:solidFill>
                <a:latin typeface="DejaVuSans"/>
                <a:ea typeface="DejaVuSans"/>
              </a:rPr>
              <a:t>leeruitkomst?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5533920" y="1467000"/>
            <a:ext cx="328680" cy="213480"/>
          </a:xfrm>
          <a:custGeom>
            <a:avLst/>
            <a:gdLst/>
            <a:ahLst/>
            <a:rect l="0" t="0" r="r" b="b"/>
            <a:pathLst>
              <a:path w="913" h="593">
                <a:moveTo>
                  <a:pt x="0" y="0"/>
                </a:moveTo>
                <a:lnTo>
                  <a:pt x="913" y="0"/>
                </a:lnTo>
                <a:lnTo>
                  <a:pt x="913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5533920" y="1467000"/>
            <a:ext cx="328680" cy="213480"/>
          </a:xfrm>
          <a:custGeom>
            <a:avLst/>
            <a:gdLst/>
            <a:ahLst/>
            <a:rect l="0" t="0" r="r" b="b"/>
            <a:pathLst>
              <a:path w="913" h="593">
                <a:moveTo>
                  <a:pt x="0" y="0"/>
                </a:moveTo>
                <a:lnTo>
                  <a:pt x="913" y="0"/>
                </a:lnTo>
                <a:lnTo>
                  <a:pt x="913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5622840" y="3258720"/>
            <a:ext cx="83880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333333"/>
                </a:solidFill>
                <a:latin typeface="DejaVuSans"/>
                <a:ea typeface="DejaVuSans"/>
              </a:rPr>
              <a:t>deelnemer?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182120" y="1527120"/>
            <a:ext cx="426240" cy="213120"/>
          </a:xfrm>
          <a:custGeom>
            <a:avLst/>
            <a:gdLst/>
            <a:ahLst/>
            <a:rect l="0" t="0" r="r" b="b"/>
            <a:pathLst>
              <a:path w="1184" h="592">
                <a:moveTo>
                  <a:pt x="0" y="0"/>
                </a:moveTo>
                <a:lnTo>
                  <a:pt x="1184" y="0"/>
                </a:lnTo>
                <a:lnTo>
                  <a:pt x="1184" y="592"/>
                </a:lnTo>
                <a:lnTo>
                  <a:pt x="0" y="5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182120" y="1527120"/>
            <a:ext cx="426240" cy="213120"/>
          </a:xfrm>
          <a:custGeom>
            <a:avLst/>
            <a:gdLst/>
            <a:ahLst/>
            <a:rect l="0" t="0" r="r" b="b"/>
            <a:pathLst>
              <a:path w="1184" h="592">
                <a:moveTo>
                  <a:pt x="0" y="0"/>
                </a:moveTo>
                <a:lnTo>
                  <a:pt x="1184" y="0"/>
                </a:lnTo>
                <a:lnTo>
                  <a:pt x="1184" y="592"/>
                </a:lnTo>
                <a:lnTo>
                  <a:pt x="0" y="5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534280" y="1486440"/>
            <a:ext cx="33300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333333"/>
                </a:solidFill>
                <a:latin typeface="DejaVuSans"/>
                <a:ea typeface="DejaVuSans"/>
              </a:rPr>
              <a:t>reis?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444400" y="2316600"/>
            <a:ext cx="790200" cy="213480"/>
          </a:xfrm>
          <a:custGeom>
            <a:avLst/>
            <a:gdLst/>
            <a:ahLst/>
            <a:rect l="0" t="0" r="r" b="b"/>
            <a:pathLst>
              <a:path w="2195" h="593">
                <a:moveTo>
                  <a:pt x="0" y="0"/>
                </a:moveTo>
                <a:lnTo>
                  <a:pt x="2195" y="0"/>
                </a:lnTo>
                <a:lnTo>
                  <a:pt x="2195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444400" y="2316600"/>
            <a:ext cx="790200" cy="213480"/>
          </a:xfrm>
          <a:custGeom>
            <a:avLst/>
            <a:gdLst/>
            <a:ahLst/>
            <a:rect l="0" t="0" r="r" b="b"/>
            <a:pathLst>
              <a:path w="2195" h="593">
                <a:moveTo>
                  <a:pt x="0" y="0"/>
                </a:moveTo>
                <a:lnTo>
                  <a:pt x="2195" y="0"/>
                </a:lnTo>
                <a:lnTo>
                  <a:pt x="2195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182480" y="1546200"/>
            <a:ext cx="429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333333"/>
                </a:solidFill>
                <a:latin typeface="DejaVuSans"/>
                <a:ea typeface="DejaVuSans"/>
              </a:rPr>
              <a:t>klant?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455280" y="2183400"/>
            <a:ext cx="1883880" cy="479520"/>
          </a:xfrm>
          <a:custGeom>
            <a:avLst/>
            <a:gdLst/>
            <a:ahLst/>
            <a:rect l="0" t="0" r="r" b="b"/>
            <a:pathLst>
              <a:path w="5233" h="1332">
                <a:moveTo>
                  <a:pt x="0" y="0"/>
                </a:moveTo>
                <a:lnTo>
                  <a:pt x="5233" y="0"/>
                </a:lnTo>
                <a:lnTo>
                  <a:pt x="5233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455280" y="2183400"/>
            <a:ext cx="1883880" cy="479520"/>
          </a:xfrm>
          <a:custGeom>
            <a:avLst/>
            <a:gdLst/>
            <a:ahLst/>
            <a:rect l="0" t="0" r="r" b="b"/>
            <a:pathLst>
              <a:path w="5233" h="1332">
                <a:moveTo>
                  <a:pt x="0" y="0"/>
                </a:moveTo>
                <a:lnTo>
                  <a:pt x="5233" y="0"/>
                </a:lnTo>
                <a:lnTo>
                  <a:pt x="5233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noFill/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2444760" y="2336040"/>
            <a:ext cx="79020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333333"/>
                </a:solidFill>
                <a:latin typeface="DejaVuSans"/>
                <a:ea typeface="DejaVuSans"/>
              </a:rPr>
              <a:t>doelgroep?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7093440" y="2183400"/>
            <a:ext cx="1366920" cy="479520"/>
          </a:xfrm>
          <a:custGeom>
            <a:avLst/>
            <a:gdLst/>
            <a:ahLst/>
            <a:rect l="0" t="0" r="r" b="b"/>
            <a:pathLst>
              <a:path w="3797" h="1332">
                <a:moveTo>
                  <a:pt x="0" y="0"/>
                </a:moveTo>
                <a:lnTo>
                  <a:pt x="3797" y="0"/>
                </a:lnTo>
                <a:lnTo>
                  <a:pt x="3797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7093440" y="2183400"/>
            <a:ext cx="1366920" cy="479520"/>
          </a:xfrm>
          <a:custGeom>
            <a:avLst/>
            <a:gdLst/>
            <a:ahLst/>
            <a:rect l="0" t="0" r="r" b="b"/>
            <a:pathLst>
              <a:path w="3797" h="1332">
                <a:moveTo>
                  <a:pt x="0" y="0"/>
                </a:moveTo>
                <a:lnTo>
                  <a:pt x="3797" y="0"/>
                </a:lnTo>
                <a:lnTo>
                  <a:pt x="3797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94a3b0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721680" y="2336040"/>
            <a:ext cx="134784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Onderwijsinstelling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6747480" y="1252080"/>
            <a:ext cx="2058840" cy="479160"/>
          </a:xfrm>
          <a:custGeom>
            <a:avLst/>
            <a:gdLst/>
            <a:ahLst/>
            <a:rect l="0" t="0" r="r" b="b"/>
            <a:pathLst>
              <a:path w="5719" h="1331">
                <a:moveTo>
                  <a:pt x="0" y="0"/>
                </a:moveTo>
                <a:lnTo>
                  <a:pt x="5719" y="0"/>
                </a:lnTo>
                <a:lnTo>
                  <a:pt x="5719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6747480" y="1252080"/>
            <a:ext cx="2058840" cy="479160"/>
          </a:xfrm>
          <a:custGeom>
            <a:avLst/>
            <a:gdLst/>
            <a:ahLst/>
            <a:rect l="0" t="0" r="r" b="b"/>
            <a:pathLst>
              <a:path w="5719" h="1331">
                <a:moveTo>
                  <a:pt x="0" y="0"/>
                </a:moveTo>
                <a:lnTo>
                  <a:pt x="5719" y="0"/>
                </a:lnTo>
                <a:lnTo>
                  <a:pt x="5719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94a3b0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359840" y="2336040"/>
            <a:ext cx="8344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1f2937"/>
                </a:solidFill>
                <a:latin typeface="DejaVuSans"/>
                <a:ea typeface="DejaVuSans"/>
              </a:rPr>
              <a:t>Leverancier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528120" y="1855080"/>
            <a:ext cx="1694880" cy="479520"/>
          </a:xfrm>
          <a:custGeom>
            <a:avLst/>
            <a:gdLst/>
            <a:ahLst/>
            <a:rect l="0" t="0" r="r" b="b"/>
            <a:pathLst>
              <a:path w="4708" h="1332">
                <a:moveTo>
                  <a:pt x="0" y="0"/>
                </a:moveTo>
                <a:lnTo>
                  <a:pt x="4708" y="0"/>
                </a:lnTo>
                <a:lnTo>
                  <a:pt x="4708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528120" y="1855080"/>
            <a:ext cx="1694880" cy="479520"/>
          </a:xfrm>
          <a:custGeom>
            <a:avLst/>
            <a:gdLst/>
            <a:ahLst/>
            <a:rect l="0" t="0" r="r" b="b"/>
            <a:pathLst>
              <a:path w="4708" h="1332">
                <a:moveTo>
                  <a:pt x="0" y="0"/>
                </a:moveTo>
                <a:lnTo>
                  <a:pt x="4708" y="0"/>
                </a:lnTo>
                <a:lnTo>
                  <a:pt x="4708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94a3b0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013880" y="1404360"/>
            <a:ext cx="152460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1f2937"/>
                </a:solidFill>
                <a:latin typeface="DejaVuSans"/>
                <a:ea typeface="DejaVuSans"/>
              </a:rPr>
              <a:t>Openbaar vervoerder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138800" y="3106440"/>
            <a:ext cx="1276200" cy="479160"/>
          </a:xfrm>
          <a:custGeom>
            <a:avLst/>
            <a:gdLst/>
            <a:ahLst/>
            <a:rect l="0" t="0" r="r" b="b"/>
            <a:pathLst>
              <a:path w="3545" h="1331">
                <a:moveTo>
                  <a:pt x="0" y="0"/>
                </a:moveTo>
                <a:lnTo>
                  <a:pt x="3545" y="0"/>
                </a:lnTo>
                <a:lnTo>
                  <a:pt x="3545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7138800" y="3106440"/>
            <a:ext cx="1276200" cy="479160"/>
          </a:xfrm>
          <a:custGeom>
            <a:avLst/>
            <a:gdLst/>
            <a:ahLst/>
            <a:rect l="0" t="0" r="r" b="b"/>
            <a:pathLst>
              <a:path w="3545" h="1331">
                <a:moveTo>
                  <a:pt x="0" y="0"/>
                </a:moveTo>
                <a:lnTo>
                  <a:pt x="3545" y="0"/>
                </a:lnTo>
                <a:lnTo>
                  <a:pt x="3545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94a3b0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794520" y="2007720"/>
            <a:ext cx="116496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1f2937"/>
                </a:solidFill>
                <a:latin typeface="DejaVuSans"/>
                <a:ea typeface="DejaVuSans"/>
              </a:rPr>
              <a:t>Marketingbedrijf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56840" y="379080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56840" y="37908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56840" y="460044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8362800" y="379080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56840" y="37908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7405200" y="3258720"/>
            <a:ext cx="74124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20" spc="-1" strike="noStrike">
                <a:solidFill>
                  <a:srgbClr val="1f2937"/>
                </a:solidFill>
                <a:latin typeface="DejaVuSans"/>
                <a:ea typeface="DejaVuSans"/>
              </a:rPr>
              <a:t>Gemeente</a:t>
            </a:r>
            <a:endParaRPr b="0" lang="en-US" sz="1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34320" y="4014360"/>
            <a:ext cx="8268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Een marketingbedrijf en een vervoerder zeggen allebei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klant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. Een onderwijsontwerper en een planner zeggen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34320" y="4252320"/>
            <a:ext cx="7738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allebei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groep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. De leiding leggen is techniek. Het eens worden over wat het woord betekent, is dat niet.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0" name=""/>
          <p:cNvSpPr/>
          <p:nvPr/>
        </p:nvSpPr>
        <p:spPr>
          <a:xfrm>
            <a:off x="825840" y="253224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5"/>
                </a:lnTo>
                <a:cubicBezTo>
                  <a:pt x="298" y="53"/>
                  <a:pt x="598" y="7"/>
                  <a:pt x="889" y="1"/>
                </a:cubicBezTo>
                <a:cubicBezTo>
                  <a:pt x="1181" y="-6"/>
                  <a:pt x="1464" y="27"/>
                  <a:pt x="1606" y="43"/>
                </a:cubicBezTo>
                <a:lnTo>
                  <a:pt x="1748" y="5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1438560" y="253656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1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1436760" y="253404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20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20"/>
                </a:lnTo>
                <a:lnTo>
                  <a:pt x="30" y="13"/>
                </a:lnTo>
                <a:moveTo>
                  <a:pt x="37" y="17"/>
                </a:moveTo>
                <a:lnTo>
                  <a:pt x="43" y="22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2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2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2"/>
                </a:lnTo>
                <a:lnTo>
                  <a:pt x="64" y="35"/>
                </a:lnTo>
                <a:moveTo>
                  <a:pt x="71" y="39"/>
                </a:moveTo>
                <a:lnTo>
                  <a:pt x="78" y="44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4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8"/>
                </a:lnTo>
                <a:lnTo>
                  <a:pt x="86" y="63"/>
                </a:lnTo>
                <a:lnTo>
                  <a:pt x="83" y="55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3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3"/>
                </a:lnTo>
                <a:moveTo>
                  <a:pt x="78" y="65"/>
                </a:moveTo>
                <a:lnTo>
                  <a:pt x="70" y="68"/>
                </a:lnTo>
                <a:lnTo>
                  <a:pt x="67" y="61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8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8"/>
                </a:moveTo>
                <a:lnTo>
                  <a:pt x="40" y="80"/>
                </a:lnTo>
                <a:lnTo>
                  <a:pt x="37" y="72"/>
                </a:lnTo>
                <a:lnTo>
                  <a:pt x="44" y="69"/>
                </a:lnTo>
                <a:lnTo>
                  <a:pt x="47" y="78"/>
                </a:lnTo>
                <a:moveTo>
                  <a:pt x="40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40" y="80"/>
                </a:lnTo>
                <a:moveTo>
                  <a:pt x="32" y="83"/>
                </a:moveTo>
                <a:lnTo>
                  <a:pt x="24" y="86"/>
                </a:lnTo>
                <a:lnTo>
                  <a:pt x="22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2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2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2"/>
                </a:moveTo>
                <a:lnTo>
                  <a:pt x="0" y="95"/>
                </a:lnTo>
                <a:lnTo>
                  <a:pt x="2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2"/>
                </a:lnTo>
                <a:moveTo>
                  <a:pt x="2" y="83"/>
                </a:moveTo>
                <a:lnTo>
                  <a:pt x="2" y="74"/>
                </a:lnTo>
                <a:lnTo>
                  <a:pt x="11" y="75"/>
                </a:lnTo>
                <a:lnTo>
                  <a:pt x="10" y="84"/>
                </a:lnTo>
                <a:lnTo>
                  <a:pt x="2" y="83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35880" y="252720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7"/>
                </a:lnTo>
                <a:cubicBezTo>
                  <a:pt x="211" y="33"/>
                  <a:pt x="423" y="4"/>
                  <a:pt x="627" y="1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4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561760" y="25246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8" y="0"/>
                </a:moveTo>
                <a:lnTo>
                  <a:pt x="86" y="49"/>
                </a:lnTo>
                <a:lnTo>
                  <a:pt x="0" y="82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559960" y="252216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2" y="8"/>
                </a:moveTo>
                <a:lnTo>
                  <a:pt x="29" y="12"/>
                </a:lnTo>
                <a:lnTo>
                  <a:pt x="25" y="20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8"/>
                </a:lnTo>
                <a:lnTo>
                  <a:pt x="32" y="25"/>
                </a:lnTo>
                <a:lnTo>
                  <a:pt x="25" y="20"/>
                </a:lnTo>
                <a:lnTo>
                  <a:pt x="29" y="12"/>
                </a:lnTo>
                <a:moveTo>
                  <a:pt x="36" y="18"/>
                </a:moveTo>
                <a:lnTo>
                  <a:pt x="43" y="22"/>
                </a:lnTo>
                <a:lnTo>
                  <a:pt x="38" y="29"/>
                </a:lnTo>
                <a:lnTo>
                  <a:pt x="32" y="25"/>
                </a:lnTo>
                <a:lnTo>
                  <a:pt x="36" y="18"/>
                </a:lnTo>
                <a:moveTo>
                  <a:pt x="43" y="22"/>
                </a:moveTo>
                <a:lnTo>
                  <a:pt x="50" y="27"/>
                </a:lnTo>
                <a:lnTo>
                  <a:pt x="45" y="33"/>
                </a:lnTo>
                <a:lnTo>
                  <a:pt x="38" y="29"/>
                </a:lnTo>
                <a:lnTo>
                  <a:pt x="43" y="22"/>
                </a:lnTo>
                <a:moveTo>
                  <a:pt x="50" y="27"/>
                </a:moveTo>
                <a:lnTo>
                  <a:pt x="56" y="31"/>
                </a:lnTo>
                <a:lnTo>
                  <a:pt x="52" y="38"/>
                </a:lnTo>
                <a:lnTo>
                  <a:pt x="45" y="33"/>
                </a:lnTo>
                <a:lnTo>
                  <a:pt x="50" y="27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8"/>
                </a:lnTo>
                <a:lnTo>
                  <a:pt x="56" y="31"/>
                </a:lnTo>
                <a:moveTo>
                  <a:pt x="63" y="35"/>
                </a:moveTo>
                <a:lnTo>
                  <a:pt x="70" y="40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40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40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3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3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3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9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9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9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70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70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9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7" y="27"/>
                </a:lnTo>
                <a:lnTo>
                  <a:pt x="15" y="28"/>
                </a:lnTo>
                <a:lnTo>
                  <a:pt x="15" y="36"/>
                </a:lnTo>
                <a:lnTo>
                  <a:pt x="7" y="35"/>
                </a:lnTo>
                <a:moveTo>
                  <a:pt x="7" y="27"/>
                </a:moveTo>
                <a:lnTo>
                  <a:pt x="8" y="19"/>
                </a:lnTo>
                <a:lnTo>
                  <a:pt x="16" y="20"/>
                </a:lnTo>
                <a:lnTo>
                  <a:pt x="15" y="28"/>
                </a:lnTo>
                <a:lnTo>
                  <a:pt x="7" y="27"/>
                </a:lnTo>
                <a:moveTo>
                  <a:pt x="8" y="19"/>
                </a:moveTo>
                <a:lnTo>
                  <a:pt x="9" y="10"/>
                </a:lnTo>
                <a:lnTo>
                  <a:pt x="17" y="11"/>
                </a:lnTo>
                <a:lnTo>
                  <a:pt x="16" y="20"/>
                </a:lnTo>
                <a:lnTo>
                  <a:pt x="8" y="19"/>
                </a:lnTo>
                <a:moveTo>
                  <a:pt x="9" y="10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1"/>
                </a:lnTo>
                <a:lnTo>
                  <a:pt x="13" y="7"/>
                </a:lnTo>
                <a:lnTo>
                  <a:pt x="17" y="8"/>
                </a:lnTo>
                <a:lnTo>
                  <a:pt x="17" y="11"/>
                </a:lnTo>
                <a:lnTo>
                  <a:pt x="9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538800" y="245196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6"/>
                  <a:pt x="770" y="15"/>
                  <a:pt x="1148" y="2"/>
                </a:cubicBezTo>
                <a:cubicBezTo>
                  <a:pt x="1526" y="-11"/>
                  <a:pt x="1897" y="33"/>
                  <a:pt x="2083" y="55"/>
                </a:cubicBezTo>
                <a:lnTo>
                  <a:pt x="2269" y="7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4339080" y="24624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337280" y="24602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3" y="9"/>
                </a:moveTo>
                <a:lnTo>
                  <a:pt x="30" y="13"/>
                </a:lnTo>
                <a:lnTo>
                  <a:pt x="26" y="20"/>
                </a:lnTo>
                <a:lnTo>
                  <a:pt x="19" y="15"/>
                </a:lnTo>
                <a:lnTo>
                  <a:pt x="23" y="9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6" y="20"/>
                </a:lnTo>
                <a:lnTo>
                  <a:pt x="30" y="13"/>
                </a:lnTo>
                <a:moveTo>
                  <a:pt x="37" y="17"/>
                </a:moveTo>
                <a:lnTo>
                  <a:pt x="44" y="22"/>
                </a:lnTo>
                <a:lnTo>
                  <a:pt x="39" y="29"/>
                </a:lnTo>
                <a:lnTo>
                  <a:pt x="32" y="24"/>
                </a:lnTo>
                <a:lnTo>
                  <a:pt x="37" y="17"/>
                </a:lnTo>
                <a:moveTo>
                  <a:pt x="44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9"/>
                </a:lnTo>
                <a:lnTo>
                  <a:pt x="44" y="22"/>
                </a:lnTo>
                <a:moveTo>
                  <a:pt x="50" y="26"/>
                </a:moveTo>
                <a:lnTo>
                  <a:pt x="58" y="31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8" y="31"/>
                </a:moveTo>
                <a:lnTo>
                  <a:pt x="65" y="35"/>
                </a:lnTo>
                <a:lnTo>
                  <a:pt x="60" y="42"/>
                </a:lnTo>
                <a:lnTo>
                  <a:pt x="53" y="37"/>
                </a:lnTo>
                <a:lnTo>
                  <a:pt x="58" y="31"/>
                </a:lnTo>
                <a:moveTo>
                  <a:pt x="65" y="35"/>
                </a:moveTo>
                <a:lnTo>
                  <a:pt x="72" y="40"/>
                </a:lnTo>
                <a:lnTo>
                  <a:pt x="67" y="46"/>
                </a:lnTo>
                <a:lnTo>
                  <a:pt x="60" y="42"/>
                </a:lnTo>
                <a:lnTo>
                  <a:pt x="65" y="35"/>
                </a:lnTo>
                <a:moveTo>
                  <a:pt x="72" y="40"/>
                </a:moveTo>
                <a:lnTo>
                  <a:pt x="78" y="44"/>
                </a:lnTo>
                <a:lnTo>
                  <a:pt x="74" y="51"/>
                </a:lnTo>
                <a:lnTo>
                  <a:pt x="67" y="46"/>
                </a:lnTo>
                <a:lnTo>
                  <a:pt x="72" y="40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4" y="51"/>
                </a:lnTo>
                <a:lnTo>
                  <a:pt x="78" y="44"/>
                </a:lnTo>
                <a:moveTo>
                  <a:pt x="85" y="48"/>
                </a:moveTo>
                <a:lnTo>
                  <a:pt x="92" y="53"/>
                </a:lnTo>
                <a:lnTo>
                  <a:pt x="88" y="60"/>
                </a:lnTo>
                <a:lnTo>
                  <a:pt x="81" y="55"/>
                </a:lnTo>
                <a:lnTo>
                  <a:pt x="85" y="48"/>
                </a:lnTo>
                <a:moveTo>
                  <a:pt x="92" y="53"/>
                </a:moveTo>
                <a:lnTo>
                  <a:pt x="100" y="58"/>
                </a:lnTo>
                <a:lnTo>
                  <a:pt x="86" y="63"/>
                </a:lnTo>
                <a:lnTo>
                  <a:pt x="83" y="56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8" y="60"/>
                </a:lnTo>
                <a:lnTo>
                  <a:pt x="92" y="53"/>
                </a:lnTo>
                <a:moveTo>
                  <a:pt x="86" y="63"/>
                </a:moveTo>
                <a:lnTo>
                  <a:pt x="78" y="66"/>
                </a:lnTo>
                <a:lnTo>
                  <a:pt x="76" y="58"/>
                </a:lnTo>
                <a:lnTo>
                  <a:pt x="83" y="56"/>
                </a:lnTo>
                <a:lnTo>
                  <a:pt x="86" y="63"/>
                </a:lnTo>
                <a:moveTo>
                  <a:pt x="78" y="66"/>
                </a:moveTo>
                <a:lnTo>
                  <a:pt x="71" y="69"/>
                </a:lnTo>
                <a:lnTo>
                  <a:pt x="68" y="61"/>
                </a:lnTo>
                <a:lnTo>
                  <a:pt x="76" y="58"/>
                </a:lnTo>
                <a:lnTo>
                  <a:pt x="78" y="66"/>
                </a:lnTo>
                <a:moveTo>
                  <a:pt x="71" y="69"/>
                </a:moveTo>
                <a:lnTo>
                  <a:pt x="63" y="71"/>
                </a:lnTo>
                <a:lnTo>
                  <a:pt x="61" y="64"/>
                </a:lnTo>
                <a:lnTo>
                  <a:pt x="68" y="61"/>
                </a:lnTo>
                <a:lnTo>
                  <a:pt x="71" y="69"/>
                </a:lnTo>
                <a:moveTo>
                  <a:pt x="63" y="71"/>
                </a:moveTo>
                <a:lnTo>
                  <a:pt x="55" y="74"/>
                </a:lnTo>
                <a:lnTo>
                  <a:pt x="52" y="67"/>
                </a:lnTo>
                <a:lnTo>
                  <a:pt x="61" y="64"/>
                </a:lnTo>
                <a:lnTo>
                  <a:pt x="63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2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2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2"/>
                </a:lnTo>
                <a:moveTo>
                  <a:pt x="24" y="85"/>
                </a:moveTo>
                <a:lnTo>
                  <a:pt x="17" y="88"/>
                </a:lnTo>
                <a:lnTo>
                  <a:pt x="14" y="80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2"/>
                </a:lnTo>
                <a:lnTo>
                  <a:pt x="10" y="83"/>
                </a:lnTo>
                <a:lnTo>
                  <a:pt x="9" y="88"/>
                </a:lnTo>
                <a:lnTo>
                  <a:pt x="5" y="88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1" y="82"/>
                </a:moveTo>
                <a:lnTo>
                  <a:pt x="2" y="74"/>
                </a:lnTo>
                <a:lnTo>
                  <a:pt x="10" y="75"/>
                </a:lnTo>
                <a:lnTo>
                  <a:pt x="10" y="83"/>
                </a:lnTo>
                <a:lnTo>
                  <a:pt x="1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0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9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53200" y="254340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6"/>
                  <a:pt x="1499" y="91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38800" y="2577240"/>
            <a:ext cx="29160" cy="29880"/>
          </a:xfrm>
          <a:custGeom>
            <a:avLst/>
            <a:gdLst/>
            <a:ahLst/>
            <a:rect l="0" t="0" r="r" b="b"/>
            <a:pathLst>
              <a:path w="81" h="83">
                <a:moveTo>
                  <a:pt x="81" y="83"/>
                </a:moveTo>
                <a:lnTo>
                  <a:pt x="0" y="42"/>
                </a:lnTo>
                <a:lnTo>
                  <a:pt x="81" y="0"/>
                </a:lnTo>
                <a:lnTo>
                  <a:pt x="81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535560" y="25750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5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5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5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7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3"/>
                </a:lnTo>
                <a:lnTo>
                  <a:pt x="55" y="67"/>
                </a:lnTo>
                <a:lnTo>
                  <a:pt x="51" y="74"/>
                </a:lnTo>
                <a:moveTo>
                  <a:pt x="44" y="70"/>
                </a:moveTo>
                <a:lnTo>
                  <a:pt x="37" y="67"/>
                </a:lnTo>
                <a:lnTo>
                  <a:pt x="41" y="59"/>
                </a:lnTo>
                <a:lnTo>
                  <a:pt x="48" y="63"/>
                </a:lnTo>
                <a:lnTo>
                  <a:pt x="44" y="70"/>
                </a:lnTo>
                <a:moveTo>
                  <a:pt x="37" y="67"/>
                </a:moveTo>
                <a:lnTo>
                  <a:pt x="30" y="63"/>
                </a:lnTo>
                <a:lnTo>
                  <a:pt x="33" y="56"/>
                </a:lnTo>
                <a:lnTo>
                  <a:pt x="41" y="59"/>
                </a:lnTo>
                <a:lnTo>
                  <a:pt x="37" y="67"/>
                </a:lnTo>
                <a:moveTo>
                  <a:pt x="30" y="63"/>
                </a:moveTo>
                <a:lnTo>
                  <a:pt x="23" y="59"/>
                </a:lnTo>
                <a:lnTo>
                  <a:pt x="26" y="51"/>
                </a:lnTo>
                <a:lnTo>
                  <a:pt x="33" y="56"/>
                </a:lnTo>
                <a:lnTo>
                  <a:pt x="30" y="63"/>
                </a:lnTo>
                <a:moveTo>
                  <a:pt x="23" y="59"/>
                </a:moveTo>
                <a:lnTo>
                  <a:pt x="15" y="56"/>
                </a:lnTo>
                <a:lnTo>
                  <a:pt x="19" y="48"/>
                </a:lnTo>
                <a:lnTo>
                  <a:pt x="26" y="51"/>
                </a:lnTo>
                <a:lnTo>
                  <a:pt x="23" y="59"/>
                </a:lnTo>
                <a:moveTo>
                  <a:pt x="15" y="56"/>
                </a:moveTo>
                <a:lnTo>
                  <a:pt x="8" y="51"/>
                </a:lnTo>
                <a:lnTo>
                  <a:pt x="12" y="44"/>
                </a:lnTo>
                <a:lnTo>
                  <a:pt x="19" y="48"/>
                </a:lnTo>
                <a:lnTo>
                  <a:pt x="15" y="56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8"/>
                </a:lnTo>
                <a:lnTo>
                  <a:pt x="10" y="51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7"/>
                </a:lnTo>
                <a:lnTo>
                  <a:pt x="24" y="44"/>
                </a:lnTo>
                <a:lnTo>
                  <a:pt x="16" y="48"/>
                </a:lnTo>
                <a:lnTo>
                  <a:pt x="13" y="40"/>
                </a:lnTo>
                <a:moveTo>
                  <a:pt x="20" y="37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7"/>
                </a:lnTo>
                <a:moveTo>
                  <a:pt x="27" y="33"/>
                </a:moveTo>
                <a:lnTo>
                  <a:pt x="34" y="29"/>
                </a:lnTo>
                <a:lnTo>
                  <a:pt x="38" y="37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7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9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9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9"/>
                </a:lnTo>
                <a:moveTo>
                  <a:pt x="63" y="15"/>
                </a:moveTo>
                <a:lnTo>
                  <a:pt x="71" y="11"/>
                </a:lnTo>
                <a:lnTo>
                  <a:pt x="74" y="19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9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2"/>
                </a:lnTo>
                <a:lnTo>
                  <a:pt x="86" y="12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2"/>
                </a:moveTo>
                <a:lnTo>
                  <a:pt x="94" y="20"/>
                </a:lnTo>
                <a:lnTo>
                  <a:pt x="86" y="20"/>
                </a:lnTo>
                <a:lnTo>
                  <a:pt x="86" y="12"/>
                </a:lnTo>
                <a:lnTo>
                  <a:pt x="94" y="12"/>
                </a:lnTo>
                <a:moveTo>
                  <a:pt x="94" y="20"/>
                </a:moveTo>
                <a:lnTo>
                  <a:pt x="94" y="28"/>
                </a:lnTo>
                <a:lnTo>
                  <a:pt x="86" y="28"/>
                </a:lnTo>
                <a:lnTo>
                  <a:pt x="86" y="20"/>
                </a:lnTo>
                <a:lnTo>
                  <a:pt x="94" y="20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1"/>
                </a:lnTo>
                <a:lnTo>
                  <a:pt x="86" y="61"/>
                </a:lnTo>
                <a:lnTo>
                  <a:pt x="86" y="52"/>
                </a:lnTo>
                <a:lnTo>
                  <a:pt x="94" y="52"/>
                </a:lnTo>
                <a:moveTo>
                  <a:pt x="94" y="61"/>
                </a:moveTo>
                <a:lnTo>
                  <a:pt x="94" y="69"/>
                </a:lnTo>
                <a:lnTo>
                  <a:pt x="86" y="69"/>
                </a:lnTo>
                <a:lnTo>
                  <a:pt x="86" y="61"/>
                </a:lnTo>
                <a:lnTo>
                  <a:pt x="94" y="61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5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50280" y="2645640"/>
            <a:ext cx="442440" cy="23040"/>
          </a:xfrm>
          <a:custGeom>
            <a:avLst/>
            <a:gdLst/>
            <a:ahLst/>
            <a:rect l="0" t="0" r="r" b="b"/>
            <a:pathLst>
              <a:path fill="none" w="1229" h="64">
                <a:moveTo>
                  <a:pt x="1229" y="13"/>
                </a:moveTo>
                <a:lnTo>
                  <a:pt x="1123" y="26"/>
                </a:lnTo>
                <a:cubicBezTo>
                  <a:pt x="1017" y="39"/>
                  <a:pt x="806" y="66"/>
                  <a:pt x="601" y="64"/>
                </a:cubicBezTo>
                <a:cubicBezTo>
                  <a:pt x="396" y="62"/>
                  <a:pt x="198" y="30"/>
                  <a:pt x="99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5880" y="26334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8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2640" y="26312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70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70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6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6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9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9"/>
                </a:moveTo>
                <a:lnTo>
                  <a:pt x="0" y="33"/>
                </a:lnTo>
                <a:lnTo>
                  <a:pt x="14" y="29"/>
                </a:lnTo>
                <a:lnTo>
                  <a:pt x="17" y="36"/>
                </a:lnTo>
                <a:lnTo>
                  <a:pt x="10" y="38"/>
                </a:lnTo>
                <a:lnTo>
                  <a:pt x="9" y="35"/>
                </a:lnTo>
                <a:lnTo>
                  <a:pt x="12" y="31"/>
                </a:lnTo>
                <a:lnTo>
                  <a:pt x="13" y="32"/>
                </a:lnTo>
                <a:lnTo>
                  <a:pt x="8" y="39"/>
                </a:lnTo>
                <a:moveTo>
                  <a:pt x="14" y="29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9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1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1"/>
                </a:moveTo>
                <a:lnTo>
                  <a:pt x="46" y="19"/>
                </a:lnTo>
                <a:lnTo>
                  <a:pt x="49" y="27"/>
                </a:lnTo>
                <a:lnTo>
                  <a:pt x="41" y="29"/>
                </a:lnTo>
                <a:lnTo>
                  <a:pt x="38" y="21"/>
                </a:lnTo>
                <a:moveTo>
                  <a:pt x="46" y="19"/>
                </a:moveTo>
                <a:lnTo>
                  <a:pt x="54" y="16"/>
                </a:lnTo>
                <a:lnTo>
                  <a:pt x="56" y="24"/>
                </a:lnTo>
                <a:lnTo>
                  <a:pt x="49" y="27"/>
                </a:lnTo>
                <a:lnTo>
                  <a:pt x="46" y="19"/>
                </a:lnTo>
                <a:moveTo>
                  <a:pt x="54" y="16"/>
                </a:moveTo>
                <a:lnTo>
                  <a:pt x="61" y="14"/>
                </a:lnTo>
                <a:lnTo>
                  <a:pt x="64" y="22"/>
                </a:lnTo>
                <a:lnTo>
                  <a:pt x="56" y="24"/>
                </a:lnTo>
                <a:lnTo>
                  <a:pt x="54" y="16"/>
                </a:lnTo>
                <a:moveTo>
                  <a:pt x="61" y="14"/>
                </a:moveTo>
                <a:lnTo>
                  <a:pt x="69" y="11"/>
                </a:lnTo>
                <a:lnTo>
                  <a:pt x="72" y="19"/>
                </a:lnTo>
                <a:lnTo>
                  <a:pt x="64" y="22"/>
                </a:lnTo>
                <a:lnTo>
                  <a:pt x="61" y="14"/>
                </a:lnTo>
                <a:moveTo>
                  <a:pt x="69" y="11"/>
                </a:moveTo>
                <a:lnTo>
                  <a:pt x="77" y="9"/>
                </a:lnTo>
                <a:lnTo>
                  <a:pt x="79" y="17"/>
                </a:lnTo>
                <a:lnTo>
                  <a:pt x="72" y="19"/>
                </a:lnTo>
                <a:lnTo>
                  <a:pt x="69" y="11"/>
                </a:lnTo>
                <a:moveTo>
                  <a:pt x="77" y="9"/>
                </a:moveTo>
                <a:lnTo>
                  <a:pt x="85" y="6"/>
                </a:lnTo>
                <a:lnTo>
                  <a:pt x="87" y="14"/>
                </a:lnTo>
                <a:lnTo>
                  <a:pt x="79" y="17"/>
                </a:lnTo>
                <a:lnTo>
                  <a:pt x="77" y="9"/>
                </a:lnTo>
                <a:moveTo>
                  <a:pt x="85" y="6"/>
                </a:moveTo>
                <a:lnTo>
                  <a:pt x="92" y="3"/>
                </a:lnTo>
                <a:lnTo>
                  <a:pt x="95" y="12"/>
                </a:lnTo>
                <a:lnTo>
                  <a:pt x="87" y="14"/>
                </a:lnTo>
                <a:lnTo>
                  <a:pt x="85" y="6"/>
                </a:lnTo>
                <a:moveTo>
                  <a:pt x="92" y="3"/>
                </a:moveTo>
                <a:lnTo>
                  <a:pt x="101" y="0"/>
                </a:lnTo>
                <a:lnTo>
                  <a:pt x="100" y="13"/>
                </a:lnTo>
                <a:lnTo>
                  <a:pt x="92" y="11"/>
                </a:lnTo>
                <a:lnTo>
                  <a:pt x="92" y="6"/>
                </a:lnTo>
                <a:lnTo>
                  <a:pt x="96" y="7"/>
                </a:lnTo>
                <a:lnTo>
                  <a:pt x="98" y="11"/>
                </a:lnTo>
                <a:lnTo>
                  <a:pt x="95" y="12"/>
                </a:lnTo>
                <a:lnTo>
                  <a:pt x="92" y="3"/>
                </a:lnTo>
                <a:moveTo>
                  <a:pt x="100" y="13"/>
                </a:moveTo>
                <a:lnTo>
                  <a:pt x="98" y="21"/>
                </a:lnTo>
                <a:lnTo>
                  <a:pt x="90" y="19"/>
                </a:lnTo>
                <a:lnTo>
                  <a:pt x="92" y="11"/>
                </a:lnTo>
                <a:lnTo>
                  <a:pt x="100" y="13"/>
                </a:lnTo>
                <a:moveTo>
                  <a:pt x="98" y="21"/>
                </a:moveTo>
                <a:lnTo>
                  <a:pt x="97" y="29"/>
                </a:lnTo>
                <a:lnTo>
                  <a:pt x="89" y="27"/>
                </a:lnTo>
                <a:lnTo>
                  <a:pt x="90" y="19"/>
                </a:lnTo>
                <a:lnTo>
                  <a:pt x="98" y="21"/>
                </a:lnTo>
                <a:moveTo>
                  <a:pt x="97" y="29"/>
                </a:moveTo>
                <a:lnTo>
                  <a:pt x="96" y="37"/>
                </a:lnTo>
                <a:lnTo>
                  <a:pt x="88" y="35"/>
                </a:lnTo>
                <a:lnTo>
                  <a:pt x="89" y="27"/>
                </a:lnTo>
                <a:lnTo>
                  <a:pt x="97" y="29"/>
                </a:lnTo>
                <a:moveTo>
                  <a:pt x="96" y="37"/>
                </a:moveTo>
                <a:lnTo>
                  <a:pt x="95" y="45"/>
                </a:lnTo>
                <a:lnTo>
                  <a:pt x="87" y="43"/>
                </a:lnTo>
                <a:lnTo>
                  <a:pt x="88" y="35"/>
                </a:lnTo>
                <a:lnTo>
                  <a:pt x="96" y="37"/>
                </a:lnTo>
                <a:moveTo>
                  <a:pt x="95" y="45"/>
                </a:moveTo>
                <a:lnTo>
                  <a:pt x="93" y="53"/>
                </a:lnTo>
                <a:lnTo>
                  <a:pt x="85" y="51"/>
                </a:lnTo>
                <a:lnTo>
                  <a:pt x="87" y="43"/>
                </a:lnTo>
                <a:lnTo>
                  <a:pt x="95" y="45"/>
                </a:lnTo>
                <a:moveTo>
                  <a:pt x="93" y="53"/>
                </a:moveTo>
                <a:lnTo>
                  <a:pt x="92" y="61"/>
                </a:lnTo>
                <a:lnTo>
                  <a:pt x="84" y="59"/>
                </a:lnTo>
                <a:lnTo>
                  <a:pt x="85" y="51"/>
                </a:lnTo>
                <a:lnTo>
                  <a:pt x="93" y="53"/>
                </a:lnTo>
                <a:moveTo>
                  <a:pt x="92" y="61"/>
                </a:moveTo>
                <a:lnTo>
                  <a:pt x="91" y="69"/>
                </a:lnTo>
                <a:lnTo>
                  <a:pt x="83" y="67"/>
                </a:lnTo>
                <a:lnTo>
                  <a:pt x="84" y="59"/>
                </a:lnTo>
                <a:lnTo>
                  <a:pt x="92" y="61"/>
                </a:lnTo>
                <a:moveTo>
                  <a:pt x="91" y="69"/>
                </a:moveTo>
                <a:lnTo>
                  <a:pt x="90" y="77"/>
                </a:lnTo>
                <a:lnTo>
                  <a:pt x="82" y="75"/>
                </a:lnTo>
                <a:lnTo>
                  <a:pt x="83" y="67"/>
                </a:lnTo>
                <a:lnTo>
                  <a:pt x="91" y="69"/>
                </a:lnTo>
                <a:moveTo>
                  <a:pt x="90" y="77"/>
                </a:moveTo>
                <a:lnTo>
                  <a:pt x="88" y="85"/>
                </a:lnTo>
                <a:lnTo>
                  <a:pt x="80" y="83"/>
                </a:lnTo>
                <a:lnTo>
                  <a:pt x="82" y="75"/>
                </a:lnTo>
                <a:lnTo>
                  <a:pt x="90" y="77"/>
                </a:lnTo>
                <a:moveTo>
                  <a:pt x="88" y="85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4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839520" y="262404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3"/>
                </a:moveTo>
                <a:lnTo>
                  <a:pt x="1601" y="53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0"/>
                  <a:pt x="143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825120" y="26121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821880" y="261000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81"/>
                </a:lnTo>
                <a:lnTo>
                  <a:pt x="72" y="74"/>
                </a:lnTo>
                <a:lnTo>
                  <a:pt x="78" y="79"/>
                </a:lnTo>
                <a:lnTo>
                  <a:pt x="74" y="85"/>
                </a:lnTo>
                <a:moveTo>
                  <a:pt x="66" y="81"/>
                </a:moveTo>
                <a:lnTo>
                  <a:pt x="60" y="76"/>
                </a:lnTo>
                <a:lnTo>
                  <a:pt x="64" y="69"/>
                </a:lnTo>
                <a:lnTo>
                  <a:pt x="72" y="74"/>
                </a:lnTo>
                <a:lnTo>
                  <a:pt x="66" y="81"/>
                </a:lnTo>
                <a:moveTo>
                  <a:pt x="60" y="76"/>
                </a:moveTo>
                <a:lnTo>
                  <a:pt x="53" y="71"/>
                </a:lnTo>
                <a:lnTo>
                  <a:pt x="58" y="63"/>
                </a:lnTo>
                <a:lnTo>
                  <a:pt x="64" y="69"/>
                </a:lnTo>
                <a:lnTo>
                  <a:pt x="60" y="76"/>
                </a:lnTo>
                <a:moveTo>
                  <a:pt x="53" y="71"/>
                </a:moveTo>
                <a:lnTo>
                  <a:pt x="47" y="66"/>
                </a:lnTo>
                <a:lnTo>
                  <a:pt x="51" y="59"/>
                </a:lnTo>
                <a:lnTo>
                  <a:pt x="58" y="63"/>
                </a:lnTo>
                <a:lnTo>
                  <a:pt x="53" y="71"/>
                </a:lnTo>
                <a:moveTo>
                  <a:pt x="47" y="66"/>
                </a:moveTo>
                <a:lnTo>
                  <a:pt x="40" y="60"/>
                </a:lnTo>
                <a:lnTo>
                  <a:pt x="45" y="54"/>
                </a:lnTo>
                <a:lnTo>
                  <a:pt x="51" y="59"/>
                </a:lnTo>
                <a:lnTo>
                  <a:pt x="47" y="66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1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1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1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30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30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2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2"/>
                </a:lnTo>
                <a:lnTo>
                  <a:pt x="32" y="29"/>
                </a:lnTo>
                <a:lnTo>
                  <a:pt x="24" y="32"/>
                </a:lnTo>
                <a:lnTo>
                  <a:pt x="22" y="24"/>
                </a:lnTo>
                <a:moveTo>
                  <a:pt x="29" y="22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2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5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5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5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6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6"/>
                </a:lnTo>
                <a:lnTo>
                  <a:pt x="87" y="13"/>
                </a:lnTo>
                <a:lnTo>
                  <a:pt x="79" y="16"/>
                </a:lnTo>
                <a:lnTo>
                  <a:pt x="77" y="8"/>
                </a:lnTo>
                <a:moveTo>
                  <a:pt x="85" y="6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6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1"/>
                </a:lnTo>
                <a:lnTo>
                  <a:pt x="92" y="6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9"/>
                </a:lnTo>
                <a:lnTo>
                  <a:pt x="92" y="11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7"/>
                </a:lnTo>
                <a:lnTo>
                  <a:pt x="90" y="19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5"/>
                </a:lnTo>
                <a:lnTo>
                  <a:pt x="89" y="27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3"/>
                </a:lnTo>
                <a:lnTo>
                  <a:pt x="87" y="35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3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9"/>
                </a:lnTo>
                <a:lnTo>
                  <a:pt x="82" y="67"/>
                </a:lnTo>
                <a:lnTo>
                  <a:pt x="83" y="58"/>
                </a:lnTo>
                <a:lnTo>
                  <a:pt x="91" y="60"/>
                </a:lnTo>
                <a:moveTo>
                  <a:pt x="90" y="69"/>
                </a:moveTo>
                <a:lnTo>
                  <a:pt x="88" y="77"/>
                </a:lnTo>
                <a:lnTo>
                  <a:pt x="80" y="75"/>
                </a:lnTo>
                <a:lnTo>
                  <a:pt x="82" y="67"/>
                </a:lnTo>
                <a:lnTo>
                  <a:pt x="90" y="69"/>
                </a:lnTo>
                <a:moveTo>
                  <a:pt x="88" y="77"/>
                </a:moveTo>
                <a:lnTo>
                  <a:pt x="87" y="85"/>
                </a:lnTo>
                <a:lnTo>
                  <a:pt x="79" y="83"/>
                </a:lnTo>
                <a:lnTo>
                  <a:pt x="80" y="75"/>
                </a:lnTo>
                <a:lnTo>
                  <a:pt x="88" y="77"/>
                </a:lnTo>
                <a:moveTo>
                  <a:pt x="87" y="85"/>
                </a:moveTo>
                <a:lnTo>
                  <a:pt x="85" y="94"/>
                </a:lnTo>
                <a:lnTo>
                  <a:pt x="74" y="85"/>
                </a:lnTo>
                <a:lnTo>
                  <a:pt x="78" y="79"/>
                </a:lnTo>
                <a:lnTo>
                  <a:pt x="85" y="84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4907520" y="251172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5589000" y="249732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587560" y="249480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8"/>
                </a:lnTo>
                <a:lnTo>
                  <a:pt x="9" y="14"/>
                </a:lnTo>
                <a:lnTo>
                  <a:pt x="13" y="7"/>
                </a:lnTo>
                <a:moveTo>
                  <a:pt x="20" y="11"/>
                </a:moveTo>
                <a:lnTo>
                  <a:pt x="28" y="14"/>
                </a:lnTo>
                <a:lnTo>
                  <a:pt x="24" y="21"/>
                </a:lnTo>
                <a:lnTo>
                  <a:pt x="17" y="18"/>
                </a:lnTo>
                <a:lnTo>
                  <a:pt x="20" y="11"/>
                </a:lnTo>
                <a:moveTo>
                  <a:pt x="28" y="14"/>
                </a:moveTo>
                <a:lnTo>
                  <a:pt x="35" y="18"/>
                </a:lnTo>
                <a:lnTo>
                  <a:pt x="31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8"/>
                </a:moveTo>
                <a:lnTo>
                  <a:pt x="42" y="21"/>
                </a:lnTo>
                <a:lnTo>
                  <a:pt x="38" y="29"/>
                </a:lnTo>
                <a:lnTo>
                  <a:pt x="31" y="25"/>
                </a:lnTo>
                <a:lnTo>
                  <a:pt x="35" y="18"/>
                </a:lnTo>
                <a:moveTo>
                  <a:pt x="42" y="21"/>
                </a:moveTo>
                <a:lnTo>
                  <a:pt x="49" y="25"/>
                </a:lnTo>
                <a:lnTo>
                  <a:pt x="46" y="32"/>
                </a:lnTo>
                <a:lnTo>
                  <a:pt x="38" y="29"/>
                </a:lnTo>
                <a:lnTo>
                  <a:pt x="42" y="21"/>
                </a:lnTo>
                <a:moveTo>
                  <a:pt x="49" y="25"/>
                </a:moveTo>
                <a:lnTo>
                  <a:pt x="56" y="29"/>
                </a:lnTo>
                <a:lnTo>
                  <a:pt x="53" y="36"/>
                </a:lnTo>
                <a:lnTo>
                  <a:pt x="46" y="32"/>
                </a:lnTo>
                <a:lnTo>
                  <a:pt x="49" y="25"/>
                </a:lnTo>
                <a:moveTo>
                  <a:pt x="56" y="29"/>
                </a:moveTo>
                <a:lnTo>
                  <a:pt x="65" y="32"/>
                </a:lnTo>
                <a:lnTo>
                  <a:pt x="61" y="40"/>
                </a:lnTo>
                <a:lnTo>
                  <a:pt x="53" y="36"/>
                </a:lnTo>
                <a:lnTo>
                  <a:pt x="56" y="29"/>
                </a:lnTo>
                <a:moveTo>
                  <a:pt x="65" y="32"/>
                </a:moveTo>
                <a:lnTo>
                  <a:pt x="72" y="36"/>
                </a:lnTo>
                <a:lnTo>
                  <a:pt x="68" y="43"/>
                </a:lnTo>
                <a:lnTo>
                  <a:pt x="61" y="40"/>
                </a:lnTo>
                <a:lnTo>
                  <a:pt x="65" y="32"/>
                </a:lnTo>
                <a:moveTo>
                  <a:pt x="72" y="36"/>
                </a:moveTo>
                <a:lnTo>
                  <a:pt x="79" y="40"/>
                </a:lnTo>
                <a:lnTo>
                  <a:pt x="76" y="47"/>
                </a:lnTo>
                <a:lnTo>
                  <a:pt x="68" y="43"/>
                </a:lnTo>
                <a:lnTo>
                  <a:pt x="72" y="36"/>
                </a:lnTo>
                <a:moveTo>
                  <a:pt x="79" y="40"/>
                </a:moveTo>
                <a:lnTo>
                  <a:pt x="86" y="43"/>
                </a:lnTo>
                <a:lnTo>
                  <a:pt x="83" y="50"/>
                </a:lnTo>
                <a:lnTo>
                  <a:pt x="76" y="47"/>
                </a:lnTo>
                <a:lnTo>
                  <a:pt x="79" y="40"/>
                </a:lnTo>
                <a:moveTo>
                  <a:pt x="86" y="43"/>
                </a:moveTo>
                <a:lnTo>
                  <a:pt x="95" y="47"/>
                </a:lnTo>
                <a:lnTo>
                  <a:pt x="82" y="54"/>
                </a:lnTo>
                <a:lnTo>
                  <a:pt x="78" y="47"/>
                </a:lnTo>
                <a:lnTo>
                  <a:pt x="84" y="44"/>
                </a:lnTo>
                <a:lnTo>
                  <a:pt x="86" y="47"/>
                </a:lnTo>
                <a:lnTo>
                  <a:pt x="84" y="51"/>
                </a:lnTo>
                <a:lnTo>
                  <a:pt x="83" y="50"/>
                </a:lnTo>
                <a:lnTo>
                  <a:pt x="86" y="43"/>
                </a:lnTo>
                <a:moveTo>
                  <a:pt x="82" y="54"/>
                </a:moveTo>
                <a:lnTo>
                  <a:pt x="75" y="58"/>
                </a:lnTo>
                <a:lnTo>
                  <a:pt x="71" y="50"/>
                </a:lnTo>
                <a:lnTo>
                  <a:pt x="78" y="47"/>
                </a:lnTo>
                <a:lnTo>
                  <a:pt x="82" y="54"/>
                </a:lnTo>
                <a:moveTo>
                  <a:pt x="75" y="58"/>
                </a:moveTo>
                <a:lnTo>
                  <a:pt x="67" y="61"/>
                </a:lnTo>
                <a:lnTo>
                  <a:pt x="64" y="54"/>
                </a:lnTo>
                <a:lnTo>
                  <a:pt x="71" y="50"/>
                </a:lnTo>
                <a:lnTo>
                  <a:pt x="75" y="58"/>
                </a:lnTo>
                <a:moveTo>
                  <a:pt x="67" y="61"/>
                </a:moveTo>
                <a:lnTo>
                  <a:pt x="60" y="65"/>
                </a:lnTo>
                <a:lnTo>
                  <a:pt x="55" y="58"/>
                </a:lnTo>
                <a:lnTo>
                  <a:pt x="64" y="54"/>
                </a:lnTo>
                <a:lnTo>
                  <a:pt x="67" y="61"/>
                </a:lnTo>
                <a:moveTo>
                  <a:pt x="60" y="65"/>
                </a:moveTo>
                <a:lnTo>
                  <a:pt x="52" y="69"/>
                </a:lnTo>
                <a:lnTo>
                  <a:pt x="48" y="61"/>
                </a:lnTo>
                <a:lnTo>
                  <a:pt x="55" y="58"/>
                </a:lnTo>
                <a:lnTo>
                  <a:pt x="60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8" y="61"/>
                </a:lnTo>
                <a:lnTo>
                  <a:pt x="52" y="69"/>
                </a:lnTo>
                <a:moveTo>
                  <a:pt x="45" y="72"/>
                </a:moveTo>
                <a:lnTo>
                  <a:pt x="37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7" y="76"/>
                </a:moveTo>
                <a:lnTo>
                  <a:pt x="30" y="79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79"/>
                </a:moveTo>
                <a:lnTo>
                  <a:pt x="23" y="83"/>
                </a:lnTo>
                <a:lnTo>
                  <a:pt x="19" y="76"/>
                </a:lnTo>
                <a:lnTo>
                  <a:pt x="27" y="72"/>
                </a:lnTo>
                <a:lnTo>
                  <a:pt x="30" y="79"/>
                </a:lnTo>
                <a:moveTo>
                  <a:pt x="23" y="83"/>
                </a:moveTo>
                <a:lnTo>
                  <a:pt x="16" y="87"/>
                </a:lnTo>
                <a:lnTo>
                  <a:pt x="12" y="79"/>
                </a:lnTo>
                <a:lnTo>
                  <a:pt x="19" y="76"/>
                </a:lnTo>
                <a:lnTo>
                  <a:pt x="23" y="83"/>
                </a:lnTo>
                <a:moveTo>
                  <a:pt x="16" y="87"/>
                </a:moveTo>
                <a:lnTo>
                  <a:pt x="8" y="90"/>
                </a:lnTo>
                <a:lnTo>
                  <a:pt x="5" y="83"/>
                </a:lnTo>
                <a:lnTo>
                  <a:pt x="12" y="79"/>
                </a:lnTo>
                <a:lnTo>
                  <a:pt x="16" y="87"/>
                </a:lnTo>
                <a:moveTo>
                  <a:pt x="8" y="90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8"/>
                </a:lnTo>
                <a:lnTo>
                  <a:pt x="4" y="88"/>
                </a:lnTo>
                <a:lnTo>
                  <a:pt x="2" y="84"/>
                </a:lnTo>
                <a:lnTo>
                  <a:pt x="5" y="83"/>
                </a:lnTo>
                <a:lnTo>
                  <a:pt x="8" y="90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8"/>
                </a:lnTo>
                <a:lnTo>
                  <a:pt x="8" y="58"/>
                </a:lnTo>
                <a:lnTo>
                  <a:pt x="8" y="67"/>
                </a:lnTo>
                <a:lnTo>
                  <a:pt x="0" y="67"/>
                </a:lnTo>
                <a:moveTo>
                  <a:pt x="0" y="58"/>
                </a:moveTo>
                <a:lnTo>
                  <a:pt x="0" y="50"/>
                </a:lnTo>
                <a:lnTo>
                  <a:pt x="8" y="50"/>
                </a:lnTo>
                <a:lnTo>
                  <a:pt x="8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2"/>
                </a:lnTo>
                <a:lnTo>
                  <a:pt x="8" y="42"/>
                </a:lnTo>
                <a:lnTo>
                  <a:pt x="8" y="50"/>
                </a:lnTo>
                <a:lnTo>
                  <a:pt x="0" y="50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8" y="18"/>
                </a:lnTo>
                <a:lnTo>
                  <a:pt x="8" y="26"/>
                </a:lnTo>
                <a:lnTo>
                  <a:pt x="0" y="26"/>
                </a:lnTo>
                <a:moveTo>
                  <a:pt x="0" y="18"/>
                </a:moveTo>
                <a:lnTo>
                  <a:pt x="0" y="10"/>
                </a:lnTo>
                <a:lnTo>
                  <a:pt x="8" y="10"/>
                </a:lnTo>
                <a:lnTo>
                  <a:pt x="8" y="18"/>
                </a:lnTo>
                <a:lnTo>
                  <a:pt x="0" y="18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9" y="14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6342480" y="243180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6"/>
                </a:lnTo>
                <a:cubicBezTo>
                  <a:pt x="286" y="69"/>
                  <a:pt x="571" y="35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688032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687888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5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5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5"/>
                </a:moveTo>
                <a:lnTo>
                  <a:pt x="57" y="28"/>
                </a:lnTo>
                <a:lnTo>
                  <a:pt x="54" y="36"/>
                </a:lnTo>
                <a:lnTo>
                  <a:pt x="46" y="32"/>
                </a:lnTo>
                <a:lnTo>
                  <a:pt x="50" y="25"/>
                </a:lnTo>
                <a:moveTo>
                  <a:pt x="57" y="28"/>
                </a:moveTo>
                <a:lnTo>
                  <a:pt x="64" y="32"/>
                </a:lnTo>
                <a:lnTo>
                  <a:pt x="61" y="40"/>
                </a:lnTo>
                <a:lnTo>
                  <a:pt x="54" y="36"/>
                </a:lnTo>
                <a:lnTo>
                  <a:pt x="57" y="28"/>
                </a:lnTo>
                <a:moveTo>
                  <a:pt x="64" y="32"/>
                </a:moveTo>
                <a:lnTo>
                  <a:pt x="72" y="36"/>
                </a:lnTo>
                <a:lnTo>
                  <a:pt x="68" y="44"/>
                </a:lnTo>
                <a:lnTo>
                  <a:pt x="61" y="40"/>
                </a:lnTo>
                <a:lnTo>
                  <a:pt x="64" y="32"/>
                </a:lnTo>
                <a:moveTo>
                  <a:pt x="72" y="36"/>
                </a:moveTo>
                <a:lnTo>
                  <a:pt x="79" y="40"/>
                </a:lnTo>
                <a:lnTo>
                  <a:pt x="75" y="47"/>
                </a:lnTo>
                <a:lnTo>
                  <a:pt x="68" y="44"/>
                </a:lnTo>
                <a:lnTo>
                  <a:pt x="72" y="36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5" y="47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7"/>
                </a:lnTo>
                <a:lnTo>
                  <a:pt x="84" y="44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5"/>
                </a:lnTo>
                <a:moveTo>
                  <a:pt x="74" y="58"/>
                </a:moveTo>
                <a:lnTo>
                  <a:pt x="67" y="62"/>
                </a:lnTo>
                <a:lnTo>
                  <a:pt x="63" y="55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3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3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4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4"/>
                </a:lnTo>
                <a:moveTo>
                  <a:pt x="16" y="87"/>
                </a:moveTo>
                <a:lnTo>
                  <a:pt x="9" y="91"/>
                </a:lnTo>
                <a:lnTo>
                  <a:pt x="6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2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672320" y="243180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830088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829944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5"/>
                </a:lnTo>
                <a:lnTo>
                  <a:pt x="35" y="17"/>
                </a:lnTo>
                <a:moveTo>
                  <a:pt x="42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5"/>
                </a:moveTo>
                <a:lnTo>
                  <a:pt x="58" y="28"/>
                </a:lnTo>
                <a:lnTo>
                  <a:pt x="53" y="36"/>
                </a:lnTo>
                <a:lnTo>
                  <a:pt x="46" y="32"/>
                </a:lnTo>
                <a:lnTo>
                  <a:pt x="50" y="25"/>
                </a:lnTo>
                <a:moveTo>
                  <a:pt x="58" y="28"/>
                </a:moveTo>
                <a:lnTo>
                  <a:pt x="65" y="32"/>
                </a:lnTo>
                <a:lnTo>
                  <a:pt x="62" y="40"/>
                </a:lnTo>
                <a:lnTo>
                  <a:pt x="53" y="36"/>
                </a:lnTo>
                <a:lnTo>
                  <a:pt x="58" y="28"/>
                </a:lnTo>
                <a:moveTo>
                  <a:pt x="65" y="32"/>
                </a:moveTo>
                <a:lnTo>
                  <a:pt x="72" y="36"/>
                </a:lnTo>
                <a:lnTo>
                  <a:pt x="69" y="44"/>
                </a:lnTo>
                <a:lnTo>
                  <a:pt x="62" y="40"/>
                </a:lnTo>
                <a:lnTo>
                  <a:pt x="65" y="32"/>
                </a:lnTo>
                <a:moveTo>
                  <a:pt x="72" y="36"/>
                </a:moveTo>
                <a:lnTo>
                  <a:pt x="80" y="40"/>
                </a:lnTo>
                <a:lnTo>
                  <a:pt x="76" y="47"/>
                </a:lnTo>
                <a:lnTo>
                  <a:pt x="69" y="44"/>
                </a:lnTo>
                <a:lnTo>
                  <a:pt x="72" y="36"/>
                </a:lnTo>
                <a:moveTo>
                  <a:pt x="80" y="40"/>
                </a:moveTo>
                <a:lnTo>
                  <a:pt x="87" y="44"/>
                </a:lnTo>
                <a:lnTo>
                  <a:pt x="83" y="51"/>
                </a:lnTo>
                <a:lnTo>
                  <a:pt x="76" y="47"/>
                </a:lnTo>
                <a:lnTo>
                  <a:pt x="80" y="40"/>
                </a:lnTo>
                <a:moveTo>
                  <a:pt x="87" y="44"/>
                </a:moveTo>
                <a:lnTo>
                  <a:pt x="95" y="48"/>
                </a:lnTo>
                <a:lnTo>
                  <a:pt x="82" y="55"/>
                </a:lnTo>
                <a:lnTo>
                  <a:pt x="79" y="47"/>
                </a:lnTo>
                <a:lnTo>
                  <a:pt x="85" y="44"/>
                </a:lnTo>
                <a:lnTo>
                  <a:pt x="86" y="48"/>
                </a:lnTo>
                <a:lnTo>
                  <a:pt x="85" y="52"/>
                </a:lnTo>
                <a:lnTo>
                  <a:pt x="83" y="51"/>
                </a:lnTo>
                <a:lnTo>
                  <a:pt x="87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5"/>
                </a:lnTo>
                <a:moveTo>
                  <a:pt x="75" y="58"/>
                </a:moveTo>
                <a:lnTo>
                  <a:pt x="68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5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3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3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3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4"/>
                </a:lnTo>
                <a:moveTo>
                  <a:pt x="16" y="87"/>
                </a:moveTo>
                <a:lnTo>
                  <a:pt x="9" y="91"/>
                </a:lnTo>
                <a:lnTo>
                  <a:pt x="5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4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6342480" y="265320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2"/>
                  <a:pt x="571" y="223"/>
                  <a:pt x="832" y="352"/>
                </a:cubicBezTo>
                <a:cubicBezTo>
                  <a:pt x="1092" y="481"/>
                  <a:pt x="1328" y="627"/>
                  <a:pt x="1446" y="700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6885000" y="291132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6882480" y="290844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3"/>
                </a:moveTo>
                <a:lnTo>
                  <a:pt x="62" y="20"/>
                </a:lnTo>
                <a:lnTo>
                  <a:pt x="55" y="24"/>
                </a:lnTo>
                <a:lnTo>
                  <a:pt x="50" y="17"/>
                </a:lnTo>
                <a:lnTo>
                  <a:pt x="57" y="13"/>
                </a:lnTo>
                <a:moveTo>
                  <a:pt x="62" y="20"/>
                </a:moveTo>
                <a:lnTo>
                  <a:pt x="66" y="27"/>
                </a:lnTo>
                <a:lnTo>
                  <a:pt x="59" y="31"/>
                </a:lnTo>
                <a:lnTo>
                  <a:pt x="55" y="24"/>
                </a:lnTo>
                <a:lnTo>
                  <a:pt x="62" y="20"/>
                </a:lnTo>
                <a:moveTo>
                  <a:pt x="66" y="27"/>
                </a:moveTo>
                <a:lnTo>
                  <a:pt x="71" y="34"/>
                </a:lnTo>
                <a:lnTo>
                  <a:pt x="63" y="38"/>
                </a:lnTo>
                <a:lnTo>
                  <a:pt x="59" y="31"/>
                </a:lnTo>
                <a:lnTo>
                  <a:pt x="66" y="27"/>
                </a:lnTo>
                <a:moveTo>
                  <a:pt x="71" y="34"/>
                </a:moveTo>
                <a:lnTo>
                  <a:pt x="75" y="40"/>
                </a:lnTo>
                <a:lnTo>
                  <a:pt x="67" y="45"/>
                </a:lnTo>
                <a:lnTo>
                  <a:pt x="63" y="38"/>
                </a:lnTo>
                <a:lnTo>
                  <a:pt x="71" y="34"/>
                </a:lnTo>
                <a:moveTo>
                  <a:pt x="75" y="40"/>
                </a:moveTo>
                <a:lnTo>
                  <a:pt x="80" y="47"/>
                </a:lnTo>
                <a:lnTo>
                  <a:pt x="73" y="52"/>
                </a:lnTo>
                <a:lnTo>
                  <a:pt x="67" y="45"/>
                </a:lnTo>
                <a:lnTo>
                  <a:pt x="75" y="40"/>
                </a:lnTo>
                <a:moveTo>
                  <a:pt x="80" y="47"/>
                </a:moveTo>
                <a:lnTo>
                  <a:pt x="84" y="54"/>
                </a:lnTo>
                <a:lnTo>
                  <a:pt x="77" y="58"/>
                </a:lnTo>
                <a:lnTo>
                  <a:pt x="73" y="52"/>
                </a:lnTo>
                <a:lnTo>
                  <a:pt x="80" y="47"/>
                </a:lnTo>
                <a:moveTo>
                  <a:pt x="84" y="54"/>
                </a:moveTo>
                <a:lnTo>
                  <a:pt x="88" y="61"/>
                </a:lnTo>
                <a:lnTo>
                  <a:pt x="81" y="66"/>
                </a:lnTo>
                <a:lnTo>
                  <a:pt x="77" y="58"/>
                </a:lnTo>
                <a:lnTo>
                  <a:pt x="84" y="54"/>
                </a:lnTo>
                <a:moveTo>
                  <a:pt x="88" y="61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1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90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90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90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7"/>
                </a:lnTo>
                <a:lnTo>
                  <a:pt x="59" y="79"/>
                </a:lnTo>
                <a:lnTo>
                  <a:pt x="67" y="79"/>
                </a:lnTo>
                <a:lnTo>
                  <a:pt x="66" y="87"/>
                </a:lnTo>
                <a:moveTo>
                  <a:pt x="58" y="87"/>
                </a:moveTo>
                <a:lnTo>
                  <a:pt x="50" y="86"/>
                </a:lnTo>
                <a:lnTo>
                  <a:pt x="51" y="78"/>
                </a:lnTo>
                <a:lnTo>
                  <a:pt x="59" y="79"/>
                </a:lnTo>
                <a:lnTo>
                  <a:pt x="58" y="87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4"/>
                </a:lnTo>
                <a:lnTo>
                  <a:pt x="26" y="76"/>
                </a:lnTo>
                <a:lnTo>
                  <a:pt x="34" y="76"/>
                </a:lnTo>
                <a:lnTo>
                  <a:pt x="34" y="84"/>
                </a:lnTo>
                <a:moveTo>
                  <a:pt x="26" y="84"/>
                </a:moveTo>
                <a:lnTo>
                  <a:pt x="18" y="83"/>
                </a:lnTo>
                <a:lnTo>
                  <a:pt x="18" y="75"/>
                </a:lnTo>
                <a:lnTo>
                  <a:pt x="26" y="76"/>
                </a:lnTo>
                <a:lnTo>
                  <a:pt x="26" y="84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6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1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0"/>
                </a:lnTo>
                <a:lnTo>
                  <a:pt x="26" y="54"/>
                </a:lnTo>
                <a:lnTo>
                  <a:pt x="22" y="61"/>
                </a:lnTo>
                <a:lnTo>
                  <a:pt x="15" y="57"/>
                </a:lnTo>
                <a:moveTo>
                  <a:pt x="19" y="50"/>
                </a:moveTo>
                <a:lnTo>
                  <a:pt x="23" y="43"/>
                </a:lnTo>
                <a:lnTo>
                  <a:pt x="30" y="47"/>
                </a:lnTo>
                <a:lnTo>
                  <a:pt x="26" y="54"/>
                </a:lnTo>
                <a:lnTo>
                  <a:pt x="19" y="50"/>
                </a:lnTo>
                <a:moveTo>
                  <a:pt x="23" y="43"/>
                </a:moveTo>
                <a:lnTo>
                  <a:pt x="28" y="36"/>
                </a:lnTo>
                <a:lnTo>
                  <a:pt x="34" y="40"/>
                </a:lnTo>
                <a:lnTo>
                  <a:pt x="30" y="47"/>
                </a:lnTo>
                <a:lnTo>
                  <a:pt x="23" y="43"/>
                </a:lnTo>
                <a:moveTo>
                  <a:pt x="28" y="36"/>
                </a:moveTo>
                <a:lnTo>
                  <a:pt x="32" y="29"/>
                </a:lnTo>
                <a:lnTo>
                  <a:pt x="39" y="33"/>
                </a:lnTo>
                <a:lnTo>
                  <a:pt x="34" y="40"/>
                </a:lnTo>
                <a:lnTo>
                  <a:pt x="28" y="36"/>
                </a:lnTo>
                <a:moveTo>
                  <a:pt x="32" y="29"/>
                </a:moveTo>
                <a:lnTo>
                  <a:pt x="36" y="22"/>
                </a:lnTo>
                <a:lnTo>
                  <a:pt x="43" y="27"/>
                </a:lnTo>
                <a:lnTo>
                  <a:pt x="39" y="33"/>
                </a:lnTo>
                <a:lnTo>
                  <a:pt x="32" y="29"/>
                </a:lnTo>
                <a:moveTo>
                  <a:pt x="36" y="22"/>
                </a:moveTo>
                <a:lnTo>
                  <a:pt x="40" y="15"/>
                </a:lnTo>
                <a:lnTo>
                  <a:pt x="47" y="20"/>
                </a:lnTo>
                <a:lnTo>
                  <a:pt x="43" y="27"/>
                </a:lnTo>
                <a:lnTo>
                  <a:pt x="36" y="22"/>
                </a:lnTo>
                <a:moveTo>
                  <a:pt x="40" y="15"/>
                </a:moveTo>
                <a:lnTo>
                  <a:pt x="45" y="8"/>
                </a:lnTo>
                <a:lnTo>
                  <a:pt x="51" y="13"/>
                </a:lnTo>
                <a:lnTo>
                  <a:pt x="47" y="20"/>
                </a:lnTo>
                <a:lnTo>
                  <a:pt x="40" y="15"/>
                </a:lnTo>
                <a:moveTo>
                  <a:pt x="45" y="8"/>
                </a:moveTo>
                <a:lnTo>
                  <a:pt x="50" y="0"/>
                </a:lnTo>
                <a:lnTo>
                  <a:pt x="57" y="13"/>
                </a:lnTo>
                <a:lnTo>
                  <a:pt x="50" y="17"/>
                </a:lnTo>
                <a:lnTo>
                  <a:pt x="46" y="10"/>
                </a:lnTo>
                <a:lnTo>
                  <a:pt x="50" y="8"/>
                </a:lnTo>
                <a:lnTo>
                  <a:pt x="53" y="10"/>
                </a:lnTo>
                <a:lnTo>
                  <a:pt x="51" y="13"/>
                </a:lnTo>
                <a:lnTo>
                  <a:pt x="45" y="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6391440" y="3083400"/>
            <a:ext cx="511920" cy="32040"/>
          </a:xfrm>
          <a:custGeom>
            <a:avLst/>
            <a:gdLst/>
            <a:ahLst/>
            <a:rect l="0" t="0" r="r" b="b"/>
            <a:pathLst>
              <a:path fill="none" w="1422" h="89">
                <a:moveTo>
                  <a:pt x="0" y="89"/>
                </a:moveTo>
                <a:lnTo>
                  <a:pt x="121" y="89"/>
                </a:lnTo>
                <a:cubicBezTo>
                  <a:pt x="241" y="89"/>
                  <a:pt x="480" y="89"/>
                  <a:pt x="717" y="74"/>
                </a:cubicBezTo>
                <a:cubicBezTo>
                  <a:pt x="954" y="59"/>
                  <a:pt x="1188" y="30"/>
                  <a:pt x="1305" y="15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6886800" y="307080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0" y="0"/>
                </a:moveTo>
                <a:lnTo>
                  <a:pt x="86" y="30"/>
                </a:lnTo>
                <a:lnTo>
                  <a:pt x="1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6885000" y="30686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14" y="5"/>
                </a:moveTo>
                <a:lnTo>
                  <a:pt x="21" y="7"/>
                </a:lnTo>
                <a:lnTo>
                  <a:pt x="19" y="15"/>
                </a:lnTo>
                <a:lnTo>
                  <a:pt x="11" y="12"/>
                </a:lnTo>
                <a:lnTo>
                  <a:pt x="14" y="5"/>
                </a:lnTo>
                <a:moveTo>
                  <a:pt x="21" y="7"/>
                </a:moveTo>
                <a:lnTo>
                  <a:pt x="29" y="10"/>
                </a:lnTo>
                <a:lnTo>
                  <a:pt x="26" y="18"/>
                </a:lnTo>
                <a:lnTo>
                  <a:pt x="19" y="15"/>
                </a:lnTo>
                <a:lnTo>
                  <a:pt x="21" y="7"/>
                </a:lnTo>
                <a:moveTo>
                  <a:pt x="29" y="10"/>
                </a:moveTo>
                <a:lnTo>
                  <a:pt x="38" y="13"/>
                </a:lnTo>
                <a:lnTo>
                  <a:pt x="35" y="20"/>
                </a:lnTo>
                <a:lnTo>
                  <a:pt x="26" y="18"/>
                </a:lnTo>
                <a:lnTo>
                  <a:pt x="29" y="10"/>
                </a:lnTo>
                <a:moveTo>
                  <a:pt x="38" y="13"/>
                </a:moveTo>
                <a:lnTo>
                  <a:pt x="45" y="15"/>
                </a:lnTo>
                <a:lnTo>
                  <a:pt x="43" y="23"/>
                </a:lnTo>
                <a:lnTo>
                  <a:pt x="35" y="20"/>
                </a:lnTo>
                <a:lnTo>
                  <a:pt x="38" y="13"/>
                </a:lnTo>
                <a:moveTo>
                  <a:pt x="45" y="15"/>
                </a:moveTo>
                <a:lnTo>
                  <a:pt x="53" y="18"/>
                </a:lnTo>
                <a:lnTo>
                  <a:pt x="50" y="26"/>
                </a:lnTo>
                <a:lnTo>
                  <a:pt x="43" y="23"/>
                </a:lnTo>
                <a:lnTo>
                  <a:pt x="45" y="15"/>
                </a:lnTo>
                <a:moveTo>
                  <a:pt x="53" y="18"/>
                </a:moveTo>
                <a:lnTo>
                  <a:pt x="61" y="21"/>
                </a:lnTo>
                <a:lnTo>
                  <a:pt x="58" y="28"/>
                </a:lnTo>
                <a:lnTo>
                  <a:pt x="50" y="26"/>
                </a:lnTo>
                <a:lnTo>
                  <a:pt x="53" y="18"/>
                </a:lnTo>
                <a:moveTo>
                  <a:pt x="61" y="21"/>
                </a:moveTo>
                <a:lnTo>
                  <a:pt x="68" y="23"/>
                </a:lnTo>
                <a:lnTo>
                  <a:pt x="65" y="31"/>
                </a:lnTo>
                <a:lnTo>
                  <a:pt x="58" y="28"/>
                </a:lnTo>
                <a:lnTo>
                  <a:pt x="61" y="21"/>
                </a:lnTo>
                <a:moveTo>
                  <a:pt x="68" y="23"/>
                </a:moveTo>
                <a:lnTo>
                  <a:pt x="76" y="26"/>
                </a:lnTo>
                <a:lnTo>
                  <a:pt x="73" y="34"/>
                </a:lnTo>
                <a:lnTo>
                  <a:pt x="65" y="31"/>
                </a:lnTo>
                <a:lnTo>
                  <a:pt x="68" y="23"/>
                </a:lnTo>
                <a:moveTo>
                  <a:pt x="76" y="26"/>
                </a:moveTo>
                <a:lnTo>
                  <a:pt x="83" y="29"/>
                </a:lnTo>
                <a:lnTo>
                  <a:pt x="81" y="36"/>
                </a:lnTo>
                <a:lnTo>
                  <a:pt x="73" y="34"/>
                </a:lnTo>
                <a:lnTo>
                  <a:pt x="76" y="26"/>
                </a:lnTo>
                <a:moveTo>
                  <a:pt x="83" y="29"/>
                </a:moveTo>
                <a:lnTo>
                  <a:pt x="91" y="32"/>
                </a:lnTo>
                <a:lnTo>
                  <a:pt x="88" y="39"/>
                </a:lnTo>
                <a:lnTo>
                  <a:pt x="81" y="36"/>
                </a:lnTo>
                <a:lnTo>
                  <a:pt x="83" y="29"/>
                </a:lnTo>
                <a:moveTo>
                  <a:pt x="91" y="32"/>
                </a:moveTo>
                <a:lnTo>
                  <a:pt x="100" y="35"/>
                </a:lnTo>
                <a:lnTo>
                  <a:pt x="88" y="43"/>
                </a:lnTo>
                <a:lnTo>
                  <a:pt x="83" y="36"/>
                </a:lnTo>
                <a:lnTo>
                  <a:pt x="89" y="32"/>
                </a:lnTo>
                <a:lnTo>
                  <a:pt x="91" y="36"/>
                </a:lnTo>
                <a:lnTo>
                  <a:pt x="90" y="40"/>
                </a:lnTo>
                <a:lnTo>
                  <a:pt x="88" y="39"/>
                </a:lnTo>
                <a:lnTo>
                  <a:pt x="91" y="32"/>
                </a:lnTo>
                <a:moveTo>
                  <a:pt x="88" y="43"/>
                </a:moveTo>
                <a:lnTo>
                  <a:pt x="81" y="47"/>
                </a:lnTo>
                <a:lnTo>
                  <a:pt x="77" y="41"/>
                </a:lnTo>
                <a:lnTo>
                  <a:pt x="83" y="36"/>
                </a:lnTo>
                <a:lnTo>
                  <a:pt x="88" y="43"/>
                </a:lnTo>
                <a:moveTo>
                  <a:pt x="81" y="47"/>
                </a:moveTo>
                <a:lnTo>
                  <a:pt x="74" y="52"/>
                </a:lnTo>
                <a:lnTo>
                  <a:pt x="70" y="45"/>
                </a:lnTo>
                <a:lnTo>
                  <a:pt x="77" y="41"/>
                </a:lnTo>
                <a:lnTo>
                  <a:pt x="81" y="47"/>
                </a:lnTo>
                <a:moveTo>
                  <a:pt x="74" y="52"/>
                </a:moveTo>
                <a:lnTo>
                  <a:pt x="68" y="56"/>
                </a:lnTo>
                <a:lnTo>
                  <a:pt x="63" y="50"/>
                </a:lnTo>
                <a:lnTo>
                  <a:pt x="70" y="45"/>
                </a:lnTo>
                <a:lnTo>
                  <a:pt x="74" y="52"/>
                </a:lnTo>
                <a:moveTo>
                  <a:pt x="68" y="56"/>
                </a:moveTo>
                <a:lnTo>
                  <a:pt x="61" y="61"/>
                </a:lnTo>
                <a:lnTo>
                  <a:pt x="56" y="54"/>
                </a:lnTo>
                <a:lnTo>
                  <a:pt x="63" y="50"/>
                </a:lnTo>
                <a:lnTo>
                  <a:pt x="68" y="56"/>
                </a:lnTo>
                <a:moveTo>
                  <a:pt x="61" y="61"/>
                </a:moveTo>
                <a:lnTo>
                  <a:pt x="54" y="65"/>
                </a:lnTo>
                <a:lnTo>
                  <a:pt x="50" y="59"/>
                </a:lnTo>
                <a:lnTo>
                  <a:pt x="56" y="54"/>
                </a:lnTo>
                <a:lnTo>
                  <a:pt x="61" y="61"/>
                </a:lnTo>
                <a:moveTo>
                  <a:pt x="54" y="65"/>
                </a:moveTo>
                <a:lnTo>
                  <a:pt x="47" y="70"/>
                </a:lnTo>
                <a:lnTo>
                  <a:pt x="43" y="63"/>
                </a:lnTo>
                <a:lnTo>
                  <a:pt x="50" y="59"/>
                </a:lnTo>
                <a:lnTo>
                  <a:pt x="54" y="65"/>
                </a:lnTo>
                <a:moveTo>
                  <a:pt x="47" y="70"/>
                </a:moveTo>
                <a:lnTo>
                  <a:pt x="41" y="74"/>
                </a:lnTo>
                <a:lnTo>
                  <a:pt x="36" y="68"/>
                </a:lnTo>
                <a:lnTo>
                  <a:pt x="43" y="63"/>
                </a:lnTo>
                <a:lnTo>
                  <a:pt x="47" y="70"/>
                </a:lnTo>
                <a:moveTo>
                  <a:pt x="41" y="74"/>
                </a:moveTo>
                <a:lnTo>
                  <a:pt x="34" y="80"/>
                </a:lnTo>
                <a:lnTo>
                  <a:pt x="28" y="72"/>
                </a:lnTo>
                <a:lnTo>
                  <a:pt x="36" y="68"/>
                </a:lnTo>
                <a:lnTo>
                  <a:pt x="41" y="74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2"/>
                </a:lnTo>
                <a:lnTo>
                  <a:pt x="34" y="80"/>
                </a:lnTo>
                <a:moveTo>
                  <a:pt x="26" y="84"/>
                </a:moveTo>
                <a:lnTo>
                  <a:pt x="19" y="89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9"/>
                </a:moveTo>
                <a:lnTo>
                  <a:pt x="12" y="94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4"/>
                </a:lnTo>
                <a:lnTo>
                  <a:pt x="15" y="82"/>
                </a:lnTo>
                <a:lnTo>
                  <a:pt x="19" y="89"/>
                </a:lnTo>
                <a:moveTo>
                  <a:pt x="10" y="82"/>
                </a:moveTo>
                <a:lnTo>
                  <a:pt x="9" y="73"/>
                </a:lnTo>
                <a:lnTo>
                  <a:pt x="17" y="72"/>
                </a:lnTo>
                <a:lnTo>
                  <a:pt x="18" y="81"/>
                </a:lnTo>
                <a:lnTo>
                  <a:pt x="10" y="82"/>
                </a:lnTo>
                <a:moveTo>
                  <a:pt x="9" y="73"/>
                </a:moveTo>
                <a:lnTo>
                  <a:pt x="8" y="65"/>
                </a:lnTo>
                <a:lnTo>
                  <a:pt x="16" y="64"/>
                </a:lnTo>
                <a:lnTo>
                  <a:pt x="17" y="72"/>
                </a:lnTo>
                <a:lnTo>
                  <a:pt x="9" y="73"/>
                </a:lnTo>
                <a:moveTo>
                  <a:pt x="8" y="65"/>
                </a:moveTo>
                <a:lnTo>
                  <a:pt x="7" y="57"/>
                </a:lnTo>
                <a:lnTo>
                  <a:pt x="15" y="56"/>
                </a:lnTo>
                <a:lnTo>
                  <a:pt x="16" y="64"/>
                </a:lnTo>
                <a:lnTo>
                  <a:pt x="8" y="65"/>
                </a:lnTo>
                <a:moveTo>
                  <a:pt x="7" y="57"/>
                </a:moveTo>
                <a:lnTo>
                  <a:pt x="6" y="49"/>
                </a:lnTo>
                <a:lnTo>
                  <a:pt x="14" y="48"/>
                </a:lnTo>
                <a:lnTo>
                  <a:pt x="15" y="56"/>
                </a:lnTo>
                <a:lnTo>
                  <a:pt x="7" y="57"/>
                </a:lnTo>
                <a:moveTo>
                  <a:pt x="6" y="49"/>
                </a:moveTo>
                <a:lnTo>
                  <a:pt x="5" y="41"/>
                </a:lnTo>
                <a:lnTo>
                  <a:pt x="13" y="40"/>
                </a:lnTo>
                <a:lnTo>
                  <a:pt x="14" y="48"/>
                </a:lnTo>
                <a:lnTo>
                  <a:pt x="6" y="49"/>
                </a:lnTo>
                <a:moveTo>
                  <a:pt x="5" y="41"/>
                </a:moveTo>
                <a:lnTo>
                  <a:pt x="4" y="33"/>
                </a:lnTo>
                <a:lnTo>
                  <a:pt x="12" y="32"/>
                </a:lnTo>
                <a:lnTo>
                  <a:pt x="13" y="40"/>
                </a:lnTo>
                <a:lnTo>
                  <a:pt x="5" y="41"/>
                </a:lnTo>
                <a:moveTo>
                  <a:pt x="4" y="33"/>
                </a:moveTo>
                <a:lnTo>
                  <a:pt x="3" y="25"/>
                </a:lnTo>
                <a:lnTo>
                  <a:pt x="11" y="24"/>
                </a:lnTo>
                <a:lnTo>
                  <a:pt x="12" y="32"/>
                </a:lnTo>
                <a:lnTo>
                  <a:pt x="4" y="33"/>
                </a:lnTo>
                <a:moveTo>
                  <a:pt x="3" y="25"/>
                </a:moveTo>
                <a:lnTo>
                  <a:pt x="2" y="17"/>
                </a:lnTo>
                <a:lnTo>
                  <a:pt x="10" y="16"/>
                </a:lnTo>
                <a:lnTo>
                  <a:pt x="11" y="24"/>
                </a:lnTo>
                <a:lnTo>
                  <a:pt x="3" y="25"/>
                </a:lnTo>
                <a:moveTo>
                  <a:pt x="2" y="17"/>
                </a:moveTo>
                <a:lnTo>
                  <a:pt x="1" y="9"/>
                </a:lnTo>
                <a:lnTo>
                  <a:pt x="9" y="8"/>
                </a:lnTo>
                <a:lnTo>
                  <a:pt x="10" y="16"/>
                </a:lnTo>
                <a:lnTo>
                  <a:pt x="2" y="17"/>
                </a:lnTo>
                <a:moveTo>
                  <a:pt x="1" y="9"/>
                </a:moveTo>
                <a:lnTo>
                  <a:pt x="0" y="0"/>
                </a:lnTo>
                <a:lnTo>
                  <a:pt x="14" y="5"/>
                </a:lnTo>
                <a:lnTo>
                  <a:pt x="11" y="12"/>
                </a:lnTo>
                <a:lnTo>
                  <a:pt x="3" y="10"/>
                </a:lnTo>
                <a:lnTo>
                  <a:pt x="5" y="6"/>
                </a:lnTo>
                <a:lnTo>
                  <a:pt x="9" y="5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7664400" y="303480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5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8090640" y="307548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8088840" y="3072960"/>
            <a:ext cx="37440" cy="33120"/>
          </a:xfrm>
          <a:custGeom>
            <a:avLst/>
            <a:gdLst/>
            <a:ahLst/>
            <a:rect l="0" t="0" r="r" b="b"/>
            <a:pathLst>
              <a:path w="104" h="92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2"/>
                </a:lnTo>
                <a:lnTo>
                  <a:pt x="55" y="38"/>
                </a:lnTo>
                <a:lnTo>
                  <a:pt x="49" y="32"/>
                </a:lnTo>
                <a:lnTo>
                  <a:pt x="55" y="26"/>
                </a:lnTo>
                <a:moveTo>
                  <a:pt x="61" y="32"/>
                </a:moveTo>
                <a:lnTo>
                  <a:pt x="67" y="37"/>
                </a:lnTo>
                <a:lnTo>
                  <a:pt x="61" y="43"/>
                </a:lnTo>
                <a:lnTo>
                  <a:pt x="55" y="38"/>
                </a:lnTo>
                <a:lnTo>
                  <a:pt x="61" y="32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60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60"/>
                </a:lnTo>
                <a:lnTo>
                  <a:pt x="85" y="66"/>
                </a:lnTo>
                <a:lnTo>
                  <a:pt x="79" y="60"/>
                </a:lnTo>
                <a:lnTo>
                  <a:pt x="85" y="53"/>
                </a:lnTo>
                <a:moveTo>
                  <a:pt x="91" y="60"/>
                </a:moveTo>
                <a:lnTo>
                  <a:pt x="97" y="65"/>
                </a:lnTo>
                <a:lnTo>
                  <a:pt x="91" y="71"/>
                </a:lnTo>
                <a:lnTo>
                  <a:pt x="85" y="66"/>
                </a:lnTo>
                <a:lnTo>
                  <a:pt x="91" y="60"/>
                </a:lnTo>
                <a:moveTo>
                  <a:pt x="97" y="65"/>
                </a:moveTo>
                <a:lnTo>
                  <a:pt x="104" y="72"/>
                </a:lnTo>
                <a:lnTo>
                  <a:pt x="89" y="74"/>
                </a:lnTo>
                <a:lnTo>
                  <a:pt x="88" y="66"/>
                </a:lnTo>
                <a:lnTo>
                  <a:pt x="94" y="65"/>
                </a:lnTo>
                <a:lnTo>
                  <a:pt x="95" y="69"/>
                </a:lnTo>
                <a:lnTo>
                  <a:pt x="92" y="72"/>
                </a:lnTo>
                <a:lnTo>
                  <a:pt x="91" y="71"/>
                </a:lnTo>
                <a:lnTo>
                  <a:pt x="97" y="65"/>
                </a:lnTo>
                <a:moveTo>
                  <a:pt x="89" y="74"/>
                </a:moveTo>
                <a:lnTo>
                  <a:pt x="81" y="76"/>
                </a:lnTo>
                <a:lnTo>
                  <a:pt x="80" y="68"/>
                </a:lnTo>
                <a:lnTo>
                  <a:pt x="88" y="66"/>
                </a:lnTo>
                <a:lnTo>
                  <a:pt x="89" y="74"/>
                </a:lnTo>
                <a:moveTo>
                  <a:pt x="81" y="76"/>
                </a:moveTo>
                <a:lnTo>
                  <a:pt x="73" y="77"/>
                </a:lnTo>
                <a:lnTo>
                  <a:pt x="72" y="70"/>
                </a:lnTo>
                <a:lnTo>
                  <a:pt x="80" y="68"/>
                </a:lnTo>
                <a:lnTo>
                  <a:pt x="81" y="76"/>
                </a:lnTo>
                <a:moveTo>
                  <a:pt x="73" y="77"/>
                </a:moveTo>
                <a:lnTo>
                  <a:pt x="66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6" y="79"/>
                </a:moveTo>
                <a:lnTo>
                  <a:pt x="58" y="81"/>
                </a:lnTo>
                <a:lnTo>
                  <a:pt x="56" y="73"/>
                </a:lnTo>
                <a:lnTo>
                  <a:pt x="64" y="71"/>
                </a:lnTo>
                <a:lnTo>
                  <a:pt x="66" y="79"/>
                </a:lnTo>
                <a:moveTo>
                  <a:pt x="58" y="81"/>
                </a:moveTo>
                <a:lnTo>
                  <a:pt x="50" y="82"/>
                </a:lnTo>
                <a:lnTo>
                  <a:pt x="48" y="74"/>
                </a:lnTo>
                <a:lnTo>
                  <a:pt x="56" y="73"/>
                </a:lnTo>
                <a:lnTo>
                  <a:pt x="58" y="81"/>
                </a:lnTo>
                <a:moveTo>
                  <a:pt x="50" y="82"/>
                </a:moveTo>
                <a:lnTo>
                  <a:pt x="42" y="84"/>
                </a:lnTo>
                <a:lnTo>
                  <a:pt x="40" y="76"/>
                </a:lnTo>
                <a:lnTo>
                  <a:pt x="48" y="74"/>
                </a:lnTo>
                <a:lnTo>
                  <a:pt x="50" y="82"/>
                </a:lnTo>
                <a:moveTo>
                  <a:pt x="42" y="84"/>
                </a:moveTo>
                <a:lnTo>
                  <a:pt x="33" y="85"/>
                </a:lnTo>
                <a:lnTo>
                  <a:pt x="31" y="77"/>
                </a:lnTo>
                <a:lnTo>
                  <a:pt x="40" y="76"/>
                </a:lnTo>
                <a:lnTo>
                  <a:pt x="42" y="84"/>
                </a:lnTo>
                <a:moveTo>
                  <a:pt x="33" y="85"/>
                </a:moveTo>
                <a:lnTo>
                  <a:pt x="25" y="87"/>
                </a:lnTo>
                <a:lnTo>
                  <a:pt x="23" y="79"/>
                </a:lnTo>
                <a:lnTo>
                  <a:pt x="31" y="77"/>
                </a:lnTo>
                <a:lnTo>
                  <a:pt x="33" y="85"/>
                </a:lnTo>
                <a:moveTo>
                  <a:pt x="25" y="87"/>
                </a:moveTo>
                <a:lnTo>
                  <a:pt x="17" y="88"/>
                </a:lnTo>
                <a:lnTo>
                  <a:pt x="15" y="80"/>
                </a:lnTo>
                <a:lnTo>
                  <a:pt x="23" y="79"/>
                </a:lnTo>
                <a:lnTo>
                  <a:pt x="25" y="87"/>
                </a:lnTo>
                <a:moveTo>
                  <a:pt x="17" y="88"/>
                </a:moveTo>
                <a:lnTo>
                  <a:pt x="9" y="90"/>
                </a:lnTo>
                <a:lnTo>
                  <a:pt x="7" y="82"/>
                </a:lnTo>
                <a:lnTo>
                  <a:pt x="15" y="80"/>
                </a:lnTo>
                <a:lnTo>
                  <a:pt x="17" y="88"/>
                </a:lnTo>
                <a:moveTo>
                  <a:pt x="9" y="90"/>
                </a:moveTo>
                <a:lnTo>
                  <a:pt x="0" y="92"/>
                </a:lnTo>
                <a:lnTo>
                  <a:pt x="3" y="80"/>
                </a:lnTo>
                <a:lnTo>
                  <a:pt x="11" y="83"/>
                </a:lnTo>
                <a:lnTo>
                  <a:pt x="9" y="87"/>
                </a:lnTo>
                <a:lnTo>
                  <a:pt x="5" y="86"/>
                </a:lnTo>
                <a:lnTo>
                  <a:pt x="5" y="82"/>
                </a:lnTo>
                <a:lnTo>
                  <a:pt x="7" y="82"/>
                </a:lnTo>
                <a:lnTo>
                  <a:pt x="9" y="90"/>
                </a:lnTo>
                <a:moveTo>
                  <a:pt x="3" y="80"/>
                </a:moveTo>
                <a:lnTo>
                  <a:pt x="5" y="73"/>
                </a:lnTo>
                <a:lnTo>
                  <a:pt x="13" y="75"/>
                </a:lnTo>
                <a:lnTo>
                  <a:pt x="11" y="83"/>
                </a:lnTo>
                <a:lnTo>
                  <a:pt x="3" y="80"/>
                </a:lnTo>
                <a:moveTo>
                  <a:pt x="5" y="73"/>
                </a:moveTo>
                <a:lnTo>
                  <a:pt x="7" y="65"/>
                </a:lnTo>
                <a:lnTo>
                  <a:pt x="15" y="67"/>
                </a:lnTo>
                <a:lnTo>
                  <a:pt x="13" y="75"/>
                </a:lnTo>
                <a:lnTo>
                  <a:pt x="5" y="73"/>
                </a:lnTo>
                <a:moveTo>
                  <a:pt x="7" y="65"/>
                </a:moveTo>
                <a:lnTo>
                  <a:pt x="9" y="56"/>
                </a:lnTo>
                <a:lnTo>
                  <a:pt x="17" y="58"/>
                </a:lnTo>
                <a:lnTo>
                  <a:pt x="15" y="67"/>
                </a:lnTo>
                <a:lnTo>
                  <a:pt x="7" y="65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3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3"/>
                </a:lnTo>
                <a:lnTo>
                  <a:pt x="24" y="35"/>
                </a:lnTo>
                <a:lnTo>
                  <a:pt x="21" y="43"/>
                </a:lnTo>
                <a:lnTo>
                  <a:pt x="14" y="40"/>
                </a:lnTo>
                <a:moveTo>
                  <a:pt x="16" y="33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3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9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271680" y="278748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2"/>
                  <a:pt x="12678" y="1756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500"/>
                </a:cubicBezTo>
                <a:cubicBezTo>
                  <a:pt x="1264" y="1200"/>
                  <a:pt x="632" y="601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261240" y="277776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6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258720" y="277524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8"/>
                </a:lnTo>
                <a:lnTo>
                  <a:pt x="36" y="75"/>
                </a:lnTo>
                <a:lnTo>
                  <a:pt x="39" y="84"/>
                </a:lnTo>
                <a:lnTo>
                  <a:pt x="31" y="86"/>
                </a:lnTo>
                <a:moveTo>
                  <a:pt x="28" y="78"/>
                </a:moveTo>
                <a:lnTo>
                  <a:pt x="26" y="70"/>
                </a:lnTo>
                <a:lnTo>
                  <a:pt x="33" y="67"/>
                </a:lnTo>
                <a:lnTo>
                  <a:pt x="36" y="75"/>
                </a:lnTo>
                <a:lnTo>
                  <a:pt x="28" y="78"/>
                </a:lnTo>
                <a:moveTo>
                  <a:pt x="26" y="70"/>
                </a:moveTo>
                <a:lnTo>
                  <a:pt x="23" y="63"/>
                </a:lnTo>
                <a:lnTo>
                  <a:pt x="30" y="60"/>
                </a:lnTo>
                <a:lnTo>
                  <a:pt x="33" y="67"/>
                </a:lnTo>
                <a:lnTo>
                  <a:pt x="26" y="70"/>
                </a:lnTo>
                <a:moveTo>
                  <a:pt x="23" y="63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3"/>
                </a:lnTo>
                <a:moveTo>
                  <a:pt x="20" y="55"/>
                </a:moveTo>
                <a:lnTo>
                  <a:pt x="17" y="47"/>
                </a:lnTo>
                <a:lnTo>
                  <a:pt x="25" y="45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5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5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5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5"/>
                </a:lnTo>
                <a:moveTo>
                  <a:pt x="6" y="17"/>
                </a:moveTo>
                <a:lnTo>
                  <a:pt x="3" y="9"/>
                </a:lnTo>
                <a:lnTo>
                  <a:pt x="11" y="7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5"/>
                </a:lnTo>
                <a:lnTo>
                  <a:pt x="12" y="12"/>
                </a:lnTo>
                <a:lnTo>
                  <a:pt x="6" y="10"/>
                </a:lnTo>
                <a:lnTo>
                  <a:pt x="7" y="7"/>
                </a:lnTo>
                <a:lnTo>
                  <a:pt x="11" y="5"/>
                </a:lnTo>
                <a:lnTo>
                  <a:pt x="11" y="7"/>
                </a:lnTo>
                <a:lnTo>
                  <a:pt x="3" y="9"/>
                </a:lnTo>
                <a:moveTo>
                  <a:pt x="14" y="5"/>
                </a:moveTo>
                <a:lnTo>
                  <a:pt x="22" y="7"/>
                </a:lnTo>
                <a:lnTo>
                  <a:pt x="20" y="15"/>
                </a:lnTo>
                <a:lnTo>
                  <a:pt x="12" y="12"/>
                </a:lnTo>
                <a:lnTo>
                  <a:pt x="14" y="5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5"/>
                </a:lnTo>
                <a:lnTo>
                  <a:pt x="22" y="7"/>
                </a:lnTo>
                <a:moveTo>
                  <a:pt x="30" y="9"/>
                </a:moveTo>
                <a:lnTo>
                  <a:pt x="38" y="12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2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2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7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7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4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4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40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6"/>
                </a:lnTo>
                <a:lnTo>
                  <a:pt x="81" y="40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6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69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69"/>
                </a:moveTo>
                <a:lnTo>
                  <a:pt x="59" y="75"/>
                </a:lnTo>
                <a:lnTo>
                  <a:pt x="53" y="69"/>
                </a:lnTo>
                <a:lnTo>
                  <a:pt x="59" y="63"/>
                </a:lnTo>
                <a:lnTo>
                  <a:pt x="65" y="69"/>
                </a:lnTo>
                <a:moveTo>
                  <a:pt x="59" y="75"/>
                </a:moveTo>
                <a:lnTo>
                  <a:pt x="54" y="81"/>
                </a:lnTo>
                <a:lnTo>
                  <a:pt x="48" y="75"/>
                </a:lnTo>
                <a:lnTo>
                  <a:pt x="53" y="69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1"/>
                </a:lnTo>
                <a:lnTo>
                  <a:pt x="48" y="75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8"/>
                </a:lnTo>
                <a:lnTo>
                  <a:pt x="42" y="81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4"/>
                </a:lnTo>
                <a:lnTo>
                  <a:pt x="41" y="91"/>
                </a:lnTo>
                <a:lnTo>
                  <a:pt x="38" y="93"/>
                </a:lnTo>
                <a:lnTo>
                  <a:pt x="35" y="90"/>
                </a:lnTo>
                <a:lnTo>
                  <a:pt x="37" y="88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439920" y="171072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918720" y="248256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2248920" y="248256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28080" y="239652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3812760" y="255636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226960" y="264276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1067760" y="264276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998600" y="247608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6563160" y="239616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763400" y="23961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474960" y="273492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508800" y="307908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7793640" y="299916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5802840" y="339912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514080" y="255636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1578600" y="251244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607400" y="259992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902320" y="246888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2782800" y="255636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fill="none"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904120" y="264348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397040" y="246888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  <a:lnTo>
                  <a:pt x="0" y="155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503600" y="25563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752080" y="246888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645520" y="255636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7121160" y="235260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7018920" y="243972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8357760" y="239616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7064640" y="299196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6944760" y="307908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8353440" y="311904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8232120" y="320616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5737320" y="303552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5678640" y="312300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25" name=""/>
          <p:cNvSpPr/>
          <p:nvPr/>
        </p:nvSpPr>
        <p:spPr>
          <a:xfrm>
            <a:off x="778320" y="2465640"/>
            <a:ext cx="549720" cy="33480"/>
          </a:xfrm>
          <a:custGeom>
            <a:avLst/>
            <a:gdLst/>
            <a:ahLst/>
            <a:rect l="0" t="0" r="r" b="b"/>
            <a:pathLst>
              <a:path fill="none" w="1527" h="93">
                <a:moveTo>
                  <a:pt x="0" y="93"/>
                </a:moveTo>
                <a:lnTo>
                  <a:pt x="132" y="72"/>
                </a:lnTo>
                <a:cubicBezTo>
                  <a:pt x="262" y="50"/>
                  <a:pt x="523" y="7"/>
                  <a:pt x="778" y="1"/>
                </a:cubicBezTo>
                <a:cubicBezTo>
                  <a:pt x="1032" y="-6"/>
                  <a:pt x="1280" y="26"/>
                  <a:pt x="1404" y="41"/>
                </a:cubicBezTo>
                <a:lnTo>
                  <a:pt x="1527" y="56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1313640" y="247104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9" y="0"/>
                </a:moveTo>
                <a:lnTo>
                  <a:pt x="75" y="44"/>
                </a:lnTo>
                <a:lnTo>
                  <a:pt x="0" y="71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312200" y="24688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1" y="7"/>
                </a:moveTo>
                <a:lnTo>
                  <a:pt x="27" y="11"/>
                </a:lnTo>
                <a:lnTo>
                  <a:pt x="23" y="16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4"/>
                </a:lnTo>
                <a:lnTo>
                  <a:pt x="29" y="20"/>
                </a:lnTo>
                <a:lnTo>
                  <a:pt x="23" y="16"/>
                </a:lnTo>
                <a:lnTo>
                  <a:pt x="27" y="11"/>
                </a:lnTo>
                <a:moveTo>
                  <a:pt x="33" y="14"/>
                </a:moveTo>
                <a:lnTo>
                  <a:pt x="39" y="18"/>
                </a:lnTo>
                <a:lnTo>
                  <a:pt x="35" y="24"/>
                </a:lnTo>
                <a:lnTo>
                  <a:pt x="29" y="20"/>
                </a:lnTo>
                <a:lnTo>
                  <a:pt x="33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3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3" y="34"/>
                </a:moveTo>
                <a:lnTo>
                  <a:pt x="69" y="38"/>
                </a:lnTo>
                <a:lnTo>
                  <a:pt x="65" y="44"/>
                </a:lnTo>
                <a:lnTo>
                  <a:pt x="59" y="40"/>
                </a:lnTo>
                <a:lnTo>
                  <a:pt x="63" y="34"/>
                </a:lnTo>
                <a:moveTo>
                  <a:pt x="69" y="38"/>
                </a:moveTo>
                <a:lnTo>
                  <a:pt x="74" y="42"/>
                </a:lnTo>
                <a:lnTo>
                  <a:pt x="71" y="48"/>
                </a:lnTo>
                <a:lnTo>
                  <a:pt x="65" y="44"/>
                </a:lnTo>
                <a:lnTo>
                  <a:pt x="69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8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9" y="57"/>
                </a:moveTo>
                <a:lnTo>
                  <a:pt x="62" y="59"/>
                </a:lnTo>
                <a:lnTo>
                  <a:pt x="60" y="53"/>
                </a:lnTo>
                <a:lnTo>
                  <a:pt x="66" y="50"/>
                </a:lnTo>
                <a:lnTo>
                  <a:pt x="69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60" y="53"/>
                </a:lnTo>
                <a:lnTo>
                  <a:pt x="62" y="59"/>
                </a:lnTo>
                <a:moveTo>
                  <a:pt x="55" y="62"/>
                </a:moveTo>
                <a:lnTo>
                  <a:pt x="49" y="64"/>
                </a:lnTo>
                <a:lnTo>
                  <a:pt x="46" y="57"/>
                </a:lnTo>
                <a:lnTo>
                  <a:pt x="53" y="55"/>
                </a:lnTo>
                <a:lnTo>
                  <a:pt x="55" y="62"/>
                </a:lnTo>
                <a:moveTo>
                  <a:pt x="49" y="64"/>
                </a:moveTo>
                <a:lnTo>
                  <a:pt x="42" y="66"/>
                </a:lnTo>
                <a:lnTo>
                  <a:pt x="40" y="60"/>
                </a:lnTo>
                <a:lnTo>
                  <a:pt x="46" y="57"/>
                </a:lnTo>
                <a:lnTo>
                  <a:pt x="49" y="64"/>
                </a:lnTo>
                <a:moveTo>
                  <a:pt x="42" y="66"/>
                </a:moveTo>
                <a:lnTo>
                  <a:pt x="35" y="70"/>
                </a:lnTo>
                <a:lnTo>
                  <a:pt x="33" y="62"/>
                </a:lnTo>
                <a:lnTo>
                  <a:pt x="40" y="60"/>
                </a:lnTo>
                <a:lnTo>
                  <a:pt x="42" y="66"/>
                </a:lnTo>
                <a:moveTo>
                  <a:pt x="35" y="70"/>
                </a:moveTo>
                <a:lnTo>
                  <a:pt x="29" y="72"/>
                </a:lnTo>
                <a:lnTo>
                  <a:pt x="26" y="65"/>
                </a:lnTo>
                <a:lnTo>
                  <a:pt x="33" y="62"/>
                </a:lnTo>
                <a:lnTo>
                  <a:pt x="35" y="70"/>
                </a:lnTo>
                <a:moveTo>
                  <a:pt x="29" y="72"/>
                </a:moveTo>
                <a:lnTo>
                  <a:pt x="22" y="75"/>
                </a:lnTo>
                <a:lnTo>
                  <a:pt x="20" y="67"/>
                </a:lnTo>
                <a:lnTo>
                  <a:pt x="26" y="65"/>
                </a:lnTo>
                <a:lnTo>
                  <a:pt x="29" y="72"/>
                </a:lnTo>
                <a:moveTo>
                  <a:pt x="22" y="75"/>
                </a:moveTo>
                <a:lnTo>
                  <a:pt x="15" y="77"/>
                </a:lnTo>
                <a:lnTo>
                  <a:pt x="13" y="70"/>
                </a:lnTo>
                <a:lnTo>
                  <a:pt x="20" y="67"/>
                </a:lnTo>
                <a:lnTo>
                  <a:pt x="22" y="75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3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3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4"/>
                </a:lnTo>
                <a:lnTo>
                  <a:pt x="9" y="65"/>
                </a:lnTo>
                <a:lnTo>
                  <a:pt x="8" y="73"/>
                </a:lnTo>
                <a:lnTo>
                  <a:pt x="1" y="72"/>
                </a:lnTo>
                <a:moveTo>
                  <a:pt x="2" y="64"/>
                </a:moveTo>
                <a:lnTo>
                  <a:pt x="3" y="57"/>
                </a:lnTo>
                <a:lnTo>
                  <a:pt x="11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4" y="50"/>
                </a:lnTo>
                <a:lnTo>
                  <a:pt x="12" y="51"/>
                </a:lnTo>
                <a:lnTo>
                  <a:pt x="11" y="58"/>
                </a:lnTo>
                <a:lnTo>
                  <a:pt x="3" y="57"/>
                </a:lnTo>
                <a:moveTo>
                  <a:pt x="4" y="50"/>
                </a:moveTo>
                <a:lnTo>
                  <a:pt x="5" y="43"/>
                </a:lnTo>
                <a:lnTo>
                  <a:pt x="13" y="44"/>
                </a:lnTo>
                <a:lnTo>
                  <a:pt x="12" y="51"/>
                </a:lnTo>
                <a:lnTo>
                  <a:pt x="4" y="50"/>
                </a:lnTo>
                <a:moveTo>
                  <a:pt x="5" y="43"/>
                </a:moveTo>
                <a:lnTo>
                  <a:pt x="5" y="36"/>
                </a:lnTo>
                <a:lnTo>
                  <a:pt x="13" y="37"/>
                </a:lnTo>
                <a:lnTo>
                  <a:pt x="13" y="44"/>
                </a:lnTo>
                <a:lnTo>
                  <a:pt x="5" y="43"/>
                </a:lnTo>
                <a:moveTo>
                  <a:pt x="5" y="36"/>
                </a:moveTo>
                <a:lnTo>
                  <a:pt x="6" y="29"/>
                </a:lnTo>
                <a:lnTo>
                  <a:pt x="14" y="30"/>
                </a:lnTo>
                <a:lnTo>
                  <a:pt x="13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5" y="23"/>
                </a:lnTo>
                <a:lnTo>
                  <a:pt x="14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6" y="16"/>
                </a:lnTo>
                <a:lnTo>
                  <a:pt x="15" y="23"/>
                </a:lnTo>
                <a:lnTo>
                  <a:pt x="7" y="22"/>
                </a:lnTo>
                <a:moveTo>
                  <a:pt x="8" y="15"/>
                </a:moveTo>
                <a:lnTo>
                  <a:pt x="9" y="8"/>
                </a:lnTo>
                <a:lnTo>
                  <a:pt x="17" y="9"/>
                </a:lnTo>
                <a:lnTo>
                  <a:pt x="16" y="16"/>
                </a:lnTo>
                <a:lnTo>
                  <a:pt x="8" y="15"/>
                </a:lnTo>
                <a:moveTo>
                  <a:pt x="9" y="8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6"/>
                </a:lnTo>
                <a:lnTo>
                  <a:pt x="17" y="9"/>
                </a:lnTo>
                <a:lnTo>
                  <a:pt x="9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1922760" y="239328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6"/>
                </a:cubicBezTo>
                <a:cubicBezTo>
                  <a:pt x="727" y="-10"/>
                  <a:pt x="899" y="9"/>
                  <a:pt x="986" y="19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94280" y="23896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3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92840" y="23875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2" y="15"/>
                </a:lnTo>
                <a:lnTo>
                  <a:pt x="28" y="20"/>
                </a:lnTo>
                <a:lnTo>
                  <a:pt x="22" y="17"/>
                </a:lnTo>
                <a:lnTo>
                  <a:pt x="26" y="11"/>
                </a:lnTo>
                <a:moveTo>
                  <a:pt x="32" y="15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5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7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5"/>
                </a:lnTo>
                <a:lnTo>
                  <a:pt x="76" y="52"/>
                </a:lnTo>
                <a:lnTo>
                  <a:pt x="70" y="47"/>
                </a:lnTo>
                <a:lnTo>
                  <a:pt x="74" y="42"/>
                </a:lnTo>
                <a:moveTo>
                  <a:pt x="80" y="45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3"/>
                </a:lnTo>
                <a:lnTo>
                  <a:pt x="76" y="52"/>
                </a:lnTo>
                <a:lnTo>
                  <a:pt x="80" y="45"/>
                </a:lnTo>
                <a:moveTo>
                  <a:pt x="75" y="55"/>
                </a:moveTo>
                <a:lnTo>
                  <a:pt x="68" y="58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4"/>
                </a:lnTo>
                <a:lnTo>
                  <a:pt x="66" y="50"/>
                </a:lnTo>
                <a:lnTo>
                  <a:pt x="68" y="58"/>
                </a:lnTo>
                <a:moveTo>
                  <a:pt x="62" y="60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0"/>
                </a:lnTo>
                <a:moveTo>
                  <a:pt x="55" y="63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6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5"/>
                </a:lnTo>
                <a:lnTo>
                  <a:pt x="19" y="68"/>
                </a:lnTo>
                <a:lnTo>
                  <a:pt x="25" y="66"/>
                </a:lnTo>
                <a:lnTo>
                  <a:pt x="28" y="72"/>
                </a:lnTo>
                <a:moveTo>
                  <a:pt x="21" y="75"/>
                </a:moveTo>
                <a:lnTo>
                  <a:pt x="14" y="77"/>
                </a:lnTo>
                <a:lnTo>
                  <a:pt x="12" y="71"/>
                </a:lnTo>
                <a:lnTo>
                  <a:pt x="19" y="68"/>
                </a:lnTo>
                <a:lnTo>
                  <a:pt x="21" y="75"/>
                </a:lnTo>
                <a:moveTo>
                  <a:pt x="14" y="77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7"/>
                </a:lnTo>
                <a:moveTo>
                  <a:pt x="8" y="80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0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0"/>
                </a:moveTo>
                <a:lnTo>
                  <a:pt x="4" y="43"/>
                </a:lnTo>
                <a:lnTo>
                  <a:pt x="11" y="44"/>
                </a:lnTo>
                <a:lnTo>
                  <a:pt x="11" y="52"/>
                </a:lnTo>
                <a:lnTo>
                  <a:pt x="4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980440" y="1969200"/>
            <a:ext cx="880200" cy="321480"/>
          </a:xfrm>
          <a:custGeom>
            <a:avLst/>
            <a:gdLst/>
            <a:ahLst/>
            <a:rect l="0" t="0" r="r" b="b"/>
            <a:pathLst>
              <a:path fill="none" w="2445" h="893">
                <a:moveTo>
                  <a:pt x="0" y="893"/>
                </a:moveTo>
                <a:lnTo>
                  <a:pt x="245" y="731"/>
                </a:lnTo>
                <a:cubicBezTo>
                  <a:pt x="492" y="570"/>
                  <a:pt x="982" y="246"/>
                  <a:pt x="1389" y="104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846240" y="1968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5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844800" y="196632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0" y="8"/>
                </a:moveTo>
                <a:lnTo>
                  <a:pt x="26" y="12"/>
                </a:lnTo>
                <a:lnTo>
                  <a:pt x="22" y="18"/>
                </a:lnTo>
                <a:lnTo>
                  <a:pt x="16" y="14"/>
                </a:lnTo>
                <a:lnTo>
                  <a:pt x="20" y="8"/>
                </a:lnTo>
                <a:moveTo>
                  <a:pt x="26" y="12"/>
                </a:moveTo>
                <a:lnTo>
                  <a:pt x="33" y="16"/>
                </a:lnTo>
                <a:lnTo>
                  <a:pt x="29" y="22"/>
                </a:lnTo>
                <a:lnTo>
                  <a:pt x="22" y="18"/>
                </a:lnTo>
                <a:lnTo>
                  <a:pt x="26" y="12"/>
                </a:lnTo>
                <a:moveTo>
                  <a:pt x="33" y="16"/>
                </a:moveTo>
                <a:lnTo>
                  <a:pt x="39" y="20"/>
                </a:lnTo>
                <a:lnTo>
                  <a:pt x="35" y="26"/>
                </a:lnTo>
                <a:lnTo>
                  <a:pt x="29" y="22"/>
                </a:lnTo>
                <a:lnTo>
                  <a:pt x="33" y="16"/>
                </a:lnTo>
                <a:moveTo>
                  <a:pt x="39" y="20"/>
                </a:moveTo>
                <a:lnTo>
                  <a:pt x="45" y="24"/>
                </a:lnTo>
                <a:lnTo>
                  <a:pt x="41" y="30"/>
                </a:lnTo>
                <a:lnTo>
                  <a:pt x="35" y="26"/>
                </a:lnTo>
                <a:lnTo>
                  <a:pt x="39" y="20"/>
                </a:lnTo>
                <a:moveTo>
                  <a:pt x="45" y="24"/>
                </a:moveTo>
                <a:lnTo>
                  <a:pt x="51" y="28"/>
                </a:lnTo>
                <a:lnTo>
                  <a:pt x="47" y="33"/>
                </a:lnTo>
                <a:lnTo>
                  <a:pt x="41" y="30"/>
                </a:lnTo>
                <a:lnTo>
                  <a:pt x="45" y="24"/>
                </a:lnTo>
                <a:moveTo>
                  <a:pt x="51" y="28"/>
                </a:moveTo>
                <a:lnTo>
                  <a:pt x="56" y="31"/>
                </a:lnTo>
                <a:lnTo>
                  <a:pt x="53" y="37"/>
                </a:lnTo>
                <a:lnTo>
                  <a:pt x="47" y="33"/>
                </a:lnTo>
                <a:lnTo>
                  <a:pt x="51" y="28"/>
                </a:lnTo>
                <a:moveTo>
                  <a:pt x="56" y="31"/>
                </a:moveTo>
                <a:lnTo>
                  <a:pt x="62" y="35"/>
                </a:lnTo>
                <a:lnTo>
                  <a:pt x="58" y="41"/>
                </a:lnTo>
                <a:lnTo>
                  <a:pt x="53" y="37"/>
                </a:lnTo>
                <a:lnTo>
                  <a:pt x="56" y="31"/>
                </a:lnTo>
                <a:moveTo>
                  <a:pt x="62" y="35"/>
                </a:moveTo>
                <a:lnTo>
                  <a:pt x="68" y="39"/>
                </a:lnTo>
                <a:lnTo>
                  <a:pt x="64" y="45"/>
                </a:lnTo>
                <a:lnTo>
                  <a:pt x="58" y="41"/>
                </a:lnTo>
                <a:lnTo>
                  <a:pt x="62" y="35"/>
                </a:lnTo>
                <a:moveTo>
                  <a:pt x="68" y="39"/>
                </a:moveTo>
                <a:lnTo>
                  <a:pt x="74" y="43"/>
                </a:lnTo>
                <a:lnTo>
                  <a:pt x="70" y="49"/>
                </a:lnTo>
                <a:lnTo>
                  <a:pt x="64" y="45"/>
                </a:lnTo>
                <a:lnTo>
                  <a:pt x="68" y="39"/>
                </a:lnTo>
                <a:moveTo>
                  <a:pt x="74" y="43"/>
                </a:moveTo>
                <a:lnTo>
                  <a:pt x="80" y="47"/>
                </a:lnTo>
                <a:lnTo>
                  <a:pt x="76" y="53"/>
                </a:lnTo>
                <a:lnTo>
                  <a:pt x="70" y="49"/>
                </a:lnTo>
                <a:lnTo>
                  <a:pt x="74" y="43"/>
                </a:lnTo>
                <a:moveTo>
                  <a:pt x="80" y="47"/>
                </a:moveTo>
                <a:lnTo>
                  <a:pt x="87" y="52"/>
                </a:lnTo>
                <a:lnTo>
                  <a:pt x="75" y="56"/>
                </a:lnTo>
                <a:lnTo>
                  <a:pt x="73" y="49"/>
                </a:lnTo>
                <a:lnTo>
                  <a:pt x="78" y="47"/>
                </a:lnTo>
                <a:lnTo>
                  <a:pt x="79" y="51"/>
                </a:lnTo>
                <a:lnTo>
                  <a:pt x="77" y="54"/>
                </a:lnTo>
                <a:lnTo>
                  <a:pt x="76" y="53"/>
                </a:lnTo>
                <a:lnTo>
                  <a:pt x="80" y="47"/>
                </a:lnTo>
                <a:moveTo>
                  <a:pt x="75" y="56"/>
                </a:moveTo>
                <a:lnTo>
                  <a:pt x="68" y="58"/>
                </a:lnTo>
                <a:lnTo>
                  <a:pt x="66" y="52"/>
                </a:lnTo>
                <a:lnTo>
                  <a:pt x="73" y="49"/>
                </a:lnTo>
                <a:lnTo>
                  <a:pt x="75" y="56"/>
                </a:lnTo>
                <a:moveTo>
                  <a:pt x="68" y="58"/>
                </a:moveTo>
                <a:lnTo>
                  <a:pt x="62" y="61"/>
                </a:lnTo>
                <a:lnTo>
                  <a:pt x="59" y="54"/>
                </a:lnTo>
                <a:lnTo>
                  <a:pt x="66" y="52"/>
                </a:lnTo>
                <a:lnTo>
                  <a:pt x="68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1"/>
                </a:lnTo>
                <a:moveTo>
                  <a:pt x="55" y="63"/>
                </a:moveTo>
                <a:lnTo>
                  <a:pt x="48" y="65"/>
                </a:lnTo>
                <a:lnTo>
                  <a:pt x="46" y="59"/>
                </a:lnTo>
                <a:lnTo>
                  <a:pt x="53" y="56"/>
                </a:lnTo>
                <a:lnTo>
                  <a:pt x="55" y="63"/>
                </a:lnTo>
                <a:moveTo>
                  <a:pt x="48" y="65"/>
                </a:moveTo>
                <a:lnTo>
                  <a:pt x="42" y="68"/>
                </a:lnTo>
                <a:lnTo>
                  <a:pt x="39" y="61"/>
                </a:lnTo>
                <a:lnTo>
                  <a:pt x="46" y="59"/>
                </a:lnTo>
                <a:lnTo>
                  <a:pt x="48" y="65"/>
                </a:lnTo>
                <a:moveTo>
                  <a:pt x="42" y="68"/>
                </a:moveTo>
                <a:lnTo>
                  <a:pt x="35" y="70"/>
                </a:lnTo>
                <a:lnTo>
                  <a:pt x="33" y="64"/>
                </a:lnTo>
                <a:lnTo>
                  <a:pt x="39" y="61"/>
                </a:lnTo>
                <a:lnTo>
                  <a:pt x="42" y="68"/>
                </a:lnTo>
                <a:moveTo>
                  <a:pt x="35" y="70"/>
                </a:moveTo>
                <a:lnTo>
                  <a:pt x="28" y="73"/>
                </a:lnTo>
                <a:lnTo>
                  <a:pt x="25" y="66"/>
                </a:lnTo>
                <a:lnTo>
                  <a:pt x="33" y="64"/>
                </a:lnTo>
                <a:lnTo>
                  <a:pt x="35" y="70"/>
                </a:lnTo>
                <a:moveTo>
                  <a:pt x="28" y="73"/>
                </a:moveTo>
                <a:lnTo>
                  <a:pt x="21" y="75"/>
                </a:lnTo>
                <a:lnTo>
                  <a:pt x="18" y="68"/>
                </a:lnTo>
                <a:lnTo>
                  <a:pt x="25" y="66"/>
                </a:lnTo>
                <a:lnTo>
                  <a:pt x="28" y="73"/>
                </a:lnTo>
                <a:moveTo>
                  <a:pt x="21" y="75"/>
                </a:moveTo>
                <a:lnTo>
                  <a:pt x="14" y="78"/>
                </a:lnTo>
                <a:lnTo>
                  <a:pt x="12" y="71"/>
                </a:lnTo>
                <a:lnTo>
                  <a:pt x="18" y="68"/>
                </a:lnTo>
                <a:lnTo>
                  <a:pt x="21" y="75"/>
                </a:lnTo>
                <a:moveTo>
                  <a:pt x="14" y="78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7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2" y="66"/>
                </a:moveTo>
                <a:lnTo>
                  <a:pt x="3" y="59"/>
                </a:lnTo>
                <a:lnTo>
                  <a:pt x="10" y="59"/>
                </a:lnTo>
                <a:lnTo>
                  <a:pt x="9" y="66"/>
                </a:lnTo>
                <a:lnTo>
                  <a:pt x="2" y="66"/>
                </a:lnTo>
                <a:moveTo>
                  <a:pt x="3" y="59"/>
                </a:moveTo>
                <a:lnTo>
                  <a:pt x="3" y="52"/>
                </a:lnTo>
                <a:lnTo>
                  <a:pt x="10" y="52"/>
                </a:lnTo>
                <a:lnTo>
                  <a:pt x="10" y="59"/>
                </a:lnTo>
                <a:lnTo>
                  <a:pt x="3" y="59"/>
                </a:lnTo>
                <a:moveTo>
                  <a:pt x="3" y="52"/>
                </a:moveTo>
                <a:lnTo>
                  <a:pt x="4" y="45"/>
                </a:lnTo>
                <a:lnTo>
                  <a:pt x="11" y="45"/>
                </a:lnTo>
                <a:lnTo>
                  <a:pt x="10" y="52"/>
                </a:lnTo>
                <a:lnTo>
                  <a:pt x="3" y="52"/>
                </a:lnTo>
                <a:moveTo>
                  <a:pt x="4" y="45"/>
                </a:moveTo>
                <a:lnTo>
                  <a:pt x="5" y="37"/>
                </a:lnTo>
                <a:lnTo>
                  <a:pt x="12" y="38"/>
                </a:lnTo>
                <a:lnTo>
                  <a:pt x="11" y="45"/>
                </a:lnTo>
                <a:lnTo>
                  <a:pt x="4" y="45"/>
                </a:lnTo>
                <a:moveTo>
                  <a:pt x="5" y="37"/>
                </a:moveTo>
                <a:lnTo>
                  <a:pt x="6" y="30"/>
                </a:lnTo>
                <a:lnTo>
                  <a:pt x="13" y="31"/>
                </a:lnTo>
                <a:lnTo>
                  <a:pt x="12" y="38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4" y="24"/>
                </a:lnTo>
                <a:lnTo>
                  <a:pt x="13" y="31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5" y="17"/>
                </a:lnTo>
                <a:lnTo>
                  <a:pt x="14" y="24"/>
                </a:lnTo>
                <a:lnTo>
                  <a:pt x="7" y="23"/>
                </a:lnTo>
                <a:moveTo>
                  <a:pt x="8" y="16"/>
                </a:moveTo>
                <a:lnTo>
                  <a:pt x="8" y="9"/>
                </a:lnTo>
                <a:lnTo>
                  <a:pt x="15" y="10"/>
                </a:lnTo>
                <a:lnTo>
                  <a:pt x="15" y="17"/>
                </a:lnTo>
                <a:lnTo>
                  <a:pt x="8" y="16"/>
                </a:lnTo>
                <a:moveTo>
                  <a:pt x="8" y="9"/>
                </a:moveTo>
                <a:lnTo>
                  <a:pt x="9" y="0"/>
                </a:lnTo>
                <a:lnTo>
                  <a:pt x="20" y="8"/>
                </a:lnTo>
                <a:lnTo>
                  <a:pt x="16" y="14"/>
                </a:lnTo>
                <a:lnTo>
                  <a:pt x="10" y="10"/>
                </a:lnTo>
                <a:lnTo>
                  <a:pt x="12" y="7"/>
                </a:lnTo>
                <a:lnTo>
                  <a:pt x="16" y="8"/>
                </a:lnTo>
                <a:lnTo>
                  <a:pt x="15" y="10"/>
                </a:lnTo>
                <a:lnTo>
                  <a:pt x="8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084840" y="2039040"/>
            <a:ext cx="788400" cy="246240"/>
          </a:xfrm>
          <a:custGeom>
            <a:avLst/>
            <a:gdLst/>
            <a:ahLst/>
            <a:rect l="0" t="0" r="r" b="b"/>
            <a:pathLst>
              <a:path fill="none" w="2190" h="684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4"/>
                </a:cubicBezTo>
                <a:cubicBezTo>
                  <a:pt x="788" y="307"/>
                  <a:pt x="394" y="495"/>
                  <a:pt x="197" y="590"/>
                </a:cubicBezTo>
                <a:lnTo>
                  <a:pt x="0" y="684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073320" y="2268000"/>
            <a:ext cx="28800" cy="23040"/>
          </a:xfrm>
          <a:custGeom>
            <a:avLst/>
            <a:gdLst/>
            <a:ahLst/>
            <a:rect l="0" t="0" r="r" b="b"/>
            <a:pathLst>
              <a:path w="80" h="64">
                <a:moveTo>
                  <a:pt x="80" y="64"/>
                </a:moveTo>
                <a:lnTo>
                  <a:pt x="0" y="63"/>
                </a:lnTo>
                <a:lnTo>
                  <a:pt x="50" y="0"/>
                </a:lnTo>
                <a:lnTo>
                  <a:pt x="80" y="6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070800" y="226548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5"/>
                </a:moveTo>
                <a:lnTo>
                  <a:pt x="73" y="75"/>
                </a:lnTo>
                <a:lnTo>
                  <a:pt x="73" y="67"/>
                </a:lnTo>
                <a:lnTo>
                  <a:pt x="80" y="68"/>
                </a:lnTo>
                <a:lnTo>
                  <a:pt x="80" y="75"/>
                </a:lnTo>
                <a:moveTo>
                  <a:pt x="73" y="75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5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7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4"/>
                </a:lnTo>
                <a:lnTo>
                  <a:pt x="23" y="67"/>
                </a:lnTo>
                <a:lnTo>
                  <a:pt x="30" y="67"/>
                </a:lnTo>
                <a:lnTo>
                  <a:pt x="30" y="74"/>
                </a:lnTo>
                <a:moveTo>
                  <a:pt x="23" y="74"/>
                </a:moveTo>
                <a:lnTo>
                  <a:pt x="16" y="74"/>
                </a:lnTo>
                <a:lnTo>
                  <a:pt x="16" y="66"/>
                </a:lnTo>
                <a:lnTo>
                  <a:pt x="23" y="67"/>
                </a:lnTo>
                <a:lnTo>
                  <a:pt x="23" y="74"/>
                </a:lnTo>
                <a:moveTo>
                  <a:pt x="16" y="74"/>
                </a:moveTo>
                <a:lnTo>
                  <a:pt x="8" y="73"/>
                </a:lnTo>
                <a:lnTo>
                  <a:pt x="9" y="66"/>
                </a:lnTo>
                <a:lnTo>
                  <a:pt x="16" y="66"/>
                </a:lnTo>
                <a:lnTo>
                  <a:pt x="16" y="74"/>
                </a:lnTo>
                <a:moveTo>
                  <a:pt x="8" y="73"/>
                </a:moveTo>
                <a:lnTo>
                  <a:pt x="0" y="73"/>
                </a:lnTo>
                <a:lnTo>
                  <a:pt x="8" y="63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6"/>
                </a:lnTo>
                <a:lnTo>
                  <a:pt x="9" y="66"/>
                </a:lnTo>
                <a:lnTo>
                  <a:pt x="8" y="73"/>
                </a:lnTo>
                <a:moveTo>
                  <a:pt x="8" y="63"/>
                </a:moveTo>
                <a:lnTo>
                  <a:pt x="12" y="58"/>
                </a:lnTo>
                <a:lnTo>
                  <a:pt x="18" y="62"/>
                </a:lnTo>
                <a:lnTo>
                  <a:pt x="14" y="67"/>
                </a:lnTo>
                <a:lnTo>
                  <a:pt x="8" y="63"/>
                </a:lnTo>
                <a:moveTo>
                  <a:pt x="12" y="58"/>
                </a:moveTo>
                <a:lnTo>
                  <a:pt x="17" y="52"/>
                </a:lnTo>
                <a:lnTo>
                  <a:pt x="22" y="56"/>
                </a:lnTo>
                <a:lnTo>
                  <a:pt x="18" y="62"/>
                </a:lnTo>
                <a:lnTo>
                  <a:pt x="12" y="58"/>
                </a:lnTo>
                <a:moveTo>
                  <a:pt x="17" y="52"/>
                </a:moveTo>
                <a:lnTo>
                  <a:pt x="21" y="46"/>
                </a:lnTo>
                <a:lnTo>
                  <a:pt x="27" y="51"/>
                </a:lnTo>
                <a:lnTo>
                  <a:pt x="22" y="56"/>
                </a:lnTo>
                <a:lnTo>
                  <a:pt x="17" y="52"/>
                </a:lnTo>
                <a:moveTo>
                  <a:pt x="21" y="46"/>
                </a:moveTo>
                <a:lnTo>
                  <a:pt x="25" y="41"/>
                </a:lnTo>
                <a:lnTo>
                  <a:pt x="31" y="45"/>
                </a:lnTo>
                <a:lnTo>
                  <a:pt x="27" y="51"/>
                </a:lnTo>
                <a:lnTo>
                  <a:pt x="21" y="46"/>
                </a:lnTo>
                <a:moveTo>
                  <a:pt x="25" y="41"/>
                </a:moveTo>
                <a:lnTo>
                  <a:pt x="30" y="35"/>
                </a:lnTo>
                <a:lnTo>
                  <a:pt x="35" y="40"/>
                </a:lnTo>
                <a:lnTo>
                  <a:pt x="31" y="45"/>
                </a:lnTo>
                <a:lnTo>
                  <a:pt x="25" y="41"/>
                </a:lnTo>
                <a:moveTo>
                  <a:pt x="30" y="35"/>
                </a:moveTo>
                <a:lnTo>
                  <a:pt x="34" y="29"/>
                </a:lnTo>
                <a:lnTo>
                  <a:pt x="40" y="33"/>
                </a:lnTo>
                <a:lnTo>
                  <a:pt x="35" y="40"/>
                </a:lnTo>
                <a:lnTo>
                  <a:pt x="30" y="35"/>
                </a:lnTo>
                <a:moveTo>
                  <a:pt x="34" y="29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9"/>
                </a:lnTo>
                <a:moveTo>
                  <a:pt x="38" y="23"/>
                </a:moveTo>
                <a:lnTo>
                  <a:pt x="43" y="18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8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8"/>
                </a:lnTo>
                <a:moveTo>
                  <a:pt x="47" y="12"/>
                </a:moveTo>
                <a:lnTo>
                  <a:pt x="51" y="6"/>
                </a:lnTo>
                <a:lnTo>
                  <a:pt x="57" y="11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7"/>
                </a:lnTo>
                <a:lnTo>
                  <a:pt x="59" y="9"/>
                </a:lnTo>
                <a:lnTo>
                  <a:pt x="57" y="11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9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9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6"/>
                </a:lnTo>
                <a:lnTo>
                  <a:pt x="67" y="39"/>
                </a:lnTo>
                <a:lnTo>
                  <a:pt x="64" y="31"/>
                </a:lnTo>
                <a:lnTo>
                  <a:pt x="71" y="28"/>
                </a:lnTo>
                <a:moveTo>
                  <a:pt x="74" y="36"/>
                </a:moveTo>
                <a:lnTo>
                  <a:pt x="77" y="42"/>
                </a:lnTo>
                <a:lnTo>
                  <a:pt x="71" y="45"/>
                </a:lnTo>
                <a:lnTo>
                  <a:pt x="67" y="39"/>
                </a:lnTo>
                <a:lnTo>
                  <a:pt x="74" y="36"/>
                </a:lnTo>
                <a:moveTo>
                  <a:pt x="77" y="42"/>
                </a:moveTo>
                <a:lnTo>
                  <a:pt x="80" y="48"/>
                </a:lnTo>
                <a:lnTo>
                  <a:pt x="74" y="51"/>
                </a:lnTo>
                <a:lnTo>
                  <a:pt x="71" y="45"/>
                </a:lnTo>
                <a:lnTo>
                  <a:pt x="77" y="42"/>
                </a:lnTo>
                <a:moveTo>
                  <a:pt x="80" y="48"/>
                </a:moveTo>
                <a:lnTo>
                  <a:pt x="83" y="55"/>
                </a:lnTo>
                <a:lnTo>
                  <a:pt x="77" y="58"/>
                </a:lnTo>
                <a:lnTo>
                  <a:pt x="74" y="51"/>
                </a:lnTo>
                <a:lnTo>
                  <a:pt x="80" y="48"/>
                </a:lnTo>
                <a:moveTo>
                  <a:pt x="83" y="55"/>
                </a:moveTo>
                <a:lnTo>
                  <a:pt x="86" y="61"/>
                </a:lnTo>
                <a:lnTo>
                  <a:pt x="80" y="64"/>
                </a:lnTo>
                <a:lnTo>
                  <a:pt x="77" y="58"/>
                </a:lnTo>
                <a:lnTo>
                  <a:pt x="83" y="55"/>
                </a:lnTo>
                <a:moveTo>
                  <a:pt x="86" y="61"/>
                </a:moveTo>
                <a:lnTo>
                  <a:pt x="89" y="67"/>
                </a:lnTo>
                <a:lnTo>
                  <a:pt x="83" y="70"/>
                </a:lnTo>
                <a:lnTo>
                  <a:pt x="80" y="64"/>
                </a:lnTo>
                <a:lnTo>
                  <a:pt x="86" y="61"/>
                </a:lnTo>
                <a:moveTo>
                  <a:pt x="89" y="67"/>
                </a:moveTo>
                <a:lnTo>
                  <a:pt x="93" y="75"/>
                </a:lnTo>
                <a:lnTo>
                  <a:pt x="80" y="75"/>
                </a:lnTo>
                <a:lnTo>
                  <a:pt x="80" y="68"/>
                </a:lnTo>
                <a:lnTo>
                  <a:pt x="87" y="68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1876320" y="261432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3"/>
                  <a:pt x="714" y="330"/>
                </a:cubicBezTo>
                <a:cubicBezTo>
                  <a:pt x="456" y="348"/>
                  <a:pt x="228" y="227"/>
                  <a:pt x="114" y="167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1865160" y="264636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6" y="65"/>
                </a:moveTo>
                <a:lnTo>
                  <a:pt x="0" y="0"/>
                </a:lnTo>
                <a:lnTo>
                  <a:pt x="80" y="2"/>
                </a:lnTo>
                <a:lnTo>
                  <a:pt x="46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1862640" y="2644920"/>
            <a:ext cx="33120" cy="27360"/>
          </a:xfrm>
          <a:custGeom>
            <a:avLst/>
            <a:gdLst/>
            <a:ahLst/>
            <a:rect l="0" t="0" r="r" b="b"/>
            <a:pathLst>
              <a:path w="92" h="76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4"/>
                </a:lnTo>
                <a:lnTo>
                  <a:pt x="43" y="50"/>
                </a:lnTo>
                <a:lnTo>
                  <a:pt x="47" y="55"/>
                </a:lnTo>
                <a:lnTo>
                  <a:pt x="41" y="59"/>
                </a:lnTo>
                <a:moveTo>
                  <a:pt x="37" y="54"/>
                </a:moveTo>
                <a:lnTo>
                  <a:pt x="33" y="48"/>
                </a:lnTo>
                <a:lnTo>
                  <a:pt x="39" y="44"/>
                </a:lnTo>
                <a:lnTo>
                  <a:pt x="43" y="50"/>
                </a:lnTo>
                <a:lnTo>
                  <a:pt x="37" y="54"/>
                </a:lnTo>
                <a:moveTo>
                  <a:pt x="33" y="48"/>
                </a:moveTo>
                <a:lnTo>
                  <a:pt x="29" y="42"/>
                </a:lnTo>
                <a:lnTo>
                  <a:pt x="35" y="38"/>
                </a:lnTo>
                <a:lnTo>
                  <a:pt x="39" y="44"/>
                </a:lnTo>
                <a:lnTo>
                  <a:pt x="33" y="48"/>
                </a:lnTo>
                <a:moveTo>
                  <a:pt x="29" y="42"/>
                </a:moveTo>
                <a:lnTo>
                  <a:pt x="25" y="36"/>
                </a:lnTo>
                <a:lnTo>
                  <a:pt x="31" y="32"/>
                </a:lnTo>
                <a:lnTo>
                  <a:pt x="35" y="38"/>
                </a:lnTo>
                <a:lnTo>
                  <a:pt x="29" y="42"/>
                </a:lnTo>
                <a:moveTo>
                  <a:pt x="25" y="36"/>
                </a:moveTo>
                <a:lnTo>
                  <a:pt x="21" y="31"/>
                </a:lnTo>
                <a:lnTo>
                  <a:pt x="27" y="27"/>
                </a:lnTo>
                <a:lnTo>
                  <a:pt x="31" y="32"/>
                </a:lnTo>
                <a:lnTo>
                  <a:pt x="25" y="36"/>
                </a:lnTo>
                <a:moveTo>
                  <a:pt x="21" y="31"/>
                </a:moveTo>
                <a:lnTo>
                  <a:pt x="17" y="25"/>
                </a:lnTo>
                <a:lnTo>
                  <a:pt x="23" y="21"/>
                </a:lnTo>
                <a:lnTo>
                  <a:pt x="27" y="27"/>
                </a:lnTo>
                <a:lnTo>
                  <a:pt x="21" y="31"/>
                </a:lnTo>
                <a:moveTo>
                  <a:pt x="17" y="25"/>
                </a:moveTo>
                <a:lnTo>
                  <a:pt x="13" y="19"/>
                </a:lnTo>
                <a:lnTo>
                  <a:pt x="18" y="14"/>
                </a:lnTo>
                <a:lnTo>
                  <a:pt x="23" y="21"/>
                </a:lnTo>
                <a:lnTo>
                  <a:pt x="17" y="25"/>
                </a:lnTo>
                <a:moveTo>
                  <a:pt x="13" y="19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9"/>
                </a:lnTo>
                <a:moveTo>
                  <a:pt x="9" y="12"/>
                </a:moveTo>
                <a:lnTo>
                  <a:pt x="4" y="7"/>
                </a:lnTo>
                <a:lnTo>
                  <a:pt x="10" y="3"/>
                </a:lnTo>
                <a:lnTo>
                  <a:pt x="14" y="8"/>
                </a:lnTo>
                <a:lnTo>
                  <a:pt x="9" y="12"/>
                </a:lnTo>
                <a:moveTo>
                  <a:pt x="4" y="7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4"/>
                </a:lnTo>
                <a:lnTo>
                  <a:pt x="10" y="2"/>
                </a:lnTo>
                <a:lnTo>
                  <a:pt x="10" y="3"/>
                </a:lnTo>
                <a:lnTo>
                  <a:pt x="4" y="7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1"/>
                </a:lnTo>
                <a:lnTo>
                  <a:pt x="26" y="8"/>
                </a:lnTo>
                <a:lnTo>
                  <a:pt x="19" y="7"/>
                </a:lnTo>
                <a:lnTo>
                  <a:pt x="20" y="0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6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9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2"/>
                </a:lnTo>
                <a:lnTo>
                  <a:pt x="70" y="9"/>
                </a:lnTo>
                <a:lnTo>
                  <a:pt x="63" y="9"/>
                </a:lnTo>
                <a:lnTo>
                  <a:pt x="63" y="1"/>
                </a:lnTo>
                <a:moveTo>
                  <a:pt x="70" y="2"/>
                </a:moveTo>
                <a:lnTo>
                  <a:pt x="77" y="2"/>
                </a:lnTo>
                <a:lnTo>
                  <a:pt x="77" y="9"/>
                </a:lnTo>
                <a:lnTo>
                  <a:pt x="70" y="9"/>
                </a:lnTo>
                <a:lnTo>
                  <a:pt x="70" y="2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6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8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8"/>
                </a:moveTo>
                <a:lnTo>
                  <a:pt x="81" y="25"/>
                </a:lnTo>
                <a:lnTo>
                  <a:pt x="75" y="21"/>
                </a:lnTo>
                <a:lnTo>
                  <a:pt x="78" y="14"/>
                </a:lnTo>
                <a:lnTo>
                  <a:pt x="84" y="18"/>
                </a:lnTo>
                <a:moveTo>
                  <a:pt x="81" y="25"/>
                </a:moveTo>
                <a:lnTo>
                  <a:pt x="78" y="31"/>
                </a:lnTo>
                <a:lnTo>
                  <a:pt x="71" y="28"/>
                </a:lnTo>
                <a:lnTo>
                  <a:pt x="75" y="21"/>
                </a:lnTo>
                <a:lnTo>
                  <a:pt x="81" y="25"/>
                </a:lnTo>
                <a:moveTo>
                  <a:pt x="78" y="31"/>
                </a:moveTo>
                <a:lnTo>
                  <a:pt x="74" y="37"/>
                </a:lnTo>
                <a:lnTo>
                  <a:pt x="68" y="34"/>
                </a:lnTo>
                <a:lnTo>
                  <a:pt x="71" y="28"/>
                </a:lnTo>
                <a:lnTo>
                  <a:pt x="78" y="31"/>
                </a:lnTo>
                <a:moveTo>
                  <a:pt x="74" y="37"/>
                </a:moveTo>
                <a:lnTo>
                  <a:pt x="71" y="43"/>
                </a:lnTo>
                <a:lnTo>
                  <a:pt x="65" y="40"/>
                </a:lnTo>
                <a:lnTo>
                  <a:pt x="68" y="34"/>
                </a:lnTo>
                <a:lnTo>
                  <a:pt x="74" y="37"/>
                </a:lnTo>
                <a:moveTo>
                  <a:pt x="71" y="43"/>
                </a:moveTo>
                <a:lnTo>
                  <a:pt x="68" y="50"/>
                </a:lnTo>
                <a:lnTo>
                  <a:pt x="61" y="46"/>
                </a:lnTo>
                <a:lnTo>
                  <a:pt x="65" y="40"/>
                </a:lnTo>
                <a:lnTo>
                  <a:pt x="71" y="43"/>
                </a:lnTo>
                <a:moveTo>
                  <a:pt x="68" y="50"/>
                </a:moveTo>
                <a:lnTo>
                  <a:pt x="64" y="56"/>
                </a:lnTo>
                <a:lnTo>
                  <a:pt x="57" y="53"/>
                </a:lnTo>
                <a:lnTo>
                  <a:pt x="61" y="46"/>
                </a:lnTo>
                <a:lnTo>
                  <a:pt x="68" y="50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3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6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790920" y="2548440"/>
            <a:ext cx="549720" cy="31320"/>
          </a:xfrm>
          <a:custGeom>
            <a:avLst/>
            <a:gdLst/>
            <a:ahLst/>
            <a:rect l="0" t="0" r="r" b="b"/>
            <a:pathLst>
              <a:path fill="none" w="1527" h="87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1"/>
                  <a:pt x="754" y="86"/>
                </a:cubicBezTo>
                <a:cubicBezTo>
                  <a:pt x="500" y="82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778320" y="253764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775440" y="253584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1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1"/>
                </a:moveTo>
                <a:lnTo>
                  <a:pt x="53" y="67"/>
                </a:lnTo>
                <a:lnTo>
                  <a:pt x="57" y="61"/>
                </a:lnTo>
                <a:lnTo>
                  <a:pt x="63" y="65"/>
                </a:lnTo>
                <a:lnTo>
                  <a:pt x="59" y="71"/>
                </a:lnTo>
                <a:moveTo>
                  <a:pt x="53" y="67"/>
                </a:moveTo>
                <a:lnTo>
                  <a:pt x="47" y="62"/>
                </a:lnTo>
                <a:lnTo>
                  <a:pt x="51" y="57"/>
                </a:lnTo>
                <a:lnTo>
                  <a:pt x="57" y="61"/>
                </a:lnTo>
                <a:lnTo>
                  <a:pt x="53" y="67"/>
                </a:lnTo>
                <a:moveTo>
                  <a:pt x="47" y="62"/>
                </a:moveTo>
                <a:lnTo>
                  <a:pt x="42" y="58"/>
                </a:lnTo>
                <a:lnTo>
                  <a:pt x="46" y="53"/>
                </a:lnTo>
                <a:lnTo>
                  <a:pt x="51" y="57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3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2"/>
                </a:lnTo>
                <a:lnTo>
                  <a:pt x="23" y="35"/>
                </a:lnTo>
                <a:lnTo>
                  <a:pt x="28" y="40"/>
                </a:lnTo>
                <a:lnTo>
                  <a:pt x="24" y="46"/>
                </a:lnTo>
                <a:moveTo>
                  <a:pt x="19" y="42"/>
                </a:moveTo>
                <a:lnTo>
                  <a:pt x="13" y="38"/>
                </a:lnTo>
                <a:lnTo>
                  <a:pt x="17" y="31"/>
                </a:lnTo>
                <a:lnTo>
                  <a:pt x="23" y="35"/>
                </a:lnTo>
                <a:lnTo>
                  <a:pt x="19" y="42"/>
                </a:lnTo>
                <a:moveTo>
                  <a:pt x="13" y="38"/>
                </a:moveTo>
                <a:lnTo>
                  <a:pt x="7" y="32"/>
                </a:lnTo>
                <a:lnTo>
                  <a:pt x="11" y="27"/>
                </a:lnTo>
                <a:lnTo>
                  <a:pt x="17" y="31"/>
                </a:lnTo>
                <a:lnTo>
                  <a:pt x="13" y="38"/>
                </a:lnTo>
                <a:moveTo>
                  <a:pt x="7" y="32"/>
                </a:moveTo>
                <a:lnTo>
                  <a:pt x="0" y="28"/>
                </a:lnTo>
                <a:lnTo>
                  <a:pt x="13" y="24"/>
                </a:lnTo>
                <a:lnTo>
                  <a:pt x="15" y="31"/>
                </a:lnTo>
                <a:lnTo>
                  <a:pt x="9" y="32"/>
                </a:lnTo>
                <a:lnTo>
                  <a:pt x="8" y="29"/>
                </a:lnTo>
                <a:lnTo>
                  <a:pt x="10" y="26"/>
                </a:lnTo>
                <a:lnTo>
                  <a:pt x="11" y="27"/>
                </a:lnTo>
                <a:lnTo>
                  <a:pt x="7" y="32"/>
                </a:lnTo>
                <a:moveTo>
                  <a:pt x="13" y="24"/>
                </a:moveTo>
                <a:lnTo>
                  <a:pt x="19" y="22"/>
                </a:lnTo>
                <a:lnTo>
                  <a:pt x="22" y="28"/>
                </a:lnTo>
                <a:lnTo>
                  <a:pt x="15" y="31"/>
                </a:lnTo>
                <a:lnTo>
                  <a:pt x="13" y="24"/>
                </a:lnTo>
                <a:moveTo>
                  <a:pt x="19" y="22"/>
                </a:moveTo>
                <a:lnTo>
                  <a:pt x="26" y="20"/>
                </a:lnTo>
                <a:lnTo>
                  <a:pt x="28" y="26"/>
                </a:lnTo>
                <a:lnTo>
                  <a:pt x="22" y="28"/>
                </a:lnTo>
                <a:lnTo>
                  <a:pt x="19" y="22"/>
                </a:lnTo>
                <a:moveTo>
                  <a:pt x="26" y="20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20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4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2"/>
                </a:lnTo>
                <a:lnTo>
                  <a:pt x="70" y="14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10"/>
                </a:lnTo>
                <a:lnTo>
                  <a:pt x="76" y="12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9"/>
                </a:lnTo>
                <a:lnTo>
                  <a:pt x="83" y="10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6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342320" y="201168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937760" y="1999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0"/>
                </a:moveTo>
                <a:lnTo>
                  <a:pt x="71" y="36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4936320" y="199692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1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5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8"/>
                </a:lnTo>
                <a:lnTo>
                  <a:pt x="35" y="25"/>
                </a:lnTo>
                <a:lnTo>
                  <a:pt x="38" y="18"/>
                </a:lnTo>
                <a:moveTo>
                  <a:pt x="44" y="21"/>
                </a:moveTo>
                <a:lnTo>
                  <a:pt x="50" y="25"/>
                </a:lnTo>
                <a:lnTo>
                  <a:pt x="47" y="31"/>
                </a:lnTo>
                <a:lnTo>
                  <a:pt x="41" y="28"/>
                </a:lnTo>
                <a:lnTo>
                  <a:pt x="44" y="21"/>
                </a:lnTo>
                <a:moveTo>
                  <a:pt x="50" y="25"/>
                </a:moveTo>
                <a:lnTo>
                  <a:pt x="57" y="28"/>
                </a:lnTo>
                <a:lnTo>
                  <a:pt x="53" y="34"/>
                </a:lnTo>
                <a:lnTo>
                  <a:pt x="47" y="31"/>
                </a:lnTo>
                <a:lnTo>
                  <a:pt x="50" y="25"/>
                </a:lnTo>
                <a:moveTo>
                  <a:pt x="57" y="28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8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7"/>
                </a:lnTo>
                <a:lnTo>
                  <a:pt x="68" y="40"/>
                </a:lnTo>
                <a:lnTo>
                  <a:pt x="74" y="38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7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7"/>
                </a:lnTo>
                <a:moveTo>
                  <a:pt x="65" y="50"/>
                </a:moveTo>
                <a:lnTo>
                  <a:pt x="59" y="53"/>
                </a:lnTo>
                <a:lnTo>
                  <a:pt x="56" y="47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6"/>
                </a:lnTo>
                <a:lnTo>
                  <a:pt x="49" y="50"/>
                </a:lnTo>
                <a:lnTo>
                  <a:pt x="56" y="47"/>
                </a:lnTo>
                <a:lnTo>
                  <a:pt x="59" y="53"/>
                </a:lnTo>
                <a:moveTo>
                  <a:pt x="53" y="56"/>
                </a:moveTo>
                <a:lnTo>
                  <a:pt x="46" y="59"/>
                </a:lnTo>
                <a:lnTo>
                  <a:pt x="43" y="53"/>
                </a:lnTo>
                <a:lnTo>
                  <a:pt x="49" y="50"/>
                </a:lnTo>
                <a:lnTo>
                  <a:pt x="53" y="56"/>
                </a:lnTo>
                <a:moveTo>
                  <a:pt x="46" y="59"/>
                </a:moveTo>
                <a:lnTo>
                  <a:pt x="40" y="62"/>
                </a:lnTo>
                <a:lnTo>
                  <a:pt x="37" y="56"/>
                </a:lnTo>
                <a:lnTo>
                  <a:pt x="43" y="53"/>
                </a:lnTo>
                <a:lnTo>
                  <a:pt x="46" y="59"/>
                </a:lnTo>
                <a:moveTo>
                  <a:pt x="40" y="62"/>
                </a:moveTo>
                <a:lnTo>
                  <a:pt x="34" y="66"/>
                </a:lnTo>
                <a:lnTo>
                  <a:pt x="31" y="59"/>
                </a:lnTo>
                <a:lnTo>
                  <a:pt x="37" y="56"/>
                </a:lnTo>
                <a:lnTo>
                  <a:pt x="40" y="62"/>
                </a:lnTo>
                <a:moveTo>
                  <a:pt x="34" y="66"/>
                </a:moveTo>
                <a:lnTo>
                  <a:pt x="27" y="69"/>
                </a:lnTo>
                <a:lnTo>
                  <a:pt x="24" y="62"/>
                </a:lnTo>
                <a:lnTo>
                  <a:pt x="31" y="59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2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3"/>
                </a:lnTo>
                <a:lnTo>
                  <a:pt x="7" y="73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6"/>
                </a:lnTo>
                <a:lnTo>
                  <a:pt x="8" y="12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595480" y="1941840"/>
            <a:ext cx="482760" cy="32400"/>
          </a:xfrm>
          <a:custGeom>
            <a:avLst/>
            <a:gdLst/>
            <a:ahLst/>
            <a:rect l="0" t="0" r="r" b="b"/>
            <a:pathLst>
              <a:path fill="none" w="1341" h="90">
                <a:moveTo>
                  <a:pt x="0" y="90"/>
                </a:moveTo>
                <a:lnTo>
                  <a:pt x="124" y="74"/>
                </a:lnTo>
                <a:cubicBezTo>
                  <a:pt x="249" y="59"/>
                  <a:pt x="498" y="29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06492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606384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1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1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8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8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6756480" y="194184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730548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730440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0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0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7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7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5595480" y="213516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9"/>
                </a:lnTo>
                <a:cubicBezTo>
                  <a:pt x="250" y="97"/>
                  <a:pt x="499" y="194"/>
                  <a:pt x="726" y="307"/>
                </a:cubicBezTo>
                <a:cubicBezTo>
                  <a:pt x="954" y="419"/>
                  <a:pt x="1159" y="548"/>
                  <a:pt x="1262" y="612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6069240" y="236052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6067080" y="235800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1"/>
                </a:lnTo>
                <a:lnTo>
                  <a:pt x="45" y="15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7"/>
                </a:lnTo>
                <a:lnTo>
                  <a:pt x="48" y="21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3"/>
                </a:lnTo>
                <a:lnTo>
                  <a:pt x="52" y="27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9"/>
                </a:lnTo>
                <a:lnTo>
                  <a:pt x="56" y="33"/>
                </a:lnTo>
                <a:lnTo>
                  <a:pt x="62" y="29"/>
                </a:lnTo>
                <a:moveTo>
                  <a:pt x="65" y="35"/>
                </a:moveTo>
                <a:lnTo>
                  <a:pt x="69" y="42"/>
                </a:lnTo>
                <a:lnTo>
                  <a:pt x="63" y="46"/>
                </a:lnTo>
                <a:lnTo>
                  <a:pt x="59" y="39"/>
                </a:lnTo>
                <a:lnTo>
                  <a:pt x="65" y="35"/>
                </a:lnTo>
                <a:moveTo>
                  <a:pt x="69" y="42"/>
                </a:moveTo>
                <a:lnTo>
                  <a:pt x="73" y="48"/>
                </a:lnTo>
                <a:lnTo>
                  <a:pt x="67" y="52"/>
                </a:lnTo>
                <a:lnTo>
                  <a:pt x="63" y="46"/>
                </a:lnTo>
                <a:lnTo>
                  <a:pt x="69" y="42"/>
                </a:lnTo>
                <a:moveTo>
                  <a:pt x="73" y="48"/>
                </a:moveTo>
                <a:lnTo>
                  <a:pt x="77" y="54"/>
                </a:lnTo>
                <a:lnTo>
                  <a:pt x="71" y="58"/>
                </a:lnTo>
                <a:lnTo>
                  <a:pt x="67" y="52"/>
                </a:lnTo>
                <a:lnTo>
                  <a:pt x="73" y="48"/>
                </a:lnTo>
                <a:moveTo>
                  <a:pt x="77" y="54"/>
                </a:moveTo>
                <a:lnTo>
                  <a:pt x="80" y="60"/>
                </a:lnTo>
                <a:lnTo>
                  <a:pt x="74" y="64"/>
                </a:lnTo>
                <a:lnTo>
                  <a:pt x="71" y="58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4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7"/>
                </a:lnTo>
                <a:lnTo>
                  <a:pt x="66" y="70"/>
                </a:lnTo>
                <a:lnTo>
                  <a:pt x="73" y="70"/>
                </a:lnTo>
                <a:lnTo>
                  <a:pt x="72" y="77"/>
                </a:lnTo>
                <a:moveTo>
                  <a:pt x="65" y="77"/>
                </a:moveTo>
                <a:lnTo>
                  <a:pt x="58" y="76"/>
                </a:lnTo>
                <a:lnTo>
                  <a:pt x="59" y="69"/>
                </a:lnTo>
                <a:lnTo>
                  <a:pt x="66" y="70"/>
                </a:lnTo>
                <a:lnTo>
                  <a:pt x="65" y="77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8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8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2"/>
                </a:lnTo>
                <a:lnTo>
                  <a:pt x="9" y="65"/>
                </a:lnTo>
                <a:lnTo>
                  <a:pt x="16" y="65"/>
                </a:lnTo>
                <a:lnTo>
                  <a:pt x="15" y="72"/>
                </a:lnTo>
                <a:moveTo>
                  <a:pt x="8" y="72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70"/>
                </a:lnTo>
                <a:lnTo>
                  <a:pt x="6" y="68"/>
                </a:lnTo>
                <a:lnTo>
                  <a:pt x="6" y="64"/>
                </a:lnTo>
                <a:lnTo>
                  <a:pt x="9" y="65"/>
                </a:lnTo>
                <a:lnTo>
                  <a:pt x="8" y="72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4"/>
                </a:lnTo>
                <a:lnTo>
                  <a:pt x="22" y="48"/>
                </a:lnTo>
                <a:lnTo>
                  <a:pt x="19" y="54"/>
                </a:lnTo>
                <a:lnTo>
                  <a:pt x="13" y="50"/>
                </a:lnTo>
                <a:moveTo>
                  <a:pt x="16" y="44"/>
                </a:moveTo>
                <a:lnTo>
                  <a:pt x="20" y="37"/>
                </a:lnTo>
                <a:lnTo>
                  <a:pt x="26" y="42"/>
                </a:lnTo>
                <a:lnTo>
                  <a:pt x="22" y="48"/>
                </a:lnTo>
                <a:lnTo>
                  <a:pt x="16" y="44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2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5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37960" y="251064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7"/>
                  <a:pt x="626" y="65"/>
                </a:cubicBezTo>
                <a:cubicBezTo>
                  <a:pt x="833" y="51"/>
                  <a:pt x="1037" y="25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6070680" y="2499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6069240" y="24976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7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7"/>
                </a:moveTo>
                <a:lnTo>
                  <a:pt x="25" y="9"/>
                </a:lnTo>
                <a:lnTo>
                  <a:pt x="23" y="16"/>
                </a:lnTo>
                <a:lnTo>
                  <a:pt x="16" y="13"/>
                </a:lnTo>
                <a:lnTo>
                  <a:pt x="18" y="7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6"/>
                </a:lnTo>
                <a:lnTo>
                  <a:pt x="25" y="9"/>
                </a:lnTo>
                <a:moveTo>
                  <a:pt x="32" y="11"/>
                </a:moveTo>
                <a:lnTo>
                  <a:pt x="38" y="14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4"/>
                </a:moveTo>
                <a:lnTo>
                  <a:pt x="46" y="16"/>
                </a:lnTo>
                <a:lnTo>
                  <a:pt x="44" y="23"/>
                </a:lnTo>
                <a:lnTo>
                  <a:pt x="36" y="20"/>
                </a:lnTo>
                <a:lnTo>
                  <a:pt x="38" y="14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3"/>
                </a:lnTo>
                <a:lnTo>
                  <a:pt x="46" y="16"/>
                </a:lnTo>
                <a:moveTo>
                  <a:pt x="53" y="18"/>
                </a:moveTo>
                <a:lnTo>
                  <a:pt x="59" y="21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1"/>
                </a:moveTo>
                <a:lnTo>
                  <a:pt x="66" y="23"/>
                </a:lnTo>
                <a:lnTo>
                  <a:pt x="64" y="30"/>
                </a:lnTo>
                <a:lnTo>
                  <a:pt x="57" y="27"/>
                </a:lnTo>
                <a:lnTo>
                  <a:pt x="59" y="21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30"/>
                </a:lnTo>
                <a:lnTo>
                  <a:pt x="66" y="23"/>
                </a:lnTo>
                <a:moveTo>
                  <a:pt x="73" y="25"/>
                </a:moveTo>
                <a:lnTo>
                  <a:pt x="79" y="28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8"/>
                </a:moveTo>
                <a:lnTo>
                  <a:pt x="87" y="31"/>
                </a:lnTo>
                <a:lnTo>
                  <a:pt x="77" y="38"/>
                </a:lnTo>
                <a:lnTo>
                  <a:pt x="73" y="32"/>
                </a:lnTo>
                <a:lnTo>
                  <a:pt x="77" y="29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8"/>
                </a:lnTo>
                <a:moveTo>
                  <a:pt x="77" y="38"/>
                </a:moveTo>
                <a:lnTo>
                  <a:pt x="71" y="42"/>
                </a:lnTo>
                <a:lnTo>
                  <a:pt x="67" y="36"/>
                </a:lnTo>
                <a:lnTo>
                  <a:pt x="73" y="32"/>
                </a:lnTo>
                <a:lnTo>
                  <a:pt x="77" y="38"/>
                </a:lnTo>
                <a:moveTo>
                  <a:pt x="71" y="42"/>
                </a:moveTo>
                <a:lnTo>
                  <a:pt x="65" y="45"/>
                </a:lnTo>
                <a:lnTo>
                  <a:pt x="61" y="40"/>
                </a:lnTo>
                <a:lnTo>
                  <a:pt x="67" y="36"/>
                </a:lnTo>
                <a:lnTo>
                  <a:pt x="71" y="42"/>
                </a:lnTo>
                <a:moveTo>
                  <a:pt x="65" y="45"/>
                </a:moveTo>
                <a:lnTo>
                  <a:pt x="59" y="49"/>
                </a:lnTo>
                <a:lnTo>
                  <a:pt x="55" y="44"/>
                </a:lnTo>
                <a:lnTo>
                  <a:pt x="61" y="40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4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1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1"/>
                </a:moveTo>
                <a:lnTo>
                  <a:pt x="34" y="65"/>
                </a:lnTo>
                <a:lnTo>
                  <a:pt x="30" y="59"/>
                </a:lnTo>
                <a:lnTo>
                  <a:pt x="36" y="55"/>
                </a:lnTo>
                <a:lnTo>
                  <a:pt x="41" y="61"/>
                </a:lnTo>
                <a:moveTo>
                  <a:pt x="34" y="65"/>
                </a:moveTo>
                <a:lnTo>
                  <a:pt x="28" y="70"/>
                </a:lnTo>
                <a:lnTo>
                  <a:pt x="25" y="63"/>
                </a:lnTo>
                <a:lnTo>
                  <a:pt x="30" y="59"/>
                </a:lnTo>
                <a:lnTo>
                  <a:pt x="34" y="65"/>
                </a:lnTo>
                <a:moveTo>
                  <a:pt x="28" y="70"/>
                </a:moveTo>
                <a:lnTo>
                  <a:pt x="23" y="74"/>
                </a:lnTo>
                <a:lnTo>
                  <a:pt x="19" y="67"/>
                </a:lnTo>
                <a:lnTo>
                  <a:pt x="25" y="63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7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4"/>
                </a:lnTo>
                <a:lnTo>
                  <a:pt x="15" y="63"/>
                </a:lnTo>
                <a:lnTo>
                  <a:pt x="16" y="71"/>
                </a:lnTo>
                <a:lnTo>
                  <a:pt x="9" y="72"/>
                </a:lnTo>
                <a:moveTo>
                  <a:pt x="8" y="64"/>
                </a:moveTo>
                <a:lnTo>
                  <a:pt x="7" y="57"/>
                </a:lnTo>
                <a:lnTo>
                  <a:pt x="14" y="56"/>
                </a:lnTo>
                <a:lnTo>
                  <a:pt x="15" y="63"/>
                </a:lnTo>
                <a:lnTo>
                  <a:pt x="8" y="64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9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6749640" y="255420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1"/>
                  <a:pt x="378" y="101"/>
                  <a:pt x="557" y="150"/>
                </a:cubicBezTo>
                <a:cubicBezTo>
                  <a:pt x="737" y="198"/>
                  <a:pt x="908" y="246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121880" y="264384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120080" y="264132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4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4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4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8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8"/>
                </a:moveTo>
                <a:lnTo>
                  <a:pt x="58" y="32"/>
                </a:lnTo>
                <a:lnTo>
                  <a:pt x="53" y="38"/>
                </a:lnTo>
                <a:lnTo>
                  <a:pt x="48" y="33"/>
                </a:lnTo>
                <a:lnTo>
                  <a:pt x="53" y="28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8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7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7"/>
                </a:moveTo>
                <a:lnTo>
                  <a:pt x="80" y="52"/>
                </a:lnTo>
                <a:lnTo>
                  <a:pt x="75" y="58"/>
                </a:lnTo>
                <a:lnTo>
                  <a:pt x="70" y="53"/>
                </a:lnTo>
                <a:lnTo>
                  <a:pt x="75" y="47"/>
                </a:lnTo>
                <a:moveTo>
                  <a:pt x="80" y="52"/>
                </a:moveTo>
                <a:lnTo>
                  <a:pt x="85" y="57"/>
                </a:lnTo>
                <a:lnTo>
                  <a:pt x="80" y="62"/>
                </a:lnTo>
                <a:lnTo>
                  <a:pt x="75" y="58"/>
                </a:lnTo>
                <a:lnTo>
                  <a:pt x="80" y="52"/>
                </a:lnTo>
                <a:moveTo>
                  <a:pt x="85" y="57"/>
                </a:moveTo>
                <a:lnTo>
                  <a:pt x="91" y="63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1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7"/>
                </a:lnTo>
                <a:lnTo>
                  <a:pt x="70" y="60"/>
                </a:lnTo>
                <a:lnTo>
                  <a:pt x="77" y="58"/>
                </a:lnTo>
                <a:lnTo>
                  <a:pt x="79" y="65"/>
                </a:lnTo>
                <a:moveTo>
                  <a:pt x="72" y="67"/>
                </a:moveTo>
                <a:lnTo>
                  <a:pt x="64" y="68"/>
                </a:lnTo>
                <a:lnTo>
                  <a:pt x="62" y="61"/>
                </a:lnTo>
                <a:lnTo>
                  <a:pt x="70" y="60"/>
                </a:lnTo>
                <a:lnTo>
                  <a:pt x="72" y="67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1"/>
                </a:lnTo>
                <a:lnTo>
                  <a:pt x="49" y="64"/>
                </a:lnTo>
                <a:lnTo>
                  <a:pt x="55" y="62"/>
                </a:lnTo>
                <a:lnTo>
                  <a:pt x="57" y="69"/>
                </a:lnTo>
                <a:moveTo>
                  <a:pt x="50" y="71"/>
                </a:moveTo>
                <a:lnTo>
                  <a:pt x="43" y="72"/>
                </a:lnTo>
                <a:lnTo>
                  <a:pt x="42" y="65"/>
                </a:lnTo>
                <a:lnTo>
                  <a:pt x="49" y="64"/>
                </a:lnTo>
                <a:lnTo>
                  <a:pt x="50" y="71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5"/>
                </a:lnTo>
                <a:lnTo>
                  <a:pt x="28" y="68"/>
                </a:lnTo>
                <a:lnTo>
                  <a:pt x="35" y="66"/>
                </a:lnTo>
                <a:lnTo>
                  <a:pt x="36" y="73"/>
                </a:lnTo>
                <a:moveTo>
                  <a:pt x="29" y="75"/>
                </a:moveTo>
                <a:lnTo>
                  <a:pt x="22" y="76"/>
                </a:lnTo>
                <a:lnTo>
                  <a:pt x="21" y="69"/>
                </a:lnTo>
                <a:lnTo>
                  <a:pt x="28" y="68"/>
                </a:lnTo>
                <a:lnTo>
                  <a:pt x="29" y="75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9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7"/>
                </a:lnTo>
                <a:lnTo>
                  <a:pt x="5" y="76"/>
                </a:lnTo>
                <a:lnTo>
                  <a:pt x="4" y="72"/>
                </a:lnTo>
                <a:lnTo>
                  <a:pt x="7" y="72"/>
                </a:lnTo>
                <a:lnTo>
                  <a:pt x="8" y="79"/>
                </a:lnTo>
                <a:moveTo>
                  <a:pt x="3" y="70"/>
                </a:moveTo>
                <a:lnTo>
                  <a:pt x="5" y="64"/>
                </a:lnTo>
                <a:lnTo>
                  <a:pt x="12" y="66"/>
                </a:lnTo>
                <a:lnTo>
                  <a:pt x="10" y="72"/>
                </a:lnTo>
                <a:lnTo>
                  <a:pt x="3" y="70"/>
                </a:lnTo>
                <a:moveTo>
                  <a:pt x="5" y="64"/>
                </a:moveTo>
                <a:lnTo>
                  <a:pt x="7" y="57"/>
                </a:lnTo>
                <a:lnTo>
                  <a:pt x="13" y="59"/>
                </a:lnTo>
                <a:lnTo>
                  <a:pt x="12" y="66"/>
                </a:lnTo>
                <a:lnTo>
                  <a:pt x="5" y="64"/>
                </a:lnTo>
                <a:moveTo>
                  <a:pt x="7" y="57"/>
                </a:moveTo>
                <a:lnTo>
                  <a:pt x="9" y="49"/>
                </a:lnTo>
                <a:lnTo>
                  <a:pt x="15" y="52"/>
                </a:lnTo>
                <a:lnTo>
                  <a:pt x="13" y="59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2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9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9"/>
                </a:moveTo>
                <a:lnTo>
                  <a:pt x="16" y="22"/>
                </a:lnTo>
                <a:lnTo>
                  <a:pt x="23" y="24"/>
                </a:lnTo>
                <a:lnTo>
                  <a:pt x="21" y="30"/>
                </a:lnTo>
                <a:lnTo>
                  <a:pt x="14" y="29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4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7"/>
                </a:lnTo>
                <a:lnTo>
                  <a:pt x="27" y="8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3090240" y="2619720"/>
            <a:ext cx="4060080" cy="198360"/>
          </a:xfrm>
          <a:custGeom>
            <a:avLst/>
            <a:gdLst/>
            <a:ahLst/>
            <a:rect l="0" t="0" r="r" b="b"/>
            <a:pathLst>
              <a:path fill="none" w="11278" h="551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9"/>
                </a:cubicBezTo>
                <a:cubicBezTo>
                  <a:pt x="10241" y="551"/>
                  <a:pt x="9750" y="551"/>
                  <a:pt x="9246" y="551"/>
                </a:cubicBezTo>
                <a:cubicBezTo>
                  <a:pt x="8742" y="551"/>
                  <a:pt x="8223" y="551"/>
                  <a:pt x="7694" y="551"/>
                </a:cubicBezTo>
                <a:cubicBezTo>
                  <a:pt x="7164" y="551"/>
                  <a:pt x="6622" y="551"/>
                  <a:pt x="6051" y="551"/>
                </a:cubicBezTo>
                <a:cubicBezTo>
                  <a:pt x="5481" y="551"/>
                  <a:pt x="4881" y="551"/>
                  <a:pt x="4338" y="551"/>
                </a:cubicBezTo>
                <a:cubicBezTo>
                  <a:pt x="3796" y="551"/>
                  <a:pt x="3311" y="551"/>
                  <a:pt x="2792" y="551"/>
                </a:cubicBezTo>
                <a:cubicBezTo>
                  <a:pt x="2273" y="551"/>
                  <a:pt x="1720" y="551"/>
                  <a:pt x="1249" y="459"/>
                </a:cubicBezTo>
                <a:cubicBezTo>
                  <a:pt x="778" y="367"/>
                  <a:pt x="389" y="184"/>
                  <a:pt x="194" y="92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078720" y="261360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3076200" y="261252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9"/>
                </a:lnTo>
                <a:lnTo>
                  <a:pt x="50" y="55"/>
                </a:lnTo>
                <a:lnTo>
                  <a:pt x="54" y="61"/>
                </a:lnTo>
                <a:lnTo>
                  <a:pt x="48" y="65"/>
                </a:lnTo>
                <a:moveTo>
                  <a:pt x="44" y="59"/>
                </a:moveTo>
                <a:lnTo>
                  <a:pt x="40" y="54"/>
                </a:lnTo>
                <a:lnTo>
                  <a:pt x="45" y="50"/>
                </a:lnTo>
                <a:lnTo>
                  <a:pt x="50" y="55"/>
                </a:lnTo>
                <a:lnTo>
                  <a:pt x="44" y="59"/>
                </a:lnTo>
                <a:moveTo>
                  <a:pt x="40" y="54"/>
                </a:moveTo>
                <a:lnTo>
                  <a:pt x="35" y="48"/>
                </a:lnTo>
                <a:lnTo>
                  <a:pt x="41" y="44"/>
                </a:lnTo>
                <a:lnTo>
                  <a:pt x="45" y="50"/>
                </a:lnTo>
                <a:lnTo>
                  <a:pt x="40" y="54"/>
                </a:lnTo>
                <a:moveTo>
                  <a:pt x="35" y="48"/>
                </a:moveTo>
                <a:lnTo>
                  <a:pt x="31" y="43"/>
                </a:lnTo>
                <a:lnTo>
                  <a:pt x="37" y="38"/>
                </a:lnTo>
                <a:lnTo>
                  <a:pt x="41" y="44"/>
                </a:lnTo>
                <a:lnTo>
                  <a:pt x="35" y="48"/>
                </a:lnTo>
                <a:moveTo>
                  <a:pt x="31" y="43"/>
                </a:moveTo>
                <a:lnTo>
                  <a:pt x="27" y="37"/>
                </a:lnTo>
                <a:lnTo>
                  <a:pt x="32" y="33"/>
                </a:lnTo>
                <a:lnTo>
                  <a:pt x="37" y="38"/>
                </a:lnTo>
                <a:lnTo>
                  <a:pt x="31" y="43"/>
                </a:lnTo>
                <a:moveTo>
                  <a:pt x="27" y="37"/>
                </a:moveTo>
                <a:lnTo>
                  <a:pt x="22" y="31"/>
                </a:lnTo>
                <a:lnTo>
                  <a:pt x="28" y="26"/>
                </a:lnTo>
                <a:lnTo>
                  <a:pt x="32" y="33"/>
                </a:lnTo>
                <a:lnTo>
                  <a:pt x="27" y="37"/>
                </a:lnTo>
                <a:moveTo>
                  <a:pt x="22" y="31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1"/>
                </a:lnTo>
                <a:moveTo>
                  <a:pt x="18" y="25"/>
                </a:moveTo>
                <a:lnTo>
                  <a:pt x="13" y="20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20"/>
                </a:moveTo>
                <a:lnTo>
                  <a:pt x="9" y="14"/>
                </a:lnTo>
                <a:lnTo>
                  <a:pt x="15" y="10"/>
                </a:lnTo>
                <a:lnTo>
                  <a:pt x="19" y="15"/>
                </a:lnTo>
                <a:lnTo>
                  <a:pt x="13" y="20"/>
                </a:lnTo>
                <a:moveTo>
                  <a:pt x="9" y="14"/>
                </a:moveTo>
                <a:lnTo>
                  <a:pt x="5" y="9"/>
                </a:lnTo>
                <a:lnTo>
                  <a:pt x="10" y="4"/>
                </a:lnTo>
                <a:lnTo>
                  <a:pt x="15" y="10"/>
                </a:lnTo>
                <a:lnTo>
                  <a:pt x="9" y="14"/>
                </a:lnTo>
                <a:moveTo>
                  <a:pt x="5" y="9"/>
                </a:moveTo>
                <a:lnTo>
                  <a:pt x="0" y="2"/>
                </a:lnTo>
                <a:lnTo>
                  <a:pt x="12" y="2"/>
                </a:lnTo>
                <a:lnTo>
                  <a:pt x="13" y="9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9"/>
                </a:lnTo>
                <a:moveTo>
                  <a:pt x="12" y="2"/>
                </a:moveTo>
                <a:lnTo>
                  <a:pt x="19" y="2"/>
                </a:lnTo>
                <a:lnTo>
                  <a:pt x="20" y="9"/>
                </a:lnTo>
                <a:lnTo>
                  <a:pt x="13" y="9"/>
                </a:lnTo>
                <a:lnTo>
                  <a:pt x="12" y="2"/>
                </a:lnTo>
                <a:moveTo>
                  <a:pt x="19" y="2"/>
                </a:moveTo>
                <a:lnTo>
                  <a:pt x="27" y="1"/>
                </a:lnTo>
                <a:lnTo>
                  <a:pt x="27" y="8"/>
                </a:lnTo>
                <a:lnTo>
                  <a:pt x="20" y="9"/>
                </a:lnTo>
                <a:lnTo>
                  <a:pt x="19" y="2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1"/>
                </a:lnTo>
                <a:lnTo>
                  <a:pt x="56" y="8"/>
                </a:lnTo>
                <a:lnTo>
                  <a:pt x="48" y="8"/>
                </a:lnTo>
                <a:lnTo>
                  <a:pt x="48" y="1"/>
                </a:lnTo>
                <a:moveTo>
                  <a:pt x="56" y="1"/>
                </a:moveTo>
                <a:lnTo>
                  <a:pt x="63" y="1"/>
                </a:lnTo>
                <a:lnTo>
                  <a:pt x="63" y="8"/>
                </a:lnTo>
                <a:lnTo>
                  <a:pt x="56" y="8"/>
                </a:lnTo>
                <a:lnTo>
                  <a:pt x="56" y="1"/>
                </a:lnTo>
                <a:moveTo>
                  <a:pt x="63" y="1"/>
                </a:moveTo>
                <a:lnTo>
                  <a:pt x="70" y="0"/>
                </a:lnTo>
                <a:lnTo>
                  <a:pt x="70" y="7"/>
                </a:lnTo>
                <a:lnTo>
                  <a:pt x="63" y="8"/>
                </a:lnTo>
                <a:lnTo>
                  <a:pt x="63" y="1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6"/>
                </a:lnTo>
                <a:lnTo>
                  <a:pt x="70" y="33"/>
                </a:lnTo>
                <a:lnTo>
                  <a:pt x="73" y="25"/>
                </a:lnTo>
                <a:lnTo>
                  <a:pt x="79" y="28"/>
                </a:lnTo>
                <a:moveTo>
                  <a:pt x="76" y="36"/>
                </a:moveTo>
                <a:lnTo>
                  <a:pt x="73" y="42"/>
                </a:lnTo>
                <a:lnTo>
                  <a:pt x="67" y="39"/>
                </a:lnTo>
                <a:lnTo>
                  <a:pt x="70" y="33"/>
                </a:lnTo>
                <a:lnTo>
                  <a:pt x="76" y="36"/>
                </a:lnTo>
                <a:moveTo>
                  <a:pt x="73" y="42"/>
                </a:moveTo>
                <a:lnTo>
                  <a:pt x="70" y="48"/>
                </a:lnTo>
                <a:lnTo>
                  <a:pt x="64" y="45"/>
                </a:lnTo>
                <a:lnTo>
                  <a:pt x="67" y="39"/>
                </a:lnTo>
                <a:lnTo>
                  <a:pt x="73" y="42"/>
                </a:lnTo>
                <a:moveTo>
                  <a:pt x="70" y="48"/>
                </a:moveTo>
                <a:lnTo>
                  <a:pt x="67" y="55"/>
                </a:lnTo>
                <a:lnTo>
                  <a:pt x="61" y="52"/>
                </a:lnTo>
                <a:lnTo>
                  <a:pt x="64" y="45"/>
                </a:lnTo>
                <a:lnTo>
                  <a:pt x="70" y="48"/>
                </a:lnTo>
                <a:moveTo>
                  <a:pt x="67" y="55"/>
                </a:moveTo>
                <a:lnTo>
                  <a:pt x="64" y="61"/>
                </a:lnTo>
                <a:lnTo>
                  <a:pt x="57" y="58"/>
                </a:lnTo>
                <a:lnTo>
                  <a:pt x="61" y="52"/>
                </a:lnTo>
                <a:lnTo>
                  <a:pt x="67" y="55"/>
                </a:lnTo>
                <a:moveTo>
                  <a:pt x="64" y="61"/>
                </a:moveTo>
                <a:lnTo>
                  <a:pt x="61" y="68"/>
                </a:lnTo>
                <a:lnTo>
                  <a:pt x="53" y="65"/>
                </a:lnTo>
                <a:lnTo>
                  <a:pt x="57" y="58"/>
                </a:lnTo>
                <a:lnTo>
                  <a:pt x="64" y="61"/>
                </a:lnTo>
                <a:moveTo>
                  <a:pt x="61" y="68"/>
                </a:moveTo>
                <a:lnTo>
                  <a:pt x="57" y="75"/>
                </a:lnTo>
                <a:lnTo>
                  <a:pt x="48" y="65"/>
                </a:lnTo>
                <a:lnTo>
                  <a:pt x="54" y="61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5"/>
                </a:lnTo>
                <a:lnTo>
                  <a:pt x="61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6749640" y="231264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6"/>
                </a:moveTo>
                <a:lnTo>
                  <a:pt x="94" y="138"/>
                </a:lnTo>
                <a:cubicBezTo>
                  <a:pt x="188" y="111"/>
                  <a:pt x="377" y="55"/>
                  <a:pt x="709" y="28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6"/>
                </a:cubicBezTo>
                <a:cubicBezTo>
                  <a:pt x="3667" y="312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8307360" y="263232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4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8304840" y="262980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1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5"/>
                </a:lnTo>
                <a:lnTo>
                  <a:pt x="59" y="28"/>
                </a:lnTo>
                <a:lnTo>
                  <a:pt x="57" y="21"/>
                </a:lnTo>
                <a:lnTo>
                  <a:pt x="63" y="19"/>
                </a:lnTo>
                <a:moveTo>
                  <a:pt x="66" y="25"/>
                </a:moveTo>
                <a:lnTo>
                  <a:pt x="68" y="32"/>
                </a:lnTo>
                <a:lnTo>
                  <a:pt x="62" y="34"/>
                </a:lnTo>
                <a:lnTo>
                  <a:pt x="59" y="28"/>
                </a:lnTo>
                <a:lnTo>
                  <a:pt x="66" y="25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4"/>
                </a:lnTo>
                <a:lnTo>
                  <a:pt x="68" y="32"/>
                </a:lnTo>
                <a:moveTo>
                  <a:pt x="71" y="38"/>
                </a:moveTo>
                <a:lnTo>
                  <a:pt x="74" y="46"/>
                </a:lnTo>
                <a:lnTo>
                  <a:pt x="67" y="49"/>
                </a:lnTo>
                <a:lnTo>
                  <a:pt x="65" y="41"/>
                </a:lnTo>
                <a:lnTo>
                  <a:pt x="71" y="38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9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2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2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5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9"/>
                </a:lnTo>
                <a:lnTo>
                  <a:pt x="81" y="81"/>
                </a:lnTo>
                <a:lnTo>
                  <a:pt x="78" y="75"/>
                </a:lnTo>
                <a:lnTo>
                  <a:pt x="84" y="72"/>
                </a:lnTo>
                <a:moveTo>
                  <a:pt x="87" y="79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8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9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3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8"/>
                </a:lnTo>
                <a:lnTo>
                  <a:pt x="59" y="71"/>
                </a:lnTo>
                <a:lnTo>
                  <a:pt x="66" y="73"/>
                </a:lnTo>
                <a:lnTo>
                  <a:pt x="64" y="79"/>
                </a:lnTo>
                <a:moveTo>
                  <a:pt x="57" y="78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8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4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9"/>
                </a:lnTo>
                <a:lnTo>
                  <a:pt x="24" y="62"/>
                </a:lnTo>
                <a:lnTo>
                  <a:pt x="32" y="64"/>
                </a:lnTo>
                <a:lnTo>
                  <a:pt x="29" y="70"/>
                </a:lnTo>
                <a:moveTo>
                  <a:pt x="22" y="69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9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8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5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5"/>
                </a:lnTo>
                <a:lnTo>
                  <a:pt x="12" y="50"/>
                </a:lnTo>
                <a:moveTo>
                  <a:pt x="17" y="44"/>
                </a:moveTo>
                <a:lnTo>
                  <a:pt x="21" y="38"/>
                </a:lnTo>
                <a:lnTo>
                  <a:pt x="27" y="43"/>
                </a:lnTo>
                <a:lnTo>
                  <a:pt x="22" y="49"/>
                </a:lnTo>
                <a:lnTo>
                  <a:pt x="17" y="44"/>
                </a:lnTo>
                <a:moveTo>
                  <a:pt x="21" y="38"/>
                </a:moveTo>
                <a:lnTo>
                  <a:pt x="26" y="33"/>
                </a:lnTo>
                <a:lnTo>
                  <a:pt x="32" y="38"/>
                </a:lnTo>
                <a:lnTo>
                  <a:pt x="27" y="43"/>
                </a:lnTo>
                <a:lnTo>
                  <a:pt x="21" y="38"/>
                </a:lnTo>
                <a:moveTo>
                  <a:pt x="26" y="33"/>
                </a:moveTo>
                <a:lnTo>
                  <a:pt x="32" y="28"/>
                </a:lnTo>
                <a:lnTo>
                  <a:pt x="37" y="32"/>
                </a:lnTo>
                <a:lnTo>
                  <a:pt x="32" y="38"/>
                </a:lnTo>
                <a:lnTo>
                  <a:pt x="26" y="33"/>
                </a:lnTo>
                <a:moveTo>
                  <a:pt x="32" y="28"/>
                </a:moveTo>
                <a:lnTo>
                  <a:pt x="36" y="22"/>
                </a:lnTo>
                <a:lnTo>
                  <a:pt x="42" y="27"/>
                </a:lnTo>
                <a:lnTo>
                  <a:pt x="37" y="32"/>
                </a:lnTo>
                <a:lnTo>
                  <a:pt x="32" y="28"/>
                </a:lnTo>
                <a:moveTo>
                  <a:pt x="36" y="22"/>
                </a:moveTo>
                <a:lnTo>
                  <a:pt x="41" y="17"/>
                </a:lnTo>
                <a:lnTo>
                  <a:pt x="46" y="22"/>
                </a:lnTo>
                <a:lnTo>
                  <a:pt x="42" y="27"/>
                </a:lnTo>
                <a:lnTo>
                  <a:pt x="36" y="22"/>
                </a:lnTo>
                <a:moveTo>
                  <a:pt x="41" y="17"/>
                </a:moveTo>
                <a:lnTo>
                  <a:pt x="46" y="12"/>
                </a:lnTo>
                <a:lnTo>
                  <a:pt x="51" y="16"/>
                </a:lnTo>
                <a:lnTo>
                  <a:pt x="46" y="22"/>
                </a:lnTo>
                <a:lnTo>
                  <a:pt x="41" y="17"/>
                </a:lnTo>
                <a:moveTo>
                  <a:pt x="46" y="12"/>
                </a:moveTo>
                <a:lnTo>
                  <a:pt x="50" y="7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7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82840" y="275076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5"/>
                </a:cubicBezTo>
                <a:cubicBezTo>
                  <a:pt x="575" y="9"/>
                  <a:pt x="711" y="17"/>
                  <a:pt x="778" y="21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8073720" y="27460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8072280" y="274392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20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3"/>
                </a:lnTo>
                <a:lnTo>
                  <a:pt x="25" y="20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3"/>
                </a:lnTo>
                <a:lnTo>
                  <a:pt x="35" y="17"/>
                </a:lnTo>
                <a:moveTo>
                  <a:pt x="41" y="20"/>
                </a:moveTo>
                <a:lnTo>
                  <a:pt x="48" y="24"/>
                </a:lnTo>
                <a:lnTo>
                  <a:pt x="43" y="30"/>
                </a:lnTo>
                <a:lnTo>
                  <a:pt x="37" y="27"/>
                </a:lnTo>
                <a:lnTo>
                  <a:pt x="41" y="20"/>
                </a:lnTo>
                <a:moveTo>
                  <a:pt x="48" y="24"/>
                </a:moveTo>
                <a:lnTo>
                  <a:pt x="54" y="28"/>
                </a:lnTo>
                <a:lnTo>
                  <a:pt x="51" y="35"/>
                </a:lnTo>
                <a:lnTo>
                  <a:pt x="43" y="30"/>
                </a:lnTo>
                <a:lnTo>
                  <a:pt x="48" y="24"/>
                </a:lnTo>
                <a:moveTo>
                  <a:pt x="54" y="28"/>
                </a:moveTo>
                <a:lnTo>
                  <a:pt x="60" y="31"/>
                </a:lnTo>
                <a:lnTo>
                  <a:pt x="57" y="38"/>
                </a:lnTo>
                <a:lnTo>
                  <a:pt x="51" y="35"/>
                </a:lnTo>
                <a:lnTo>
                  <a:pt x="54" y="28"/>
                </a:lnTo>
                <a:moveTo>
                  <a:pt x="60" y="31"/>
                </a:moveTo>
                <a:lnTo>
                  <a:pt x="66" y="36"/>
                </a:lnTo>
                <a:lnTo>
                  <a:pt x="63" y="42"/>
                </a:lnTo>
                <a:lnTo>
                  <a:pt x="57" y="38"/>
                </a:lnTo>
                <a:lnTo>
                  <a:pt x="60" y="31"/>
                </a:lnTo>
                <a:moveTo>
                  <a:pt x="66" y="36"/>
                </a:moveTo>
                <a:lnTo>
                  <a:pt x="72" y="39"/>
                </a:lnTo>
                <a:lnTo>
                  <a:pt x="69" y="45"/>
                </a:lnTo>
                <a:lnTo>
                  <a:pt x="63" y="42"/>
                </a:lnTo>
                <a:lnTo>
                  <a:pt x="66" y="36"/>
                </a:lnTo>
                <a:moveTo>
                  <a:pt x="72" y="39"/>
                </a:moveTo>
                <a:lnTo>
                  <a:pt x="79" y="43"/>
                </a:lnTo>
                <a:lnTo>
                  <a:pt x="75" y="49"/>
                </a:lnTo>
                <a:lnTo>
                  <a:pt x="69" y="45"/>
                </a:lnTo>
                <a:lnTo>
                  <a:pt x="72" y="39"/>
                </a:lnTo>
                <a:moveTo>
                  <a:pt x="79" y="43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9"/>
                </a:lnTo>
                <a:lnTo>
                  <a:pt x="79" y="43"/>
                </a:lnTo>
                <a:moveTo>
                  <a:pt x="74" y="52"/>
                </a:moveTo>
                <a:lnTo>
                  <a:pt x="67" y="55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5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5"/>
                </a:lnTo>
                <a:moveTo>
                  <a:pt x="61" y="57"/>
                </a:moveTo>
                <a:lnTo>
                  <a:pt x="54" y="60"/>
                </a:lnTo>
                <a:lnTo>
                  <a:pt x="52" y="54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4"/>
                </a:lnTo>
                <a:lnTo>
                  <a:pt x="54" y="60"/>
                </a:lnTo>
                <a:moveTo>
                  <a:pt x="48" y="63"/>
                </a:moveTo>
                <a:lnTo>
                  <a:pt x="40" y="66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6"/>
                </a:moveTo>
                <a:lnTo>
                  <a:pt x="34" y="69"/>
                </a:lnTo>
                <a:lnTo>
                  <a:pt x="31" y="62"/>
                </a:lnTo>
                <a:lnTo>
                  <a:pt x="38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9"/>
                </a:lnTo>
                <a:moveTo>
                  <a:pt x="27" y="71"/>
                </a:moveTo>
                <a:lnTo>
                  <a:pt x="21" y="74"/>
                </a:lnTo>
                <a:lnTo>
                  <a:pt x="18" y="68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8"/>
                </a:lnTo>
                <a:lnTo>
                  <a:pt x="21" y="74"/>
                </a:lnTo>
                <a:moveTo>
                  <a:pt x="15" y="77"/>
                </a:moveTo>
                <a:lnTo>
                  <a:pt x="8" y="80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1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1" y="66"/>
                </a:moveTo>
                <a:lnTo>
                  <a:pt x="2" y="59"/>
                </a:lnTo>
                <a:lnTo>
                  <a:pt x="9" y="59"/>
                </a:lnTo>
                <a:lnTo>
                  <a:pt x="9" y="66"/>
                </a:lnTo>
                <a:lnTo>
                  <a:pt x="1" y="66"/>
                </a:lnTo>
                <a:moveTo>
                  <a:pt x="2" y="59"/>
                </a:moveTo>
                <a:lnTo>
                  <a:pt x="2" y="52"/>
                </a:lnTo>
                <a:lnTo>
                  <a:pt x="9" y="52"/>
                </a:lnTo>
                <a:lnTo>
                  <a:pt x="9" y="59"/>
                </a:lnTo>
                <a:lnTo>
                  <a:pt x="2" y="59"/>
                </a:lnTo>
                <a:moveTo>
                  <a:pt x="2" y="52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2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29"/>
                </a:lnTo>
                <a:lnTo>
                  <a:pt x="11" y="30"/>
                </a:lnTo>
                <a:lnTo>
                  <a:pt x="10" y="38"/>
                </a:lnTo>
                <a:lnTo>
                  <a:pt x="3" y="37"/>
                </a:lnTo>
                <a:moveTo>
                  <a:pt x="4" y="29"/>
                </a:moveTo>
                <a:lnTo>
                  <a:pt x="4" y="22"/>
                </a:lnTo>
                <a:lnTo>
                  <a:pt x="11" y="23"/>
                </a:lnTo>
                <a:lnTo>
                  <a:pt x="11" y="30"/>
                </a:lnTo>
                <a:lnTo>
                  <a:pt x="4" y="29"/>
                </a:lnTo>
                <a:moveTo>
                  <a:pt x="4" y="22"/>
                </a:moveTo>
                <a:lnTo>
                  <a:pt x="4" y="15"/>
                </a:lnTo>
                <a:lnTo>
                  <a:pt x="11" y="16"/>
                </a:lnTo>
                <a:lnTo>
                  <a:pt x="11" y="23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9"/>
                </a:lnTo>
                <a:lnTo>
                  <a:pt x="11" y="16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9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980440" y="262152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3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7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5"/>
                </a:cubicBezTo>
                <a:cubicBezTo>
                  <a:pt x="981" y="676"/>
                  <a:pt x="490" y="339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970000" y="261432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1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967480" y="261288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59"/>
                </a:lnTo>
                <a:lnTo>
                  <a:pt x="45" y="67"/>
                </a:lnTo>
                <a:lnTo>
                  <a:pt x="38" y="70"/>
                </a:lnTo>
                <a:moveTo>
                  <a:pt x="35" y="64"/>
                </a:moveTo>
                <a:lnTo>
                  <a:pt x="32" y="57"/>
                </a:lnTo>
                <a:lnTo>
                  <a:pt x="38" y="53"/>
                </a:lnTo>
                <a:lnTo>
                  <a:pt x="41" y="59"/>
                </a:lnTo>
                <a:lnTo>
                  <a:pt x="35" y="64"/>
                </a:lnTo>
                <a:moveTo>
                  <a:pt x="32" y="57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7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5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5"/>
                </a:lnTo>
                <a:lnTo>
                  <a:pt x="21" y="38"/>
                </a:lnTo>
                <a:moveTo>
                  <a:pt x="18" y="32"/>
                </a:moveTo>
                <a:lnTo>
                  <a:pt x="15" y="26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6"/>
                </a:moveTo>
                <a:lnTo>
                  <a:pt x="11" y="20"/>
                </a:lnTo>
                <a:lnTo>
                  <a:pt x="17" y="16"/>
                </a:lnTo>
                <a:lnTo>
                  <a:pt x="21" y="22"/>
                </a:lnTo>
                <a:lnTo>
                  <a:pt x="15" y="26"/>
                </a:lnTo>
                <a:moveTo>
                  <a:pt x="11" y="20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20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2"/>
                </a:lnTo>
                <a:lnTo>
                  <a:pt x="12" y="9"/>
                </a:lnTo>
                <a:lnTo>
                  <a:pt x="6" y="8"/>
                </a:lnTo>
                <a:lnTo>
                  <a:pt x="7" y="4"/>
                </a:lnTo>
                <a:lnTo>
                  <a:pt x="10" y="3"/>
                </a:lnTo>
                <a:lnTo>
                  <a:pt x="10" y="4"/>
                </a:lnTo>
                <a:lnTo>
                  <a:pt x="4" y="7"/>
                </a:lnTo>
                <a:moveTo>
                  <a:pt x="13" y="2"/>
                </a:moveTo>
                <a:lnTo>
                  <a:pt x="20" y="3"/>
                </a:lnTo>
                <a:lnTo>
                  <a:pt x="19" y="10"/>
                </a:lnTo>
                <a:lnTo>
                  <a:pt x="12" y="9"/>
                </a:lnTo>
                <a:lnTo>
                  <a:pt x="13" y="2"/>
                </a:lnTo>
                <a:moveTo>
                  <a:pt x="20" y="3"/>
                </a:moveTo>
                <a:lnTo>
                  <a:pt x="27" y="4"/>
                </a:lnTo>
                <a:lnTo>
                  <a:pt x="26" y="11"/>
                </a:lnTo>
                <a:lnTo>
                  <a:pt x="19" y="10"/>
                </a:lnTo>
                <a:lnTo>
                  <a:pt x="20" y="3"/>
                </a:lnTo>
                <a:moveTo>
                  <a:pt x="27" y="4"/>
                </a:moveTo>
                <a:lnTo>
                  <a:pt x="34" y="5"/>
                </a:lnTo>
                <a:lnTo>
                  <a:pt x="33" y="12"/>
                </a:lnTo>
                <a:lnTo>
                  <a:pt x="26" y="11"/>
                </a:lnTo>
                <a:lnTo>
                  <a:pt x="27" y="4"/>
                </a:lnTo>
                <a:moveTo>
                  <a:pt x="34" y="5"/>
                </a:moveTo>
                <a:lnTo>
                  <a:pt x="41" y="6"/>
                </a:lnTo>
                <a:lnTo>
                  <a:pt x="40" y="13"/>
                </a:lnTo>
                <a:lnTo>
                  <a:pt x="33" y="12"/>
                </a:lnTo>
                <a:lnTo>
                  <a:pt x="34" y="5"/>
                </a:lnTo>
                <a:moveTo>
                  <a:pt x="41" y="6"/>
                </a:moveTo>
                <a:lnTo>
                  <a:pt x="48" y="7"/>
                </a:lnTo>
                <a:lnTo>
                  <a:pt x="47" y="14"/>
                </a:lnTo>
                <a:lnTo>
                  <a:pt x="40" y="13"/>
                </a:lnTo>
                <a:lnTo>
                  <a:pt x="41" y="6"/>
                </a:lnTo>
                <a:moveTo>
                  <a:pt x="48" y="7"/>
                </a:moveTo>
                <a:lnTo>
                  <a:pt x="55" y="8"/>
                </a:lnTo>
                <a:lnTo>
                  <a:pt x="54" y="15"/>
                </a:lnTo>
                <a:lnTo>
                  <a:pt x="47" y="14"/>
                </a:lnTo>
                <a:lnTo>
                  <a:pt x="48" y="7"/>
                </a:lnTo>
                <a:moveTo>
                  <a:pt x="55" y="8"/>
                </a:moveTo>
                <a:lnTo>
                  <a:pt x="62" y="8"/>
                </a:lnTo>
                <a:lnTo>
                  <a:pt x="61" y="15"/>
                </a:lnTo>
                <a:lnTo>
                  <a:pt x="54" y="15"/>
                </a:lnTo>
                <a:lnTo>
                  <a:pt x="55" y="8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3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3"/>
                </a:lnTo>
                <a:lnTo>
                  <a:pt x="71" y="29"/>
                </a:lnTo>
                <a:lnTo>
                  <a:pt x="75" y="23"/>
                </a:lnTo>
                <a:lnTo>
                  <a:pt x="81" y="27"/>
                </a:lnTo>
                <a:moveTo>
                  <a:pt x="77" y="33"/>
                </a:moveTo>
                <a:lnTo>
                  <a:pt x="73" y="38"/>
                </a:lnTo>
                <a:lnTo>
                  <a:pt x="67" y="34"/>
                </a:lnTo>
                <a:lnTo>
                  <a:pt x="71" y="29"/>
                </a:lnTo>
                <a:lnTo>
                  <a:pt x="77" y="33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3"/>
                </a:lnTo>
                <a:lnTo>
                  <a:pt x="51" y="58"/>
                </a:lnTo>
                <a:lnTo>
                  <a:pt x="55" y="52"/>
                </a:lnTo>
                <a:lnTo>
                  <a:pt x="61" y="56"/>
                </a:lnTo>
                <a:moveTo>
                  <a:pt x="57" y="63"/>
                </a:moveTo>
                <a:lnTo>
                  <a:pt x="53" y="69"/>
                </a:lnTo>
                <a:lnTo>
                  <a:pt x="47" y="65"/>
                </a:lnTo>
                <a:lnTo>
                  <a:pt x="51" y="58"/>
                </a:lnTo>
                <a:lnTo>
                  <a:pt x="57" y="63"/>
                </a:lnTo>
                <a:moveTo>
                  <a:pt x="53" y="69"/>
                </a:moveTo>
                <a:lnTo>
                  <a:pt x="49" y="74"/>
                </a:lnTo>
                <a:lnTo>
                  <a:pt x="43" y="70"/>
                </a:lnTo>
                <a:lnTo>
                  <a:pt x="47" y="65"/>
                </a:lnTo>
                <a:lnTo>
                  <a:pt x="53" y="69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7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747440" y="265572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8"/>
                </a:moveTo>
                <a:lnTo>
                  <a:pt x="17941" y="782"/>
                </a:lnTo>
                <a:cubicBezTo>
                  <a:pt x="17794" y="865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1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1739160" y="2646360"/>
            <a:ext cx="26640" cy="27720"/>
          </a:xfrm>
          <a:custGeom>
            <a:avLst/>
            <a:gdLst/>
            <a:ahLst/>
            <a:rect l="0" t="0" r="r" b="b"/>
            <a:pathLst>
              <a:path w="74" h="77">
                <a:moveTo>
                  <a:pt x="19" y="77"/>
                </a:moveTo>
                <a:lnTo>
                  <a:pt x="0" y="0"/>
                </a:lnTo>
                <a:lnTo>
                  <a:pt x="74" y="30"/>
                </a:lnTo>
                <a:lnTo>
                  <a:pt x="19" y="7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1737000" y="264420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7"/>
                </a:moveTo>
                <a:lnTo>
                  <a:pt x="19" y="70"/>
                </a:lnTo>
                <a:lnTo>
                  <a:pt x="26" y="69"/>
                </a:lnTo>
                <a:lnTo>
                  <a:pt x="28" y="75"/>
                </a:lnTo>
                <a:lnTo>
                  <a:pt x="21" y="77"/>
                </a:lnTo>
                <a:moveTo>
                  <a:pt x="19" y="70"/>
                </a:moveTo>
                <a:lnTo>
                  <a:pt x="18" y="63"/>
                </a:lnTo>
                <a:lnTo>
                  <a:pt x="24" y="62"/>
                </a:lnTo>
                <a:lnTo>
                  <a:pt x="26" y="69"/>
                </a:lnTo>
                <a:lnTo>
                  <a:pt x="19" y="70"/>
                </a:lnTo>
                <a:moveTo>
                  <a:pt x="18" y="63"/>
                </a:moveTo>
                <a:lnTo>
                  <a:pt x="16" y="57"/>
                </a:lnTo>
                <a:lnTo>
                  <a:pt x="23" y="55"/>
                </a:lnTo>
                <a:lnTo>
                  <a:pt x="24" y="62"/>
                </a:lnTo>
                <a:lnTo>
                  <a:pt x="18" y="63"/>
                </a:lnTo>
                <a:moveTo>
                  <a:pt x="16" y="57"/>
                </a:moveTo>
                <a:lnTo>
                  <a:pt x="14" y="50"/>
                </a:lnTo>
                <a:lnTo>
                  <a:pt x="21" y="48"/>
                </a:lnTo>
                <a:lnTo>
                  <a:pt x="23" y="55"/>
                </a:lnTo>
                <a:lnTo>
                  <a:pt x="16" y="57"/>
                </a:lnTo>
                <a:moveTo>
                  <a:pt x="14" y="50"/>
                </a:moveTo>
                <a:lnTo>
                  <a:pt x="12" y="43"/>
                </a:lnTo>
                <a:lnTo>
                  <a:pt x="19" y="41"/>
                </a:lnTo>
                <a:lnTo>
                  <a:pt x="21" y="48"/>
                </a:lnTo>
                <a:lnTo>
                  <a:pt x="14" y="50"/>
                </a:lnTo>
                <a:moveTo>
                  <a:pt x="12" y="43"/>
                </a:moveTo>
                <a:lnTo>
                  <a:pt x="11" y="36"/>
                </a:lnTo>
                <a:lnTo>
                  <a:pt x="17" y="34"/>
                </a:lnTo>
                <a:lnTo>
                  <a:pt x="19" y="41"/>
                </a:lnTo>
                <a:lnTo>
                  <a:pt x="12" y="43"/>
                </a:lnTo>
                <a:moveTo>
                  <a:pt x="11" y="36"/>
                </a:moveTo>
                <a:lnTo>
                  <a:pt x="9" y="29"/>
                </a:lnTo>
                <a:lnTo>
                  <a:pt x="16" y="28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1"/>
                </a:lnTo>
                <a:lnTo>
                  <a:pt x="16" y="28"/>
                </a:lnTo>
                <a:lnTo>
                  <a:pt x="9" y="29"/>
                </a:lnTo>
                <a:moveTo>
                  <a:pt x="7" y="22"/>
                </a:moveTo>
                <a:lnTo>
                  <a:pt x="4" y="16"/>
                </a:lnTo>
                <a:lnTo>
                  <a:pt x="12" y="14"/>
                </a:lnTo>
                <a:lnTo>
                  <a:pt x="14" y="21"/>
                </a:lnTo>
                <a:lnTo>
                  <a:pt x="7" y="22"/>
                </a:lnTo>
                <a:moveTo>
                  <a:pt x="4" y="16"/>
                </a:moveTo>
                <a:lnTo>
                  <a:pt x="3" y="9"/>
                </a:lnTo>
                <a:lnTo>
                  <a:pt x="10" y="7"/>
                </a:lnTo>
                <a:lnTo>
                  <a:pt x="12" y="14"/>
                </a:lnTo>
                <a:lnTo>
                  <a:pt x="4" y="16"/>
                </a:lnTo>
                <a:moveTo>
                  <a:pt x="3" y="9"/>
                </a:moveTo>
                <a:lnTo>
                  <a:pt x="0" y="0"/>
                </a:lnTo>
                <a:lnTo>
                  <a:pt x="13" y="6"/>
                </a:lnTo>
                <a:lnTo>
                  <a:pt x="11" y="12"/>
                </a:lnTo>
                <a:lnTo>
                  <a:pt x="4" y="10"/>
                </a:lnTo>
                <a:lnTo>
                  <a:pt x="7" y="7"/>
                </a:lnTo>
                <a:lnTo>
                  <a:pt x="10" y="6"/>
                </a:lnTo>
                <a:lnTo>
                  <a:pt x="10" y="7"/>
                </a:lnTo>
                <a:lnTo>
                  <a:pt x="3" y="9"/>
                </a:lnTo>
                <a:moveTo>
                  <a:pt x="13" y="6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6"/>
                </a:lnTo>
                <a:moveTo>
                  <a:pt x="20" y="8"/>
                </a:moveTo>
                <a:lnTo>
                  <a:pt x="26" y="11"/>
                </a:lnTo>
                <a:lnTo>
                  <a:pt x="24" y="18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4"/>
                </a:lnTo>
                <a:lnTo>
                  <a:pt x="30" y="20"/>
                </a:lnTo>
                <a:lnTo>
                  <a:pt x="24" y="18"/>
                </a:lnTo>
                <a:lnTo>
                  <a:pt x="26" y="11"/>
                </a:lnTo>
                <a:moveTo>
                  <a:pt x="33" y="14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4"/>
                </a:lnTo>
                <a:moveTo>
                  <a:pt x="39" y="16"/>
                </a:moveTo>
                <a:lnTo>
                  <a:pt x="46" y="19"/>
                </a:lnTo>
                <a:lnTo>
                  <a:pt x="43" y="26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6"/>
                </a:lnTo>
                <a:lnTo>
                  <a:pt x="46" y="19"/>
                </a:lnTo>
                <a:moveTo>
                  <a:pt x="53" y="22"/>
                </a:moveTo>
                <a:lnTo>
                  <a:pt x="59" y="25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5"/>
                </a:moveTo>
                <a:lnTo>
                  <a:pt x="66" y="27"/>
                </a:lnTo>
                <a:lnTo>
                  <a:pt x="63" y="34"/>
                </a:lnTo>
                <a:lnTo>
                  <a:pt x="56" y="31"/>
                </a:lnTo>
                <a:lnTo>
                  <a:pt x="59" y="25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4"/>
                </a:lnTo>
                <a:lnTo>
                  <a:pt x="66" y="27"/>
                </a:lnTo>
                <a:moveTo>
                  <a:pt x="72" y="30"/>
                </a:moveTo>
                <a:lnTo>
                  <a:pt x="79" y="33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3"/>
                </a:moveTo>
                <a:lnTo>
                  <a:pt x="86" y="36"/>
                </a:lnTo>
                <a:lnTo>
                  <a:pt x="79" y="42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0"/>
                </a:lnTo>
                <a:lnTo>
                  <a:pt x="76" y="39"/>
                </a:lnTo>
                <a:lnTo>
                  <a:pt x="79" y="33"/>
                </a:lnTo>
                <a:moveTo>
                  <a:pt x="79" y="42"/>
                </a:moveTo>
                <a:lnTo>
                  <a:pt x="73" y="47"/>
                </a:lnTo>
                <a:lnTo>
                  <a:pt x="69" y="42"/>
                </a:lnTo>
                <a:lnTo>
                  <a:pt x="74" y="37"/>
                </a:lnTo>
                <a:lnTo>
                  <a:pt x="79" y="42"/>
                </a:lnTo>
                <a:moveTo>
                  <a:pt x="73" y="47"/>
                </a:moveTo>
                <a:lnTo>
                  <a:pt x="68" y="52"/>
                </a:lnTo>
                <a:lnTo>
                  <a:pt x="63" y="46"/>
                </a:lnTo>
                <a:lnTo>
                  <a:pt x="69" y="42"/>
                </a:lnTo>
                <a:lnTo>
                  <a:pt x="73" y="47"/>
                </a:lnTo>
                <a:moveTo>
                  <a:pt x="68" y="52"/>
                </a:moveTo>
                <a:lnTo>
                  <a:pt x="63" y="56"/>
                </a:lnTo>
                <a:lnTo>
                  <a:pt x="58" y="51"/>
                </a:lnTo>
                <a:lnTo>
                  <a:pt x="63" y="46"/>
                </a:lnTo>
                <a:lnTo>
                  <a:pt x="68" y="52"/>
                </a:lnTo>
                <a:moveTo>
                  <a:pt x="63" y="56"/>
                </a:moveTo>
                <a:lnTo>
                  <a:pt x="57" y="61"/>
                </a:lnTo>
                <a:lnTo>
                  <a:pt x="53" y="56"/>
                </a:lnTo>
                <a:lnTo>
                  <a:pt x="58" y="51"/>
                </a:lnTo>
                <a:lnTo>
                  <a:pt x="63" y="56"/>
                </a:lnTo>
                <a:moveTo>
                  <a:pt x="57" y="61"/>
                </a:moveTo>
                <a:lnTo>
                  <a:pt x="52" y="66"/>
                </a:lnTo>
                <a:lnTo>
                  <a:pt x="47" y="60"/>
                </a:lnTo>
                <a:lnTo>
                  <a:pt x="53" y="56"/>
                </a:lnTo>
                <a:lnTo>
                  <a:pt x="57" y="61"/>
                </a:lnTo>
                <a:moveTo>
                  <a:pt x="52" y="66"/>
                </a:moveTo>
                <a:lnTo>
                  <a:pt x="47" y="70"/>
                </a:lnTo>
                <a:lnTo>
                  <a:pt x="42" y="65"/>
                </a:lnTo>
                <a:lnTo>
                  <a:pt x="47" y="60"/>
                </a:lnTo>
                <a:lnTo>
                  <a:pt x="52" y="66"/>
                </a:lnTo>
                <a:moveTo>
                  <a:pt x="47" y="70"/>
                </a:moveTo>
                <a:lnTo>
                  <a:pt x="41" y="75"/>
                </a:lnTo>
                <a:lnTo>
                  <a:pt x="37" y="70"/>
                </a:lnTo>
                <a:lnTo>
                  <a:pt x="42" y="65"/>
                </a:lnTo>
                <a:lnTo>
                  <a:pt x="47" y="70"/>
                </a:lnTo>
                <a:moveTo>
                  <a:pt x="41" y="75"/>
                </a:moveTo>
                <a:lnTo>
                  <a:pt x="36" y="80"/>
                </a:lnTo>
                <a:lnTo>
                  <a:pt x="31" y="74"/>
                </a:lnTo>
                <a:lnTo>
                  <a:pt x="37" y="70"/>
                </a:lnTo>
                <a:lnTo>
                  <a:pt x="41" y="75"/>
                </a:lnTo>
                <a:moveTo>
                  <a:pt x="36" y="80"/>
                </a:moveTo>
                <a:lnTo>
                  <a:pt x="30" y="84"/>
                </a:lnTo>
                <a:lnTo>
                  <a:pt x="26" y="79"/>
                </a:lnTo>
                <a:lnTo>
                  <a:pt x="31" y="74"/>
                </a:lnTo>
                <a:lnTo>
                  <a:pt x="36" y="80"/>
                </a:lnTo>
                <a:moveTo>
                  <a:pt x="30" y="84"/>
                </a:moveTo>
                <a:lnTo>
                  <a:pt x="24" y="90"/>
                </a:lnTo>
                <a:lnTo>
                  <a:pt x="21" y="77"/>
                </a:lnTo>
                <a:lnTo>
                  <a:pt x="28" y="75"/>
                </a:lnTo>
                <a:lnTo>
                  <a:pt x="30" y="82"/>
                </a:lnTo>
                <a:lnTo>
                  <a:pt x="26" y="83"/>
                </a:lnTo>
                <a:lnTo>
                  <a:pt x="24" y="80"/>
                </a:lnTo>
                <a:lnTo>
                  <a:pt x="26" y="79"/>
                </a:lnTo>
                <a:lnTo>
                  <a:pt x="30" y="8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39920" y="124380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858240" y="242136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2018520" y="235224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227040" y="191052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3386880" y="205056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2030400" y="273636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990000" y="256104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4422240" y="198036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5788080" y="191052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6836040" y="191052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5711040" y="220644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5740920" y="250704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862320" y="257688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124240" y="278640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7370640" y="228132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7862400" y="271980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5749920" y="295488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5049360" y="305640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506520" y="249120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436040" y="245304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461240" y="252936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592000" y="234504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487600" y="242136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593440" y="249768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897000" y="197424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989880" y="20505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5079960" y="197424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987080" y="205056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6275160" y="187236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6185880" y="194868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  <a:lnTo>
                  <a:pt x="0" y="13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7354800" y="191052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226200" y="243072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121440" y="250704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7351200" y="268164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7245360" y="275796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5067360" y="246888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5015880" y="254520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8387640" y="271332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56840" y="3257280"/>
            <a:ext cx="7915680" cy="752760"/>
          </a:xfrm>
          <a:custGeom>
            <a:avLst/>
            <a:gdLst/>
            <a:ahLst/>
            <a:rect l="0" t="0" r="r" b="b"/>
            <a:pathLst>
              <a:path w="21988" h="2091">
                <a:moveTo>
                  <a:pt x="0" y="0"/>
                </a:moveTo>
                <a:lnTo>
                  <a:pt x="21988" y="0"/>
                </a:lnTo>
                <a:lnTo>
                  <a:pt x="2198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56840" y="32572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456840" y="40003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8362800" y="32572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456840" y="32572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8195400" y="278964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34320" y="347328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34320" y="367308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86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2168640" y="91404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1"/>
                  <a:pt x="2927" y="666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7320" y="158004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184"/>
                </a:moveTo>
                <a:lnTo>
                  <a:pt x="238" y="193"/>
                </a:lnTo>
                <a:lnTo>
                  <a:pt x="150" y="0"/>
                </a:lnTo>
                <a:lnTo>
                  <a:pt x="0" y="18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29760" y="157284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3" y="194"/>
                </a:moveTo>
                <a:lnTo>
                  <a:pt x="64" y="194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4"/>
                </a:moveTo>
                <a:lnTo>
                  <a:pt x="85" y="195"/>
                </a:lnTo>
                <a:lnTo>
                  <a:pt x="84" y="217"/>
                </a:lnTo>
                <a:lnTo>
                  <a:pt x="63" y="217"/>
                </a:lnTo>
                <a:lnTo>
                  <a:pt x="64" y="194"/>
                </a:lnTo>
                <a:moveTo>
                  <a:pt x="85" y="195"/>
                </a:moveTo>
                <a:lnTo>
                  <a:pt x="106" y="196"/>
                </a:lnTo>
                <a:lnTo>
                  <a:pt x="106" y="218"/>
                </a:lnTo>
                <a:lnTo>
                  <a:pt x="84" y="217"/>
                </a:lnTo>
                <a:lnTo>
                  <a:pt x="85" y="195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8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1" y="199"/>
                </a:lnTo>
                <a:lnTo>
                  <a:pt x="190" y="221"/>
                </a:lnTo>
                <a:lnTo>
                  <a:pt x="169" y="221"/>
                </a:lnTo>
                <a:lnTo>
                  <a:pt x="170" y="198"/>
                </a:lnTo>
                <a:moveTo>
                  <a:pt x="191" y="199"/>
                </a:moveTo>
                <a:lnTo>
                  <a:pt x="212" y="200"/>
                </a:lnTo>
                <a:lnTo>
                  <a:pt x="211" y="222"/>
                </a:lnTo>
                <a:lnTo>
                  <a:pt x="190" y="221"/>
                </a:lnTo>
                <a:lnTo>
                  <a:pt x="191" y="199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2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3"/>
                </a:lnTo>
                <a:lnTo>
                  <a:pt x="248" y="218"/>
                </a:lnTo>
                <a:lnTo>
                  <a:pt x="241" y="201"/>
                </a:lnTo>
                <a:lnTo>
                  <a:pt x="261" y="192"/>
                </a:lnTo>
                <a:lnTo>
                  <a:pt x="276" y="224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2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2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2"/>
                </a:moveTo>
                <a:lnTo>
                  <a:pt x="215" y="143"/>
                </a:lnTo>
                <a:lnTo>
                  <a:pt x="234" y="134"/>
                </a:lnTo>
                <a:lnTo>
                  <a:pt x="243" y="154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4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7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0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4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4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4" y="56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5"/>
                </a:lnTo>
                <a:lnTo>
                  <a:pt x="98" y="92"/>
                </a:lnTo>
                <a:lnTo>
                  <a:pt x="111" y="76"/>
                </a:lnTo>
                <a:lnTo>
                  <a:pt x="128" y="89"/>
                </a:lnTo>
                <a:moveTo>
                  <a:pt x="114" y="105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4" y="105"/>
                </a:lnTo>
                <a:moveTo>
                  <a:pt x="101" y="122"/>
                </a:moveTo>
                <a:lnTo>
                  <a:pt x="88" y="138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8"/>
                </a:moveTo>
                <a:lnTo>
                  <a:pt x="74" y="155"/>
                </a:lnTo>
                <a:lnTo>
                  <a:pt x="58" y="141"/>
                </a:lnTo>
                <a:lnTo>
                  <a:pt x="71" y="125"/>
                </a:lnTo>
                <a:lnTo>
                  <a:pt x="88" y="138"/>
                </a:lnTo>
                <a:moveTo>
                  <a:pt x="74" y="155"/>
                </a:moveTo>
                <a:lnTo>
                  <a:pt x="61" y="171"/>
                </a:lnTo>
                <a:lnTo>
                  <a:pt x="45" y="158"/>
                </a:lnTo>
                <a:lnTo>
                  <a:pt x="58" y="141"/>
                </a:lnTo>
                <a:lnTo>
                  <a:pt x="74" y="155"/>
                </a:lnTo>
                <a:moveTo>
                  <a:pt x="61" y="171"/>
                </a:moveTo>
                <a:lnTo>
                  <a:pt x="48" y="188"/>
                </a:lnTo>
                <a:lnTo>
                  <a:pt x="31" y="174"/>
                </a:lnTo>
                <a:lnTo>
                  <a:pt x="45" y="158"/>
                </a:lnTo>
                <a:lnTo>
                  <a:pt x="61" y="171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4"/>
                </a:lnTo>
                <a:lnTo>
                  <a:pt x="48" y="188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4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4974840" y="8762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970880" y="870120"/>
            <a:ext cx="88920" cy="88560"/>
          </a:xfrm>
          <a:custGeom>
            <a:avLst/>
            <a:gdLst/>
            <a:ahLst/>
            <a:rect l="0" t="0" r="r" b="b"/>
            <a:pathLst>
              <a:path w="247" h="246">
                <a:moveTo>
                  <a:pt x="34" y="17"/>
                </a:moveTo>
                <a:lnTo>
                  <a:pt x="54" y="26"/>
                </a:lnTo>
                <a:lnTo>
                  <a:pt x="45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5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3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3"/>
                </a:lnTo>
                <a:lnTo>
                  <a:pt x="111" y="55"/>
                </a:lnTo>
                <a:moveTo>
                  <a:pt x="130" y="64"/>
                </a:moveTo>
                <a:lnTo>
                  <a:pt x="149" y="73"/>
                </a:lnTo>
                <a:lnTo>
                  <a:pt x="139" y="92"/>
                </a:lnTo>
                <a:lnTo>
                  <a:pt x="120" y="83"/>
                </a:lnTo>
                <a:lnTo>
                  <a:pt x="130" y="64"/>
                </a:lnTo>
                <a:moveTo>
                  <a:pt x="149" y="73"/>
                </a:moveTo>
                <a:lnTo>
                  <a:pt x="168" y="83"/>
                </a:lnTo>
                <a:lnTo>
                  <a:pt x="158" y="102"/>
                </a:lnTo>
                <a:lnTo>
                  <a:pt x="139" y="92"/>
                </a:lnTo>
                <a:lnTo>
                  <a:pt x="149" y="73"/>
                </a:lnTo>
                <a:moveTo>
                  <a:pt x="168" y="83"/>
                </a:moveTo>
                <a:lnTo>
                  <a:pt x="187" y="92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2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2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2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2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60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49"/>
                </a:lnTo>
                <a:lnTo>
                  <a:pt x="165" y="140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49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6"/>
                </a:lnTo>
                <a:lnTo>
                  <a:pt x="52" y="198"/>
                </a:lnTo>
                <a:lnTo>
                  <a:pt x="70" y="188"/>
                </a:lnTo>
                <a:lnTo>
                  <a:pt x="80" y="207"/>
                </a:lnTo>
                <a:moveTo>
                  <a:pt x="61" y="216"/>
                </a:moveTo>
                <a:lnTo>
                  <a:pt x="42" y="226"/>
                </a:lnTo>
                <a:lnTo>
                  <a:pt x="32" y="207"/>
                </a:lnTo>
                <a:lnTo>
                  <a:pt x="52" y="198"/>
                </a:lnTo>
                <a:lnTo>
                  <a:pt x="61" y="216"/>
                </a:lnTo>
                <a:moveTo>
                  <a:pt x="42" y="226"/>
                </a:moveTo>
                <a:lnTo>
                  <a:pt x="22" y="235"/>
                </a:lnTo>
                <a:lnTo>
                  <a:pt x="13" y="216"/>
                </a:lnTo>
                <a:lnTo>
                  <a:pt x="32" y="207"/>
                </a:lnTo>
                <a:lnTo>
                  <a:pt x="42" y="226"/>
                </a:lnTo>
                <a:moveTo>
                  <a:pt x="22" y="235"/>
                </a:moveTo>
                <a:lnTo>
                  <a:pt x="0" y="246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5"/>
                </a:lnTo>
                <a:lnTo>
                  <a:pt x="21" y="45"/>
                </a:lnTo>
                <a:lnTo>
                  <a:pt x="21" y="67"/>
                </a:lnTo>
                <a:lnTo>
                  <a:pt x="0" y="67"/>
                </a:lnTo>
                <a:moveTo>
                  <a:pt x="0" y="45"/>
                </a:moveTo>
                <a:lnTo>
                  <a:pt x="0" y="24"/>
                </a:lnTo>
                <a:lnTo>
                  <a:pt x="21" y="24"/>
                </a:lnTo>
                <a:lnTo>
                  <a:pt x="21" y="45"/>
                </a:lnTo>
                <a:lnTo>
                  <a:pt x="0" y="45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639880" y="190476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60568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59704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3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3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3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3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3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1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5"/>
                </a:lnTo>
                <a:lnTo>
                  <a:pt x="247" y="85"/>
                </a:lnTo>
                <a:lnTo>
                  <a:pt x="247" y="107"/>
                </a:lnTo>
                <a:lnTo>
                  <a:pt x="226" y="107"/>
                </a:lnTo>
                <a:moveTo>
                  <a:pt x="226" y="85"/>
                </a:moveTo>
                <a:lnTo>
                  <a:pt x="226" y="63"/>
                </a:lnTo>
                <a:lnTo>
                  <a:pt x="247" y="63"/>
                </a:lnTo>
                <a:lnTo>
                  <a:pt x="247" y="85"/>
                </a:lnTo>
                <a:lnTo>
                  <a:pt x="226" y="85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5"/>
                </a:lnTo>
                <a:lnTo>
                  <a:pt x="216" y="16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5"/>
                </a:moveTo>
                <a:lnTo>
                  <a:pt x="207" y="44"/>
                </a:lnTo>
                <a:lnTo>
                  <a:pt x="197" y="25"/>
                </a:lnTo>
                <a:lnTo>
                  <a:pt x="216" y="16"/>
                </a:lnTo>
                <a:lnTo>
                  <a:pt x="226" y="35"/>
                </a:lnTo>
                <a:moveTo>
                  <a:pt x="207" y="44"/>
                </a:moveTo>
                <a:lnTo>
                  <a:pt x="188" y="53"/>
                </a:lnTo>
                <a:lnTo>
                  <a:pt x="178" y="35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5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2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2"/>
                </a:moveTo>
                <a:lnTo>
                  <a:pt x="74" y="111"/>
                </a:lnTo>
                <a:lnTo>
                  <a:pt x="65" y="91"/>
                </a:lnTo>
                <a:lnTo>
                  <a:pt x="84" y="82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1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82112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481716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4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3"/>
                </a:lnTo>
                <a:lnTo>
                  <a:pt x="157" y="104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4"/>
                </a:lnTo>
                <a:lnTo>
                  <a:pt x="195" y="122"/>
                </a:lnTo>
                <a:lnTo>
                  <a:pt x="176" y="113"/>
                </a:lnTo>
                <a:lnTo>
                  <a:pt x="186" y="93"/>
                </a:lnTo>
                <a:moveTo>
                  <a:pt x="205" y="104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8"/>
                </a:lnTo>
                <a:lnTo>
                  <a:pt x="21" y="88"/>
                </a:lnTo>
                <a:lnTo>
                  <a:pt x="21" y="111"/>
                </a:lnTo>
                <a:lnTo>
                  <a:pt x="0" y="111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68640" y="2177640"/>
            <a:ext cx="2707200" cy="718200"/>
          </a:xfrm>
          <a:custGeom>
            <a:avLst/>
            <a:gdLst/>
            <a:ahLst/>
            <a:rect l="0" t="0" r="r" b="b"/>
            <a:pathLst>
              <a:path fill="none" w="7520" h="1995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181" y="1663"/>
                </a:cubicBezTo>
                <a:cubicBezTo>
                  <a:pt x="5435" y="1995"/>
                  <a:pt x="6477" y="1995"/>
                  <a:pt x="6999" y="1995"/>
                </a:cubicBezTo>
                <a:lnTo>
                  <a:pt x="7520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7320" y="21603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29760" y="21564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5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7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4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1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837320" y="28573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833720" y="2851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3" y="46"/>
                </a:lnTo>
                <a:lnTo>
                  <a:pt x="24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2" y="56"/>
                </a:lnTo>
                <a:lnTo>
                  <a:pt x="43" y="46"/>
                </a:lnTo>
                <a:lnTo>
                  <a:pt x="53" y="26"/>
                </a:lnTo>
                <a:moveTo>
                  <a:pt x="72" y="36"/>
                </a:moveTo>
                <a:lnTo>
                  <a:pt x="91" y="46"/>
                </a:lnTo>
                <a:lnTo>
                  <a:pt x="81" y="65"/>
                </a:lnTo>
                <a:lnTo>
                  <a:pt x="62" y="56"/>
                </a:lnTo>
                <a:lnTo>
                  <a:pt x="72" y="36"/>
                </a:lnTo>
                <a:moveTo>
                  <a:pt x="91" y="46"/>
                </a:moveTo>
                <a:lnTo>
                  <a:pt x="110" y="56"/>
                </a:lnTo>
                <a:lnTo>
                  <a:pt x="100" y="75"/>
                </a:lnTo>
                <a:lnTo>
                  <a:pt x="81" y="65"/>
                </a:lnTo>
                <a:lnTo>
                  <a:pt x="91" y="46"/>
                </a:lnTo>
                <a:moveTo>
                  <a:pt x="110" y="56"/>
                </a:moveTo>
                <a:lnTo>
                  <a:pt x="129" y="65"/>
                </a:lnTo>
                <a:lnTo>
                  <a:pt x="119" y="84"/>
                </a:lnTo>
                <a:lnTo>
                  <a:pt x="100" y="75"/>
                </a:lnTo>
                <a:lnTo>
                  <a:pt x="110" y="56"/>
                </a:lnTo>
                <a:moveTo>
                  <a:pt x="129" y="65"/>
                </a:moveTo>
                <a:lnTo>
                  <a:pt x="147" y="75"/>
                </a:lnTo>
                <a:lnTo>
                  <a:pt x="138" y="94"/>
                </a:lnTo>
                <a:lnTo>
                  <a:pt x="119" y="84"/>
                </a:lnTo>
                <a:lnTo>
                  <a:pt x="129" y="65"/>
                </a:lnTo>
                <a:moveTo>
                  <a:pt x="147" y="75"/>
                </a:moveTo>
                <a:lnTo>
                  <a:pt x="166" y="84"/>
                </a:lnTo>
                <a:lnTo>
                  <a:pt x="157" y="103"/>
                </a:lnTo>
                <a:lnTo>
                  <a:pt x="138" y="94"/>
                </a:lnTo>
                <a:lnTo>
                  <a:pt x="147" y="75"/>
                </a:lnTo>
                <a:moveTo>
                  <a:pt x="166" y="84"/>
                </a:moveTo>
                <a:lnTo>
                  <a:pt x="186" y="94"/>
                </a:lnTo>
                <a:lnTo>
                  <a:pt x="177" y="113"/>
                </a:lnTo>
                <a:lnTo>
                  <a:pt x="157" y="103"/>
                </a:lnTo>
                <a:lnTo>
                  <a:pt x="166" y="84"/>
                </a:lnTo>
                <a:moveTo>
                  <a:pt x="186" y="94"/>
                </a:moveTo>
                <a:lnTo>
                  <a:pt x="205" y="103"/>
                </a:lnTo>
                <a:lnTo>
                  <a:pt x="196" y="122"/>
                </a:lnTo>
                <a:lnTo>
                  <a:pt x="177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5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4" y="169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4" y="169"/>
                </a:moveTo>
                <a:lnTo>
                  <a:pt x="135" y="179"/>
                </a:lnTo>
                <a:lnTo>
                  <a:pt x="126" y="160"/>
                </a:lnTo>
                <a:lnTo>
                  <a:pt x="145" y="151"/>
                </a:lnTo>
                <a:lnTo>
                  <a:pt x="154" y="169"/>
                </a:lnTo>
                <a:moveTo>
                  <a:pt x="135" y="179"/>
                </a:moveTo>
                <a:lnTo>
                  <a:pt x="116" y="188"/>
                </a:lnTo>
                <a:lnTo>
                  <a:pt x="107" y="169"/>
                </a:lnTo>
                <a:lnTo>
                  <a:pt x="126" y="160"/>
                </a:lnTo>
                <a:lnTo>
                  <a:pt x="135" y="179"/>
                </a:lnTo>
                <a:moveTo>
                  <a:pt x="116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6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0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1" y="207"/>
                </a:lnTo>
                <a:lnTo>
                  <a:pt x="50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2" y="217"/>
                </a:lnTo>
                <a:lnTo>
                  <a:pt x="31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5"/>
                </a:lnTo>
                <a:lnTo>
                  <a:pt x="21" y="25"/>
                </a:lnTo>
                <a:lnTo>
                  <a:pt x="21" y="47"/>
                </a:lnTo>
                <a:lnTo>
                  <a:pt x="0" y="47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4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439920" y="43560"/>
            <a:ext cx="453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Precies daar werkt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2951280" y="820440"/>
            <a:ext cx="1598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2840040" y="181116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3344400" y="2801880"/>
            <a:ext cx="814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819000" y="181116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5337000" y="82044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5182920" y="181116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456840" y="3352680"/>
            <a:ext cx="3848760" cy="1857600"/>
          </a:xfrm>
          <a:custGeom>
            <a:avLst/>
            <a:gdLst/>
            <a:ahLst/>
            <a:rect l="0" t="0" r="r" b="b"/>
            <a:pathLst>
              <a:path w="10691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7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7" y="36"/>
                </a:cubicBezTo>
                <a:cubicBezTo>
                  <a:pt x="10608" y="43"/>
                  <a:pt x="10619" y="52"/>
                  <a:pt x="10629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3" y="105"/>
                  <a:pt x="10669" y="118"/>
                  <a:pt x="10675" y="130"/>
                </a:cubicBezTo>
                <a:cubicBezTo>
                  <a:pt x="10680" y="143"/>
                  <a:pt x="10684" y="157"/>
                  <a:pt x="10687" y="170"/>
                </a:cubicBezTo>
                <a:cubicBezTo>
                  <a:pt x="10689" y="184"/>
                  <a:pt x="10691" y="198"/>
                  <a:pt x="10691" y="211"/>
                </a:cubicBezTo>
                <a:lnTo>
                  <a:pt x="10691" y="4949"/>
                </a:lnTo>
                <a:cubicBezTo>
                  <a:pt x="10691" y="4962"/>
                  <a:pt x="10689" y="4976"/>
                  <a:pt x="10687" y="4990"/>
                </a:cubicBezTo>
                <a:cubicBezTo>
                  <a:pt x="10684" y="5003"/>
                  <a:pt x="10680" y="5017"/>
                  <a:pt x="10675" y="5030"/>
                </a:cubicBezTo>
                <a:cubicBezTo>
                  <a:pt x="10669" y="5042"/>
                  <a:pt x="10663" y="5055"/>
                  <a:pt x="10655" y="5066"/>
                </a:cubicBezTo>
                <a:cubicBezTo>
                  <a:pt x="10647" y="5078"/>
                  <a:pt x="10638" y="5088"/>
                  <a:pt x="10629" y="5098"/>
                </a:cubicBezTo>
                <a:cubicBezTo>
                  <a:pt x="10619" y="5108"/>
                  <a:pt x="10608" y="5117"/>
                  <a:pt x="10597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7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5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5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3" y="5088"/>
                  <a:pt x="44" y="5078"/>
                  <a:pt x="36" y="5066"/>
                </a:cubicBezTo>
                <a:cubicBezTo>
                  <a:pt x="28" y="5055"/>
                  <a:pt x="22" y="5042"/>
                  <a:pt x="17" y="5030"/>
                </a:cubicBezTo>
                <a:cubicBezTo>
                  <a:pt x="11" y="5017"/>
                  <a:pt x="7" y="5003"/>
                  <a:pt x="5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5199480" y="280188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624960" y="3675960"/>
            <a:ext cx="1270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Waar AI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624960" y="4056840"/>
            <a:ext cx="3885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Koppelen wordt goedkoper. Een model leest een schema,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624960" y="4285440"/>
            <a:ext cx="3611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schrijft een adapter, en vertaalt tussen formaten.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524120" y="3352680"/>
            <a:ext cx="3848400" cy="1857600"/>
          </a:xfrm>
          <a:custGeom>
            <a:avLst/>
            <a:gdLst/>
            <a:ahLst/>
            <a:rect l="0" t="0" r="r" b="b"/>
            <a:pathLst>
              <a:path w="10690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6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6" y="36"/>
                </a:cubicBezTo>
                <a:cubicBezTo>
                  <a:pt x="10608" y="43"/>
                  <a:pt x="10619" y="52"/>
                  <a:pt x="10628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2" y="105"/>
                  <a:pt x="10669" y="118"/>
                  <a:pt x="10674" y="130"/>
                </a:cubicBezTo>
                <a:cubicBezTo>
                  <a:pt x="10680" y="143"/>
                  <a:pt x="10684" y="157"/>
                  <a:pt x="10686" y="170"/>
                </a:cubicBezTo>
                <a:cubicBezTo>
                  <a:pt x="10689" y="184"/>
                  <a:pt x="10690" y="198"/>
                  <a:pt x="10690" y="211"/>
                </a:cubicBezTo>
                <a:lnTo>
                  <a:pt x="10690" y="4949"/>
                </a:lnTo>
                <a:cubicBezTo>
                  <a:pt x="10690" y="4962"/>
                  <a:pt x="10689" y="4976"/>
                  <a:pt x="10686" y="4990"/>
                </a:cubicBezTo>
                <a:cubicBezTo>
                  <a:pt x="10684" y="5003"/>
                  <a:pt x="10680" y="5017"/>
                  <a:pt x="10674" y="5030"/>
                </a:cubicBezTo>
                <a:cubicBezTo>
                  <a:pt x="10669" y="5042"/>
                  <a:pt x="10662" y="5055"/>
                  <a:pt x="10655" y="5066"/>
                </a:cubicBezTo>
                <a:cubicBezTo>
                  <a:pt x="10647" y="5078"/>
                  <a:pt x="10638" y="5088"/>
                  <a:pt x="10628" y="5098"/>
                </a:cubicBezTo>
                <a:cubicBezTo>
                  <a:pt x="10619" y="5108"/>
                  <a:pt x="10608" y="5117"/>
                  <a:pt x="10596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6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4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4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2" y="5088"/>
                  <a:pt x="44" y="5078"/>
                  <a:pt x="36" y="5066"/>
                </a:cubicBezTo>
                <a:cubicBezTo>
                  <a:pt x="28" y="5055"/>
                  <a:pt x="22" y="5042"/>
                  <a:pt x="16" y="5030"/>
                </a:cubicBezTo>
                <a:cubicBezTo>
                  <a:pt x="11" y="5017"/>
                  <a:pt x="7" y="5003"/>
                  <a:pt x="4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24960" y="4514040"/>
            <a:ext cx="3607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bouwwerk eromheen wordt sneller gemaakt dan ooit.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689000" y="3675960"/>
            <a:ext cx="1614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e8912b"/>
                </a:solidFill>
                <a:latin typeface="Arial"/>
                <a:ea typeface="Arial"/>
              </a:rPr>
              <a:t>Waar AI niet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689000" y="4056840"/>
            <a:ext cx="396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Beleid, afspraken, semantiek en duiding. Wat een systeem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689000" y="4285440"/>
            <a:ext cx="3667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 twee verschillende werelden bedoelt met hetzelfde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4689000" y="4514040"/>
            <a:ext cx="392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woord, is geen taalvraag maar een bestuurlijke. Wat er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689000" y="4742640"/>
            <a:ext cx="261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is, zijn slimme taalmodellen, geen AGI.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3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0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9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95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