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14480" y="2532960"/>
            <a:ext cx="62658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Veertig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457280"/>
            <a:ext cx="7553520" cy="686160"/>
          </a:xfrm>
          <a:custGeom>
            <a:avLst/>
            <a:gdLst/>
            <a:ahLst/>
            <a:rect l="0" t="0" r="r" b="b"/>
            <a:pathLst>
              <a:path w="20982" h="1906">
                <a:moveTo>
                  <a:pt x="0" y="1694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6"/>
                  <a:pt x="20839" y="10"/>
                  <a:pt x="20852" y="16"/>
                </a:cubicBezTo>
                <a:cubicBezTo>
                  <a:pt x="20865" y="21"/>
                  <a:pt x="20877" y="28"/>
                  <a:pt x="20888" y="35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1"/>
                  <a:pt x="20939" y="82"/>
                  <a:pt x="20947" y="94"/>
                </a:cubicBezTo>
                <a:cubicBezTo>
                  <a:pt x="20954" y="105"/>
                  <a:pt x="20961" y="117"/>
                  <a:pt x="20966" y="130"/>
                </a:cubicBezTo>
                <a:cubicBezTo>
                  <a:pt x="20972" y="143"/>
                  <a:pt x="20976" y="156"/>
                  <a:pt x="20978" y="170"/>
                </a:cubicBezTo>
                <a:cubicBezTo>
                  <a:pt x="20981" y="184"/>
                  <a:pt x="20982" y="197"/>
                  <a:pt x="20982" y="211"/>
                </a:cubicBezTo>
                <a:lnTo>
                  <a:pt x="20982" y="1694"/>
                </a:lnTo>
                <a:cubicBezTo>
                  <a:pt x="20982" y="1708"/>
                  <a:pt x="20981" y="1722"/>
                  <a:pt x="20978" y="1735"/>
                </a:cubicBezTo>
                <a:cubicBezTo>
                  <a:pt x="20976" y="1749"/>
                  <a:pt x="20972" y="1762"/>
                  <a:pt x="20966" y="1775"/>
                </a:cubicBezTo>
                <a:cubicBezTo>
                  <a:pt x="20961" y="1788"/>
                  <a:pt x="20954" y="1800"/>
                  <a:pt x="20947" y="1812"/>
                </a:cubicBezTo>
                <a:cubicBezTo>
                  <a:pt x="20939" y="1823"/>
                  <a:pt x="20930" y="1834"/>
                  <a:pt x="20920" y="1844"/>
                </a:cubicBezTo>
                <a:cubicBezTo>
                  <a:pt x="20911" y="1853"/>
                  <a:pt x="20900" y="1862"/>
                  <a:pt x="20888" y="1870"/>
                </a:cubicBezTo>
                <a:cubicBezTo>
                  <a:pt x="20877" y="1878"/>
                  <a:pt x="20865" y="1884"/>
                  <a:pt x="20852" y="1890"/>
                </a:cubicBezTo>
                <a:cubicBezTo>
                  <a:pt x="20839" y="1895"/>
                  <a:pt x="20826" y="1899"/>
                  <a:pt x="20812" y="1902"/>
                </a:cubicBezTo>
                <a:cubicBezTo>
                  <a:pt x="20798" y="1904"/>
                  <a:pt x="20785" y="1906"/>
                  <a:pt x="20771" y="1906"/>
                </a:cubicBezTo>
                <a:lnTo>
                  <a:pt x="132" y="1906"/>
                </a:lnTo>
                <a:cubicBezTo>
                  <a:pt x="123" y="1906"/>
                  <a:pt x="115" y="1904"/>
                  <a:pt x="106" y="1902"/>
                </a:cubicBezTo>
                <a:cubicBezTo>
                  <a:pt x="98" y="1899"/>
                  <a:pt x="90" y="1895"/>
                  <a:pt x="82" y="1890"/>
                </a:cubicBezTo>
                <a:cubicBezTo>
                  <a:pt x="74" y="1884"/>
                  <a:pt x="66" y="1878"/>
                  <a:pt x="59" y="1870"/>
                </a:cubicBezTo>
                <a:cubicBezTo>
                  <a:pt x="51" y="1862"/>
                  <a:pt x="45" y="1853"/>
                  <a:pt x="39" y="1844"/>
                </a:cubicBezTo>
                <a:cubicBezTo>
                  <a:pt x="32" y="1834"/>
                  <a:pt x="27" y="1823"/>
                  <a:pt x="22" y="1812"/>
                </a:cubicBezTo>
                <a:cubicBezTo>
                  <a:pt x="17" y="1800"/>
                  <a:pt x="13" y="1788"/>
                  <a:pt x="10" y="1775"/>
                </a:cubicBezTo>
                <a:cubicBezTo>
                  <a:pt x="7" y="1762"/>
                  <a:pt x="4" y="1749"/>
                  <a:pt x="2" y="1735"/>
                </a:cubicBezTo>
                <a:cubicBezTo>
                  <a:pt x="1" y="1722"/>
                  <a:pt x="0" y="1708"/>
                  <a:pt x="0" y="1694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457280"/>
            <a:ext cx="7582320" cy="686160"/>
          </a:xfrm>
          <a:custGeom>
            <a:avLst/>
            <a:gdLst/>
            <a:ahLst/>
            <a:rect l="0" t="0" r="r" b="b"/>
            <a:pathLst>
              <a:path w="21062" h="1906">
                <a:moveTo>
                  <a:pt x="0" y="0"/>
                </a:moveTo>
                <a:lnTo>
                  <a:pt x="21062" y="0"/>
                </a:lnTo>
                <a:lnTo>
                  <a:pt x="21062" y="1906"/>
                </a:lnTo>
                <a:lnTo>
                  <a:pt x="0" y="19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7963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96960" y="1589400"/>
            <a:ext cx="80366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Ja, er rijdt een stoomtrein. Wij bouwen de rails, waar de hogesnelheidstrein en de magneettrein ook op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219040"/>
            <a:ext cx="7553520" cy="695880"/>
          </a:xfrm>
          <a:custGeom>
            <a:avLst/>
            <a:gdLst/>
            <a:ahLst/>
            <a:rect l="0" t="0" r="r" b="b"/>
            <a:pathLst>
              <a:path w="20982" h="1933">
                <a:moveTo>
                  <a:pt x="0" y="17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4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1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721"/>
                </a:lnTo>
                <a:cubicBezTo>
                  <a:pt x="20982" y="1735"/>
                  <a:pt x="20981" y="1749"/>
                  <a:pt x="20978" y="1762"/>
                </a:cubicBezTo>
                <a:cubicBezTo>
                  <a:pt x="20976" y="1776"/>
                  <a:pt x="20972" y="1789"/>
                  <a:pt x="20966" y="1802"/>
                </a:cubicBezTo>
                <a:cubicBezTo>
                  <a:pt x="20961" y="1815"/>
                  <a:pt x="20954" y="1827"/>
                  <a:pt x="20947" y="1839"/>
                </a:cubicBezTo>
                <a:cubicBezTo>
                  <a:pt x="20939" y="1850"/>
                  <a:pt x="20930" y="1861"/>
                  <a:pt x="20920" y="1871"/>
                </a:cubicBezTo>
                <a:cubicBezTo>
                  <a:pt x="20911" y="1881"/>
                  <a:pt x="20900" y="1889"/>
                  <a:pt x="20888" y="1897"/>
                </a:cubicBezTo>
                <a:cubicBezTo>
                  <a:pt x="20877" y="1905"/>
                  <a:pt x="20865" y="1911"/>
                  <a:pt x="20852" y="1917"/>
                </a:cubicBezTo>
                <a:cubicBezTo>
                  <a:pt x="20839" y="1922"/>
                  <a:pt x="20826" y="1926"/>
                  <a:pt x="20812" y="1929"/>
                </a:cubicBezTo>
                <a:cubicBezTo>
                  <a:pt x="20798" y="1931"/>
                  <a:pt x="20785" y="1933"/>
                  <a:pt x="20771" y="1933"/>
                </a:cubicBezTo>
                <a:lnTo>
                  <a:pt x="132" y="1933"/>
                </a:lnTo>
                <a:cubicBezTo>
                  <a:pt x="123" y="1933"/>
                  <a:pt x="115" y="1931"/>
                  <a:pt x="106" y="1929"/>
                </a:cubicBezTo>
                <a:cubicBezTo>
                  <a:pt x="98" y="1926"/>
                  <a:pt x="90" y="1922"/>
                  <a:pt x="82" y="1917"/>
                </a:cubicBezTo>
                <a:cubicBezTo>
                  <a:pt x="74" y="1911"/>
                  <a:pt x="66" y="1905"/>
                  <a:pt x="59" y="1897"/>
                </a:cubicBezTo>
                <a:cubicBezTo>
                  <a:pt x="51" y="1889"/>
                  <a:pt x="45" y="1881"/>
                  <a:pt x="39" y="1871"/>
                </a:cubicBezTo>
                <a:cubicBezTo>
                  <a:pt x="32" y="1861"/>
                  <a:pt x="27" y="1850"/>
                  <a:pt x="22" y="1839"/>
                </a:cubicBezTo>
                <a:cubicBezTo>
                  <a:pt x="17" y="1827"/>
                  <a:pt x="13" y="1815"/>
                  <a:pt x="10" y="1802"/>
                </a:cubicBezTo>
                <a:cubicBezTo>
                  <a:pt x="7" y="1789"/>
                  <a:pt x="4" y="1776"/>
                  <a:pt x="2" y="1762"/>
                </a:cubicBezTo>
                <a:cubicBezTo>
                  <a:pt x="1" y="1749"/>
                  <a:pt x="0" y="1735"/>
                  <a:pt x="0" y="1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219040"/>
            <a:ext cx="7582320" cy="695880"/>
          </a:xfrm>
          <a:custGeom>
            <a:avLst/>
            <a:gdLst/>
            <a:ahLst/>
            <a:rect l="0" t="0" r="r" b="b"/>
            <a:pathLst>
              <a:path w="21062" h="1933">
                <a:moveTo>
                  <a:pt x="0" y="0"/>
                </a:moveTo>
                <a:lnTo>
                  <a:pt x="21062" y="0"/>
                </a:lnTo>
                <a:lnTo>
                  <a:pt x="21062" y="1933"/>
                </a:lnTo>
                <a:lnTo>
                  <a:pt x="0" y="1933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696960" y="1818000"/>
            <a:ext cx="60120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passen.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96960" y="2351160"/>
            <a:ext cx="81586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Dat spoor ontwerpen en robuust en ﬂexibel maken is mensenwerk. Daar is OKx op zijn sterkst; AI draagt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85640" y="2981160"/>
            <a:ext cx="7553520" cy="466920"/>
          </a:xfrm>
          <a:custGeom>
            <a:avLst/>
            <a:gdLst/>
            <a:ahLst/>
            <a:rect l="0" t="0" r="r" b="b"/>
            <a:pathLst>
              <a:path w="20982" h="1297">
                <a:moveTo>
                  <a:pt x="0" y="1086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8"/>
                  <a:pt x="20978" y="171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086"/>
                </a:lnTo>
                <a:cubicBezTo>
                  <a:pt x="20982" y="1100"/>
                  <a:pt x="20981" y="1113"/>
                  <a:pt x="20978" y="1127"/>
                </a:cubicBezTo>
                <a:cubicBezTo>
                  <a:pt x="20976" y="1141"/>
                  <a:pt x="20972" y="1154"/>
                  <a:pt x="20966" y="1167"/>
                </a:cubicBezTo>
                <a:cubicBezTo>
                  <a:pt x="20961" y="1180"/>
                  <a:pt x="20954" y="1192"/>
                  <a:pt x="20947" y="1203"/>
                </a:cubicBezTo>
                <a:cubicBezTo>
                  <a:pt x="20939" y="1215"/>
                  <a:pt x="20930" y="1226"/>
                  <a:pt x="20920" y="1235"/>
                </a:cubicBezTo>
                <a:cubicBezTo>
                  <a:pt x="20911" y="1245"/>
                  <a:pt x="20900" y="1254"/>
                  <a:pt x="20888" y="1262"/>
                </a:cubicBezTo>
                <a:cubicBezTo>
                  <a:pt x="20877" y="1269"/>
                  <a:pt x="20865" y="1276"/>
                  <a:pt x="20852" y="1281"/>
                </a:cubicBezTo>
                <a:cubicBezTo>
                  <a:pt x="20839" y="1287"/>
                  <a:pt x="20826" y="1291"/>
                  <a:pt x="20812" y="1293"/>
                </a:cubicBezTo>
                <a:cubicBezTo>
                  <a:pt x="20798" y="1296"/>
                  <a:pt x="20785" y="1297"/>
                  <a:pt x="20771" y="1297"/>
                </a:cubicBezTo>
                <a:lnTo>
                  <a:pt x="132" y="1297"/>
                </a:lnTo>
                <a:cubicBezTo>
                  <a:pt x="123" y="1297"/>
                  <a:pt x="115" y="1296"/>
                  <a:pt x="106" y="1293"/>
                </a:cubicBezTo>
                <a:cubicBezTo>
                  <a:pt x="98" y="1291"/>
                  <a:pt x="90" y="1287"/>
                  <a:pt x="82" y="1281"/>
                </a:cubicBezTo>
                <a:cubicBezTo>
                  <a:pt x="74" y="1276"/>
                  <a:pt x="66" y="1269"/>
                  <a:pt x="59" y="1262"/>
                </a:cubicBezTo>
                <a:cubicBezTo>
                  <a:pt x="51" y="1254"/>
                  <a:pt x="45" y="1245"/>
                  <a:pt x="39" y="1235"/>
                </a:cubicBezTo>
                <a:cubicBezTo>
                  <a:pt x="32" y="1226"/>
                  <a:pt x="27" y="1215"/>
                  <a:pt x="22" y="1203"/>
                </a:cubicBezTo>
                <a:cubicBezTo>
                  <a:pt x="17" y="1192"/>
                  <a:pt x="13" y="1180"/>
                  <a:pt x="10" y="1167"/>
                </a:cubicBezTo>
                <a:cubicBezTo>
                  <a:pt x="7" y="1154"/>
                  <a:pt x="4" y="1141"/>
                  <a:pt x="2" y="1127"/>
                </a:cubicBezTo>
                <a:cubicBezTo>
                  <a:pt x="1" y="1113"/>
                  <a:pt x="0" y="1100"/>
                  <a:pt x="0" y="108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56840" y="2981160"/>
            <a:ext cx="7582320" cy="466920"/>
          </a:xfrm>
          <a:custGeom>
            <a:avLst/>
            <a:gdLst/>
            <a:ahLst/>
            <a:rect l="0" t="0" r="r" b="b"/>
            <a:pathLst>
              <a:path w="21062" h="1297">
                <a:moveTo>
                  <a:pt x="0" y="0"/>
                </a:moveTo>
                <a:lnTo>
                  <a:pt x="21062" y="0"/>
                </a:lnTo>
                <a:lnTo>
                  <a:pt x="21062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96960" y="2579760"/>
            <a:ext cx="2086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daar maar beperkt aan bij.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466560" y="3590640"/>
            <a:ext cx="914760" cy="286200"/>
          </a:xfrm>
          <a:custGeom>
            <a:avLst/>
            <a:gdLst/>
            <a:ahLst/>
            <a:rect l="0" t="0" r="r" b="b"/>
            <a:pathLst>
              <a:path w="254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8" y="135"/>
                  <a:pt x="116" y="117"/>
                </a:cubicBezTo>
                <a:cubicBezTo>
                  <a:pt x="135" y="98"/>
                  <a:pt x="155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1" y="0"/>
                  <a:pt x="397" y="0"/>
                </a:cubicBezTo>
                <a:lnTo>
                  <a:pt x="2143" y="0"/>
                </a:lnTo>
                <a:cubicBezTo>
                  <a:pt x="2169" y="0"/>
                  <a:pt x="2195" y="3"/>
                  <a:pt x="2221" y="8"/>
                </a:cubicBezTo>
                <a:cubicBezTo>
                  <a:pt x="2246" y="13"/>
                  <a:pt x="2271" y="21"/>
                  <a:pt x="2295" y="31"/>
                </a:cubicBezTo>
                <a:cubicBezTo>
                  <a:pt x="2319" y="40"/>
                  <a:pt x="2342" y="53"/>
                  <a:pt x="2364" y="67"/>
                </a:cubicBezTo>
                <a:cubicBezTo>
                  <a:pt x="2385" y="82"/>
                  <a:pt x="2405" y="98"/>
                  <a:pt x="2424" y="117"/>
                </a:cubicBezTo>
                <a:cubicBezTo>
                  <a:pt x="2442" y="135"/>
                  <a:pt x="2459" y="155"/>
                  <a:pt x="2473" y="177"/>
                </a:cubicBezTo>
                <a:cubicBezTo>
                  <a:pt x="2488" y="198"/>
                  <a:pt x="2500" y="221"/>
                  <a:pt x="2510" y="245"/>
                </a:cubicBezTo>
                <a:cubicBezTo>
                  <a:pt x="2521" y="269"/>
                  <a:pt x="2528" y="294"/>
                  <a:pt x="2533" y="320"/>
                </a:cubicBezTo>
                <a:cubicBezTo>
                  <a:pt x="2538" y="345"/>
                  <a:pt x="2541" y="371"/>
                  <a:pt x="2541" y="397"/>
                </a:cubicBezTo>
                <a:cubicBezTo>
                  <a:pt x="2541" y="423"/>
                  <a:pt x="2538" y="449"/>
                  <a:pt x="2533" y="475"/>
                </a:cubicBezTo>
                <a:cubicBezTo>
                  <a:pt x="2528" y="500"/>
                  <a:pt x="2521" y="525"/>
                  <a:pt x="2510" y="549"/>
                </a:cubicBezTo>
                <a:cubicBezTo>
                  <a:pt x="2500" y="573"/>
                  <a:pt x="2488" y="596"/>
                  <a:pt x="2473" y="618"/>
                </a:cubicBezTo>
                <a:cubicBezTo>
                  <a:pt x="2459" y="639"/>
                  <a:pt x="2442" y="659"/>
                  <a:pt x="2424" y="678"/>
                </a:cubicBezTo>
                <a:cubicBezTo>
                  <a:pt x="2405" y="696"/>
                  <a:pt x="2385" y="713"/>
                  <a:pt x="2364" y="727"/>
                </a:cubicBezTo>
                <a:cubicBezTo>
                  <a:pt x="2342" y="743"/>
                  <a:pt x="2319" y="755"/>
                  <a:pt x="2295" y="765"/>
                </a:cubicBezTo>
                <a:cubicBezTo>
                  <a:pt x="2271" y="775"/>
                  <a:pt x="2246" y="782"/>
                  <a:pt x="2221" y="787"/>
                </a:cubicBezTo>
                <a:cubicBezTo>
                  <a:pt x="2195" y="792"/>
                  <a:pt x="2169" y="795"/>
                  <a:pt x="2143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5" y="713"/>
                  <a:pt x="135" y="696"/>
                  <a:pt x="116" y="678"/>
                </a:cubicBezTo>
                <a:cubicBezTo>
                  <a:pt x="98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696960" y="3122640"/>
            <a:ext cx="408492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20" spc="-1" strike="noStrike">
                <a:solidFill>
                  <a:srgbClr val="1a1a2e"/>
                </a:solidFill>
                <a:latin typeface="Arial"/>
                <a:ea typeface="Arial"/>
              </a:rPr>
              <a:t>En we leggen het zo vast dat AI er straks los op kan.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2447640" y="3590640"/>
            <a:ext cx="1371960" cy="286200"/>
          </a:xfrm>
          <a:custGeom>
            <a:avLst/>
            <a:gdLst/>
            <a:ahLst/>
            <a:rect l="0" t="0" r="r" b="b"/>
            <a:pathLst>
              <a:path w="3811" h="795">
                <a:moveTo>
                  <a:pt x="0" y="397"/>
                </a:moveTo>
                <a:cubicBezTo>
                  <a:pt x="0" y="371"/>
                  <a:pt x="3" y="345"/>
                  <a:pt x="8" y="320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0" y="221"/>
                  <a:pt x="53" y="198"/>
                  <a:pt x="67" y="177"/>
                </a:cubicBezTo>
                <a:cubicBezTo>
                  <a:pt x="82" y="155"/>
                  <a:pt x="98" y="135"/>
                  <a:pt x="117" y="117"/>
                </a:cubicBezTo>
                <a:cubicBezTo>
                  <a:pt x="135" y="98"/>
                  <a:pt x="155" y="82"/>
                  <a:pt x="177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20" y="8"/>
                </a:cubicBezTo>
                <a:cubicBezTo>
                  <a:pt x="345" y="3"/>
                  <a:pt x="371" y="0"/>
                  <a:pt x="397" y="0"/>
                </a:cubicBezTo>
                <a:lnTo>
                  <a:pt x="3414" y="0"/>
                </a:lnTo>
                <a:cubicBezTo>
                  <a:pt x="3440" y="0"/>
                  <a:pt x="3466" y="3"/>
                  <a:pt x="3492" y="8"/>
                </a:cubicBezTo>
                <a:cubicBezTo>
                  <a:pt x="3517" y="13"/>
                  <a:pt x="3542" y="21"/>
                  <a:pt x="3566" y="31"/>
                </a:cubicBezTo>
                <a:cubicBezTo>
                  <a:pt x="3590" y="40"/>
                  <a:pt x="3613" y="53"/>
                  <a:pt x="3635" y="67"/>
                </a:cubicBezTo>
                <a:cubicBezTo>
                  <a:pt x="3657" y="82"/>
                  <a:pt x="3677" y="98"/>
                  <a:pt x="3695" y="117"/>
                </a:cubicBezTo>
                <a:cubicBezTo>
                  <a:pt x="3713" y="135"/>
                  <a:pt x="3730" y="155"/>
                  <a:pt x="3744" y="177"/>
                </a:cubicBezTo>
                <a:cubicBezTo>
                  <a:pt x="3759" y="198"/>
                  <a:pt x="3771" y="221"/>
                  <a:pt x="3781" y="245"/>
                </a:cubicBezTo>
                <a:cubicBezTo>
                  <a:pt x="3791" y="269"/>
                  <a:pt x="3799" y="294"/>
                  <a:pt x="3804" y="320"/>
                </a:cubicBezTo>
                <a:cubicBezTo>
                  <a:pt x="3809" y="345"/>
                  <a:pt x="3811" y="371"/>
                  <a:pt x="3811" y="397"/>
                </a:cubicBezTo>
                <a:cubicBezTo>
                  <a:pt x="3811" y="423"/>
                  <a:pt x="3809" y="449"/>
                  <a:pt x="3804" y="475"/>
                </a:cubicBezTo>
                <a:cubicBezTo>
                  <a:pt x="3799" y="500"/>
                  <a:pt x="3791" y="525"/>
                  <a:pt x="3781" y="549"/>
                </a:cubicBezTo>
                <a:cubicBezTo>
                  <a:pt x="3771" y="573"/>
                  <a:pt x="3759" y="596"/>
                  <a:pt x="3744" y="618"/>
                </a:cubicBezTo>
                <a:cubicBezTo>
                  <a:pt x="3730" y="639"/>
                  <a:pt x="3713" y="659"/>
                  <a:pt x="3695" y="678"/>
                </a:cubicBezTo>
                <a:cubicBezTo>
                  <a:pt x="3677" y="696"/>
                  <a:pt x="3657" y="713"/>
                  <a:pt x="3635" y="727"/>
                </a:cubicBezTo>
                <a:cubicBezTo>
                  <a:pt x="3613" y="743"/>
                  <a:pt x="3590" y="755"/>
                  <a:pt x="3566" y="765"/>
                </a:cubicBezTo>
                <a:cubicBezTo>
                  <a:pt x="3542" y="775"/>
                  <a:pt x="3517" y="782"/>
                  <a:pt x="3492" y="787"/>
                </a:cubicBezTo>
                <a:cubicBezTo>
                  <a:pt x="3466" y="792"/>
                  <a:pt x="3440" y="795"/>
                  <a:pt x="3414" y="795"/>
                </a:cubicBezTo>
                <a:lnTo>
                  <a:pt x="397" y="795"/>
                </a:lnTo>
                <a:cubicBezTo>
                  <a:pt x="371" y="795"/>
                  <a:pt x="345" y="792"/>
                  <a:pt x="320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7" y="727"/>
                </a:cubicBezTo>
                <a:cubicBezTo>
                  <a:pt x="155" y="713"/>
                  <a:pt x="135" y="696"/>
                  <a:pt x="117" y="678"/>
                </a:cubicBezTo>
                <a:cubicBezTo>
                  <a:pt x="98" y="659"/>
                  <a:pt x="82" y="639"/>
                  <a:pt x="67" y="618"/>
                </a:cubicBezTo>
                <a:cubicBezTo>
                  <a:pt x="53" y="596"/>
                  <a:pt x="40" y="573"/>
                  <a:pt x="31" y="549"/>
                </a:cubicBezTo>
                <a:cubicBezTo>
                  <a:pt x="21" y="525"/>
                  <a:pt x="13" y="500"/>
                  <a:pt x="8" y="475"/>
                </a:cubicBezTo>
                <a:cubicBezTo>
                  <a:pt x="3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98320" y="3658680"/>
            <a:ext cx="75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4886280" y="3590640"/>
            <a:ext cx="1047960" cy="286200"/>
          </a:xfrm>
          <a:custGeom>
            <a:avLst/>
            <a:gdLst/>
            <a:ahLst/>
            <a:rect l="0" t="0" r="r" b="b"/>
            <a:pathLst>
              <a:path w="2911" h="795">
                <a:moveTo>
                  <a:pt x="0" y="397"/>
                </a:moveTo>
                <a:cubicBezTo>
                  <a:pt x="0" y="371"/>
                  <a:pt x="2" y="345"/>
                  <a:pt x="7" y="320"/>
                </a:cubicBezTo>
                <a:cubicBezTo>
                  <a:pt x="12" y="294"/>
                  <a:pt x="20" y="269"/>
                  <a:pt x="30" y="245"/>
                </a:cubicBezTo>
                <a:cubicBezTo>
                  <a:pt x="40" y="221"/>
                  <a:pt x="52" y="198"/>
                  <a:pt x="67" y="177"/>
                </a:cubicBezTo>
                <a:cubicBezTo>
                  <a:pt x="81" y="155"/>
                  <a:pt x="97" y="135"/>
                  <a:pt x="116" y="117"/>
                </a:cubicBezTo>
                <a:cubicBezTo>
                  <a:pt x="134" y="98"/>
                  <a:pt x="154" y="82"/>
                  <a:pt x="176" y="67"/>
                </a:cubicBezTo>
                <a:cubicBezTo>
                  <a:pt x="198" y="53"/>
                  <a:pt x="221" y="40"/>
                  <a:pt x="245" y="31"/>
                </a:cubicBezTo>
                <a:cubicBezTo>
                  <a:pt x="269" y="21"/>
                  <a:pt x="294" y="13"/>
                  <a:pt x="319" y="8"/>
                </a:cubicBezTo>
                <a:cubicBezTo>
                  <a:pt x="345" y="3"/>
                  <a:pt x="370" y="0"/>
                  <a:pt x="396" y="0"/>
                </a:cubicBezTo>
                <a:lnTo>
                  <a:pt x="2514" y="0"/>
                </a:lnTo>
                <a:cubicBezTo>
                  <a:pt x="2540" y="0"/>
                  <a:pt x="2566" y="3"/>
                  <a:pt x="2592" y="8"/>
                </a:cubicBezTo>
                <a:cubicBezTo>
                  <a:pt x="2617" y="13"/>
                  <a:pt x="2642" y="21"/>
                  <a:pt x="2666" y="31"/>
                </a:cubicBezTo>
                <a:cubicBezTo>
                  <a:pt x="2690" y="40"/>
                  <a:pt x="2713" y="53"/>
                  <a:pt x="2735" y="67"/>
                </a:cubicBezTo>
                <a:cubicBezTo>
                  <a:pt x="2756" y="82"/>
                  <a:pt x="2776" y="98"/>
                  <a:pt x="2795" y="117"/>
                </a:cubicBezTo>
                <a:cubicBezTo>
                  <a:pt x="2813" y="135"/>
                  <a:pt x="2830" y="155"/>
                  <a:pt x="2844" y="177"/>
                </a:cubicBezTo>
                <a:cubicBezTo>
                  <a:pt x="2859" y="198"/>
                  <a:pt x="2871" y="221"/>
                  <a:pt x="2881" y="245"/>
                </a:cubicBezTo>
                <a:cubicBezTo>
                  <a:pt x="2891" y="269"/>
                  <a:pt x="2898" y="294"/>
                  <a:pt x="2903" y="320"/>
                </a:cubicBezTo>
                <a:cubicBezTo>
                  <a:pt x="2908" y="345"/>
                  <a:pt x="2911" y="371"/>
                  <a:pt x="2911" y="397"/>
                </a:cubicBezTo>
                <a:cubicBezTo>
                  <a:pt x="2911" y="423"/>
                  <a:pt x="2908" y="449"/>
                  <a:pt x="2903" y="475"/>
                </a:cubicBezTo>
                <a:cubicBezTo>
                  <a:pt x="2898" y="500"/>
                  <a:pt x="2891" y="525"/>
                  <a:pt x="2881" y="549"/>
                </a:cubicBezTo>
                <a:cubicBezTo>
                  <a:pt x="2871" y="573"/>
                  <a:pt x="2859" y="596"/>
                  <a:pt x="2844" y="618"/>
                </a:cubicBezTo>
                <a:cubicBezTo>
                  <a:pt x="2830" y="639"/>
                  <a:pt x="2813" y="659"/>
                  <a:pt x="2795" y="678"/>
                </a:cubicBezTo>
                <a:cubicBezTo>
                  <a:pt x="2776" y="696"/>
                  <a:pt x="2756" y="713"/>
                  <a:pt x="2735" y="727"/>
                </a:cubicBezTo>
                <a:cubicBezTo>
                  <a:pt x="2713" y="743"/>
                  <a:pt x="2690" y="755"/>
                  <a:pt x="2666" y="765"/>
                </a:cubicBezTo>
                <a:cubicBezTo>
                  <a:pt x="2642" y="775"/>
                  <a:pt x="2617" y="782"/>
                  <a:pt x="2592" y="787"/>
                </a:cubicBezTo>
                <a:cubicBezTo>
                  <a:pt x="2566" y="792"/>
                  <a:pt x="2540" y="795"/>
                  <a:pt x="2514" y="795"/>
                </a:cubicBezTo>
                <a:lnTo>
                  <a:pt x="396" y="795"/>
                </a:lnTo>
                <a:cubicBezTo>
                  <a:pt x="370" y="795"/>
                  <a:pt x="345" y="792"/>
                  <a:pt x="319" y="787"/>
                </a:cubicBezTo>
                <a:cubicBezTo>
                  <a:pt x="294" y="782"/>
                  <a:pt x="269" y="775"/>
                  <a:pt x="245" y="765"/>
                </a:cubicBezTo>
                <a:cubicBezTo>
                  <a:pt x="221" y="755"/>
                  <a:pt x="198" y="743"/>
                  <a:pt x="176" y="727"/>
                </a:cubicBezTo>
                <a:cubicBezTo>
                  <a:pt x="154" y="713"/>
                  <a:pt x="134" y="696"/>
                  <a:pt x="116" y="678"/>
                </a:cubicBezTo>
                <a:cubicBezTo>
                  <a:pt x="97" y="659"/>
                  <a:pt x="81" y="639"/>
                  <a:pt x="67" y="618"/>
                </a:cubicBezTo>
                <a:cubicBezTo>
                  <a:pt x="52" y="596"/>
                  <a:pt x="40" y="573"/>
                  <a:pt x="30" y="549"/>
                </a:cubicBezTo>
                <a:cubicBezTo>
                  <a:pt x="20" y="525"/>
                  <a:pt x="12" y="500"/>
                  <a:pt x="7" y="475"/>
                </a:cubicBezTo>
                <a:cubicBezTo>
                  <a:pt x="2" y="449"/>
                  <a:pt x="0" y="423"/>
                  <a:pt x="0" y="397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2575080" y="3658680"/>
            <a:ext cx="13219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6991200" y="3581280"/>
            <a:ext cx="1209960" cy="304920"/>
          </a:xfrm>
          <a:custGeom>
            <a:avLst/>
            <a:gdLst/>
            <a:ahLst/>
            <a:rect l="0" t="0" r="r" b="b"/>
            <a:pathLst>
              <a:path w="3361" h="847">
                <a:moveTo>
                  <a:pt x="0" y="0"/>
                </a:moveTo>
                <a:lnTo>
                  <a:pt x="3361" y="0"/>
                </a:lnTo>
                <a:lnTo>
                  <a:pt x="3361" y="847"/>
                </a:lnTo>
                <a:lnTo>
                  <a:pt x="0" y="8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6980400" y="3569760"/>
            <a:ext cx="1231560" cy="327960"/>
          </a:xfrm>
          <a:custGeom>
            <a:avLst/>
            <a:gdLst/>
            <a:ahLst/>
            <a:rect l="0" t="0" r="r" b="b"/>
            <a:pathLst>
              <a:path w="3421" h="911">
                <a:moveTo>
                  <a:pt x="721" y="0"/>
                </a:moveTo>
                <a:lnTo>
                  <a:pt x="879" y="0"/>
                </a:lnTo>
                <a:lnTo>
                  <a:pt x="879" y="116"/>
                </a:lnTo>
                <a:lnTo>
                  <a:pt x="721" y="116"/>
                </a:lnTo>
                <a:lnTo>
                  <a:pt x="721" y="0"/>
                </a:lnTo>
                <a:moveTo>
                  <a:pt x="988" y="0"/>
                </a:moveTo>
                <a:lnTo>
                  <a:pt x="1147" y="0"/>
                </a:lnTo>
                <a:lnTo>
                  <a:pt x="1147" y="116"/>
                </a:lnTo>
                <a:lnTo>
                  <a:pt x="988" y="116"/>
                </a:lnTo>
                <a:lnTo>
                  <a:pt x="988" y="0"/>
                </a:lnTo>
                <a:moveTo>
                  <a:pt x="1256" y="0"/>
                </a:moveTo>
                <a:lnTo>
                  <a:pt x="1414" y="0"/>
                </a:lnTo>
                <a:lnTo>
                  <a:pt x="1414" y="116"/>
                </a:lnTo>
                <a:lnTo>
                  <a:pt x="1256" y="116"/>
                </a:lnTo>
                <a:lnTo>
                  <a:pt x="1256" y="0"/>
                </a:lnTo>
                <a:moveTo>
                  <a:pt x="1523" y="0"/>
                </a:moveTo>
                <a:lnTo>
                  <a:pt x="1682" y="0"/>
                </a:lnTo>
                <a:lnTo>
                  <a:pt x="1682" y="116"/>
                </a:lnTo>
                <a:lnTo>
                  <a:pt x="1523" y="116"/>
                </a:lnTo>
                <a:lnTo>
                  <a:pt x="1523" y="0"/>
                </a:lnTo>
                <a:moveTo>
                  <a:pt x="1790" y="0"/>
                </a:moveTo>
                <a:lnTo>
                  <a:pt x="1949" y="0"/>
                </a:lnTo>
                <a:lnTo>
                  <a:pt x="1949" y="116"/>
                </a:lnTo>
                <a:lnTo>
                  <a:pt x="1790" y="116"/>
                </a:lnTo>
                <a:lnTo>
                  <a:pt x="1790" y="0"/>
                </a:lnTo>
                <a:moveTo>
                  <a:pt x="2058" y="0"/>
                </a:moveTo>
                <a:lnTo>
                  <a:pt x="2217" y="0"/>
                </a:lnTo>
                <a:lnTo>
                  <a:pt x="2217" y="116"/>
                </a:lnTo>
                <a:lnTo>
                  <a:pt x="2058" y="116"/>
                </a:lnTo>
                <a:lnTo>
                  <a:pt x="2058" y="0"/>
                </a:lnTo>
                <a:moveTo>
                  <a:pt x="2325" y="0"/>
                </a:moveTo>
                <a:lnTo>
                  <a:pt x="2484" y="0"/>
                </a:lnTo>
                <a:lnTo>
                  <a:pt x="2484" y="116"/>
                </a:lnTo>
                <a:lnTo>
                  <a:pt x="2325" y="116"/>
                </a:lnTo>
                <a:lnTo>
                  <a:pt x="2325" y="0"/>
                </a:lnTo>
                <a:moveTo>
                  <a:pt x="2593" y="0"/>
                </a:moveTo>
                <a:lnTo>
                  <a:pt x="2751" y="0"/>
                </a:lnTo>
                <a:lnTo>
                  <a:pt x="2751" y="116"/>
                </a:lnTo>
                <a:lnTo>
                  <a:pt x="2593" y="116"/>
                </a:lnTo>
                <a:lnTo>
                  <a:pt x="2593" y="0"/>
                </a:lnTo>
                <a:moveTo>
                  <a:pt x="2861" y="0"/>
                </a:moveTo>
                <a:lnTo>
                  <a:pt x="2968" y="0"/>
                </a:lnTo>
                <a:cubicBezTo>
                  <a:pt x="2987" y="0"/>
                  <a:pt x="3006" y="1"/>
                  <a:pt x="3025" y="4"/>
                </a:cubicBezTo>
                <a:lnTo>
                  <a:pt x="3011" y="119"/>
                </a:lnTo>
                <a:cubicBezTo>
                  <a:pt x="2996" y="117"/>
                  <a:pt x="2982" y="116"/>
                  <a:pt x="2968" y="116"/>
                </a:cubicBezTo>
                <a:lnTo>
                  <a:pt x="2861" y="116"/>
                </a:lnTo>
                <a:lnTo>
                  <a:pt x="2861" y="0"/>
                </a:lnTo>
                <a:moveTo>
                  <a:pt x="3148" y="37"/>
                </a:moveTo>
                <a:cubicBezTo>
                  <a:pt x="3205" y="62"/>
                  <a:pt x="3255" y="96"/>
                  <a:pt x="3298" y="142"/>
                </a:cubicBezTo>
                <a:lnTo>
                  <a:pt x="3213" y="222"/>
                </a:lnTo>
                <a:cubicBezTo>
                  <a:pt x="3181" y="188"/>
                  <a:pt x="3144" y="162"/>
                  <a:pt x="3102" y="144"/>
                </a:cubicBezTo>
                <a:lnTo>
                  <a:pt x="3148" y="37"/>
                </a:lnTo>
                <a:moveTo>
                  <a:pt x="3371" y="244"/>
                </a:moveTo>
                <a:cubicBezTo>
                  <a:pt x="3400" y="299"/>
                  <a:pt x="3417" y="357"/>
                  <a:pt x="3421" y="419"/>
                </a:cubicBezTo>
                <a:lnTo>
                  <a:pt x="3305" y="429"/>
                </a:lnTo>
                <a:cubicBezTo>
                  <a:pt x="3302" y="382"/>
                  <a:pt x="3289" y="339"/>
                  <a:pt x="3268" y="298"/>
                </a:cubicBezTo>
                <a:lnTo>
                  <a:pt x="3371" y="244"/>
                </a:lnTo>
                <a:moveTo>
                  <a:pt x="3415" y="540"/>
                </a:moveTo>
                <a:cubicBezTo>
                  <a:pt x="3403" y="602"/>
                  <a:pt x="3380" y="659"/>
                  <a:pt x="3345" y="711"/>
                </a:cubicBezTo>
                <a:lnTo>
                  <a:pt x="3249" y="646"/>
                </a:lnTo>
                <a:cubicBezTo>
                  <a:pt x="3275" y="607"/>
                  <a:pt x="3292" y="565"/>
                  <a:pt x="3301" y="518"/>
                </a:cubicBezTo>
                <a:lnTo>
                  <a:pt x="3415" y="540"/>
                </a:lnTo>
                <a:moveTo>
                  <a:pt x="3260" y="805"/>
                </a:moveTo>
                <a:cubicBezTo>
                  <a:pt x="3213" y="845"/>
                  <a:pt x="3159" y="874"/>
                  <a:pt x="3099" y="892"/>
                </a:cubicBezTo>
                <a:lnTo>
                  <a:pt x="3066" y="780"/>
                </a:lnTo>
                <a:cubicBezTo>
                  <a:pt x="3110" y="767"/>
                  <a:pt x="3150" y="745"/>
                  <a:pt x="3186" y="716"/>
                </a:cubicBezTo>
                <a:lnTo>
                  <a:pt x="3260" y="805"/>
                </a:lnTo>
                <a:moveTo>
                  <a:pt x="2977" y="911"/>
                </a:moveTo>
                <a:cubicBezTo>
                  <a:pt x="2974" y="911"/>
                  <a:pt x="2971" y="911"/>
                  <a:pt x="2968" y="911"/>
                </a:cubicBezTo>
                <a:lnTo>
                  <a:pt x="2817" y="911"/>
                </a:lnTo>
                <a:lnTo>
                  <a:pt x="2817" y="795"/>
                </a:lnTo>
                <a:lnTo>
                  <a:pt x="2968" y="795"/>
                </a:lnTo>
                <a:cubicBezTo>
                  <a:pt x="2970" y="795"/>
                  <a:pt x="2972" y="795"/>
                  <a:pt x="2975" y="795"/>
                </a:cubicBezTo>
                <a:lnTo>
                  <a:pt x="2977" y="911"/>
                </a:lnTo>
                <a:moveTo>
                  <a:pt x="2708" y="911"/>
                </a:moveTo>
                <a:lnTo>
                  <a:pt x="2549" y="911"/>
                </a:lnTo>
                <a:lnTo>
                  <a:pt x="2549" y="795"/>
                </a:lnTo>
                <a:lnTo>
                  <a:pt x="2708" y="795"/>
                </a:lnTo>
                <a:lnTo>
                  <a:pt x="2708" y="911"/>
                </a:lnTo>
                <a:moveTo>
                  <a:pt x="2440" y="911"/>
                </a:moveTo>
                <a:lnTo>
                  <a:pt x="2282" y="911"/>
                </a:lnTo>
                <a:lnTo>
                  <a:pt x="2282" y="795"/>
                </a:lnTo>
                <a:lnTo>
                  <a:pt x="2440" y="795"/>
                </a:lnTo>
                <a:lnTo>
                  <a:pt x="2440" y="911"/>
                </a:lnTo>
                <a:moveTo>
                  <a:pt x="2173" y="911"/>
                </a:moveTo>
                <a:lnTo>
                  <a:pt x="2014" y="911"/>
                </a:lnTo>
                <a:lnTo>
                  <a:pt x="2014" y="795"/>
                </a:lnTo>
                <a:lnTo>
                  <a:pt x="2173" y="795"/>
                </a:lnTo>
                <a:lnTo>
                  <a:pt x="2173" y="911"/>
                </a:lnTo>
                <a:moveTo>
                  <a:pt x="1906" y="911"/>
                </a:moveTo>
                <a:lnTo>
                  <a:pt x="1747" y="911"/>
                </a:lnTo>
                <a:lnTo>
                  <a:pt x="1747" y="795"/>
                </a:lnTo>
                <a:lnTo>
                  <a:pt x="1906" y="795"/>
                </a:lnTo>
                <a:lnTo>
                  <a:pt x="1906" y="911"/>
                </a:lnTo>
                <a:moveTo>
                  <a:pt x="1638" y="911"/>
                </a:moveTo>
                <a:lnTo>
                  <a:pt x="1479" y="911"/>
                </a:lnTo>
                <a:lnTo>
                  <a:pt x="1479" y="795"/>
                </a:lnTo>
                <a:lnTo>
                  <a:pt x="1638" y="795"/>
                </a:lnTo>
                <a:lnTo>
                  <a:pt x="1638" y="911"/>
                </a:lnTo>
                <a:moveTo>
                  <a:pt x="1371" y="911"/>
                </a:moveTo>
                <a:lnTo>
                  <a:pt x="1212" y="911"/>
                </a:lnTo>
                <a:lnTo>
                  <a:pt x="1212" y="795"/>
                </a:lnTo>
                <a:lnTo>
                  <a:pt x="1371" y="795"/>
                </a:lnTo>
                <a:lnTo>
                  <a:pt x="1371" y="911"/>
                </a:lnTo>
                <a:moveTo>
                  <a:pt x="1103" y="911"/>
                </a:moveTo>
                <a:lnTo>
                  <a:pt x="945" y="911"/>
                </a:lnTo>
                <a:lnTo>
                  <a:pt x="945" y="795"/>
                </a:lnTo>
                <a:lnTo>
                  <a:pt x="1103" y="795"/>
                </a:lnTo>
                <a:lnTo>
                  <a:pt x="1103" y="911"/>
                </a:lnTo>
                <a:moveTo>
                  <a:pt x="836" y="911"/>
                </a:moveTo>
                <a:lnTo>
                  <a:pt x="677" y="911"/>
                </a:lnTo>
                <a:lnTo>
                  <a:pt x="677" y="795"/>
                </a:lnTo>
                <a:lnTo>
                  <a:pt x="836" y="795"/>
                </a:lnTo>
                <a:lnTo>
                  <a:pt x="836" y="911"/>
                </a:lnTo>
                <a:moveTo>
                  <a:pt x="569" y="911"/>
                </a:moveTo>
                <a:lnTo>
                  <a:pt x="453" y="911"/>
                </a:lnTo>
                <a:cubicBezTo>
                  <a:pt x="437" y="911"/>
                  <a:pt x="421" y="910"/>
                  <a:pt x="405" y="909"/>
                </a:cubicBezTo>
                <a:lnTo>
                  <a:pt x="418" y="793"/>
                </a:lnTo>
                <a:cubicBezTo>
                  <a:pt x="429" y="794"/>
                  <a:pt x="441" y="795"/>
                  <a:pt x="453" y="795"/>
                </a:cubicBezTo>
                <a:lnTo>
                  <a:pt x="569" y="795"/>
                </a:lnTo>
                <a:lnTo>
                  <a:pt x="569" y="911"/>
                </a:lnTo>
                <a:moveTo>
                  <a:pt x="282" y="878"/>
                </a:moveTo>
                <a:cubicBezTo>
                  <a:pt x="225" y="855"/>
                  <a:pt x="174" y="821"/>
                  <a:pt x="130" y="777"/>
                </a:cubicBezTo>
                <a:lnTo>
                  <a:pt x="213" y="695"/>
                </a:lnTo>
                <a:cubicBezTo>
                  <a:pt x="246" y="728"/>
                  <a:pt x="283" y="753"/>
                  <a:pt x="326" y="770"/>
                </a:cubicBezTo>
                <a:lnTo>
                  <a:pt x="282" y="878"/>
                </a:lnTo>
                <a:moveTo>
                  <a:pt x="55" y="676"/>
                </a:moveTo>
                <a:cubicBezTo>
                  <a:pt x="25" y="622"/>
                  <a:pt x="7" y="563"/>
                  <a:pt x="0" y="500"/>
                </a:cubicBezTo>
                <a:lnTo>
                  <a:pt x="116" y="489"/>
                </a:lnTo>
                <a:cubicBezTo>
                  <a:pt x="121" y="535"/>
                  <a:pt x="134" y="579"/>
                  <a:pt x="157" y="620"/>
                </a:cubicBezTo>
                <a:lnTo>
                  <a:pt x="55" y="676"/>
                </a:lnTo>
                <a:moveTo>
                  <a:pt x="4" y="380"/>
                </a:moveTo>
                <a:cubicBezTo>
                  <a:pt x="15" y="318"/>
                  <a:pt x="37" y="261"/>
                  <a:pt x="71" y="209"/>
                </a:cubicBezTo>
                <a:lnTo>
                  <a:pt x="168" y="272"/>
                </a:lnTo>
                <a:cubicBezTo>
                  <a:pt x="143" y="311"/>
                  <a:pt x="127" y="353"/>
                  <a:pt x="119" y="399"/>
                </a:cubicBezTo>
                <a:lnTo>
                  <a:pt x="4" y="380"/>
                </a:lnTo>
                <a:moveTo>
                  <a:pt x="153" y="113"/>
                </a:moveTo>
                <a:cubicBezTo>
                  <a:pt x="200" y="72"/>
                  <a:pt x="253" y="42"/>
                  <a:pt x="312" y="23"/>
                </a:cubicBezTo>
                <a:lnTo>
                  <a:pt x="348" y="133"/>
                </a:lnTo>
                <a:cubicBezTo>
                  <a:pt x="304" y="148"/>
                  <a:pt x="265" y="170"/>
                  <a:pt x="230" y="201"/>
                </a:cubicBezTo>
                <a:lnTo>
                  <a:pt x="153" y="113"/>
                </a:lnTo>
                <a:moveTo>
                  <a:pt x="435" y="0"/>
                </a:moveTo>
                <a:cubicBezTo>
                  <a:pt x="441" y="0"/>
                  <a:pt x="447" y="0"/>
                  <a:pt x="453" y="0"/>
                </a:cubicBezTo>
                <a:lnTo>
                  <a:pt x="612" y="0"/>
                </a:lnTo>
                <a:lnTo>
                  <a:pt x="612" y="116"/>
                </a:lnTo>
                <a:lnTo>
                  <a:pt x="453" y="116"/>
                </a:lnTo>
                <a:cubicBezTo>
                  <a:pt x="449" y="116"/>
                  <a:pt x="444" y="117"/>
                  <a:pt x="439" y="117"/>
                </a:cubicBezTo>
                <a:lnTo>
                  <a:pt x="435" y="0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018760" y="3658680"/>
            <a:ext cx="9334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magneettrein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7129080" y="3658680"/>
            <a:ext cx="11268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56840" y="3971880"/>
            <a:ext cx="7744320" cy="38160"/>
          </a:xfrm>
          <a:custGeom>
            <a:avLst/>
            <a:gdLst/>
            <a:ahLst/>
            <a:rect l="0" t="0" r="r" b="b"/>
            <a:pathLst>
              <a:path w="21512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1"/>
                  <a:pt x="21479" y="4"/>
                </a:cubicBezTo>
                <a:cubicBezTo>
                  <a:pt x="21486" y="6"/>
                  <a:pt x="21492" y="10"/>
                  <a:pt x="21497" y="15"/>
                </a:cubicBezTo>
                <a:cubicBezTo>
                  <a:pt x="21502" y="20"/>
                  <a:pt x="21505" y="26"/>
                  <a:pt x="21508" y="32"/>
                </a:cubicBezTo>
                <a:cubicBezTo>
                  <a:pt x="21511" y="39"/>
                  <a:pt x="21512" y="47"/>
                  <a:pt x="21512" y="54"/>
                </a:cubicBezTo>
                <a:cubicBezTo>
                  <a:pt x="21512" y="61"/>
                  <a:pt x="21511" y="67"/>
                  <a:pt x="21508" y="74"/>
                </a:cubicBezTo>
                <a:cubicBezTo>
                  <a:pt x="21505" y="80"/>
                  <a:pt x="21502" y="86"/>
                  <a:pt x="21497" y="91"/>
                </a:cubicBezTo>
                <a:cubicBezTo>
                  <a:pt x="21492" y="96"/>
                  <a:pt x="21486" y="100"/>
                  <a:pt x="21479" y="102"/>
                </a:cubicBezTo>
                <a:cubicBezTo>
                  <a:pt x="21473" y="105"/>
                  <a:pt x="21466" y="106"/>
                  <a:pt x="21459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411444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53"/>
                </a:moveTo>
                <a:cubicBezTo>
                  <a:pt x="0" y="46"/>
                  <a:pt x="2" y="40"/>
                  <a:pt x="5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5"/>
                </a:cubicBezTo>
                <a:cubicBezTo>
                  <a:pt x="40" y="2"/>
                  <a:pt x="46" y="0"/>
                  <a:pt x="53" y="0"/>
                </a:cubicBezTo>
                <a:lnTo>
                  <a:pt x="21459" y="0"/>
                </a:lnTo>
                <a:cubicBezTo>
                  <a:pt x="21466" y="0"/>
                  <a:pt x="21473" y="2"/>
                  <a:pt x="21479" y="5"/>
                </a:cubicBezTo>
                <a:cubicBezTo>
                  <a:pt x="21486" y="7"/>
                  <a:pt x="21492" y="11"/>
                  <a:pt x="21497" y="16"/>
                </a:cubicBezTo>
                <a:cubicBezTo>
                  <a:pt x="21502" y="21"/>
                  <a:pt x="21505" y="27"/>
                  <a:pt x="21508" y="33"/>
                </a:cubicBezTo>
                <a:cubicBezTo>
                  <a:pt x="21511" y="40"/>
                  <a:pt x="21512" y="46"/>
                  <a:pt x="21512" y="53"/>
                </a:cubicBezTo>
                <a:cubicBezTo>
                  <a:pt x="21512" y="60"/>
                  <a:pt x="21511" y="67"/>
                  <a:pt x="21508" y="75"/>
                </a:cubicBezTo>
                <a:cubicBezTo>
                  <a:pt x="21505" y="81"/>
                  <a:pt x="21502" y="87"/>
                  <a:pt x="21497" y="92"/>
                </a:cubicBezTo>
                <a:cubicBezTo>
                  <a:pt x="21492" y="97"/>
                  <a:pt x="21486" y="101"/>
                  <a:pt x="21479" y="103"/>
                </a:cubicBezTo>
                <a:cubicBezTo>
                  <a:pt x="21473" y="106"/>
                  <a:pt x="21466" y="107"/>
                  <a:pt x="21459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5" y="75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 txBox="1"/>
          <p:nvPr/>
        </p:nvSpPr>
        <p:spPr>
          <a:xfrm>
            <a:off x="1639440" y="428976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0" name=""/>
          <p:cNvSpPr txBox="1"/>
          <p:nvPr/>
        </p:nvSpPr>
        <p:spPr>
          <a:xfrm>
            <a:off x="439920" y="758160"/>
            <a:ext cx="3435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Waarop werkt AI?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 txBox="1"/>
          <p:nvPr/>
        </p:nvSpPr>
        <p:spPr>
          <a:xfrm>
            <a:off x="457200" y="1317960"/>
            <a:ext cx="4080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442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399"/>
                  <a:pt x="5289" y="415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5"/>
                  <a:pt x="0" y="399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/>
          <p:nvPr/>
        </p:nvSpPr>
        <p:spPr>
          <a:xfrm>
            <a:off x="461880" y="2442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399"/>
                  <a:pt x="5289" y="415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5"/>
                  <a:pt x="0" y="39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973080" y="1617480"/>
            <a:ext cx="102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461880" y="2652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61880" y="2652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1082880" y="247464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461880" y="2862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461880" y="2862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 txBox="1"/>
          <p:nvPr/>
        </p:nvSpPr>
        <p:spPr>
          <a:xfrm>
            <a:off x="1177920" y="268416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 txBox="1"/>
          <p:nvPr/>
        </p:nvSpPr>
        <p:spPr>
          <a:xfrm>
            <a:off x="1263600" y="289368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2023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202392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 txBox="1"/>
          <p:nvPr/>
        </p:nvSpPr>
        <p:spPr>
          <a:xfrm>
            <a:off x="3137760" y="1617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233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2334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385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 txBox="1"/>
          <p:nvPr/>
        </p:nvSpPr>
        <p:spPr>
          <a:xfrm>
            <a:off x="3137760" y="2055600"/>
            <a:ext cx="7261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2442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399"/>
                  <a:pt x="5289" y="415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5"/>
                  <a:pt x="0" y="399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519280" y="24429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399"/>
                  <a:pt x="5289" y="415"/>
                  <a:pt x="5283" y="429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29"/>
                </a:cubicBezTo>
                <a:cubicBezTo>
                  <a:pt x="3" y="415"/>
                  <a:pt x="0" y="399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233160" y="226512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2519280" y="2652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519280" y="26524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318840" y="247464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2519280" y="2862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2519280" y="28620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3242520" y="268416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 txBox="1"/>
          <p:nvPr/>
        </p:nvSpPr>
        <p:spPr>
          <a:xfrm>
            <a:off x="3137760" y="289368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8428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184284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 txBox="1"/>
          <p:nvPr/>
        </p:nvSpPr>
        <p:spPr>
          <a:xfrm>
            <a:off x="5207040" y="1617480"/>
            <a:ext cx="758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20523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5"/>
                </a:cubicBezTo>
                <a:cubicBezTo>
                  <a:pt x="5289" y="89"/>
                  <a:pt x="5292" y="105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205236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5"/>
                </a:cubicBezTo>
                <a:cubicBezTo>
                  <a:pt x="5289" y="89"/>
                  <a:pt x="5292" y="105"/>
                  <a:pt x="5292" y="120"/>
                </a:cubicBezTo>
                <a:lnTo>
                  <a:pt x="5292" y="385"/>
                </a:lnTo>
                <a:cubicBezTo>
                  <a:pt x="5292" y="401"/>
                  <a:pt x="5289" y="416"/>
                  <a:pt x="5283" y="430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 txBox="1"/>
          <p:nvPr/>
        </p:nvSpPr>
        <p:spPr>
          <a:xfrm>
            <a:off x="5202360" y="188388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2618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226188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79"/>
                  <a:pt x="5233" y="488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 txBox="1"/>
          <p:nvPr/>
        </p:nvSpPr>
        <p:spPr>
          <a:xfrm>
            <a:off x="5288040" y="209340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24714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2471400"/>
            <a:ext cx="1905120" cy="181440"/>
          </a:xfrm>
          <a:custGeom>
            <a:avLst/>
            <a:gdLst/>
            <a:ahLst/>
            <a:rect l="0" t="0" r="r" b="b"/>
            <a:pathLst>
              <a:path w="5292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6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6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9"/>
                  <a:pt x="5292" y="104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6"/>
                  <a:pt x="5283" y="431"/>
                </a:cubicBezTo>
                <a:cubicBezTo>
                  <a:pt x="5277" y="445"/>
                  <a:pt x="5269" y="458"/>
                  <a:pt x="5258" y="469"/>
                </a:cubicBezTo>
                <a:cubicBezTo>
                  <a:pt x="5246" y="480"/>
                  <a:pt x="5233" y="489"/>
                  <a:pt x="5219" y="495"/>
                </a:cubicBezTo>
                <a:cubicBezTo>
                  <a:pt x="5204" y="501"/>
                  <a:pt x="5189" y="504"/>
                  <a:pt x="5173" y="504"/>
                </a:cubicBezTo>
                <a:lnTo>
                  <a:pt x="119" y="504"/>
                </a:lnTo>
                <a:cubicBezTo>
                  <a:pt x="103" y="504"/>
                  <a:pt x="88" y="501"/>
                  <a:pt x="73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3" y="458"/>
                  <a:pt x="15" y="445"/>
                  <a:pt x="9" y="431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5373720" y="230292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4576680" y="2681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/>
          <p:nvPr/>
        </p:nvSpPr>
        <p:spPr>
          <a:xfrm>
            <a:off x="4576680" y="268128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8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297760" y="251280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576680" y="289080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576680" y="2890800"/>
            <a:ext cx="1905120" cy="181080"/>
          </a:xfrm>
          <a:custGeom>
            <a:avLst/>
            <a:gdLst/>
            <a:ahLst/>
            <a:rect l="0" t="0" r="r" b="b"/>
            <a:pathLst>
              <a:path w="5292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4"/>
                </a:cubicBezTo>
                <a:cubicBezTo>
                  <a:pt x="46" y="23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3"/>
                  <a:pt x="5258" y="34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384"/>
                </a:lnTo>
                <a:cubicBezTo>
                  <a:pt x="5292" y="400"/>
                  <a:pt x="5289" y="415"/>
                  <a:pt x="5283" y="430"/>
                </a:cubicBezTo>
                <a:cubicBezTo>
                  <a:pt x="5277" y="444"/>
                  <a:pt x="5269" y="457"/>
                  <a:pt x="5258" y="468"/>
                </a:cubicBezTo>
                <a:cubicBezTo>
                  <a:pt x="5246" y="480"/>
                  <a:pt x="5233" y="488"/>
                  <a:pt x="5219" y="494"/>
                </a:cubicBezTo>
                <a:cubicBezTo>
                  <a:pt x="5204" y="500"/>
                  <a:pt x="5189" y="503"/>
                  <a:pt x="5173" y="503"/>
                </a:cubicBezTo>
                <a:lnTo>
                  <a:pt x="119" y="503"/>
                </a:lnTo>
                <a:cubicBezTo>
                  <a:pt x="103" y="503"/>
                  <a:pt x="88" y="500"/>
                  <a:pt x="73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3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254920" y="2722320"/>
            <a:ext cx="5569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5112000" y="2931840"/>
            <a:ext cx="87552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/>
          <p:nvPr/>
        </p:nvSpPr>
        <p:spPr>
          <a:xfrm>
            <a:off x="6624360" y="184284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6624360" y="184284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 txBox="1"/>
          <p:nvPr/>
        </p:nvSpPr>
        <p:spPr>
          <a:xfrm>
            <a:off x="7262280" y="1617480"/>
            <a:ext cx="747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20523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5"/>
                </a:cubicBezTo>
                <a:cubicBezTo>
                  <a:pt x="5316" y="89"/>
                  <a:pt x="5319" y="105"/>
                  <a:pt x="5319" y="120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205236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5"/>
                </a:moveTo>
                <a:lnTo>
                  <a:pt x="0" y="120"/>
                </a:ln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5"/>
                </a:cubicBezTo>
                <a:cubicBezTo>
                  <a:pt x="5316" y="89"/>
                  <a:pt x="5319" y="105"/>
                  <a:pt x="5319" y="120"/>
                </a:cubicBezTo>
                <a:lnTo>
                  <a:pt x="5319" y="385"/>
                </a:lnTo>
                <a:cubicBezTo>
                  <a:pt x="5319" y="401"/>
                  <a:pt x="5316" y="416"/>
                  <a:pt x="5310" y="430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0"/>
                </a:cubicBezTo>
                <a:cubicBezTo>
                  <a:pt x="3" y="416"/>
                  <a:pt x="0" y="401"/>
                  <a:pt x="0" y="385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 txBox="1"/>
          <p:nvPr/>
        </p:nvSpPr>
        <p:spPr>
          <a:xfrm>
            <a:off x="7119360" y="1883880"/>
            <a:ext cx="10155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26188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79"/>
                  <a:pt x="5260" y="488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26188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79"/>
                  <a:pt x="5260" y="488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8"/>
                  <a:pt x="46" y="479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7257600" y="2093400"/>
            <a:ext cx="707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4714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6"/>
                  <a:pt x="5310" y="431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1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2471400"/>
            <a:ext cx="1914840" cy="181440"/>
          </a:xfrm>
          <a:custGeom>
            <a:avLst/>
            <a:gdLst/>
            <a:ahLst/>
            <a:rect l="0" t="0" r="r" b="b"/>
            <a:pathLst>
              <a:path w="5319" h="504">
                <a:moveTo>
                  <a:pt x="0" y="384"/>
                </a:moveTo>
                <a:lnTo>
                  <a:pt x="0" y="119"/>
                </a:ln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6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6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9"/>
                  <a:pt x="5319" y="104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6"/>
                  <a:pt x="5310" y="431"/>
                </a:cubicBezTo>
                <a:cubicBezTo>
                  <a:pt x="5304" y="445"/>
                  <a:pt x="5296" y="458"/>
                  <a:pt x="5285" y="469"/>
                </a:cubicBezTo>
                <a:cubicBezTo>
                  <a:pt x="5273" y="480"/>
                  <a:pt x="5260" y="489"/>
                  <a:pt x="5246" y="495"/>
                </a:cubicBezTo>
                <a:cubicBezTo>
                  <a:pt x="5231" y="501"/>
                  <a:pt x="5216" y="504"/>
                  <a:pt x="5200" y="504"/>
                </a:cubicBezTo>
                <a:lnTo>
                  <a:pt x="119" y="504"/>
                </a:lnTo>
                <a:cubicBezTo>
                  <a:pt x="104" y="504"/>
                  <a:pt x="88" y="501"/>
                  <a:pt x="74" y="495"/>
                </a:cubicBezTo>
                <a:cubicBezTo>
                  <a:pt x="59" y="489"/>
                  <a:pt x="46" y="480"/>
                  <a:pt x="35" y="469"/>
                </a:cubicBezTo>
                <a:cubicBezTo>
                  <a:pt x="24" y="458"/>
                  <a:pt x="15" y="445"/>
                  <a:pt x="9" y="431"/>
                </a:cubicBezTo>
                <a:cubicBezTo>
                  <a:pt x="3" y="416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7343280" y="2302920"/>
            <a:ext cx="53424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2681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268128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8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8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 txBox="1"/>
          <p:nvPr/>
        </p:nvSpPr>
        <p:spPr>
          <a:xfrm>
            <a:off x="7428960" y="2512800"/>
            <a:ext cx="32688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289080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/>
          <p:nvPr/>
        </p:nvSpPr>
        <p:spPr>
          <a:xfrm>
            <a:off x="6624360" y="2890800"/>
            <a:ext cx="1914840" cy="181080"/>
          </a:xfrm>
          <a:custGeom>
            <a:avLst/>
            <a:gdLst/>
            <a:ahLst/>
            <a:rect l="0" t="0" r="r" b="b"/>
            <a:pathLst>
              <a:path w="5319" h="503">
                <a:moveTo>
                  <a:pt x="0" y="384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4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3"/>
                  <a:pt x="5285" y="34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384"/>
                </a:lnTo>
                <a:cubicBezTo>
                  <a:pt x="5319" y="400"/>
                  <a:pt x="5316" y="415"/>
                  <a:pt x="5310" y="430"/>
                </a:cubicBezTo>
                <a:cubicBezTo>
                  <a:pt x="5304" y="444"/>
                  <a:pt x="5296" y="457"/>
                  <a:pt x="5285" y="468"/>
                </a:cubicBezTo>
                <a:cubicBezTo>
                  <a:pt x="5273" y="480"/>
                  <a:pt x="5260" y="488"/>
                  <a:pt x="5246" y="494"/>
                </a:cubicBezTo>
                <a:cubicBezTo>
                  <a:pt x="5231" y="500"/>
                  <a:pt x="5216" y="503"/>
                  <a:pt x="5200" y="503"/>
                </a:cubicBezTo>
                <a:lnTo>
                  <a:pt x="119" y="503"/>
                </a:lnTo>
                <a:cubicBezTo>
                  <a:pt x="104" y="503"/>
                  <a:pt x="88" y="500"/>
                  <a:pt x="74" y="494"/>
                </a:cubicBezTo>
                <a:cubicBezTo>
                  <a:pt x="59" y="488"/>
                  <a:pt x="46" y="480"/>
                  <a:pt x="35" y="468"/>
                </a:cubicBezTo>
                <a:cubicBezTo>
                  <a:pt x="24" y="457"/>
                  <a:pt x="15" y="444"/>
                  <a:pt x="9" y="430"/>
                </a:cubicBezTo>
                <a:cubicBezTo>
                  <a:pt x="3" y="415"/>
                  <a:pt x="0" y="400"/>
                  <a:pt x="0" y="38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352640" y="2722320"/>
            <a:ext cx="5187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Koppelvlak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/>
          <p:nvPr/>
        </p:nvSpPr>
        <p:spPr>
          <a:xfrm>
            <a:off x="1467360" y="3958200"/>
            <a:ext cx="6062760" cy="241920"/>
          </a:xfrm>
          <a:custGeom>
            <a:avLst/>
            <a:gdLst/>
            <a:ahLst/>
            <a:rect l="0" t="0" r="r" b="b"/>
            <a:pathLst>
              <a:path fill="none" w="16841" h="672">
                <a:moveTo>
                  <a:pt x="0" y="672"/>
                </a:moveTo>
                <a:cubicBezTo>
                  <a:pt x="3742" y="588"/>
                  <a:pt x="6550" y="504"/>
                  <a:pt x="9357" y="392"/>
                </a:cubicBezTo>
                <a:cubicBezTo>
                  <a:pt x="12163" y="280"/>
                  <a:pt x="14502" y="168"/>
                  <a:pt x="16841" y="0"/>
                </a:cubicBezTo>
              </a:path>
            </a:pathLst>
          </a:custGeom>
          <a:ln cap="rnd" w="46080">
            <a:solidFill>
              <a:srgbClr val="94a3b0"/>
            </a:solidFill>
            <a:miter/>
          </a:ln>
        </p:spPr>
        <p:txBody>
          <a:bodyPr lIns="23040" rIns="23040" tIns="23040" bIns="23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467360" y="3202920"/>
            <a:ext cx="6062760" cy="1017360"/>
          </a:xfrm>
          <a:custGeom>
            <a:avLst/>
            <a:gdLst/>
            <a:ahLst/>
            <a:rect l="0" t="0" r="r" b="b"/>
            <a:pathLst>
              <a:path fill="none" w="16841" h="2826">
                <a:moveTo>
                  <a:pt x="0" y="2826"/>
                </a:moveTo>
                <a:cubicBezTo>
                  <a:pt x="4210" y="2770"/>
                  <a:pt x="7252" y="2658"/>
                  <a:pt x="9824" y="2434"/>
                </a:cubicBezTo>
                <a:cubicBezTo>
                  <a:pt x="12163" y="2211"/>
                  <a:pt x="13707" y="1763"/>
                  <a:pt x="14830" y="1204"/>
                </a:cubicBezTo>
                <a:cubicBezTo>
                  <a:pt x="15718" y="755"/>
                  <a:pt x="16280" y="364"/>
                  <a:pt x="16841" y="0"/>
                </a:cubicBezTo>
              </a:path>
            </a:pathLst>
          </a:custGeom>
          <a:ln cap="rnd" w="64440">
            <a:solidFill>
              <a:srgbClr val="e8912b"/>
            </a:solidFill>
            <a:miter/>
          </a:ln>
        </p:spPr>
        <p:txBody>
          <a:bodyPr lIns="32040" rIns="32040" tIns="32040" bIns="320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/>
          <p:nvPr/>
        </p:nvSpPr>
        <p:spPr>
          <a:xfrm>
            <a:off x="7445520" y="3102120"/>
            <a:ext cx="168840" cy="201960"/>
          </a:xfrm>
          <a:custGeom>
            <a:avLst/>
            <a:gdLst/>
            <a:ahLst/>
            <a:rect l="0" t="0" r="r" b="b"/>
            <a:pathLst>
              <a:path w="469" h="561">
                <a:moveTo>
                  <a:pt x="469" y="281"/>
                </a:moveTo>
                <a:cubicBezTo>
                  <a:pt x="469" y="299"/>
                  <a:pt x="467" y="318"/>
                  <a:pt x="464" y="336"/>
                </a:cubicBezTo>
                <a:cubicBezTo>
                  <a:pt x="461" y="354"/>
                  <a:pt x="457" y="371"/>
                  <a:pt x="451" y="388"/>
                </a:cubicBezTo>
                <a:cubicBezTo>
                  <a:pt x="445" y="405"/>
                  <a:pt x="438" y="421"/>
                  <a:pt x="430" y="436"/>
                </a:cubicBezTo>
                <a:cubicBezTo>
                  <a:pt x="421" y="452"/>
                  <a:pt x="411" y="466"/>
                  <a:pt x="400" y="479"/>
                </a:cubicBezTo>
                <a:cubicBezTo>
                  <a:pt x="390" y="492"/>
                  <a:pt x="378" y="503"/>
                  <a:pt x="365" y="514"/>
                </a:cubicBezTo>
                <a:cubicBezTo>
                  <a:pt x="352" y="524"/>
                  <a:pt x="339" y="532"/>
                  <a:pt x="325" y="539"/>
                </a:cubicBezTo>
                <a:cubicBezTo>
                  <a:pt x="310" y="546"/>
                  <a:pt x="296" y="552"/>
                  <a:pt x="281" y="555"/>
                </a:cubicBezTo>
                <a:cubicBezTo>
                  <a:pt x="266" y="559"/>
                  <a:pt x="250" y="561"/>
                  <a:pt x="235" y="561"/>
                </a:cubicBezTo>
                <a:cubicBezTo>
                  <a:pt x="220" y="561"/>
                  <a:pt x="204" y="559"/>
                  <a:pt x="189" y="555"/>
                </a:cubicBezTo>
                <a:cubicBezTo>
                  <a:pt x="174" y="552"/>
                  <a:pt x="160" y="546"/>
                  <a:pt x="146" y="539"/>
                </a:cubicBezTo>
                <a:cubicBezTo>
                  <a:pt x="131" y="532"/>
                  <a:pt x="118" y="524"/>
                  <a:pt x="105" y="514"/>
                </a:cubicBezTo>
                <a:cubicBezTo>
                  <a:pt x="91" y="503"/>
                  <a:pt x="80" y="492"/>
                  <a:pt x="69" y="479"/>
                </a:cubicBezTo>
                <a:cubicBezTo>
                  <a:pt x="58" y="466"/>
                  <a:pt x="48" y="452"/>
                  <a:pt x="40" y="436"/>
                </a:cubicBezTo>
                <a:cubicBezTo>
                  <a:pt x="31" y="421"/>
                  <a:pt x="24" y="405"/>
                  <a:pt x="18" y="388"/>
                </a:cubicBezTo>
                <a:cubicBezTo>
                  <a:pt x="12" y="371"/>
                  <a:pt x="8" y="354"/>
                  <a:pt x="5" y="336"/>
                </a:cubicBezTo>
                <a:cubicBezTo>
                  <a:pt x="2" y="318"/>
                  <a:pt x="0" y="299"/>
                  <a:pt x="0" y="281"/>
                </a:cubicBezTo>
                <a:cubicBezTo>
                  <a:pt x="0" y="263"/>
                  <a:pt x="2" y="244"/>
                  <a:pt x="5" y="226"/>
                </a:cubicBezTo>
                <a:cubicBezTo>
                  <a:pt x="8" y="208"/>
                  <a:pt x="12" y="191"/>
                  <a:pt x="18" y="174"/>
                </a:cubicBezTo>
                <a:cubicBezTo>
                  <a:pt x="24" y="157"/>
                  <a:pt x="31" y="141"/>
                  <a:pt x="40" y="126"/>
                </a:cubicBezTo>
                <a:cubicBezTo>
                  <a:pt x="48" y="110"/>
                  <a:pt x="58" y="96"/>
                  <a:pt x="69" y="83"/>
                </a:cubicBezTo>
                <a:cubicBezTo>
                  <a:pt x="80" y="70"/>
                  <a:pt x="91" y="59"/>
                  <a:pt x="105" y="49"/>
                </a:cubicBezTo>
                <a:cubicBezTo>
                  <a:pt x="118" y="37"/>
                  <a:pt x="131" y="29"/>
                  <a:pt x="146" y="22"/>
                </a:cubicBezTo>
                <a:cubicBezTo>
                  <a:pt x="160" y="15"/>
                  <a:pt x="174" y="9"/>
                  <a:pt x="189" y="6"/>
                </a:cubicBezTo>
                <a:cubicBezTo>
                  <a:pt x="204" y="2"/>
                  <a:pt x="220" y="0"/>
                  <a:pt x="235" y="0"/>
                </a:cubicBezTo>
                <a:cubicBezTo>
                  <a:pt x="250" y="0"/>
                  <a:pt x="266" y="2"/>
                  <a:pt x="281" y="6"/>
                </a:cubicBezTo>
                <a:cubicBezTo>
                  <a:pt x="296" y="9"/>
                  <a:pt x="310" y="15"/>
                  <a:pt x="325" y="22"/>
                </a:cubicBezTo>
                <a:cubicBezTo>
                  <a:pt x="339" y="29"/>
                  <a:pt x="352" y="37"/>
                  <a:pt x="365" y="49"/>
                </a:cubicBezTo>
                <a:cubicBezTo>
                  <a:pt x="378" y="59"/>
                  <a:pt x="390" y="70"/>
                  <a:pt x="400" y="83"/>
                </a:cubicBezTo>
                <a:cubicBezTo>
                  <a:pt x="411" y="96"/>
                  <a:pt x="421" y="110"/>
                  <a:pt x="430" y="126"/>
                </a:cubicBezTo>
                <a:cubicBezTo>
                  <a:pt x="438" y="141"/>
                  <a:pt x="445" y="157"/>
                  <a:pt x="451" y="174"/>
                </a:cubicBezTo>
                <a:cubicBezTo>
                  <a:pt x="457" y="191"/>
                  <a:pt x="461" y="208"/>
                  <a:pt x="464" y="226"/>
                </a:cubicBezTo>
                <a:cubicBezTo>
                  <a:pt x="467" y="244"/>
                  <a:pt x="469" y="263"/>
                  <a:pt x="469" y="281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/>
          <p:nvPr/>
        </p:nvSpPr>
        <p:spPr>
          <a:xfrm>
            <a:off x="7470720" y="3887640"/>
            <a:ext cx="118440" cy="141120"/>
          </a:xfrm>
          <a:custGeom>
            <a:avLst/>
            <a:gdLst/>
            <a:ahLst/>
            <a:rect l="0" t="0" r="r" b="b"/>
            <a:pathLst>
              <a:path w="329" h="392">
                <a:moveTo>
                  <a:pt x="329" y="196"/>
                </a:moveTo>
                <a:cubicBezTo>
                  <a:pt x="329" y="209"/>
                  <a:pt x="328" y="221"/>
                  <a:pt x="326" y="234"/>
                </a:cubicBezTo>
                <a:cubicBezTo>
                  <a:pt x="324" y="246"/>
                  <a:pt x="320" y="259"/>
                  <a:pt x="316" y="271"/>
                </a:cubicBezTo>
                <a:cubicBezTo>
                  <a:pt x="312" y="282"/>
                  <a:pt x="307" y="294"/>
                  <a:pt x="301" y="304"/>
                </a:cubicBezTo>
                <a:cubicBezTo>
                  <a:pt x="295" y="315"/>
                  <a:pt x="288" y="325"/>
                  <a:pt x="281" y="334"/>
                </a:cubicBezTo>
                <a:cubicBezTo>
                  <a:pt x="273" y="343"/>
                  <a:pt x="265" y="352"/>
                  <a:pt x="256" y="359"/>
                </a:cubicBezTo>
                <a:cubicBezTo>
                  <a:pt x="247" y="367"/>
                  <a:pt x="238" y="373"/>
                  <a:pt x="228" y="378"/>
                </a:cubicBezTo>
                <a:cubicBezTo>
                  <a:pt x="218" y="382"/>
                  <a:pt x="208" y="386"/>
                  <a:pt x="197" y="389"/>
                </a:cubicBezTo>
                <a:cubicBezTo>
                  <a:pt x="186" y="391"/>
                  <a:pt x="176" y="392"/>
                  <a:pt x="165" y="392"/>
                </a:cubicBezTo>
                <a:cubicBezTo>
                  <a:pt x="154" y="392"/>
                  <a:pt x="144" y="391"/>
                  <a:pt x="133" y="389"/>
                </a:cubicBezTo>
                <a:cubicBezTo>
                  <a:pt x="123" y="386"/>
                  <a:pt x="112" y="382"/>
                  <a:pt x="102" y="378"/>
                </a:cubicBezTo>
                <a:cubicBezTo>
                  <a:pt x="92" y="373"/>
                  <a:pt x="83" y="367"/>
                  <a:pt x="74" y="359"/>
                </a:cubicBezTo>
                <a:cubicBezTo>
                  <a:pt x="65" y="352"/>
                  <a:pt x="57" y="343"/>
                  <a:pt x="49" y="334"/>
                </a:cubicBezTo>
                <a:cubicBezTo>
                  <a:pt x="42" y="325"/>
                  <a:pt x="35" y="315"/>
                  <a:pt x="29" y="304"/>
                </a:cubicBezTo>
                <a:cubicBezTo>
                  <a:pt x="23" y="294"/>
                  <a:pt x="18" y="282"/>
                  <a:pt x="14" y="271"/>
                </a:cubicBezTo>
                <a:cubicBezTo>
                  <a:pt x="9" y="259"/>
                  <a:pt x="6" y="246"/>
                  <a:pt x="3" y="234"/>
                </a:cubicBezTo>
                <a:cubicBezTo>
                  <a:pt x="1" y="221"/>
                  <a:pt x="0" y="209"/>
                  <a:pt x="0" y="196"/>
                </a:cubicBezTo>
                <a:cubicBezTo>
                  <a:pt x="0" y="183"/>
                  <a:pt x="1" y="170"/>
                  <a:pt x="3" y="157"/>
                </a:cubicBezTo>
                <a:cubicBezTo>
                  <a:pt x="6" y="145"/>
                  <a:pt x="9" y="133"/>
                  <a:pt x="14" y="121"/>
                </a:cubicBezTo>
                <a:cubicBezTo>
                  <a:pt x="18" y="109"/>
                  <a:pt x="23" y="98"/>
                  <a:pt x="29" y="87"/>
                </a:cubicBezTo>
                <a:cubicBezTo>
                  <a:pt x="35" y="76"/>
                  <a:pt x="42" y="66"/>
                  <a:pt x="49" y="57"/>
                </a:cubicBezTo>
                <a:cubicBezTo>
                  <a:pt x="57" y="48"/>
                  <a:pt x="65" y="40"/>
                  <a:pt x="74" y="33"/>
                </a:cubicBezTo>
                <a:cubicBezTo>
                  <a:pt x="83" y="26"/>
                  <a:pt x="92" y="20"/>
                  <a:pt x="102" y="15"/>
                </a:cubicBezTo>
                <a:cubicBezTo>
                  <a:pt x="112" y="10"/>
                  <a:pt x="123" y="6"/>
                  <a:pt x="133" y="4"/>
                </a:cubicBezTo>
                <a:cubicBezTo>
                  <a:pt x="144" y="1"/>
                  <a:pt x="154" y="0"/>
                  <a:pt x="165" y="0"/>
                </a:cubicBezTo>
                <a:cubicBezTo>
                  <a:pt x="176" y="0"/>
                  <a:pt x="186" y="1"/>
                  <a:pt x="197" y="4"/>
                </a:cubicBezTo>
                <a:cubicBezTo>
                  <a:pt x="208" y="6"/>
                  <a:pt x="218" y="10"/>
                  <a:pt x="228" y="15"/>
                </a:cubicBezTo>
                <a:cubicBezTo>
                  <a:pt x="238" y="20"/>
                  <a:pt x="247" y="26"/>
                  <a:pt x="256" y="33"/>
                </a:cubicBezTo>
                <a:cubicBezTo>
                  <a:pt x="265" y="40"/>
                  <a:pt x="273" y="48"/>
                  <a:pt x="281" y="57"/>
                </a:cubicBezTo>
                <a:cubicBezTo>
                  <a:pt x="288" y="66"/>
                  <a:pt x="295" y="76"/>
                  <a:pt x="301" y="87"/>
                </a:cubicBezTo>
                <a:cubicBezTo>
                  <a:pt x="307" y="98"/>
                  <a:pt x="312" y="109"/>
                  <a:pt x="316" y="121"/>
                </a:cubicBezTo>
                <a:cubicBezTo>
                  <a:pt x="320" y="133"/>
                  <a:pt x="324" y="145"/>
                  <a:pt x="326" y="157"/>
                </a:cubicBezTo>
                <a:cubicBezTo>
                  <a:pt x="328" y="170"/>
                  <a:pt x="329" y="183"/>
                  <a:pt x="329" y="196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/>
          <p:nvPr/>
        </p:nvSpPr>
        <p:spPr>
          <a:xfrm>
            <a:off x="456840" y="4381200"/>
            <a:ext cx="248040" cy="48240"/>
          </a:xfrm>
          <a:custGeom>
            <a:avLst/>
            <a:gdLst/>
            <a:ahLst/>
            <a:rect l="0" t="0" r="r" b="b"/>
            <a:pathLst>
              <a:path w="689" h="134">
                <a:moveTo>
                  <a:pt x="0" y="81"/>
                </a:moveTo>
                <a:lnTo>
                  <a:pt x="0" y="54"/>
                </a:lnTo>
                <a:cubicBezTo>
                  <a:pt x="0" y="47"/>
                  <a:pt x="2" y="39"/>
                  <a:pt x="5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lnTo>
                  <a:pt x="636" y="0"/>
                </a:lnTo>
                <a:cubicBezTo>
                  <a:pt x="644" y="0"/>
                  <a:pt x="650" y="2"/>
                  <a:pt x="657" y="4"/>
                </a:cubicBezTo>
                <a:cubicBezTo>
                  <a:pt x="663" y="7"/>
                  <a:pt x="669" y="11"/>
                  <a:pt x="674" y="16"/>
                </a:cubicBezTo>
                <a:cubicBezTo>
                  <a:pt x="679" y="21"/>
                  <a:pt x="683" y="27"/>
                  <a:pt x="685" y="33"/>
                </a:cubicBezTo>
                <a:cubicBezTo>
                  <a:pt x="688" y="39"/>
                  <a:pt x="689" y="47"/>
                  <a:pt x="689" y="54"/>
                </a:cubicBezTo>
                <a:lnTo>
                  <a:pt x="689" y="81"/>
                </a:lnTo>
                <a:cubicBezTo>
                  <a:pt x="689" y="88"/>
                  <a:pt x="688" y="94"/>
                  <a:pt x="685" y="101"/>
                </a:cubicBezTo>
                <a:cubicBezTo>
                  <a:pt x="683" y="107"/>
                  <a:pt x="679" y="113"/>
                  <a:pt x="674" y="118"/>
                </a:cubicBezTo>
                <a:cubicBezTo>
                  <a:pt x="669" y="123"/>
                  <a:pt x="663" y="127"/>
                  <a:pt x="657" y="130"/>
                </a:cubicBezTo>
                <a:cubicBezTo>
                  <a:pt x="650" y="132"/>
                  <a:pt x="644" y="134"/>
                  <a:pt x="636" y="134"/>
                </a:cubicBezTo>
                <a:lnTo>
                  <a:pt x="53" y="134"/>
                </a:lnTo>
                <a:cubicBezTo>
                  <a:pt x="46" y="134"/>
                  <a:pt x="40" y="132"/>
                  <a:pt x="33" y="130"/>
                </a:cubicBezTo>
                <a:cubicBezTo>
                  <a:pt x="27" y="127"/>
                  <a:pt x="21" y="123"/>
                  <a:pt x="16" y="118"/>
                </a:cubicBezTo>
                <a:cubicBezTo>
                  <a:pt x="11" y="113"/>
                  <a:pt x="7" y="107"/>
                  <a:pt x="5" y="101"/>
                </a:cubicBezTo>
                <a:cubicBezTo>
                  <a:pt x="2" y="94"/>
                  <a:pt x="0" y="88"/>
                  <a:pt x="0" y="81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909840" y="2931840"/>
            <a:ext cx="1433160" cy="111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50" spc="-1" strike="noStrike">
                <a:solidFill>
                  <a:srgbClr val="1a1a2e"/>
                </a:solidFill>
                <a:latin typeface="Arial"/>
                <a:ea typeface="Arial"/>
              </a:rPr>
              <a:t>Cloud en andere ecosystemen</a:t>
            </a:r>
            <a:endParaRPr b="0" lang="en-US" sz="7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2381040" y="4381200"/>
            <a:ext cx="238680" cy="48240"/>
          </a:xfrm>
          <a:custGeom>
            <a:avLst/>
            <a:gdLst/>
            <a:ahLst/>
            <a:rect l="0" t="0" r="r" b="b"/>
            <a:pathLst>
              <a:path w="663" h="134">
                <a:moveTo>
                  <a:pt x="0" y="81"/>
                </a:moveTo>
                <a:lnTo>
                  <a:pt x="0" y="54"/>
                </a:lnTo>
                <a:cubicBezTo>
                  <a:pt x="0" y="47"/>
                  <a:pt x="1" y="39"/>
                  <a:pt x="4" y="33"/>
                </a:cubicBezTo>
                <a:cubicBezTo>
                  <a:pt x="7" y="27"/>
                  <a:pt x="11" y="21"/>
                  <a:pt x="16" y="16"/>
                </a:cubicBezTo>
                <a:cubicBezTo>
                  <a:pt x="21" y="11"/>
                  <a:pt x="26" y="7"/>
                  <a:pt x="33" y="4"/>
                </a:cubicBezTo>
                <a:cubicBezTo>
                  <a:pt x="39" y="2"/>
                  <a:pt x="46" y="0"/>
                  <a:pt x="53" y="0"/>
                </a:cubicBezTo>
                <a:lnTo>
                  <a:pt x="610" y="0"/>
                </a:lnTo>
                <a:cubicBezTo>
                  <a:pt x="617" y="0"/>
                  <a:pt x="623" y="2"/>
                  <a:pt x="630" y="4"/>
                </a:cubicBezTo>
                <a:cubicBezTo>
                  <a:pt x="636" y="7"/>
                  <a:pt x="642" y="11"/>
                  <a:pt x="647" y="16"/>
                </a:cubicBezTo>
                <a:cubicBezTo>
                  <a:pt x="652" y="21"/>
                  <a:pt x="656" y="27"/>
                  <a:pt x="659" y="33"/>
                </a:cubicBezTo>
                <a:cubicBezTo>
                  <a:pt x="661" y="39"/>
                  <a:pt x="663" y="47"/>
                  <a:pt x="663" y="54"/>
                </a:cubicBezTo>
                <a:lnTo>
                  <a:pt x="663" y="81"/>
                </a:lnTo>
                <a:cubicBezTo>
                  <a:pt x="663" y="88"/>
                  <a:pt x="661" y="94"/>
                  <a:pt x="659" y="101"/>
                </a:cubicBezTo>
                <a:cubicBezTo>
                  <a:pt x="656" y="107"/>
                  <a:pt x="652" y="113"/>
                  <a:pt x="647" y="118"/>
                </a:cubicBezTo>
                <a:cubicBezTo>
                  <a:pt x="642" y="123"/>
                  <a:pt x="636" y="127"/>
                  <a:pt x="630" y="130"/>
                </a:cubicBezTo>
                <a:cubicBezTo>
                  <a:pt x="623" y="132"/>
                  <a:pt x="617" y="134"/>
                  <a:pt x="610" y="134"/>
                </a:cubicBezTo>
                <a:lnTo>
                  <a:pt x="53" y="134"/>
                </a:lnTo>
                <a:cubicBezTo>
                  <a:pt x="46" y="134"/>
                  <a:pt x="39" y="132"/>
                  <a:pt x="33" y="130"/>
                </a:cubicBezTo>
                <a:cubicBezTo>
                  <a:pt x="26" y="127"/>
                  <a:pt x="21" y="123"/>
                  <a:pt x="16" y="118"/>
                </a:cubicBezTo>
                <a:cubicBezTo>
                  <a:pt x="11" y="113"/>
                  <a:pt x="7" y="107"/>
                  <a:pt x="4" y="101"/>
                </a:cubicBezTo>
                <a:cubicBezTo>
                  <a:pt x="1" y="94"/>
                  <a:pt x="0" y="88"/>
                  <a:pt x="0" y="8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54200" y="4338000"/>
            <a:ext cx="156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koppelingen en datavraag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2676240" y="4338000"/>
            <a:ext cx="16254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onderdelen in een systeem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9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94" name=""/>
          <p:cNvSpPr/>
          <p:nvPr/>
        </p:nvSpPr>
        <p:spPr>
          <a:xfrm>
            <a:off x="4568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439920" y="51048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8118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9234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10346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/>
          <p:nvPr/>
        </p:nvSpPr>
        <p:spPr>
          <a:xfrm>
            <a:off x="11462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2574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13690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760320" y="16704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760320" y="18075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160056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17118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18234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19346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20462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21578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1549080" y="1962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1549080" y="20476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206352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21747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22863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23976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/>
          <p:nvPr/>
        </p:nvSpPr>
        <p:spPr>
          <a:xfrm>
            <a:off x="25092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26204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27320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/>
          <p:nvPr/>
        </p:nvSpPr>
        <p:spPr>
          <a:xfrm>
            <a:off x="2012040" y="22017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/>
          <p:nvPr/>
        </p:nvSpPr>
        <p:spPr>
          <a:xfrm>
            <a:off x="2012040" y="23220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1454760" y="16189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2243520" y="19105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1917720" y="21506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72"/>
                </a:lnTo>
                <a:lnTo>
                  <a:pt x="0" y="572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 txBox="1"/>
          <p:nvPr/>
        </p:nvSpPr>
        <p:spPr>
          <a:xfrm>
            <a:off x="991800" y="129852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620640" y="241776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/>
          <p:nvPr/>
        </p:nvSpPr>
        <p:spPr>
          <a:xfrm>
            <a:off x="32000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 txBox="1"/>
          <p:nvPr/>
        </p:nvSpPr>
        <p:spPr>
          <a:xfrm>
            <a:off x="1429920" y="25797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/>
          <p:nvPr/>
        </p:nvSpPr>
        <p:spPr>
          <a:xfrm>
            <a:off x="35550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36666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37778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38894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40006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41122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42238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43351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44467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45579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46695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47808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48924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50036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51152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52264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53380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54493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3503520" y="18763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3503520" y="20991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3863880" y="18763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3829320" y="18763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3829320" y="20476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5149440" y="20883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7"/>
                </a:moveTo>
                <a:cubicBezTo>
                  <a:pt x="446" y="382"/>
                  <a:pt x="477" y="364"/>
                  <a:pt x="505" y="343"/>
                </a:cubicBezTo>
                <a:lnTo>
                  <a:pt x="548" y="400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7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 txBox="1"/>
          <p:nvPr/>
        </p:nvSpPr>
        <p:spPr>
          <a:xfrm>
            <a:off x="3598560" y="129852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3644640" y="24469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4236840" y="24469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 txBox="1"/>
          <p:nvPr/>
        </p:nvSpPr>
        <p:spPr>
          <a:xfrm>
            <a:off x="4838400" y="24469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 txBox="1"/>
          <p:nvPr/>
        </p:nvSpPr>
        <p:spPr>
          <a:xfrm>
            <a:off x="4298760" y="26852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5933880" y="11523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 txBox="1"/>
          <p:nvPr/>
        </p:nvSpPr>
        <p:spPr>
          <a:xfrm>
            <a:off x="3503520" y="29034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6962760" y="153324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4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40"/>
                  <a:pt x="1489" y="48"/>
                </a:cubicBezTo>
                <a:cubicBezTo>
                  <a:pt x="1496" y="55"/>
                  <a:pt x="1503" y="63"/>
                  <a:pt x="1508" y="72"/>
                </a:cubicBezTo>
                <a:cubicBezTo>
                  <a:pt x="1514" y="81"/>
                  <a:pt x="1519" y="90"/>
                  <a:pt x="1523" y="99"/>
                </a:cubicBezTo>
                <a:cubicBezTo>
                  <a:pt x="1527" y="109"/>
                  <a:pt x="1530" y="119"/>
                  <a:pt x="1532" y="129"/>
                </a:cubicBezTo>
                <a:cubicBezTo>
                  <a:pt x="1534" y="139"/>
                  <a:pt x="1535" y="150"/>
                  <a:pt x="1535" y="160"/>
                </a:cubicBezTo>
                <a:lnTo>
                  <a:pt x="1535" y="504"/>
                </a:lnTo>
                <a:cubicBezTo>
                  <a:pt x="1535" y="514"/>
                  <a:pt x="1534" y="525"/>
                  <a:pt x="1532" y="535"/>
                </a:cubicBezTo>
                <a:cubicBezTo>
                  <a:pt x="1530" y="545"/>
                  <a:pt x="1527" y="555"/>
                  <a:pt x="1523" y="565"/>
                </a:cubicBezTo>
                <a:cubicBezTo>
                  <a:pt x="1519" y="574"/>
                  <a:pt x="1514" y="584"/>
                  <a:pt x="1508" y="592"/>
                </a:cubicBezTo>
                <a:cubicBezTo>
                  <a:pt x="1503" y="601"/>
                  <a:pt x="1496" y="609"/>
                  <a:pt x="1489" y="616"/>
                </a:cubicBezTo>
                <a:cubicBezTo>
                  <a:pt x="1481" y="624"/>
                  <a:pt x="1473" y="630"/>
                  <a:pt x="1465" y="636"/>
                </a:cubicBezTo>
                <a:cubicBezTo>
                  <a:pt x="1456" y="642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1" y="630"/>
                  <a:pt x="53" y="624"/>
                  <a:pt x="46" y="616"/>
                </a:cubicBezTo>
                <a:cubicBezTo>
                  <a:pt x="39" y="609"/>
                  <a:pt x="32" y="601"/>
                  <a:pt x="26" y="592"/>
                </a:cubicBezTo>
                <a:cubicBezTo>
                  <a:pt x="21" y="584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6391080" y="129852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62982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64098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65210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66326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67438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68554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69670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246720" y="220392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6246720" y="22896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73954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75070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76183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77299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78411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79527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80640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81756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7344000" y="215244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7344000" y="23752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7103880" y="226404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7232760" y="221256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3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8029800" y="190368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7824240" y="191232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7781040" y="198108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7072200" y="158940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 txBox="1"/>
          <p:nvPr/>
        </p:nvSpPr>
        <p:spPr>
          <a:xfrm>
            <a:off x="6191280" y="26845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456840" y="327636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3276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/>
          <p:nvPr/>
        </p:nvSpPr>
        <p:spPr>
          <a:xfrm>
            <a:off x="456840" y="3819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853416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6662520" y="285588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634320" y="3489480"/>
            <a:ext cx="739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komen tot een afspraak, en de verantwoordelijkheid dragen voor die afspraak.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67428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0e9e7e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 txBox="1"/>
          <p:nvPr/>
        </p:nvSpPr>
        <p:spPr>
          <a:xfrm>
            <a:off x="674280" y="4399560"/>
            <a:ext cx="475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Mensen maken de afspraak. Systemen en agents gebruiken hem.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7" name=""/>
          <p:cNvSpPr txBox="1"/>
          <p:nvPr/>
        </p:nvSpPr>
        <p:spPr>
          <a:xfrm>
            <a:off x="439920" y="6264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2165040" y="1152360"/>
            <a:ext cx="2819520" cy="717840"/>
          </a:xfrm>
          <a:custGeom>
            <a:avLst/>
            <a:gdLst/>
            <a:ahLst/>
            <a:rect l="0" t="0" r="r" b="b"/>
            <a:pathLst>
              <a:path fill="none" w="7832" h="1994">
                <a:moveTo>
                  <a:pt x="0" y="1994"/>
                </a:moveTo>
                <a:lnTo>
                  <a:pt x="727" y="1661"/>
                </a:lnTo>
                <a:cubicBezTo>
                  <a:pt x="1453" y="1329"/>
                  <a:pt x="2907" y="664"/>
                  <a:pt x="4213" y="332"/>
                </a:cubicBezTo>
                <a:cubicBezTo>
                  <a:pt x="5518" y="0"/>
                  <a:pt x="6675" y="0"/>
                  <a:pt x="7253" y="0"/>
                </a:cubicBezTo>
                <a:lnTo>
                  <a:pt x="7832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2133720" y="1818000"/>
            <a:ext cx="85320" cy="69480"/>
          </a:xfrm>
          <a:custGeom>
            <a:avLst/>
            <a:gdLst/>
            <a:ahLst/>
            <a:rect l="0" t="0" r="r" b="b"/>
            <a:pathLst>
              <a:path w="237" h="193">
                <a:moveTo>
                  <a:pt x="0" y="185"/>
                </a:moveTo>
                <a:lnTo>
                  <a:pt x="237" y="193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2125800" y="1810800"/>
            <a:ext cx="99360" cy="80640"/>
          </a:xfrm>
          <a:custGeom>
            <a:avLst/>
            <a:gdLst/>
            <a:ahLst/>
            <a:rect l="0" t="0" r="r" b="b"/>
            <a:pathLst>
              <a:path w="276" h="224">
                <a:moveTo>
                  <a:pt x="44" y="194"/>
                </a:moveTo>
                <a:lnTo>
                  <a:pt x="65" y="195"/>
                </a:lnTo>
                <a:lnTo>
                  <a:pt x="64" y="217"/>
                </a:lnTo>
                <a:lnTo>
                  <a:pt x="43" y="216"/>
                </a:lnTo>
                <a:lnTo>
                  <a:pt x="44" y="194"/>
                </a:lnTo>
                <a:moveTo>
                  <a:pt x="65" y="195"/>
                </a:moveTo>
                <a:lnTo>
                  <a:pt x="86" y="195"/>
                </a:lnTo>
                <a:lnTo>
                  <a:pt x="85" y="218"/>
                </a:lnTo>
                <a:lnTo>
                  <a:pt x="64" y="217"/>
                </a:lnTo>
                <a:lnTo>
                  <a:pt x="65" y="195"/>
                </a:lnTo>
                <a:moveTo>
                  <a:pt x="86" y="195"/>
                </a:moveTo>
                <a:lnTo>
                  <a:pt x="107" y="196"/>
                </a:lnTo>
                <a:lnTo>
                  <a:pt x="106" y="218"/>
                </a:lnTo>
                <a:lnTo>
                  <a:pt x="85" y="218"/>
                </a:lnTo>
                <a:lnTo>
                  <a:pt x="86" y="195"/>
                </a:lnTo>
                <a:moveTo>
                  <a:pt x="107" y="196"/>
                </a:moveTo>
                <a:lnTo>
                  <a:pt x="128" y="197"/>
                </a:lnTo>
                <a:lnTo>
                  <a:pt x="127" y="219"/>
                </a:lnTo>
                <a:lnTo>
                  <a:pt x="106" y="218"/>
                </a:lnTo>
                <a:lnTo>
                  <a:pt x="107" y="196"/>
                </a:lnTo>
                <a:moveTo>
                  <a:pt x="128" y="197"/>
                </a:moveTo>
                <a:lnTo>
                  <a:pt x="149" y="198"/>
                </a:lnTo>
                <a:lnTo>
                  <a:pt x="149" y="220"/>
                </a:lnTo>
                <a:lnTo>
                  <a:pt x="127" y="219"/>
                </a:lnTo>
                <a:lnTo>
                  <a:pt x="128" y="197"/>
                </a:lnTo>
                <a:moveTo>
                  <a:pt x="149" y="198"/>
                </a:moveTo>
                <a:lnTo>
                  <a:pt x="170" y="198"/>
                </a:lnTo>
                <a:lnTo>
                  <a:pt x="170" y="221"/>
                </a:lnTo>
                <a:lnTo>
                  <a:pt x="149" y="220"/>
                </a:lnTo>
                <a:lnTo>
                  <a:pt x="149" y="198"/>
                </a:lnTo>
                <a:moveTo>
                  <a:pt x="170" y="198"/>
                </a:moveTo>
                <a:lnTo>
                  <a:pt x="192" y="199"/>
                </a:lnTo>
                <a:lnTo>
                  <a:pt x="191" y="221"/>
                </a:lnTo>
                <a:lnTo>
                  <a:pt x="170" y="221"/>
                </a:lnTo>
                <a:lnTo>
                  <a:pt x="170" y="198"/>
                </a:lnTo>
                <a:moveTo>
                  <a:pt x="192" y="199"/>
                </a:moveTo>
                <a:lnTo>
                  <a:pt x="213" y="200"/>
                </a:lnTo>
                <a:lnTo>
                  <a:pt x="212" y="222"/>
                </a:lnTo>
                <a:lnTo>
                  <a:pt x="191" y="221"/>
                </a:lnTo>
                <a:lnTo>
                  <a:pt x="192" y="199"/>
                </a:lnTo>
                <a:moveTo>
                  <a:pt x="213" y="200"/>
                </a:moveTo>
                <a:lnTo>
                  <a:pt x="234" y="201"/>
                </a:lnTo>
                <a:lnTo>
                  <a:pt x="233" y="223"/>
                </a:lnTo>
                <a:lnTo>
                  <a:pt x="212" y="222"/>
                </a:lnTo>
                <a:lnTo>
                  <a:pt x="213" y="200"/>
                </a:lnTo>
                <a:moveTo>
                  <a:pt x="234" y="201"/>
                </a:moveTo>
                <a:lnTo>
                  <a:pt x="255" y="201"/>
                </a:lnTo>
                <a:lnTo>
                  <a:pt x="254" y="224"/>
                </a:lnTo>
                <a:lnTo>
                  <a:pt x="233" y="223"/>
                </a:lnTo>
                <a:lnTo>
                  <a:pt x="234" y="201"/>
                </a:lnTo>
                <a:moveTo>
                  <a:pt x="255" y="201"/>
                </a:moveTo>
                <a:lnTo>
                  <a:pt x="259" y="202"/>
                </a:lnTo>
                <a:lnTo>
                  <a:pt x="258" y="213"/>
                </a:lnTo>
                <a:lnTo>
                  <a:pt x="249" y="218"/>
                </a:lnTo>
                <a:lnTo>
                  <a:pt x="242" y="201"/>
                </a:lnTo>
                <a:lnTo>
                  <a:pt x="262" y="192"/>
                </a:lnTo>
                <a:lnTo>
                  <a:pt x="276" y="224"/>
                </a:lnTo>
                <a:lnTo>
                  <a:pt x="254" y="224"/>
                </a:lnTo>
                <a:lnTo>
                  <a:pt x="255" y="201"/>
                </a:lnTo>
                <a:moveTo>
                  <a:pt x="242" y="201"/>
                </a:moveTo>
                <a:lnTo>
                  <a:pt x="233" y="181"/>
                </a:lnTo>
                <a:lnTo>
                  <a:pt x="252" y="173"/>
                </a:lnTo>
                <a:lnTo>
                  <a:pt x="262" y="192"/>
                </a:lnTo>
                <a:lnTo>
                  <a:pt x="242" y="201"/>
                </a:lnTo>
                <a:moveTo>
                  <a:pt x="233" y="181"/>
                </a:moveTo>
                <a:lnTo>
                  <a:pt x="224" y="162"/>
                </a:lnTo>
                <a:lnTo>
                  <a:pt x="243" y="153"/>
                </a:lnTo>
                <a:lnTo>
                  <a:pt x="252" y="173"/>
                </a:lnTo>
                <a:lnTo>
                  <a:pt x="233" y="181"/>
                </a:lnTo>
                <a:moveTo>
                  <a:pt x="224" y="162"/>
                </a:moveTo>
                <a:lnTo>
                  <a:pt x="215" y="143"/>
                </a:lnTo>
                <a:lnTo>
                  <a:pt x="235" y="134"/>
                </a:lnTo>
                <a:lnTo>
                  <a:pt x="243" y="153"/>
                </a:lnTo>
                <a:lnTo>
                  <a:pt x="224" y="162"/>
                </a:lnTo>
                <a:moveTo>
                  <a:pt x="215" y="143"/>
                </a:moveTo>
                <a:lnTo>
                  <a:pt x="206" y="124"/>
                </a:lnTo>
                <a:lnTo>
                  <a:pt x="226" y="115"/>
                </a:lnTo>
                <a:lnTo>
                  <a:pt x="235" y="134"/>
                </a:lnTo>
                <a:lnTo>
                  <a:pt x="215" y="143"/>
                </a:lnTo>
                <a:moveTo>
                  <a:pt x="206" y="124"/>
                </a:moveTo>
                <a:lnTo>
                  <a:pt x="198" y="104"/>
                </a:lnTo>
                <a:lnTo>
                  <a:pt x="217" y="96"/>
                </a:lnTo>
                <a:lnTo>
                  <a:pt x="226" y="115"/>
                </a:lnTo>
                <a:lnTo>
                  <a:pt x="206" y="124"/>
                </a:lnTo>
                <a:moveTo>
                  <a:pt x="198" y="104"/>
                </a:moveTo>
                <a:lnTo>
                  <a:pt x="189" y="85"/>
                </a:lnTo>
                <a:lnTo>
                  <a:pt x="208" y="76"/>
                </a:lnTo>
                <a:lnTo>
                  <a:pt x="217" y="96"/>
                </a:lnTo>
                <a:lnTo>
                  <a:pt x="198" y="104"/>
                </a:lnTo>
                <a:moveTo>
                  <a:pt x="189" y="85"/>
                </a:moveTo>
                <a:lnTo>
                  <a:pt x="180" y="66"/>
                </a:lnTo>
                <a:lnTo>
                  <a:pt x="199" y="57"/>
                </a:lnTo>
                <a:lnTo>
                  <a:pt x="208" y="76"/>
                </a:lnTo>
                <a:lnTo>
                  <a:pt x="189" y="85"/>
                </a:lnTo>
                <a:moveTo>
                  <a:pt x="180" y="66"/>
                </a:moveTo>
                <a:lnTo>
                  <a:pt x="171" y="47"/>
                </a:lnTo>
                <a:lnTo>
                  <a:pt x="191" y="38"/>
                </a:lnTo>
                <a:lnTo>
                  <a:pt x="199" y="57"/>
                </a:lnTo>
                <a:lnTo>
                  <a:pt x="180" y="66"/>
                </a:lnTo>
                <a:moveTo>
                  <a:pt x="171" y="47"/>
                </a:moveTo>
                <a:lnTo>
                  <a:pt x="162" y="27"/>
                </a:lnTo>
                <a:lnTo>
                  <a:pt x="182" y="19"/>
                </a:lnTo>
                <a:lnTo>
                  <a:pt x="191" y="38"/>
                </a:lnTo>
                <a:lnTo>
                  <a:pt x="171" y="47"/>
                </a:lnTo>
                <a:moveTo>
                  <a:pt x="162" y="27"/>
                </a:moveTo>
                <a:lnTo>
                  <a:pt x="161" y="24"/>
                </a:lnTo>
                <a:lnTo>
                  <a:pt x="171" y="20"/>
                </a:lnTo>
                <a:lnTo>
                  <a:pt x="179" y="26"/>
                </a:lnTo>
                <a:lnTo>
                  <a:pt x="168" y="40"/>
                </a:lnTo>
                <a:lnTo>
                  <a:pt x="151" y="26"/>
                </a:lnTo>
                <a:lnTo>
                  <a:pt x="173" y="0"/>
                </a:lnTo>
                <a:lnTo>
                  <a:pt x="182" y="19"/>
                </a:lnTo>
                <a:lnTo>
                  <a:pt x="162" y="27"/>
                </a:lnTo>
                <a:moveTo>
                  <a:pt x="168" y="40"/>
                </a:moveTo>
                <a:lnTo>
                  <a:pt x="155" y="56"/>
                </a:lnTo>
                <a:lnTo>
                  <a:pt x="138" y="43"/>
                </a:lnTo>
                <a:lnTo>
                  <a:pt x="151" y="26"/>
                </a:lnTo>
                <a:lnTo>
                  <a:pt x="168" y="40"/>
                </a:lnTo>
                <a:moveTo>
                  <a:pt x="155" y="56"/>
                </a:moveTo>
                <a:lnTo>
                  <a:pt x="141" y="73"/>
                </a:lnTo>
                <a:lnTo>
                  <a:pt x="125" y="59"/>
                </a:lnTo>
                <a:lnTo>
                  <a:pt x="138" y="43"/>
                </a:lnTo>
                <a:lnTo>
                  <a:pt x="155" y="56"/>
                </a:lnTo>
                <a:moveTo>
                  <a:pt x="141" y="73"/>
                </a:moveTo>
                <a:lnTo>
                  <a:pt x="128" y="89"/>
                </a:lnTo>
                <a:lnTo>
                  <a:pt x="112" y="76"/>
                </a:lnTo>
                <a:lnTo>
                  <a:pt x="125" y="59"/>
                </a:lnTo>
                <a:lnTo>
                  <a:pt x="141" y="73"/>
                </a:lnTo>
                <a:moveTo>
                  <a:pt x="128" y="89"/>
                </a:moveTo>
                <a:lnTo>
                  <a:pt x="115" y="106"/>
                </a:lnTo>
                <a:lnTo>
                  <a:pt x="98" y="92"/>
                </a:lnTo>
                <a:lnTo>
                  <a:pt x="112" y="76"/>
                </a:lnTo>
                <a:lnTo>
                  <a:pt x="128" y="89"/>
                </a:lnTo>
                <a:moveTo>
                  <a:pt x="115" y="106"/>
                </a:moveTo>
                <a:lnTo>
                  <a:pt x="101" y="122"/>
                </a:lnTo>
                <a:lnTo>
                  <a:pt x="85" y="109"/>
                </a:lnTo>
                <a:lnTo>
                  <a:pt x="98" y="92"/>
                </a:lnTo>
                <a:lnTo>
                  <a:pt x="115" y="106"/>
                </a:lnTo>
                <a:moveTo>
                  <a:pt x="101" y="122"/>
                </a:moveTo>
                <a:lnTo>
                  <a:pt x="88" y="139"/>
                </a:lnTo>
                <a:lnTo>
                  <a:pt x="72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9"/>
                </a:moveTo>
                <a:lnTo>
                  <a:pt x="75" y="155"/>
                </a:lnTo>
                <a:lnTo>
                  <a:pt x="58" y="142"/>
                </a:lnTo>
                <a:lnTo>
                  <a:pt x="72" y="125"/>
                </a:lnTo>
                <a:lnTo>
                  <a:pt x="88" y="139"/>
                </a:lnTo>
                <a:moveTo>
                  <a:pt x="75" y="155"/>
                </a:moveTo>
                <a:lnTo>
                  <a:pt x="62" y="172"/>
                </a:lnTo>
                <a:lnTo>
                  <a:pt x="45" y="158"/>
                </a:lnTo>
                <a:lnTo>
                  <a:pt x="58" y="142"/>
                </a:lnTo>
                <a:lnTo>
                  <a:pt x="75" y="155"/>
                </a:lnTo>
                <a:moveTo>
                  <a:pt x="62" y="172"/>
                </a:moveTo>
                <a:lnTo>
                  <a:pt x="48" y="188"/>
                </a:lnTo>
                <a:lnTo>
                  <a:pt x="32" y="175"/>
                </a:lnTo>
                <a:lnTo>
                  <a:pt x="45" y="158"/>
                </a:lnTo>
                <a:lnTo>
                  <a:pt x="62" y="172"/>
                </a:lnTo>
                <a:moveTo>
                  <a:pt x="48" y="188"/>
                </a:moveTo>
                <a:lnTo>
                  <a:pt x="35" y="205"/>
                </a:lnTo>
                <a:lnTo>
                  <a:pt x="19" y="191"/>
                </a:lnTo>
                <a:lnTo>
                  <a:pt x="32" y="175"/>
                </a:lnTo>
                <a:lnTo>
                  <a:pt x="48" y="188"/>
                </a:lnTo>
                <a:moveTo>
                  <a:pt x="35" y="205"/>
                </a:moveTo>
                <a:lnTo>
                  <a:pt x="30" y="210"/>
                </a:lnTo>
                <a:lnTo>
                  <a:pt x="22" y="204"/>
                </a:lnTo>
                <a:lnTo>
                  <a:pt x="22" y="193"/>
                </a:lnTo>
                <a:lnTo>
                  <a:pt x="44" y="194"/>
                </a:lnTo>
                <a:lnTo>
                  <a:pt x="43" y="216"/>
                </a:lnTo>
                <a:lnTo>
                  <a:pt x="0" y="215"/>
                </a:lnTo>
                <a:lnTo>
                  <a:pt x="19" y="191"/>
                </a:lnTo>
                <a:lnTo>
                  <a:pt x="35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4946040" y="1114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4942080" y="11080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1" y="74"/>
                </a:lnTo>
                <a:lnTo>
                  <a:pt x="82" y="64"/>
                </a:lnTo>
                <a:lnTo>
                  <a:pt x="91" y="46"/>
                </a:lnTo>
                <a:moveTo>
                  <a:pt x="110" y="55"/>
                </a:moveTo>
                <a:lnTo>
                  <a:pt x="130" y="64"/>
                </a:lnTo>
                <a:lnTo>
                  <a:pt x="121" y="83"/>
                </a:lnTo>
                <a:lnTo>
                  <a:pt x="101" y="74"/>
                </a:lnTo>
                <a:lnTo>
                  <a:pt x="110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9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9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3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1"/>
                </a:lnTo>
                <a:lnTo>
                  <a:pt x="213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8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8" y="197"/>
                </a:moveTo>
                <a:lnTo>
                  <a:pt x="79" y="206"/>
                </a:lnTo>
                <a:lnTo>
                  <a:pt x="70" y="188"/>
                </a:lnTo>
                <a:lnTo>
                  <a:pt x="89" y="178"/>
                </a:lnTo>
                <a:lnTo>
                  <a:pt x="98" y="197"/>
                </a:lnTo>
                <a:moveTo>
                  <a:pt x="79" y="206"/>
                </a:moveTo>
                <a:lnTo>
                  <a:pt x="60" y="216"/>
                </a:lnTo>
                <a:lnTo>
                  <a:pt x="51" y="197"/>
                </a:lnTo>
                <a:lnTo>
                  <a:pt x="70" y="188"/>
                </a:lnTo>
                <a:lnTo>
                  <a:pt x="79" y="206"/>
                </a:lnTo>
                <a:moveTo>
                  <a:pt x="60" y="216"/>
                </a:moveTo>
                <a:lnTo>
                  <a:pt x="41" y="225"/>
                </a:lnTo>
                <a:lnTo>
                  <a:pt x="32" y="206"/>
                </a:lnTo>
                <a:lnTo>
                  <a:pt x="51" y="197"/>
                </a:lnTo>
                <a:lnTo>
                  <a:pt x="60" y="216"/>
                </a:lnTo>
                <a:moveTo>
                  <a:pt x="41" y="225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1" y="225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19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2639880" y="2143080"/>
            <a:ext cx="2190600" cy="0"/>
          </a:xfrm>
          <a:custGeom>
            <a:avLst/>
            <a:gdLst/>
            <a:ahLst/>
            <a:rect l="0" t="0" r="r" b="b"/>
            <a:pathLst>
              <a:path fill="none" w="6085" h="0">
                <a:moveTo>
                  <a:pt x="0" y="0"/>
                </a:moveTo>
                <a:lnTo>
                  <a:pt x="507" y="0"/>
                </a:lnTo>
                <a:cubicBezTo>
                  <a:pt x="1014" y="0"/>
                  <a:pt x="2028" y="0"/>
                  <a:pt x="3042" y="0"/>
                </a:cubicBezTo>
                <a:cubicBezTo>
                  <a:pt x="4056" y="0"/>
                  <a:pt x="5071" y="0"/>
                  <a:pt x="5578" y="0"/>
                </a:cubicBezTo>
                <a:lnTo>
                  <a:pt x="6085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260568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106"/>
                </a:moveTo>
                <a:lnTo>
                  <a:pt x="212" y="212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259704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1"/>
                </a:lnTo>
                <a:lnTo>
                  <a:pt x="39" y="142"/>
                </a:lnTo>
                <a:lnTo>
                  <a:pt x="48" y="123"/>
                </a:lnTo>
                <a:moveTo>
                  <a:pt x="67" y="132"/>
                </a:moveTo>
                <a:lnTo>
                  <a:pt x="86" y="142"/>
                </a:lnTo>
                <a:lnTo>
                  <a:pt x="77" y="160"/>
                </a:lnTo>
                <a:lnTo>
                  <a:pt x="58" y="151"/>
                </a:lnTo>
                <a:lnTo>
                  <a:pt x="67" y="132"/>
                </a:lnTo>
                <a:moveTo>
                  <a:pt x="86" y="142"/>
                </a:moveTo>
                <a:lnTo>
                  <a:pt x="105" y="151"/>
                </a:lnTo>
                <a:lnTo>
                  <a:pt x="96" y="170"/>
                </a:lnTo>
                <a:lnTo>
                  <a:pt x="77" y="160"/>
                </a:lnTo>
                <a:lnTo>
                  <a:pt x="86" y="142"/>
                </a:lnTo>
                <a:moveTo>
                  <a:pt x="105" y="151"/>
                </a:moveTo>
                <a:lnTo>
                  <a:pt x="124" y="160"/>
                </a:lnTo>
                <a:lnTo>
                  <a:pt x="115" y="180"/>
                </a:lnTo>
                <a:lnTo>
                  <a:pt x="96" y="170"/>
                </a:lnTo>
                <a:lnTo>
                  <a:pt x="105" y="151"/>
                </a:lnTo>
                <a:moveTo>
                  <a:pt x="124" y="160"/>
                </a:moveTo>
                <a:lnTo>
                  <a:pt x="143" y="170"/>
                </a:lnTo>
                <a:lnTo>
                  <a:pt x="134" y="190"/>
                </a:lnTo>
                <a:lnTo>
                  <a:pt x="115" y="180"/>
                </a:lnTo>
                <a:lnTo>
                  <a:pt x="124" y="160"/>
                </a:lnTo>
                <a:moveTo>
                  <a:pt x="143" y="170"/>
                </a:moveTo>
                <a:lnTo>
                  <a:pt x="162" y="180"/>
                </a:lnTo>
                <a:lnTo>
                  <a:pt x="153" y="199"/>
                </a:lnTo>
                <a:lnTo>
                  <a:pt x="134" y="190"/>
                </a:lnTo>
                <a:lnTo>
                  <a:pt x="143" y="170"/>
                </a:lnTo>
                <a:moveTo>
                  <a:pt x="162" y="180"/>
                </a:moveTo>
                <a:lnTo>
                  <a:pt x="181" y="190"/>
                </a:lnTo>
                <a:lnTo>
                  <a:pt x="171" y="209"/>
                </a:lnTo>
                <a:lnTo>
                  <a:pt x="153" y="199"/>
                </a:lnTo>
                <a:lnTo>
                  <a:pt x="162" y="180"/>
                </a:lnTo>
                <a:moveTo>
                  <a:pt x="181" y="190"/>
                </a:moveTo>
                <a:lnTo>
                  <a:pt x="200" y="199"/>
                </a:lnTo>
                <a:lnTo>
                  <a:pt x="190" y="218"/>
                </a:lnTo>
                <a:lnTo>
                  <a:pt x="171" y="209"/>
                </a:lnTo>
                <a:lnTo>
                  <a:pt x="181" y="190"/>
                </a:lnTo>
                <a:moveTo>
                  <a:pt x="200" y="199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8"/>
                </a:lnTo>
                <a:lnTo>
                  <a:pt x="200" y="199"/>
                </a:lnTo>
                <a:moveTo>
                  <a:pt x="219" y="209"/>
                </a:moveTo>
                <a:lnTo>
                  <a:pt x="238" y="218"/>
                </a:lnTo>
                <a:lnTo>
                  <a:pt x="228" y="237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8"/>
                </a:moveTo>
                <a:lnTo>
                  <a:pt x="241" y="220"/>
                </a:lnTo>
                <a:lnTo>
                  <a:pt x="236" y="229"/>
                </a:lnTo>
                <a:lnTo>
                  <a:pt x="226" y="229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7"/>
                </a:lnTo>
                <a:lnTo>
                  <a:pt x="238" y="218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69"/>
                </a:lnTo>
                <a:lnTo>
                  <a:pt x="247" y="169"/>
                </a:lnTo>
                <a:lnTo>
                  <a:pt x="247" y="191"/>
                </a:lnTo>
                <a:lnTo>
                  <a:pt x="226" y="191"/>
                </a:lnTo>
                <a:moveTo>
                  <a:pt x="226" y="169"/>
                </a:moveTo>
                <a:lnTo>
                  <a:pt x="226" y="148"/>
                </a:lnTo>
                <a:lnTo>
                  <a:pt x="247" y="148"/>
                </a:lnTo>
                <a:lnTo>
                  <a:pt x="247" y="169"/>
                </a:lnTo>
                <a:lnTo>
                  <a:pt x="226" y="169"/>
                </a:lnTo>
                <a:moveTo>
                  <a:pt x="226" y="148"/>
                </a:moveTo>
                <a:lnTo>
                  <a:pt x="226" y="126"/>
                </a:lnTo>
                <a:lnTo>
                  <a:pt x="247" y="126"/>
                </a:lnTo>
                <a:lnTo>
                  <a:pt x="247" y="148"/>
                </a:lnTo>
                <a:lnTo>
                  <a:pt x="226" y="148"/>
                </a:lnTo>
                <a:moveTo>
                  <a:pt x="226" y="126"/>
                </a:moveTo>
                <a:lnTo>
                  <a:pt x="226" y="105"/>
                </a:lnTo>
                <a:lnTo>
                  <a:pt x="247" y="105"/>
                </a:lnTo>
                <a:lnTo>
                  <a:pt x="247" y="126"/>
                </a:lnTo>
                <a:lnTo>
                  <a:pt x="226" y="126"/>
                </a:lnTo>
                <a:moveTo>
                  <a:pt x="226" y="105"/>
                </a:moveTo>
                <a:lnTo>
                  <a:pt x="226" y="84"/>
                </a:lnTo>
                <a:lnTo>
                  <a:pt x="247" y="84"/>
                </a:lnTo>
                <a:lnTo>
                  <a:pt x="247" y="105"/>
                </a:lnTo>
                <a:lnTo>
                  <a:pt x="226" y="105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6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3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3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3"/>
                </a:lnTo>
                <a:moveTo>
                  <a:pt x="188" y="53"/>
                </a:moveTo>
                <a:lnTo>
                  <a:pt x="169" y="62"/>
                </a:lnTo>
                <a:lnTo>
                  <a:pt x="159" y="43"/>
                </a:lnTo>
                <a:lnTo>
                  <a:pt x="178" y="34"/>
                </a:lnTo>
                <a:lnTo>
                  <a:pt x="188" y="53"/>
                </a:lnTo>
                <a:moveTo>
                  <a:pt x="169" y="62"/>
                </a:moveTo>
                <a:lnTo>
                  <a:pt x="150" y="72"/>
                </a:lnTo>
                <a:lnTo>
                  <a:pt x="140" y="53"/>
                </a:lnTo>
                <a:lnTo>
                  <a:pt x="159" y="43"/>
                </a:lnTo>
                <a:lnTo>
                  <a:pt x="169" y="62"/>
                </a:lnTo>
                <a:moveTo>
                  <a:pt x="150" y="72"/>
                </a:moveTo>
                <a:lnTo>
                  <a:pt x="131" y="81"/>
                </a:lnTo>
                <a:lnTo>
                  <a:pt x="122" y="62"/>
                </a:lnTo>
                <a:lnTo>
                  <a:pt x="140" y="53"/>
                </a:lnTo>
                <a:lnTo>
                  <a:pt x="150" y="72"/>
                </a:lnTo>
                <a:moveTo>
                  <a:pt x="131" y="81"/>
                </a:moveTo>
                <a:lnTo>
                  <a:pt x="112" y="91"/>
                </a:lnTo>
                <a:lnTo>
                  <a:pt x="103" y="72"/>
                </a:lnTo>
                <a:lnTo>
                  <a:pt x="122" y="62"/>
                </a:lnTo>
                <a:lnTo>
                  <a:pt x="131" y="81"/>
                </a:lnTo>
                <a:moveTo>
                  <a:pt x="112" y="91"/>
                </a:moveTo>
                <a:lnTo>
                  <a:pt x="93" y="100"/>
                </a:lnTo>
                <a:lnTo>
                  <a:pt x="84" y="81"/>
                </a:lnTo>
                <a:lnTo>
                  <a:pt x="103" y="72"/>
                </a:lnTo>
                <a:lnTo>
                  <a:pt x="112" y="91"/>
                </a:lnTo>
                <a:moveTo>
                  <a:pt x="93" y="100"/>
                </a:moveTo>
                <a:lnTo>
                  <a:pt x="74" y="110"/>
                </a:lnTo>
                <a:lnTo>
                  <a:pt x="65" y="91"/>
                </a:lnTo>
                <a:lnTo>
                  <a:pt x="84" y="81"/>
                </a:lnTo>
                <a:lnTo>
                  <a:pt x="93" y="100"/>
                </a:lnTo>
                <a:moveTo>
                  <a:pt x="74" y="110"/>
                </a:moveTo>
                <a:lnTo>
                  <a:pt x="55" y="119"/>
                </a:lnTo>
                <a:lnTo>
                  <a:pt x="46" y="100"/>
                </a:lnTo>
                <a:lnTo>
                  <a:pt x="65" y="91"/>
                </a:lnTo>
                <a:lnTo>
                  <a:pt x="74" y="110"/>
                </a:lnTo>
                <a:moveTo>
                  <a:pt x="55" y="119"/>
                </a:moveTo>
                <a:lnTo>
                  <a:pt x="36" y="129"/>
                </a:lnTo>
                <a:lnTo>
                  <a:pt x="27" y="110"/>
                </a:lnTo>
                <a:lnTo>
                  <a:pt x="46" y="100"/>
                </a:lnTo>
                <a:lnTo>
                  <a:pt x="55" y="119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2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479232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6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478836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4" y="26"/>
                </a:moveTo>
                <a:lnTo>
                  <a:pt x="73" y="36"/>
                </a:lnTo>
                <a:lnTo>
                  <a:pt x="64" y="55"/>
                </a:lnTo>
                <a:lnTo>
                  <a:pt x="44" y="45"/>
                </a:lnTo>
                <a:lnTo>
                  <a:pt x="54" y="26"/>
                </a:lnTo>
                <a:moveTo>
                  <a:pt x="73" y="36"/>
                </a:moveTo>
                <a:lnTo>
                  <a:pt x="92" y="45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5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5"/>
                </a:lnTo>
                <a:moveTo>
                  <a:pt x="111" y="55"/>
                </a:moveTo>
                <a:lnTo>
                  <a:pt x="130" y="64"/>
                </a:lnTo>
                <a:lnTo>
                  <a:pt x="121" y="83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40" y="93"/>
                </a:lnTo>
                <a:lnTo>
                  <a:pt x="121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40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1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1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1"/>
                </a:lnTo>
                <a:lnTo>
                  <a:pt x="215" y="130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3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0"/>
                </a:lnTo>
                <a:lnTo>
                  <a:pt x="225" y="111"/>
                </a:lnTo>
                <a:moveTo>
                  <a:pt x="213" y="140"/>
                </a:moveTo>
                <a:lnTo>
                  <a:pt x="194" y="149"/>
                </a:lnTo>
                <a:lnTo>
                  <a:pt x="184" y="130"/>
                </a:lnTo>
                <a:lnTo>
                  <a:pt x="203" y="121"/>
                </a:lnTo>
                <a:lnTo>
                  <a:pt x="213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0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9"/>
                </a:lnTo>
                <a:lnTo>
                  <a:pt x="127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9"/>
                </a:moveTo>
                <a:lnTo>
                  <a:pt x="118" y="188"/>
                </a:lnTo>
                <a:lnTo>
                  <a:pt x="109" y="168"/>
                </a:lnTo>
                <a:lnTo>
                  <a:pt x="127" y="159"/>
                </a:lnTo>
                <a:lnTo>
                  <a:pt x="137" y="179"/>
                </a:lnTo>
                <a:moveTo>
                  <a:pt x="118" y="188"/>
                </a:moveTo>
                <a:lnTo>
                  <a:pt x="99" y="198"/>
                </a:lnTo>
                <a:lnTo>
                  <a:pt x="90" y="179"/>
                </a:lnTo>
                <a:lnTo>
                  <a:pt x="109" y="168"/>
                </a:lnTo>
                <a:lnTo>
                  <a:pt x="118" y="188"/>
                </a:lnTo>
                <a:moveTo>
                  <a:pt x="99" y="198"/>
                </a:moveTo>
                <a:lnTo>
                  <a:pt x="80" y="207"/>
                </a:lnTo>
                <a:lnTo>
                  <a:pt x="71" y="188"/>
                </a:lnTo>
                <a:lnTo>
                  <a:pt x="90" y="179"/>
                </a:lnTo>
                <a:lnTo>
                  <a:pt x="99" y="198"/>
                </a:lnTo>
                <a:moveTo>
                  <a:pt x="80" y="207"/>
                </a:moveTo>
                <a:lnTo>
                  <a:pt x="61" y="217"/>
                </a:lnTo>
                <a:lnTo>
                  <a:pt x="51" y="198"/>
                </a:lnTo>
                <a:lnTo>
                  <a:pt x="71" y="188"/>
                </a:lnTo>
                <a:lnTo>
                  <a:pt x="80" y="207"/>
                </a:lnTo>
                <a:moveTo>
                  <a:pt x="61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1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1"/>
                </a:lnTo>
                <a:lnTo>
                  <a:pt x="21" y="151"/>
                </a:lnTo>
                <a:lnTo>
                  <a:pt x="21" y="174"/>
                </a:lnTo>
                <a:lnTo>
                  <a:pt x="0" y="174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2165040" y="2415960"/>
            <a:ext cx="2682000" cy="717840"/>
          </a:xfrm>
          <a:custGeom>
            <a:avLst/>
            <a:gdLst/>
            <a:ahLst/>
            <a:rect l="0" t="0" r="r" b="b"/>
            <a:pathLst>
              <a:path fill="none" w="7450" h="1994">
                <a:moveTo>
                  <a:pt x="0" y="0"/>
                </a:moveTo>
                <a:lnTo>
                  <a:pt x="727" y="333"/>
                </a:lnTo>
                <a:cubicBezTo>
                  <a:pt x="1453" y="665"/>
                  <a:pt x="2907" y="1330"/>
                  <a:pt x="4149" y="1662"/>
                </a:cubicBezTo>
                <a:cubicBezTo>
                  <a:pt x="5392" y="1994"/>
                  <a:pt x="6421" y="1994"/>
                  <a:pt x="6936" y="1994"/>
                </a:cubicBezTo>
                <a:lnTo>
                  <a:pt x="7450" y="1994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2133720" y="2398680"/>
            <a:ext cx="85320" cy="69840"/>
          </a:xfrm>
          <a:custGeom>
            <a:avLst/>
            <a:gdLst/>
            <a:ahLst/>
            <a:rect l="0" t="0" r="r" b="b"/>
            <a:pathLst>
              <a:path w="237" h="194">
                <a:moveTo>
                  <a:pt x="0" y="8"/>
                </a:moveTo>
                <a:lnTo>
                  <a:pt x="150" y="194"/>
                </a:lnTo>
                <a:lnTo>
                  <a:pt x="237" y="0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2125800" y="23947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4" y="29"/>
                </a:moveTo>
                <a:lnTo>
                  <a:pt x="57" y="46"/>
                </a:lnTo>
                <a:lnTo>
                  <a:pt x="40" y="59"/>
                </a:lnTo>
                <a:lnTo>
                  <a:pt x="27" y="43"/>
                </a:lnTo>
                <a:lnTo>
                  <a:pt x="44" y="29"/>
                </a:lnTo>
                <a:moveTo>
                  <a:pt x="57" y="46"/>
                </a:moveTo>
                <a:lnTo>
                  <a:pt x="70" y="62"/>
                </a:lnTo>
                <a:lnTo>
                  <a:pt x="54" y="75"/>
                </a:lnTo>
                <a:lnTo>
                  <a:pt x="40" y="59"/>
                </a:lnTo>
                <a:lnTo>
                  <a:pt x="57" y="46"/>
                </a:lnTo>
                <a:moveTo>
                  <a:pt x="70" y="62"/>
                </a:moveTo>
                <a:lnTo>
                  <a:pt x="83" y="79"/>
                </a:lnTo>
                <a:lnTo>
                  <a:pt x="67" y="92"/>
                </a:lnTo>
                <a:lnTo>
                  <a:pt x="54" y="75"/>
                </a:lnTo>
                <a:lnTo>
                  <a:pt x="70" y="62"/>
                </a:lnTo>
                <a:moveTo>
                  <a:pt x="83" y="79"/>
                </a:moveTo>
                <a:lnTo>
                  <a:pt x="97" y="95"/>
                </a:lnTo>
                <a:lnTo>
                  <a:pt x="80" y="108"/>
                </a:lnTo>
                <a:lnTo>
                  <a:pt x="67" y="92"/>
                </a:lnTo>
                <a:lnTo>
                  <a:pt x="83" y="79"/>
                </a:lnTo>
                <a:moveTo>
                  <a:pt x="97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8"/>
                </a:lnTo>
                <a:lnTo>
                  <a:pt x="97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7" y="141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7" y="141"/>
                </a:lnTo>
                <a:lnTo>
                  <a:pt x="123" y="128"/>
                </a:lnTo>
                <a:moveTo>
                  <a:pt x="136" y="145"/>
                </a:moveTo>
                <a:lnTo>
                  <a:pt x="150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5"/>
                </a:lnTo>
                <a:moveTo>
                  <a:pt x="150" y="162"/>
                </a:moveTo>
                <a:lnTo>
                  <a:pt x="163" y="179"/>
                </a:lnTo>
                <a:lnTo>
                  <a:pt x="147" y="192"/>
                </a:lnTo>
                <a:lnTo>
                  <a:pt x="133" y="175"/>
                </a:lnTo>
                <a:lnTo>
                  <a:pt x="150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7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1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6" y="145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6" y="145"/>
                </a:moveTo>
                <a:lnTo>
                  <a:pt x="194" y="126"/>
                </a:lnTo>
                <a:lnTo>
                  <a:pt x="214" y="135"/>
                </a:lnTo>
                <a:lnTo>
                  <a:pt x="205" y="155"/>
                </a:lnTo>
                <a:lnTo>
                  <a:pt x="186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3" y="115"/>
                </a:lnTo>
                <a:lnTo>
                  <a:pt x="214" y="135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3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1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1" y="68"/>
                </a:moveTo>
                <a:lnTo>
                  <a:pt x="230" y="49"/>
                </a:lnTo>
                <a:lnTo>
                  <a:pt x="249" y="58"/>
                </a:lnTo>
                <a:lnTo>
                  <a:pt x="240" y="77"/>
                </a:lnTo>
                <a:lnTo>
                  <a:pt x="221" y="68"/>
                </a:lnTo>
                <a:moveTo>
                  <a:pt x="230" y="49"/>
                </a:moveTo>
                <a:lnTo>
                  <a:pt x="238" y="29"/>
                </a:lnTo>
                <a:lnTo>
                  <a:pt x="258" y="38"/>
                </a:lnTo>
                <a:lnTo>
                  <a:pt x="249" y="58"/>
                </a:lnTo>
                <a:lnTo>
                  <a:pt x="230" y="49"/>
                </a:lnTo>
                <a:moveTo>
                  <a:pt x="238" y="29"/>
                </a:moveTo>
                <a:lnTo>
                  <a:pt x="247" y="10"/>
                </a:lnTo>
                <a:lnTo>
                  <a:pt x="268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9" y="7"/>
                </a:lnTo>
                <a:lnTo>
                  <a:pt x="258" y="11"/>
                </a:lnTo>
                <a:lnTo>
                  <a:pt x="259" y="22"/>
                </a:lnTo>
                <a:lnTo>
                  <a:pt x="242" y="22"/>
                </a:lnTo>
                <a:lnTo>
                  <a:pt x="241" y="1"/>
                </a:lnTo>
                <a:lnTo>
                  <a:pt x="276" y="0"/>
                </a:lnTo>
                <a:lnTo>
                  <a:pt x="268" y="19"/>
                </a:lnTo>
                <a:lnTo>
                  <a:pt x="247" y="10"/>
                </a:lnTo>
                <a:moveTo>
                  <a:pt x="242" y="22"/>
                </a:moveTo>
                <a:lnTo>
                  <a:pt x="220" y="23"/>
                </a:lnTo>
                <a:lnTo>
                  <a:pt x="220" y="2"/>
                </a:lnTo>
                <a:lnTo>
                  <a:pt x="241" y="1"/>
                </a:lnTo>
                <a:lnTo>
                  <a:pt x="242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20" y="2"/>
                </a:lnTo>
                <a:lnTo>
                  <a:pt x="220" y="23"/>
                </a:lnTo>
                <a:moveTo>
                  <a:pt x="199" y="24"/>
                </a:moveTo>
                <a:lnTo>
                  <a:pt x="178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8" y="25"/>
                </a:moveTo>
                <a:lnTo>
                  <a:pt x="157" y="25"/>
                </a:lnTo>
                <a:lnTo>
                  <a:pt x="156" y="4"/>
                </a:lnTo>
                <a:lnTo>
                  <a:pt x="177" y="3"/>
                </a:lnTo>
                <a:lnTo>
                  <a:pt x="178" y="25"/>
                </a:lnTo>
                <a:moveTo>
                  <a:pt x="157" y="25"/>
                </a:moveTo>
                <a:lnTo>
                  <a:pt x="136" y="26"/>
                </a:lnTo>
                <a:lnTo>
                  <a:pt x="135" y="5"/>
                </a:lnTo>
                <a:lnTo>
                  <a:pt x="156" y="4"/>
                </a:lnTo>
                <a:lnTo>
                  <a:pt x="157" y="25"/>
                </a:lnTo>
                <a:moveTo>
                  <a:pt x="136" y="26"/>
                </a:moveTo>
                <a:lnTo>
                  <a:pt x="115" y="27"/>
                </a:lnTo>
                <a:lnTo>
                  <a:pt x="114" y="6"/>
                </a:lnTo>
                <a:lnTo>
                  <a:pt x="135" y="5"/>
                </a:lnTo>
                <a:lnTo>
                  <a:pt x="136" y="26"/>
                </a:lnTo>
                <a:moveTo>
                  <a:pt x="115" y="27"/>
                </a:moveTo>
                <a:lnTo>
                  <a:pt x="93" y="27"/>
                </a:lnTo>
                <a:lnTo>
                  <a:pt x="93" y="6"/>
                </a:lnTo>
                <a:lnTo>
                  <a:pt x="114" y="6"/>
                </a:lnTo>
                <a:lnTo>
                  <a:pt x="115" y="27"/>
                </a:lnTo>
                <a:moveTo>
                  <a:pt x="93" y="27"/>
                </a:moveTo>
                <a:lnTo>
                  <a:pt x="72" y="28"/>
                </a:lnTo>
                <a:lnTo>
                  <a:pt x="72" y="7"/>
                </a:lnTo>
                <a:lnTo>
                  <a:pt x="93" y="6"/>
                </a:lnTo>
                <a:lnTo>
                  <a:pt x="93" y="27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2" y="7"/>
                </a:lnTo>
                <a:lnTo>
                  <a:pt x="72" y="28"/>
                </a:lnTo>
                <a:moveTo>
                  <a:pt x="51" y="29"/>
                </a:moveTo>
                <a:lnTo>
                  <a:pt x="30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30" y="30"/>
                </a:moveTo>
                <a:lnTo>
                  <a:pt x="22" y="30"/>
                </a:lnTo>
                <a:lnTo>
                  <a:pt x="22" y="19"/>
                </a:lnTo>
                <a:lnTo>
                  <a:pt x="30" y="13"/>
                </a:lnTo>
                <a:lnTo>
                  <a:pt x="44" y="29"/>
                </a:lnTo>
                <a:lnTo>
                  <a:pt x="27" y="43"/>
                </a:lnTo>
                <a:lnTo>
                  <a:pt x="0" y="10"/>
                </a:lnTo>
                <a:lnTo>
                  <a:pt x="29" y="9"/>
                </a:lnTo>
                <a:lnTo>
                  <a:pt x="30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4808520" y="3095280"/>
            <a:ext cx="76680" cy="76680"/>
          </a:xfrm>
          <a:custGeom>
            <a:avLst/>
            <a:gdLst/>
            <a:ahLst/>
            <a:rect l="0" t="0" r="r" b="b"/>
            <a:pathLst>
              <a:path w="213" h="213">
                <a:moveTo>
                  <a:pt x="0" y="0"/>
                </a:moveTo>
                <a:lnTo>
                  <a:pt x="213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804920" y="30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5" y="17"/>
                </a:moveTo>
                <a:lnTo>
                  <a:pt x="54" y="27"/>
                </a:lnTo>
                <a:lnTo>
                  <a:pt x="45" y="46"/>
                </a:lnTo>
                <a:lnTo>
                  <a:pt x="26" y="36"/>
                </a:lnTo>
                <a:lnTo>
                  <a:pt x="35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2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1" y="74"/>
                </a:lnTo>
                <a:lnTo>
                  <a:pt x="82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1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5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5" y="103"/>
                </a:moveTo>
                <a:lnTo>
                  <a:pt x="224" y="112"/>
                </a:lnTo>
                <a:lnTo>
                  <a:pt x="215" y="132"/>
                </a:lnTo>
                <a:lnTo>
                  <a:pt x="196" y="123"/>
                </a:lnTo>
                <a:lnTo>
                  <a:pt x="205" y="103"/>
                </a:lnTo>
                <a:moveTo>
                  <a:pt x="224" y="112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4" y="112"/>
                </a:lnTo>
                <a:moveTo>
                  <a:pt x="212" y="142"/>
                </a:moveTo>
                <a:lnTo>
                  <a:pt x="193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3" y="151"/>
                </a:moveTo>
                <a:lnTo>
                  <a:pt x="174" y="160"/>
                </a:lnTo>
                <a:lnTo>
                  <a:pt x="165" y="142"/>
                </a:lnTo>
                <a:lnTo>
                  <a:pt x="184" y="132"/>
                </a:lnTo>
                <a:lnTo>
                  <a:pt x="193" y="151"/>
                </a:lnTo>
                <a:moveTo>
                  <a:pt x="174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4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7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0"/>
                </a:lnTo>
                <a:lnTo>
                  <a:pt x="137" y="179"/>
                </a:lnTo>
                <a:moveTo>
                  <a:pt x="118" y="189"/>
                </a:moveTo>
                <a:lnTo>
                  <a:pt x="99" y="198"/>
                </a:lnTo>
                <a:lnTo>
                  <a:pt x="89" y="179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79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1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1" y="198"/>
                </a:lnTo>
                <a:lnTo>
                  <a:pt x="61" y="217"/>
                </a:lnTo>
                <a:moveTo>
                  <a:pt x="42" y="227"/>
                </a:moveTo>
                <a:lnTo>
                  <a:pt x="23" y="236"/>
                </a:lnTo>
                <a:lnTo>
                  <a:pt x="14" y="217"/>
                </a:lnTo>
                <a:lnTo>
                  <a:pt x="32" y="208"/>
                </a:lnTo>
                <a:lnTo>
                  <a:pt x="42" y="227"/>
                </a:lnTo>
                <a:moveTo>
                  <a:pt x="23" y="236"/>
                </a:moveTo>
                <a:lnTo>
                  <a:pt x="0" y="247"/>
                </a:lnTo>
                <a:lnTo>
                  <a:pt x="0" y="217"/>
                </a:lnTo>
                <a:lnTo>
                  <a:pt x="22" y="217"/>
                </a:lnTo>
                <a:lnTo>
                  <a:pt x="22" y="230"/>
                </a:lnTo>
                <a:lnTo>
                  <a:pt x="11" y="230"/>
                </a:lnTo>
                <a:lnTo>
                  <a:pt x="7" y="221"/>
                </a:lnTo>
                <a:lnTo>
                  <a:pt x="14" y="217"/>
                </a:lnTo>
                <a:lnTo>
                  <a:pt x="23" y="236"/>
                </a:lnTo>
                <a:moveTo>
                  <a:pt x="0" y="217"/>
                </a:moveTo>
                <a:lnTo>
                  <a:pt x="0" y="195"/>
                </a:lnTo>
                <a:lnTo>
                  <a:pt x="22" y="195"/>
                </a:lnTo>
                <a:lnTo>
                  <a:pt x="22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2" y="174"/>
                </a:lnTo>
                <a:lnTo>
                  <a:pt x="22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2" y="153"/>
                </a:lnTo>
                <a:lnTo>
                  <a:pt x="22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2" y="132"/>
                </a:lnTo>
                <a:lnTo>
                  <a:pt x="22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2" y="110"/>
                </a:lnTo>
                <a:lnTo>
                  <a:pt x="22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2" y="89"/>
                </a:lnTo>
                <a:lnTo>
                  <a:pt x="22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2" y="67"/>
                </a:lnTo>
                <a:lnTo>
                  <a:pt x="22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2" y="46"/>
                </a:lnTo>
                <a:lnTo>
                  <a:pt x="22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2" y="25"/>
                </a:lnTo>
                <a:lnTo>
                  <a:pt x="22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5" y="17"/>
                </a:lnTo>
                <a:lnTo>
                  <a:pt x="26" y="36"/>
                </a:lnTo>
                <a:lnTo>
                  <a:pt x="7" y="27"/>
                </a:lnTo>
                <a:lnTo>
                  <a:pt x="11" y="17"/>
                </a:lnTo>
                <a:lnTo>
                  <a:pt x="22" y="17"/>
                </a:lnTo>
                <a:lnTo>
                  <a:pt x="22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29538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457200" y="62784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2953800" y="9442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2927880" y="1914480"/>
            <a:ext cx="1610280" cy="457560"/>
          </a:xfrm>
          <a:custGeom>
            <a:avLst/>
            <a:gdLst/>
            <a:ahLst/>
            <a:rect l="0" t="0" r="r" b="b"/>
            <a:pathLst>
              <a:path w="4473" h="1271">
                <a:moveTo>
                  <a:pt x="0" y="0"/>
                </a:moveTo>
                <a:lnTo>
                  <a:pt x="4473" y="0"/>
                </a:lnTo>
                <a:lnTo>
                  <a:pt x="4473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3330720" y="117288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2953800" y="19350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2840040" y="2904840"/>
            <a:ext cx="1791000" cy="457560"/>
          </a:xfrm>
          <a:custGeom>
            <a:avLst/>
            <a:gdLst/>
            <a:ahLst/>
            <a:rect l="0" t="0" r="r" b="b"/>
            <a:pathLst>
              <a:path w="4975" h="1271">
                <a:moveTo>
                  <a:pt x="0" y="0"/>
                </a:moveTo>
                <a:lnTo>
                  <a:pt x="4975" y="0"/>
                </a:lnTo>
                <a:lnTo>
                  <a:pt x="4975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2928240" y="2163600"/>
            <a:ext cx="16146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resultaatstructuur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2953800" y="292572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2840040" y="3154320"/>
            <a:ext cx="1798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leermiddelkoppeling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50220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819000" y="204948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48682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5308200" y="105876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4884840" y="2876400"/>
            <a:ext cx="2567160" cy="514800"/>
          </a:xfrm>
          <a:custGeom>
            <a:avLst/>
            <a:gdLst/>
            <a:ahLst/>
            <a:rect l="0" t="0" r="r" b="b"/>
            <a:pathLst>
              <a:path w="7131" h="1430">
                <a:moveTo>
                  <a:pt x="0" y="0"/>
                </a:moveTo>
                <a:lnTo>
                  <a:pt x="7131" y="0"/>
                </a:lnTo>
                <a:lnTo>
                  <a:pt x="7131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5154480" y="204948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5684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9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7" y="72"/>
                  <a:pt x="5356" y="82"/>
                  <a:pt x="5363" y="94"/>
                </a:cubicBezTo>
                <a:cubicBezTo>
                  <a:pt x="5371" y="106"/>
                  <a:pt x="5378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8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8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8" y="1947"/>
                  <a:pt x="5371" y="1959"/>
                  <a:pt x="5363" y="1971"/>
                </a:cubicBezTo>
                <a:cubicBezTo>
                  <a:pt x="5356" y="1982"/>
                  <a:pt x="5347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9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5" y="2063"/>
                  <a:pt x="171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5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3" y="1993"/>
                  <a:pt x="44" y="1982"/>
                  <a:pt x="36" y="1971"/>
                </a:cubicBezTo>
                <a:cubicBezTo>
                  <a:pt x="28" y="1959"/>
                  <a:pt x="22" y="1947"/>
                  <a:pt x="17" y="1934"/>
                </a:cubicBezTo>
                <a:cubicBezTo>
                  <a:pt x="11" y="1921"/>
                  <a:pt x="7" y="1908"/>
                  <a:pt x="5" y="1894"/>
                </a:cubicBezTo>
                <a:cubicBezTo>
                  <a:pt x="2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 txBox="1"/>
          <p:nvPr/>
        </p:nvSpPr>
        <p:spPr>
          <a:xfrm>
            <a:off x="5170680" y="3039840"/>
            <a:ext cx="200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Leermanagementsysteem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71320" y="3680280"/>
            <a:ext cx="15688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Onderwijsspeciﬁcatie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 txBox="1"/>
          <p:nvPr/>
        </p:nvSpPr>
        <p:spPr>
          <a:xfrm>
            <a:off x="571320" y="3884400"/>
            <a:ext cx="1690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een opleiding inhoudt,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50488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4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2" y="131"/>
                </a:cubicBezTo>
                <a:cubicBezTo>
                  <a:pt x="5388" y="143"/>
                  <a:pt x="5392" y="157"/>
                  <a:pt x="5394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4" y="1894"/>
                </a:cubicBezTo>
                <a:cubicBezTo>
                  <a:pt x="5392" y="1908"/>
                  <a:pt x="5388" y="1921"/>
                  <a:pt x="5382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4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3" y="1982"/>
                  <a:pt x="36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571320" y="4056120"/>
            <a:ext cx="1785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uitgedrukt in leeruitkomsten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 txBox="1"/>
          <p:nvPr/>
        </p:nvSpPr>
        <p:spPr>
          <a:xfrm>
            <a:off x="2619000" y="3680280"/>
            <a:ext cx="12762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Onderwijsaanbod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2619000" y="3884400"/>
            <a:ext cx="1786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 het draait, hoeveel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4552920" y="3562200"/>
            <a:ext cx="1943280" cy="743400"/>
          </a:xfrm>
          <a:custGeom>
            <a:avLst/>
            <a:gdLst/>
            <a:ahLst/>
            <a:rect l="0" t="0" r="r" b="b"/>
            <a:pathLst>
              <a:path w="5398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6" y="157"/>
                  <a:pt x="10" y="143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4" y="36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5186" y="0"/>
                </a:lnTo>
                <a:cubicBezTo>
                  <a:pt x="5200" y="0"/>
                  <a:pt x="5214" y="1"/>
                  <a:pt x="5228" y="4"/>
                </a:cubicBezTo>
                <a:cubicBezTo>
                  <a:pt x="5241" y="7"/>
                  <a:pt x="5255" y="11"/>
                  <a:pt x="5267" y="16"/>
                </a:cubicBezTo>
                <a:cubicBezTo>
                  <a:pt x="5280" y="21"/>
                  <a:pt x="5292" y="28"/>
                  <a:pt x="5304" y="36"/>
                </a:cubicBezTo>
                <a:cubicBezTo>
                  <a:pt x="5316" y="43"/>
                  <a:pt x="5326" y="52"/>
                  <a:pt x="5336" y="62"/>
                </a:cubicBezTo>
                <a:cubicBezTo>
                  <a:pt x="5346" y="72"/>
                  <a:pt x="5355" y="82"/>
                  <a:pt x="5362" y="94"/>
                </a:cubicBezTo>
                <a:cubicBezTo>
                  <a:pt x="5370" y="106"/>
                  <a:pt x="5377" y="118"/>
                  <a:pt x="5382" y="131"/>
                </a:cubicBezTo>
                <a:cubicBezTo>
                  <a:pt x="5387" y="143"/>
                  <a:pt x="5391" y="157"/>
                  <a:pt x="5394" y="170"/>
                </a:cubicBezTo>
                <a:cubicBezTo>
                  <a:pt x="5397" y="184"/>
                  <a:pt x="5398" y="198"/>
                  <a:pt x="5398" y="212"/>
                </a:cubicBezTo>
                <a:lnTo>
                  <a:pt x="5398" y="1853"/>
                </a:lnTo>
                <a:cubicBezTo>
                  <a:pt x="5398" y="1867"/>
                  <a:pt x="5397" y="1881"/>
                  <a:pt x="5394" y="1894"/>
                </a:cubicBezTo>
                <a:cubicBezTo>
                  <a:pt x="5391" y="1908"/>
                  <a:pt x="5387" y="1921"/>
                  <a:pt x="5382" y="1934"/>
                </a:cubicBezTo>
                <a:cubicBezTo>
                  <a:pt x="5377" y="1947"/>
                  <a:pt x="5370" y="1959"/>
                  <a:pt x="5362" y="1971"/>
                </a:cubicBezTo>
                <a:cubicBezTo>
                  <a:pt x="5355" y="1982"/>
                  <a:pt x="5346" y="1993"/>
                  <a:pt x="5336" y="2003"/>
                </a:cubicBezTo>
                <a:cubicBezTo>
                  <a:pt x="5326" y="2012"/>
                  <a:pt x="5316" y="2021"/>
                  <a:pt x="5304" y="2029"/>
                </a:cubicBezTo>
                <a:cubicBezTo>
                  <a:pt x="5292" y="2037"/>
                  <a:pt x="5280" y="2043"/>
                  <a:pt x="5267" y="2049"/>
                </a:cubicBezTo>
                <a:cubicBezTo>
                  <a:pt x="5255" y="2054"/>
                  <a:pt x="5241" y="2058"/>
                  <a:pt x="5228" y="2061"/>
                </a:cubicBezTo>
                <a:cubicBezTo>
                  <a:pt x="5214" y="2063"/>
                  <a:pt x="5200" y="2065"/>
                  <a:pt x="5186" y="2065"/>
                </a:cubicBezTo>
                <a:lnTo>
                  <a:pt x="211" y="2065"/>
                </a:lnTo>
                <a:cubicBezTo>
                  <a:pt x="197" y="2065"/>
                  <a:pt x="184" y="2063"/>
                  <a:pt x="170" y="2061"/>
                </a:cubicBezTo>
                <a:cubicBezTo>
                  <a:pt x="156" y="2058"/>
                  <a:pt x="143" y="2054"/>
                  <a:pt x="130" y="2049"/>
                </a:cubicBezTo>
                <a:cubicBezTo>
                  <a:pt x="117" y="2043"/>
                  <a:pt x="105" y="2037"/>
                  <a:pt x="94" y="2029"/>
                </a:cubicBezTo>
                <a:cubicBezTo>
                  <a:pt x="82" y="2021"/>
                  <a:pt x="71" y="2012"/>
                  <a:pt x="62" y="2003"/>
                </a:cubicBezTo>
                <a:cubicBezTo>
                  <a:pt x="52" y="1993"/>
                  <a:pt x="43" y="1982"/>
                  <a:pt x="35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0" y="1921"/>
                  <a:pt x="6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2619000" y="4056120"/>
            <a:ext cx="106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4666320" y="3680280"/>
            <a:ext cx="1567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7a5dba"/>
                </a:solidFill>
                <a:latin typeface="Arial"/>
                <a:ea typeface="Arial"/>
              </a:rPr>
              <a:t>Onderwijsverbintenis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4666320" y="3884400"/>
            <a:ext cx="1896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relatie een student met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660060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4" y="1982"/>
                  <a:pt x="36" y="1971"/>
                </a:cubicBezTo>
                <a:cubicBezTo>
                  <a:pt x="28" y="1959"/>
                  <a:pt x="22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4666320" y="4056120"/>
            <a:ext cx="1114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dat aanbod heef 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6713640" y="3680280"/>
            <a:ext cx="1401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Onderwijsresultaat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/>
          <p:nvPr/>
        </p:nvSpPr>
        <p:spPr>
          <a:xfrm>
            <a:off x="456840" y="440028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456840" y="44002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456840" y="518148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853416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45684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6713640" y="3884400"/>
            <a:ext cx="1940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die student heef t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634320" y="4609080"/>
            <a:ext cx="875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Vier begrippen die in elk systeem hetzelfde moeten betekenen. Anders kan een student niet kiezen, inschrijven, leren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634320" y="4828320"/>
            <a:ext cx="3233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resultaat halen over die systemen heen.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87" name=""/>
          <p:cNvSpPr txBox="1"/>
          <p:nvPr/>
        </p:nvSpPr>
        <p:spPr>
          <a:xfrm>
            <a:off x="439920" y="34848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461880" y="2138040"/>
            <a:ext cx="1800360" cy="1657800"/>
          </a:xfrm>
          <a:custGeom>
            <a:avLst/>
            <a:gdLst/>
            <a:ahLst/>
            <a:rect l="0" t="0" r="r" b="b"/>
            <a:pathLst>
              <a:path w="5001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9"/>
                </a:cubicBezTo>
                <a:cubicBezTo>
                  <a:pt x="40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0" y="20"/>
                  <a:pt x="122" y="16"/>
                </a:cubicBezTo>
                <a:cubicBezTo>
                  <a:pt x="134" y="11"/>
                  <a:pt x="147" y="7"/>
                  <a:pt x="159" y="4"/>
                </a:cubicBezTo>
                <a:cubicBezTo>
                  <a:pt x="172" y="2"/>
                  <a:pt x="185" y="0"/>
                  <a:pt x="198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4" y="7"/>
                  <a:pt x="4867" y="11"/>
                  <a:pt x="4879" y="16"/>
                </a:cubicBezTo>
                <a:cubicBezTo>
                  <a:pt x="4891" y="20"/>
                  <a:pt x="4902" y="27"/>
                  <a:pt x="4913" y="34"/>
                </a:cubicBezTo>
                <a:cubicBezTo>
                  <a:pt x="4924" y="41"/>
                  <a:pt x="4934" y="49"/>
                  <a:pt x="4943" y="59"/>
                </a:cubicBezTo>
                <a:cubicBezTo>
                  <a:pt x="4952" y="68"/>
                  <a:pt x="4961" y="78"/>
                  <a:pt x="4968" y="89"/>
                </a:cubicBezTo>
                <a:cubicBezTo>
                  <a:pt x="4975" y="99"/>
                  <a:pt x="4981" y="111"/>
                  <a:pt x="4986" y="123"/>
                </a:cubicBezTo>
                <a:cubicBezTo>
                  <a:pt x="4991" y="135"/>
                  <a:pt x="4995" y="147"/>
                  <a:pt x="4998" y="160"/>
                </a:cubicBezTo>
                <a:cubicBezTo>
                  <a:pt x="5000" y="173"/>
                  <a:pt x="5001" y="186"/>
                  <a:pt x="5001" y="199"/>
                </a:cubicBezTo>
                <a:lnTo>
                  <a:pt x="5001" y="4407"/>
                </a:lnTo>
                <a:cubicBezTo>
                  <a:pt x="5001" y="4420"/>
                  <a:pt x="5000" y="4433"/>
                  <a:pt x="4998" y="4445"/>
                </a:cubicBezTo>
                <a:cubicBezTo>
                  <a:pt x="4995" y="4458"/>
                  <a:pt x="4991" y="4471"/>
                  <a:pt x="4986" y="4483"/>
                </a:cubicBezTo>
                <a:cubicBezTo>
                  <a:pt x="4981" y="4495"/>
                  <a:pt x="4975" y="4506"/>
                  <a:pt x="4968" y="4517"/>
                </a:cubicBezTo>
                <a:cubicBezTo>
                  <a:pt x="4961" y="4528"/>
                  <a:pt x="4952" y="4538"/>
                  <a:pt x="4943" y="4547"/>
                </a:cubicBezTo>
                <a:cubicBezTo>
                  <a:pt x="4934" y="4556"/>
                  <a:pt x="4924" y="4564"/>
                  <a:pt x="4913" y="4572"/>
                </a:cubicBezTo>
                <a:cubicBezTo>
                  <a:pt x="4902" y="4579"/>
                  <a:pt x="4891" y="4585"/>
                  <a:pt x="4879" y="4590"/>
                </a:cubicBezTo>
                <a:cubicBezTo>
                  <a:pt x="4867" y="4595"/>
                  <a:pt x="4854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8" y="4605"/>
                </a:lnTo>
                <a:cubicBezTo>
                  <a:pt x="185" y="4605"/>
                  <a:pt x="172" y="4604"/>
                  <a:pt x="159" y="4601"/>
                </a:cubicBezTo>
                <a:cubicBezTo>
                  <a:pt x="147" y="4599"/>
                  <a:pt x="134" y="4595"/>
                  <a:pt x="122" y="4590"/>
                </a:cubicBezTo>
                <a:cubicBezTo>
                  <a:pt x="110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0" y="4528"/>
                  <a:pt x="33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/>
          <p:nvPr/>
        </p:nvSpPr>
        <p:spPr>
          <a:xfrm>
            <a:off x="466560" y="2143080"/>
            <a:ext cx="1791000" cy="1067040"/>
          </a:xfrm>
          <a:custGeom>
            <a:avLst/>
            <a:gdLst/>
            <a:ahLst/>
            <a:rect l="0" t="0" r="r" b="b"/>
            <a:pathLst>
              <a:path w="4975" h="2964">
                <a:moveTo>
                  <a:pt x="0" y="0"/>
                </a:moveTo>
                <a:lnTo>
                  <a:pt x="4975" y="0"/>
                </a:lnTo>
                <a:lnTo>
                  <a:pt x="497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457200" y="908640"/>
            <a:ext cx="3342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Boven wat er gebeurt, onder wat AI eraan toevoegt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133740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735840" y="2454120"/>
            <a:ext cx="14972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66560" y="3209760"/>
            <a:ext cx="1791000" cy="581400"/>
          </a:xfrm>
          <a:custGeom>
            <a:avLst/>
            <a:gdLst/>
            <a:ahLst/>
            <a:rect l="0" t="0" r="r" b="b"/>
            <a:pathLst>
              <a:path w="4975" h="1615">
                <a:moveTo>
                  <a:pt x="0" y="0"/>
                </a:moveTo>
                <a:lnTo>
                  <a:pt x="4975" y="0"/>
                </a:lnTo>
                <a:lnTo>
                  <a:pt x="4975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1228680" y="3362040"/>
            <a:ext cx="257400" cy="172080"/>
          </a:xfrm>
          <a:custGeom>
            <a:avLst/>
            <a:gdLst/>
            <a:ahLst/>
            <a:rect l="0" t="0" r="r" b="b"/>
            <a:pathLst>
              <a:path w="715" h="478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476" y="0"/>
                </a:lnTo>
                <a:cubicBezTo>
                  <a:pt x="492" y="0"/>
                  <a:pt x="507" y="2"/>
                  <a:pt x="523" y="5"/>
                </a:cubicBezTo>
                <a:cubicBezTo>
                  <a:pt x="539" y="8"/>
                  <a:pt x="554" y="12"/>
                  <a:pt x="568" y="18"/>
                </a:cubicBezTo>
                <a:cubicBezTo>
                  <a:pt x="582" y="24"/>
                  <a:pt x="596" y="32"/>
                  <a:pt x="609" y="40"/>
                </a:cubicBezTo>
                <a:cubicBezTo>
                  <a:pt x="622" y="49"/>
                  <a:pt x="634" y="59"/>
                  <a:pt x="645" y="70"/>
                </a:cubicBezTo>
                <a:cubicBezTo>
                  <a:pt x="656" y="81"/>
                  <a:pt x="666" y="93"/>
                  <a:pt x="675" y="106"/>
                </a:cubicBezTo>
                <a:cubicBezTo>
                  <a:pt x="684" y="119"/>
                  <a:pt x="691" y="133"/>
                  <a:pt x="697" y="147"/>
                </a:cubicBezTo>
                <a:cubicBezTo>
                  <a:pt x="703" y="162"/>
                  <a:pt x="707" y="177"/>
                  <a:pt x="710" y="192"/>
                </a:cubicBezTo>
                <a:cubicBezTo>
                  <a:pt x="713" y="207"/>
                  <a:pt x="715" y="223"/>
                  <a:pt x="715" y="238"/>
                </a:cubicBezTo>
                <a:cubicBezTo>
                  <a:pt x="715" y="254"/>
                  <a:pt x="713" y="270"/>
                  <a:pt x="710" y="285"/>
                </a:cubicBezTo>
                <a:cubicBezTo>
                  <a:pt x="707" y="300"/>
                  <a:pt x="703" y="315"/>
                  <a:pt x="697" y="330"/>
                </a:cubicBezTo>
                <a:cubicBezTo>
                  <a:pt x="691" y="344"/>
                  <a:pt x="684" y="358"/>
                  <a:pt x="675" y="371"/>
                </a:cubicBezTo>
                <a:cubicBezTo>
                  <a:pt x="666" y="384"/>
                  <a:pt x="656" y="396"/>
                  <a:pt x="645" y="407"/>
                </a:cubicBezTo>
                <a:cubicBezTo>
                  <a:pt x="634" y="418"/>
                  <a:pt x="622" y="429"/>
                  <a:pt x="609" y="437"/>
                </a:cubicBezTo>
                <a:cubicBezTo>
                  <a:pt x="596" y="446"/>
                  <a:pt x="582" y="453"/>
                  <a:pt x="568" y="459"/>
                </a:cubicBezTo>
                <a:cubicBezTo>
                  <a:pt x="554" y="465"/>
                  <a:pt x="539" y="470"/>
                  <a:pt x="523" y="473"/>
                </a:cubicBezTo>
                <a:cubicBezTo>
                  <a:pt x="507" y="476"/>
                  <a:pt x="492" y="478"/>
                  <a:pt x="476" y="478"/>
                </a:cubicBezTo>
                <a:lnTo>
                  <a:pt x="238" y="478"/>
                </a:lnTo>
                <a:cubicBezTo>
                  <a:pt x="222" y="478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8" y="446"/>
                  <a:pt x="105" y="437"/>
                </a:cubicBezTo>
                <a:cubicBezTo>
                  <a:pt x="92" y="429"/>
                  <a:pt x="80" y="418"/>
                  <a:pt x="69" y="407"/>
                </a:cubicBezTo>
                <a:cubicBezTo>
                  <a:pt x="58" y="396"/>
                  <a:pt x="48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70"/>
                  <a:pt x="0" y="254"/>
                  <a:pt x="0" y="23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1021680" y="2645280"/>
            <a:ext cx="74448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mensenwerk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1307160" y="3383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616680" y="3563640"/>
            <a:ext cx="16678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sneller en meer vastleggen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254772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4" y="89"/>
                </a:cubicBezTo>
                <a:cubicBezTo>
                  <a:pt x="41" y="78"/>
                  <a:pt x="49" y="68"/>
                  <a:pt x="58" y="59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3" y="0"/>
                </a:lnTo>
                <a:cubicBezTo>
                  <a:pt x="4816" y="0"/>
                  <a:pt x="4829" y="2"/>
                  <a:pt x="4842" y="4"/>
                </a:cubicBezTo>
                <a:cubicBezTo>
                  <a:pt x="4855" y="7"/>
                  <a:pt x="4867" y="11"/>
                  <a:pt x="4879" y="16"/>
                </a:cubicBezTo>
                <a:cubicBezTo>
                  <a:pt x="4891" y="20"/>
                  <a:pt x="4903" y="27"/>
                  <a:pt x="4914" y="34"/>
                </a:cubicBezTo>
                <a:cubicBezTo>
                  <a:pt x="4924" y="41"/>
                  <a:pt x="4934" y="49"/>
                  <a:pt x="4944" y="59"/>
                </a:cubicBezTo>
                <a:cubicBezTo>
                  <a:pt x="4953" y="68"/>
                  <a:pt x="4961" y="78"/>
                  <a:pt x="4968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5" y="147"/>
                  <a:pt x="4998" y="160"/>
                </a:cubicBezTo>
                <a:cubicBezTo>
                  <a:pt x="5000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0" y="4433"/>
                  <a:pt x="4998" y="4445"/>
                </a:cubicBezTo>
                <a:cubicBezTo>
                  <a:pt x="4995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8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4" y="4556"/>
                  <a:pt x="4924" y="4564"/>
                  <a:pt x="4914" y="4572"/>
                </a:cubicBezTo>
                <a:cubicBezTo>
                  <a:pt x="4903" y="4579"/>
                  <a:pt x="4891" y="4585"/>
                  <a:pt x="4879" y="4590"/>
                </a:cubicBezTo>
                <a:cubicBezTo>
                  <a:pt x="4867" y="4595"/>
                  <a:pt x="4855" y="4599"/>
                  <a:pt x="4842" y="4601"/>
                </a:cubicBezTo>
                <a:cubicBezTo>
                  <a:pt x="4829" y="4604"/>
                  <a:pt x="4816" y="4605"/>
                  <a:pt x="4803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99" y="4579"/>
                  <a:pt x="88" y="4572"/>
                </a:cubicBezTo>
                <a:cubicBezTo>
                  <a:pt x="77" y="4564"/>
                  <a:pt x="67" y="4556"/>
                  <a:pt x="58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6" y="4506"/>
                  <a:pt x="20" y="4495"/>
                  <a:pt x="15" y="4483"/>
                </a:cubicBezTo>
                <a:cubicBezTo>
                  <a:pt x="10" y="4471"/>
                  <a:pt x="6" y="4458"/>
                  <a:pt x="4" y="4445"/>
                </a:cubicBezTo>
                <a:cubicBezTo>
                  <a:pt x="1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/>
          <p:nvPr/>
        </p:nvSpPr>
        <p:spPr>
          <a:xfrm>
            <a:off x="25524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23385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341424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3112560" y="2454120"/>
            <a:ext cx="764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Systemen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2945880" y="2634840"/>
            <a:ext cx="11786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implementeren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25524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3314520" y="3209760"/>
            <a:ext cx="257400" cy="162360"/>
          </a:xfrm>
          <a:custGeom>
            <a:avLst/>
            <a:gdLst/>
            <a:ahLst/>
            <a:rect l="0" t="0" r="r" b="b"/>
            <a:pathLst>
              <a:path w="715" h="451">
                <a:moveTo>
                  <a:pt x="0" y="225"/>
                </a:moveTo>
                <a:cubicBezTo>
                  <a:pt x="0" y="210"/>
                  <a:pt x="1" y="195"/>
                  <a:pt x="4" y="181"/>
                </a:cubicBezTo>
                <a:cubicBezTo>
                  <a:pt x="7" y="166"/>
                  <a:pt x="11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5" y="76"/>
                  <a:pt x="66" y="66"/>
                </a:cubicBezTo>
                <a:cubicBezTo>
                  <a:pt x="76" y="55"/>
                  <a:pt x="88" y="46"/>
                  <a:pt x="100" y="38"/>
                </a:cubicBezTo>
                <a:cubicBezTo>
                  <a:pt x="112" y="30"/>
                  <a:pt x="125" y="23"/>
                  <a:pt x="139" y="17"/>
                </a:cubicBezTo>
                <a:cubicBezTo>
                  <a:pt x="152" y="11"/>
                  <a:pt x="167" y="7"/>
                  <a:pt x="181" y="4"/>
                </a:cubicBezTo>
                <a:cubicBezTo>
                  <a:pt x="196" y="1"/>
                  <a:pt x="210" y="0"/>
                  <a:pt x="225" y="0"/>
                </a:cubicBezTo>
                <a:lnTo>
                  <a:pt x="490" y="0"/>
                </a:lnTo>
                <a:cubicBezTo>
                  <a:pt x="505" y="0"/>
                  <a:pt x="520" y="1"/>
                  <a:pt x="534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0" y="23"/>
                  <a:pt x="603" y="30"/>
                  <a:pt x="615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69" y="88"/>
                  <a:pt x="677" y="100"/>
                </a:cubicBezTo>
                <a:cubicBezTo>
                  <a:pt x="686" y="112"/>
                  <a:pt x="693" y="125"/>
                  <a:pt x="698" y="139"/>
                </a:cubicBezTo>
                <a:cubicBezTo>
                  <a:pt x="704" y="152"/>
                  <a:pt x="708" y="166"/>
                  <a:pt x="711" y="181"/>
                </a:cubicBezTo>
                <a:cubicBezTo>
                  <a:pt x="714" y="195"/>
                  <a:pt x="715" y="210"/>
                  <a:pt x="715" y="225"/>
                </a:cubicBezTo>
                <a:cubicBezTo>
                  <a:pt x="715" y="240"/>
                  <a:pt x="714" y="254"/>
                  <a:pt x="711" y="269"/>
                </a:cubicBezTo>
                <a:cubicBezTo>
                  <a:pt x="708" y="283"/>
                  <a:pt x="704" y="298"/>
                  <a:pt x="698" y="312"/>
                </a:cubicBezTo>
                <a:cubicBezTo>
                  <a:pt x="693" y="326"/>
                  <a:pt x="686" y="339"/>
                  <a:pt x="677" y="351"/>
                </a:cubicBezTo>
                <a:cubicBezTo>
                  <a:pt x="669" y="363"/>
                  <a:pt x="660" y="374"/>
                  <a:pt x="650" y="385"/>
                </a:cubicBezTo>
                <a:cubicBezTo>
                  <a:pt x="639" y="395"/>
                  <a:pt x="628" y="405"/>
                  <a:pt x="615" y="413"/>
                </a:cubicBezTo>
                <a:cubicBezTo>
                  <a:pt x="603" y="421"/>
                  <a:pt x="590" y="428"/>
                  <a:pt x="577" y="434"/>
                </a:cubicBezTo>
                <a:cubicBezTo>
                  <a:pt x="563" y="439"/>
                  <a:pt x="549" y="444"/>
                  <a:pt x="534" y="446"/>
                </a:cubicBezTo>
                <a:cubicBezTo>
                  <a:pt x="520" y="449"/>
                  <a:pt x="505" y="451"/>
                  <a:pt x="490" y="451"/>
                </a:cubicBezTo>
                <a:lnTo>
                  <a:pt x="225" y="451"/>
                </a:lnTo>
                <a:cubicBezTo>
                  <a:pt x="210" y="451"/>
                  <a:pt x="196" y="449"/>
                  <a:pt x="181" y="446"/>
                </a:cubicBezTo>
                <a:cubicBezTo>
                  <a:pt x="167" y="444"/>
                  <a:pt x="152" y="439"/>
                  <a:pt x="139" y="434"/>
                </a:cubicBezTo>
                <a:cubicBezTo>
                  <a:pt x="125" y="428"/>
                  <a:pt x="112" y="421"/>
                  <a:pt x="100" y="413"/>
                </a:cubicBezTo>
                <a:cubicBezTo>
                  <a:pt x="88" y="405"/>
                  <a:pt x="76" y="395"/>
                  <a:pt x="66" y="385"/>
                </a:cubicBezTo>
                <a:cubicBezTo>
                  <a:pt x="55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1" y="298"/>
                  <a:pt x="7" y="283"/>
                  <a:pt x="4" y="269"/>
                </a:cubicBezTo>
                <a:cubicBezTo>
                  <a:pt x="1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 txBox="1"/>
          <p:nvPr/>
        </p:nvSpPr>
        <p:spPr>
          <a:xfrm>
            <a:off x="3126960" y="2816640"/>
            <a:ext cx="71244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leveranciers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33937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 txBox="1"/>
          <p:nvPr/>
        </p:nvSpPr>
        <p:spPr>
          <a:xfrm>
            <a:off x="2831760" y="3411000"/>
            <a:ext cx="13633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koppeling grotendeels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2850480" y="3563640"/>
            <a:ext cx="1343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genereren en bouwen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4633560" y="2138040"/>
            <a:ext cx="1800720" cy="1657800"/>
          </a:xfrm>
          <a:custGeom>
            <a:avLst/>
            <a:gdLst/>
            <a:ahLst/>
            <a:rect l="0" t="0" r="r" b="b"/>
            <a:pathLst>
              <a:path w="5002" h="4605">
                <a:moveTo>
                  <a:pt x="0" y="4407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6" y="123"/>
                </a:cubicBezTo>
                <a:cubicBezTo>
                  <a:pt x="21" y="111"/>
                  <a:pt x="27" y="99"/>
                  <a:pt x="34" y="89"/>
                </a:cubicBezTo>
                <a:cubicBezTo>
                  <a:pt x="41" y="78"/>
                  <a:pt x="49" y="68"/>
                  <a:pt x="59" y="59"/>
                </a:cubicBezTo>
                <a:cubicBezTo>
                  <a:pt x="68" y="49"/>
                  <a:pt x="78" y="41"/>
                  <a:pt x="89" y="34"/>
                </a:cubicBezTo>
                <a:cubicBezTo>
                  <a:pt x="100" y="27"/>
                  <a:pt x="111" y="20"/>
                  <a:pt x="123" y="16"/>
                </a:cubicBezTo>
                <a:cubicBezTo>
                  <a:pt x="135" y="11"/>
                  <a:pt x="147" y="7"/>
                  <a:pt x="160" y="4"/>
                </a:cubicBezTo>
                <a:cubicBezTo>
                  <a:pt x="173" y="2"/>
                  <a:pt x="186" y="0"/>
                  <a:pt x="199" y="0"/>
                </a:cubicBezTo>
                <a:lnTo>
                  <a:pt x="4804" y="0"/>
                </a:lnTo>
                <a:cubicBezTo>
                  <a:pt x="4817" y="0"/>
                  <a:pt x="4830" y="2"/>
                  <a:pt x="4842" y="4"/>
                </a:cubicBezTo>
                <a:cubicBezTo>
                  <a:pt x="4855" y="7"/>
                  <a:pt x="4868" y="11"/>
                  <a:pt x="4880" y="16"/>
                </a:cubicBezTo>
                <a:cubicBezTo>
                  <a:pt x="4892" y="20"/>
                  <a:pt x="4903" y="27"/>
                  <a:pt x="4914" y="34"/>
                </a:cubicBezTo>
                <a:cubicBezTo>
                  <a:pt x="4925" y="41"/>
                  <a:pt x="4935" y="49"/>
                  <a:pt x="4944" y="59"/>
                </a:cubicBezTo>
                <a:cubicBezTo>
                  <a:pt x="4953" y="68"/>
                  <a:pt x="4961" y="78"/>
                  <a:pt x="4969" y="89"/>
                </a:cubicBezTo>
                <a:cubicBezTo>
                  <a:pt x="4976" y="99"/>
                  <a:pt x="4982" y="111"/>
                  <a:pt x="4987" y="123"/>
                </a:cubicBezTo>
                <a:cubicBezTo>
                  <a:pt x="4992" y="135"/>
                  <a:pt x="4996" y="147"/>
                  <a:pt x="4998" y="160"/>
                </a:cubicBezTo>
                <a:cubicBezTo>
                  <a:pt x="5001" y="173"/>
                  <a:pt x="5002" y="186"/>
                  <a:pt x="5002" y="199"/>
                </a:cubicBezTo>
                <a:lnTo>
                  <a:pt x="5002" y="4407"/>
                </a:lnTo>
                <a:cubicBezTo>
                  <a:pt x="5002" y="4420"/>
                  <a:pt x="5001" y="4433"/>
                  <a:pt x="4998" y="4445"/>
                </a:cubicBezTo>
                <a:cubicBezTo>
                  <a:pt x="4996" y="4458"/>
                  <a:pt x="4992" y="4471"/>
                  <a:pt x="4987" y="4483"/>
                </a:cubicBezTo>
                <a:cubicBezTo>
                  <a:pt x="4982" y="4495"/>
                  <a:pt x="4976" y="4506"/>
                  <a:pt x="4969" y="4517"/>
                </a:cubicBezTo>
                <a:cubicBezTo>
                  <a:pt x="4961" y="4528"/>
                  <a:pt x="4953" y="4538"/>
                  <a:pt x="4944" y="4547"/>
                </a:cubicBezTo>
                <a:cubicBezTo>
                  <a:pt x="4935" y="4556"/>
                  <a:pt x="4925" y="4564"/>
                  <a:pt x="4914" y="4572"/>
                </a:cubicBezTo>
                <a:cubicBezTo>
                  <a:pt x="4903" y="4579"/>
                  <a:pt x="4892" y="4585"/>
                  <a:pt x="4880" y="4590"/>
                </a:cubicBezTo>
                <a:cubicBezTo>
                  <a:pt x="4868" y="4595"/>
                  <a:pt x="4855" y="4599"/>
                  <a:pt x="4842" y="4601"/>
                </a:cubicBezTo>
                <a:cubicBezTo>
                  <a:pt x="4830" y="4604"/>
                  <a:pt x="4817" y="4605"/>
                  <a:pt x="4804" y="4605"/>
                </a:cubicBezTo>
                <a:lnTo>
                  <a:pt x="199" y="4605"/>
                </a:lnTo>
                <a:cubicBezTo>
                  <a:pt x="186" y="4605"/>
                  <a:pt x="173" y="4604"/>
                  <a:pt x="160" y="4601"/>
                </a:cubicBezTo>
                <a:cubicBezTo>
                  <a:pt x="147" y="4599"/>
                  <a:pt x="135" y="4595"/>
                  <a:pt x="123" y="4590"/>
                </a:cubicBezTo>
                <a:cubicBezTo>
                  <a:pt x="111" y="4585"/>
                  <a:pt x="100" y="4579"/>
                  <a:pt x="89" y="4572"/>
                </a:cubicBezTo>
                <a:cubicBezTo>
                  <a:pt x="78" y="4564"/>
                  <a:pt x="68" y="4556"/>
                  <a:pt x="59" y="4547"/>
                </a:cubicBezTo>
                <a:cubicBezTo>
                  <a:pt x="49" y="4538"/>
                  <a:pt x="41" y="4528"/>
                  <a:pt x="34" y="4517"/>
                </a:cubicBezTo>
                <a:cubicBezTo>
                  <a:pt x="27" y="4506"/>
                  <a:pt x="21" y="4495"/>
                  <a:pt x="16" y="4483"/>
                </a:cubicBezTo>
                <a:cubicBezTo>
                  <a:pt x="11" y="4471"/>
                  <a:pt x="7" y="4458"/>
                  <a:pt x="4" y="4445"/>
                </a:cubicBezTo>
                <a:cubicBezTo>
                  <a:pt x="2" y="4433"/>
                  <a:pt x="0" y="4420"/>
                  <a:pt x="0" y="4407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4638600" y="2143080"/>
            <a:ext cx="1791000" cy="914760"/>
          </a:xfrm>
          <a:custGeom>
            <a:avLst/>
            <a:gdLst/>
            <a:ahLst/>
            <a:rect l="0" t="0" r="r" b="b"/>
            <a:pathLst>
              <a:path w="4975" h="2541">
                <a:moveTo>
                  <a:pt x="0" y="0"/>
                </a:moveTo>
                <a:lnTo>
                  <a:pt x="4975" y="0"/>
                </a:lnTo>
                <a:lnTo>
                  <a:pt x="4975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44247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5495760" y="226980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 txBox="1"/>
          <p:nvPr/>
        </p:nvSpPr>
        <p:spPr>
          <a:xfrm>
            <a:off x="5003640" y="2454120"/>
            <a:ext cx="1245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Meer informatie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 txBox="1"/>
          <p:nvPr/>
        </p:nvSpPr>
        <p:spPr>
          <a:xfrm>
            <a:off x="5113440" y="2634840"/>
            <a:ext cx="9777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4638600" y="305748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5400360" y="320976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0"/>
                  <a:pt x="2" y="195"/>
                  <a:pt x="5" y="181"/>
                </a:cubicBezTo>
                <a:cubicBezTo>
                  <a:pt x="8" y="166"/>
                  <a:pt x="12" y="152"/>
                  <a:pt x="17" y="139"/>
                </a:cubicBezTo>
                <a:cubicBezTo>
                  <a:pt x="23" y="125"/>
                  <a:pt x="30" y="112"/>
                  <a:pt x="38" y="100"/>
                </a:cubicBezTo>
                <a:cubicBezTo>
                  <a:pt x="46" y="88"/>
                  <a:pt x="56" y="76"/>
                  <a:pt x="66" y="66"/>
                </a:cubicBezTo>
                <a:cubicBezTo>
                  <a:pt x="77" y="55"/>
                  <a:pt x="88" y="46"/>
                  <a:pt x="100" y="38"/>
                </a:cubicBezTo>
                <a:cubicBezTo>
                  <a:pt x="113" y="30"/>
                  <a:pt x="126" y="23"/>
                  <a:pt x="139" y="17"/>
                </a:cubicBezTo>
                <a:cubicBezTo>
                  <a:pt x="153" y="11"/>
                  <a:pt x="167" y="7"/>
                  <a:pt x="181" y="4"/>
                </a:cubicBezTo>
                <a:cubicBezTo>
                  <a:pt x="196" y="1"/>
                  <a:pt x="211" y="0"/>
                  <a:pt x="225" y="0"/>
                </a:cubicBezTo>
                <a:lnTo>
                  <a:pt x="491" y="0"/>
                </a:lnTo>
                <a:cubicBezTo>
                  <a:pt x="506" y="0"/>
                  <a:pt x="520" y="1"/>
                  <a:pt x="535" y="4"/>
                </a:cubicBezTo>
                <a:cubicBezTo>
                  <a:pt x="549" y="7"/>
                  <a:pt x="563" y="11"/>
                  <a:pt x="577" y="17"/>
                </a:cubicBezTo>
                <a:cubicBezTo>
                  <a:pt x="591" y="23"/>
                  <a:pt x="604" y="30"/>
                  <a:pt x="616" y="38"/>
                </a:cubicBezTo>
                <a:cubicBezTo>
                  <a:pt x="628" y="46"/>
                  <a:pt x="639" y="55"/>
                  <a:pt x="650" y="66"/>
                </a:cubicBezTo>
                <a:cubicBezTo>
                  <a:pt x="660" y="76"/>
                  <a:pt x="670" y="88"/>
                  <a:pt x="678" y="100"/>
                </a:cubicBezTo>
                <a:cubicBezTo>
                  <a:pt x="686" y="112"/>
                  <a:pt x="693" y="125"/>
                  <a:pt x="699" y="139"/>
                </a:cubicBezTo>
                <a:cubicBezTo>
                  <a:pt x="704" y="152"/>
                  <a:pt x="709" y="166"/>
                  <a:pt x="711" y="181"/>
                </a:cubicBezTo>
                <a:cubicBezTo>
                  <a:pt x="714" y="195"/>
                  <a:pt x="716" y="210"/>
                  <a:pt x="716" y="225"/>
                </a:cubicBezTo>
                <a:cubicBezTo>
                  <a:pt x="716" y="240"/>
                  <a:pt x="714" y="254"/>
                  <a:pt x="711" y="269"/>
                </a:cubicBezTo>
                <a:cubicBezTo>
                  <a:pt x="709" y="283"/>
                  <a:pt x="704" y="298"/>
                  <a:pt x="699" y="312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70" y="363"/>
                  <a:pt x="660" y="374"/>
                  <a:pt x="650" y="385"/>
                </a:cubicBezTo>
                <a:cubicBezTo>
                  <a:pt x="639" y="395"/>
                  <a:pt x="628" y="405"/>
                  <a:pt x="616" y="413"/>
                </a:cubicBezTo>
                <a:cubicBezTo>
                  <a:pt x="604" y="421"/>
                  <a:pt x="591" y="428"/>
                  <a:pt x="577" y="434"/>
                </a:cubicBezTo>
                <a:cubicBezTo>
                  <a:pt x="563" y="439"/>
                  <a:pt x="549" y="444"/>
                  <a:pt x="535" y="446"/>
                </a:cubicBezTo>
                <a:cubicBezTo>
                  <a:pt x="520" y="449"/>
                  <a:pt x="506" y="451"/>
                  <a:pt x="491" y="451"/>
                </a:cubicBezTo>
                <a:lnTo>
                  <a:pt x="225" y="451"/>
                </a:lnTo>
                <a:cubicBezTo>
                  <a:pt x="211" y="451"/>
                  <a:pt x="196" y="449"/>
                  <a:pt x="181" y="446"/>
                </a:cubicBezTo>
                <a:cubicBezTo>
                  <a:pt x="167" y="444"/>
                  <a:pt x="153" y="439"/>
                  <a:pt x="139" y="434"/>
                </a:cubicBezTo>
                <a:cubicBezTo>
                  <a:pt x="126" y="428"/>
                  <a:pt x="113" y="421"/>
                  <a:pt x="100" y="413"/>
                </a:cubicBezTo>
                <a:cubicBezTo>
                  <a:pt x="88" y="405"/>
                  <a:pt x="77" y="395"/>
                  <a:pt x="66" y="385"/>
                </a:cubicBezTo>
                <a:cubicBezTo>
                  <a:pt x="56" y="374"/>
                  <a:pt x="46" y="363"/>
                  <a:pt x="38" y="351"/>
                </a:cubicBezTo>
                <a:cubicBezTo>
                  <a:pt x="30" y="339"/>
                  <a:pt x="23" y="326"/>
                  <a:pt x="17" y="312"/>
                </a:cubicBezTo>
                <a:cubicBezTo>
                  <a:pt x="12" y="298"/>
                  <a:pt x="8" y="283"/>
                  <a:pt x="5" y="269"/>
                </a:cubicBezTo>
                <a:cubicBezTo>
                  <a:pt x="2" y="254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8" name=""/>
          <p:cNvSpPr txBox="1"/>
          <p:nvPr/>
        </p:nvSpPr>
        <p:spPr>
          <a:xfrm>
            <a:off x="5160960" y="2816640"/>
            <a:ext cx="820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het landschap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9" name=""/>
          <p:cNvSpPr txBox="1"/>
          <p:nvPr/>
        </p:nvSpPr>
        <p:spPr>
          <a:xfrm>
            <a:off x="5479920" y="323100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 txBox="1"/>
          <p:nvPr/>
        </p:nvSpPr>
        <p:spPr>
          <a:xfrm>
            <a:off x="4832280" y="3411000"/>
            <a:ext cx="15415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hogere datadichtheid om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 txBox="1"/>
          <p:nvPr/>
        </p:nvSpPr>
        <p:spPr>
          <a:xfrm>
            <a:off x="5122800" y="3563640"/>
            <a:ext cx="9136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mee te werken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6724440" y="2143080"/>
            <a:ext cx="1810080" cy="1648080"/>
          </a:xfrm>
          <a:custGeom>
            <a:avLst/>
            <a:gdLst/>
            <a:ahLst/>
            <a:rect l="0" t="0" r="r" b="b"/>
            <a:pathLst>
              <a:path w="5028" h="4578">
                <a:moveTo>
                  <a:pt x="0" y="4393"/>
                </a:moveTo>
                <a:lnTo>
                  <a:pt x="0" y="185"/>
                </a:ln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10" y="125"/>
                  <a:pt x="14" y="114"/>
                </a:cubicBezTo>
                <a:cubicBezTo>
                  <a:pt x="19" y="103"/>
                  <a:pt x="25" y="92"/>
                  <a:pt x="31" y="82"/>
                </a:cubicBezTo>
                <a:cubicBezTo>
                  <a:pt x="38" y="72"/>
                  <a:pt x="46" y="62"/>
                  <a:pt x="54" y="54"/>
                </a:cubicBezTo>
                <a:cubicBezTo>
                  <a:pt x="63" y="45"/>
                  <a:pt x="72" y="38"/>
                  <a:pt x="82" y="31"/>
                </a:cubicBezTo>
                <a:cubicBezTo>
                  <a:pt x="93" y="24"/>
                  <a:pt x="103" y="18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lnTo>
                  <a:pt x="4843" y="0"/>
                </a:lnTo>
                <a:cubicBezTo>
                  <a:pt x="4855" y="0"/>
                  <a:pt x="4867" y="1"/>
                  <a:pt x="4879" y="3"/>
                </a:cubicBezTo>
                <a:cubicBezTo>
                  <a:pt x="4891" y="6"/>
                  <a:pt x="4903" y="9"/>
                  <a:pt x="4914" y="14"/>
                </a:cubicBezTo>
                <a:cubicBezTo>
                  <a:pt x="4925" y="18"/>
                  <a:pt x="4936" y="24"/>
                  <a:pt x="4946" y="31"/>
                </a:cubicBezTo>
                <a:cubicBezTo>
                  <a:pt x="4956" y="38"/>
                  <a:pt x="4965" y="45"/>
                  <a:pt x="4974" y="54"/>
                </a:cubicBezTo>
                <a:cubicBezTo>
                  <a:pt x="4983" y="62"/>
                  <a:pt x="4990" y="72"/>
                  <a:pt x="4997" y="82"/>
                </a:cubicBezTo>
                <a:cubicBezTo>
                  <a:pt x="5004" y="92"/>
                  <a:pt x="5009" y="103"/>
                  <a:pt x="5014" y="114"/>
                </a:cubicBezTo>
                <a:cubicBezTo>
                  <a:pt x="5019" y="125"/>
                  <a:pt x="5022" y="137"/>
                  <a:pt x="5025" y="149"/>
                </a:cubicBezTo>
                <a:cubicBezTo>
                  <a:pt x="5027" y="161"/>
                  <a:pt x="5028" y="173"/>
                  <a:pt x="5028" y="185"/>
                </a:cubicBezTo>
                <a:lnTo>
                  <a:pt x="5028" y="4393"/>
                </a:lnTo>
                <a:cubicBezTo>
                  <a:pt x="5028" y="4405"/>
                  <a:pt x="5027" y="4417"/>
                  <a:pt x="5025" y="4429"/>
                </a:cubicBezTo>
                <a:cubicBezTo>
                  <a:pt x="5022" y="4441"/>
                  <a:pt x="5019" y="4452"/>
                  <a:pt x="5014" y="4464"/>
                </a:cubicBezTo>
                <a:cubicBezTo>
                  <a:pt x="5009" y="4475"/>
                  <a:pt x="5004" y="4485"/>
                  <a:pt x="4997" y="4496"/>
                </a:cubicBezTo>
                <a:cubicBezTo>
                  <a:pt x="4990" y="4506"/>
                  <a:pt x="4983" y="4515"/>
                  <a:pt x="4974" y="4524"/>
                </a:cubicBezTo>
                <a:cubicBezTo>
                  <a:pt x="4965" y="4532"/>
                  <a:pt x="4956" y="4540"/>
                  <a:pt x="4946" y="4547"/>
                </a:cubicBezTo>
                <a:cubicBezTo>
                  <a:pt x="4936" y="4553"/>
                  <a:pt x="4925" y="4559"/>
                  <a:pt x="4914" y="4564"/>
                </a:cubicBezTo>
                <a:cubicBezTo>
                  <a:pt x="4903" y="4568"/>
                  <a:pt x="4891" y="4572"/>
                  <a:pt x="4879" y="4574"/>
                </a:cubicBezTo>
                <a:cubicBezTo>
                  <a:pt x="4867" y="4577"/>
                  <a:pt x="4855" y="4578"/>
                  <a:pt x="4843" y="4578"/>
                </a:cubicBezTo>
                <a:lnTo>
                  <a:pt x="185" y="4578"/>
                </a:lnTo>
                <a:cubicBezTo>
                  <a:pt x="173" y="4578"/>
                  <a:pt x="161" y="4577"/>
                  <a:pt x="149" y="4574"/>
                </a:cubicBezTo>
                <a:cubicBezTo>
                  <a:pt x="137" y="4572"/>
                  <a:pt x="126" y="4568"/>
                  <a:pt x="114" y="4564"/>
                </a:cubicBezTo>
                <a:cubicBezTo>
                  <a:pt x="103" y="4559"/>
                  <a:pt x="93" y="4553"/>
                  <a:pt x="82" y="4547"/>
                </a:cubicBezTo>
                <a:cubicBezTo>
                  <a:pt x="72" y="4540"/>
                  <a:pt x="63" y="4532"/>
                  <a:pt x="54" y="4524"/>
                </a:cubicBezTo>
                <a:cubicBezTo>
                  <a:pt x="46" y="4515"/>
                  <a:pt x="38" y="4506"/>
                  <a:pt x="31" y="4496"/>
                </a:cubicBezTo>
                <a:cubicBezTo>
                  <a:pt x="25" y="4485"/>
                  <a:pt x="19" y="4475"/>
                  <a:pt x="14" y="4464"/>
                </a:cubicBezTo>
                <a:cubicBezTo>
                  <a:pt x="10" y="4452"/>
                  <a:pt x="6" y="4441"/>
                  <a:pt x="4" y="4429"/>
                </a:cubicBezTo>
                <a:cubicBezTo>
                  <a:pt x="1" y="4417"/>
                  <a:pt x="0" y="4405"/>
                  <a:pt x="0" y="4393"/>
                </a:cubicBezTo>
                <a:close/>
              </a:path>
            </a:pathLst>
          </a:custGeom>
          <a:noFill/>
          <a:ln w="18720">
            <a:solidFill>
              <a:srgbClr val="e8912b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6734160" y="2152440"/>
            <a:ext cx="1791000" cy="895680"/>
          </a:xfrm>
          <a:custGeom>
            <a:avLst/>
            <a:gdLst/>
            <a:ahLst/>
            <a:rect l="0" t="0" r="r" b="b"/>
            <a:pathLst>
              <a:path w="4975" h="2488">
                <a:moveTo>
                  <a:pt x="0" y="0"/>
                </a:moveTo>
                <a:lnTo>
                  <a:pt x="4975" y="0"/>
                </a:lnTo>
                <a:lnTo>
                  <a:pt x="4975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7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6510960" y="287352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7591680" y="227952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e8912b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 txBox="1"/>
          <p:nvPr/>
        </p:nvSpPr>
        <p:spPr>
          <a:xfrm>
            <a:off x="6918480" y="2463480"/>
            <a:ext cx="1660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Nieuwe toepassingen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6734160" y="3047760"/>
            <a:ext cx="1791000" cy="733680"/>
          </a:xfrm>
          <a:custGeom>
            <a:avLst/>
            <a:gdLst/>
            <a:ahLst/>
            <a:rect l="0" t="0" r="r" b="b"/>
            <a:pathLst>
              <a:path w="4975" h="2038">
                <a:moveTo>
                  <a:pt x="0" y="0"/>
                </a:moveTo>
                <a:lnTo>
                  <a:pt x="4975" y="0"/>
                </a:lnTo>
                <a:lnTo>
                  <a:pt x="4975" y="2038"/>
                </a:lnTo>
                <a:lnTo>
                  <a:pt x="0" y="203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7495920" y="3200040"/>
            <a:ext cx="257760" cy="162360"/>
          </a:xfrm>
          <a:custGeom>
            <a:avLst/>
            <a:gdLst/>
            <a:ahLst/>
            <a:rect l="0" t="0" r="r" b="b"/>
            <a:pathLst>
              <a:path w="716" h="451">
                <a:moveTo>
                  <a:pt x="0" y="225"/>
                </a:moveTo>
                <a:cubicBezTo>
                  <a:pt x="0" y="211"/>
                  <a:pt x="2" y="196"/>
                  <a:pt x="5" y="182"/>
                </a:cubicBezTo>
                <a:cubicBezTo>
                  <a:pt x="7" y="167"/>
                  <a:pt x="12" y="153"/>
                  <a:pt x="17" y="139"/>
                </a:cubicBezTo>
                <a:cubicBezTo>
                  <a:pt x="23" y="126"/>
                  <a:pt x="30" y="113"/>
                  <a:pt x="38" y="100"/>
                </a:cubicBezTo>
                <a:cubicBezTo>
                  <a:pt x="46" y="88"/>
                  <a:pt x="56" y="77"/>
                  <a:pt x="66" y="66"/>
                </a:cubicBezTo>
                <a:cubicBezTo>
                  <a:pt x="77" y="56"/>
                  <a:pt x="88" y="47"/>
                  <a:pt x="100" y="38"/>
                </a:cubicBezTo>
                <a:cubicBezTo>
                  <a:pt x="112" y="30"/>
                  <a:pt x="125" y="23"/>
                  <a:pt x="139" y="18"/>
                </a:cubicBezTo>
                <a:cubicBezTo>
                  <a:pt x="153" y="12"/>
                  <a:pt x="167" y="8"/>
                  <a:pt x="181" y="5"/>
                </a:cubicBezTo>
                <a:cubicBezTo>
                  <a:pt x="196" y="2"/>
                  <a:pt x="210" y="0"/>
                  <a:pt x="225" y="0"/>
                </a:cubicBezTo>
                <a:lnTo>
                  <a:pt x="491" y="0"/>
                </a:lnTo>
                <a:cubicBezTo>
                  <a:pt x="505" y="0"/>
                  <a:pt x="520" y="2"/>
                  <a:pt x="535" y="5"/>
                </a:cubicBezTo>
                <a:cubicBezTo>
                  <a:pt x="549" y="8"/>
                  <a:pt x="563" y="12"/>
                  <a:pt x="577" y="18"/>
                </a:cubicBezTo>
                <a:cubicBezTo>
                  <a:pt x="590" y="23"/>
                  <a:pt x="603" y="30"/>
                  <a:pt x="616" y="38"/>
                </a:cubicBezTo>
                <a:cubicBezTo>
                  <a:pt x="628" y="47"/>
                  <a:pt x="639" y="56"/>
                  <a:pt x="650" y="66"/>
                </a:cubicBezTo>
                <a:cubicBezTo>
                  <a:pt x="660" y="77"/>
                  <a:pt x="669" y="88"/>
                  <a:pt x="678" y="100"/>
                </a:cubicBezTo>
                <a:cubicBezTo>
                  <a:pt x="686" y="113"/>
                  <a:pt x="693" y="126"/>
                  <a:pt x="698" y="139"/>
                </a:cubicBezTo>
                <a:cubicBezTo>
                  <a:pt x="704" y="153"/>
                  <a:pt x="708" y="167"/>
                  <a:pt x="711" y="182"/>
                </a:cubicBezTo>
                <a:cubicBezTo>
                  <a:pt x="714" y="196"/>
                  <a:pt x="716" y="211"/>
                  <a:pt x="716" y="225"/>
                </a:cubicBezTo>
                <a:cubicBezTo>
                  <a:pt x="716" y="240"/>
                  <a:pt x="714" y="255"/>
                  <a:pt x="711" y="269"/>
                </a:cubicBezTo>
                <a:cubicBezTo>
                  <a:pt x="708" y="284"/>
                  <a:pt x="704" y="298"/>
                  <a:pt x="698" y="311"/>
                </a:cubicBezTo>
                <a:cubicBezTo>
                  <a:pt x="693" y="326"/>
                  <a:pt x="686" y="339"/>
                  <a:pt x="678" y="351"/>
                </a:cubicBezTo>
                <a:cubicBezTo>
                  <a:pt x="669" y="364"/>
                  <a:pt x="660" y="375"/>
                  <a:pt x="650" y="385"/>
                </a:cubicBezTo>
                <a:cubicBezTo>
                  <a:pt x="639" y="396"/>
                  <a:pt x="628" y="405"/>
                  <a:pt x="616" y="413"/>
                </a:cubicBezTo>
                <a:cubicBezTo>
                  <a:pt x="603" y="422"/>
                  <a:pt x="590" y="429"/>
                  <a:pt x="577" y="434"/>
                </a:cubicBezTo>
                <a:cubicBezTo>
                  <a:pt x="563" y="440"/>
                  <a:pt x="549" y="444"/>
                  <a:pt x="535" y="447"/>
                </a:cubicBezTo>
                <a:cubicBezTo>
                  <a:pt x="520" y="450"/>
                  <a:pt x="505" y="451"/>
                  <a:pt x="491" y="451"/>
                </a:cubicBezTo>
                <a:lnTo>
                  <a:pt x="225" y="451"/>
                </a:lnTo>
                <a:cubicBezTo>
                  <a:pt x="210" y="451"/>
                  <a:pt x="196" y="450"/>
                  <a:pt x="181" y="447"/>
                </a:cubicBezTo>
                <a:cubicBezTo>
                  <a:pt x="167" y="444"/>
                  <a:pt x="153" y="440"/>
                  <a:pt x="139" y="434"/>
                </a:cubicBezTo>
                <a:cubicBezTo>
                  <a:pt x="125" y="429"/>
                  <a:pt x="112" y="422"/>
                  <a:pt x="100" y="413"/>
                </a:cubicBezTo>
                <a:cubicBezTo>
                  <a:pt x="88" y="405"/>
                  <a:pt x="77" y="396"/>
                  <a:pt x="66" y="385"/>
                </a:cubicBezTo>
                <a:cubicBezTo>
                  <a:pt x="56" y="375"/>
                  <a:pt x="46" y="364"/>
                  <a:pt x="38" y="351"/>
                </a:cubicBezTo>
                <a:cubicBezTo>
                  <a:pt x="30" y="339"/>
                  <a:pt x="23" y="326"/>
                  <a:pt x="17" y="311"/>
                </a:cubicBezTo>
                <a:cubicBezTo>
                  <a:pt x="12" y="298"/>
                  <a:pt x="7" y="284"/>
                  <a:pt x="5" y="269"/>
                </a:cubicBezTo>
                <a:cubicBezTo>
                  <a:pt x="2" y="255"/>
                  <a:pt x="0" y="240"/>
                  <a:pt x="0" y="225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7375680" y="2654640"/>
            <a:ext cx="541800" cy="13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10" spc="-1" strike="noStrike">
                <a:solidFill>
                  <a:srgbClr val="6b7280"/>
                </a:solidFill>
                <a:latin typeface="Arial"/>
                <a:ea typeface="Arial"/>
              </a:rPr>
              <a:t>de sector</a:t>
            </a:r>
            <a:endParaRPr b="0" lang="en-US" sz="9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7575840" y="3221280"/>
            <a:ext cx="116640" cy="117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79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79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 txBox="1"/>
          <p:nvPr/>
        </p:nvSpPr>
        <p:spPr>
          <a:xfrm>
            <a:off x="6861600" y="3401640"/>
            <a:ext cx="127620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niet alleen gebouwd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 txBox="1"/>
          <p:nvPr/>
        </p:nvSpPr>
        <p:spPr>
          <a:xfrm>
            <a:off x="8023320" y="3401640"/>
            <a:ext cx="247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met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8223480" y="3401640"/>
            <a:ext cx="1972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AI,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7018560" y="3553920"/>
            <a:ext cx="892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maar bedacht 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7866000" y="3553920"/>
            <a:ext cx="2840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9" spc="-1" strike="noStrike">
                <a:solidFill>
                  <a:srgbClr val="1a1a2e"/>
                </a:solidFill>
                <a:latin typeface="Arial"/>
                <a:ea typeface="Arial"/>
              </a:rPr>
              <a:t>door</a:t>
            </a:r>
            <a:endParaRPr b="0" lang="en-US" sz="98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456840" y="3904920"/>
            <a:ext cx="8087400" cy="1000800"/>
          </a:xfrm>
          <a:custGeom>
            <a:avLst/>
            <a:gdLst/>
            <a:ahLst/>
            <a:rect l="0" t="0" r="r" b="b"/>
            <a:pathLst>
              <a:path w="22465" h="2780">
                <a:moveTo>
                  <a:pt x="0" y="0"/>
                </a:moveTo>
                <a:lnTo>
                  <a:pt x="22465" y="0"/>
                </a:lnTo>
                <a:lnTo>
                  <a:pt x="22465" y="2780"/>
                </a:lnTo>
                <a:lnTo>
                  <a:pt x="0" y="278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456840" y="39049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456840" y="48956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853416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106"/>
                </a:moveTo>
                <a:lnTo>
                  <a:pt x="0" y="2780"/>
                </a:lnTo>
                <a:lnTo>
                  <a:pt x="28" y="278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456840" y="3904920"/>
            <a:ext cx="10080" cy="1000800"/>
          </a:xfrm>
          <a:custGeom>
            <a:avLst/>
            <a:gdLst/>
            <a:ahLst/>
            <a:rect l="0" t="0" r="r" b="b"/>
            <a:pathLst>
              <a:path w="28" h="2780">
                <a:moveTo>
                  <a:pt x="0" y="0"/>
                </a:moveTo>
                <a:lnTo>
                  <a:pt x="0" y="2780"/>
                </a:lnTo>
                <a:lnTo>
                  <a:pt x="28" y="278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8094960" y="3553920"/>
            <a:ext cx="15912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96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634320" y="4113720"/>
            <a:ext cx="86785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echte winst komt in fase 4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functionaliteit die niet alleen met AI wordt gebouwd, maar door AI wordt bedacht, uit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 txBox="1"/>
          <p:nvPr/>
        </p:nvSpPr>
        <p:spPr>
          <a:xfrm>
            <a:off x="634320" y="4332960"/>
            <a:ext cx="8349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datagedreven en geextrapoleerd inzicht binnen gekoppelde ecosystemen. Daarvoor is eenduidige betekenis nodig: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14630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348408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5504760" y="1142640"/>
            <a:ext cx="8640" cy="945360"/>
          </a:xfrm>
          <a:custGeom>
            <a:avLst/>
            <a:gdLst/>
            <a:ahLst/>
            <a:rect l="0" t="0" r="r" b="b"/>
            <a:pathLst>
              <a:path w="24" h="2626">
                <a:moveTo>
                  <a:pt x="24" y="0"/>
                </a:moveTo>
                <a:lnTo>
                  <a:pt x="24" y="66"/>
                </a:lnTo>
                <a:lnTo>
                  <a:pt x="0" y="66"/>
                </a:lnTo>
                <a:lnTo>
                  <a:pt x="0" y="0"/>
                </a:lnTo>
                <a:lnTo>
                  <a:pt x="24" y="0"/>
                </a:lnTo>
                <a:moveTo>
                  <a:pt x="24" y="154"/>
                </a:moveTo>
                <a:lnTo>
                  <a:pt x="24" y="219"/>
                </a:lnTo>
                <a:lnTo>
                  <a:pt x="0" y="219"/>
                </a:lnTo>
                <a:lnTo>
                  <a:pt x="0" y="154"/>
                </a:lnTo>
                <a:lnTo>
                  <a:pt x="24" y="154"/>
                </a:lnTo>
                <a:moveTo>
                  <a:pt x="24" y="307"/>
                </a:moveTo>
                <a:lnTo>
                  <a:pt x="24" y="372"/>
                </a:lnTo>
                <a:lnTo>
                  <a:pt x="0" y="372"/>
                </a:lnTo>
                <a:lnTo>
                  <a:pt x="0" y="307"/>
                </a:lnTo>
                <a:lnTo>
                  <a:pt x="24" y="307"/>
                </a:lnTo>
                <a:moveTo>
                  <a:pt x="24" y="460"/>
                </a:moveTo>
                <a:lnTo>
                  <a:pt x="24" y="525"/>
                </a:lnTo>
                <a:lnTo>
                  <a:pt x="0" y="525"/>
                </a:lnTo>
                <a:lnTo>
                  <a:pt x="0" y="460"/>
                </a:lnTo>
                <a:lnTo>
                  <a:pt x="24" y="460"/>
                </a:lnTo>
                <a:moveTo>
                  <a:pt x="24" y="613"/>
                </a:moveTo>
                <a:lnTo>
                  <a:pt x="24" y="678"/>
                </a:lnTo>
                <a:lnTo>
                  <a:pt x="0" y="678"/>
                </a:lnTo>
                <a:lnTo>
                  <a:pt x="0" y="613"/>
                </a:lnTo>
                <a:lnTo>
                  <a:pt x="24" y="613"/>
                </a:lnTo>
                <a:moveTo>
                  <a:pt x="24" y="767"/>
                </a:moveTo>
                <a:lnTo>
                  <a:pt x="24" y="833"/>
                </a:lnTo>
                <a:lnTo>
                  <a:pt x="0" y="833"/>
                </a:lnTo>
                <a:lnTo>
                  <a:pt x="0" y="767"/>
                </a:lnTo>
                <a:lnTo>
                  <a:pt x="24" y="767"/>
                </a:lnTo>
                <a:moveTo>
                  <a:pt x="24" y="920"/>
                </a:moveTo>
                <a:lnTo>
                  <a:pt x="24" y="986"/>
                </a:lnTo>
                <a:lnTo>
                  <a:pt x="0" y="986"/>
                </a:lnTo>
                <a:lnTo>
                  <a:pt x="0" y="920"/>
                </a:lnTo>
                <a:lnTo>
                  <a:pt x="24" y="920"/>
                </a:lnTo>
                <a:moveTo>
                  <a:pt x="24" y="1073"/>
                </a:moveTo>
                <a:lnTo>
                  <a:pt x="24" y="1139"/>
                </a:lnTo>
                <a:lnTo>
                  <a:pt x="0" y="1139"/>
                </a:lnTo>
                <a:lnTo>
                  <a:pt x="0" y="1073"/>
                </a:lnTo>
                <a:lnTo>
                  <a:pt x="24" y="1073"/>
                </a:lnTo>
                <a:moveTo>
                  <a:pt x="24" y="1226"/>
                </a:moveTo>
                <a:lnTo>
                  <a:pt x="24" y="1292"/>
                </a:lnTo>
                <a:lnTo>
                  <a:pt x="0" y="1292"/>
                </a:lnTo>
                <a:lnTo>
                  <a:pt x="0" y="1226"/>
                </a:lnTo>
                <a:lnTo>
                  <a:pt x="24" y="1226"/>
                </a:lnTo>
                <a:moveTo>
                  <a:pt x="24" y="1379"/>
                </a:moveTo>
                <a:lnTo>
                  <a:pt x="24" y="1445"/>
                </a:lnTo>
                <a:lnTo>
                  <a:pt x="0" y="1445"/>
                </a:lnTo>
                <a:lnTo>
                  <a:pt x="0" y="1379"/>
                </a:lnTo>
                <a:lnTo>
                  <a:pt x="24" y="1379"/>
                </a:lnTo>
                <a:moveTo>
                  <a:pt x="24" y="1532"/>
                </a:moveTo>
                <a:lnTo>
                  <a:pt x="24" y="1598"/>
                </a:lnTo>
                <a:lnTo>
                  <a:pt x="0" y="1598"/>
                </a:lnTo>
                <a:lnTo>
                  <a:pt x="0" y="1532"/>
                </a:lnTo>
                <a:lnTo>
                  <a:pt x="24" y="1532"/>
                </a:lnTo>
                <a:moveTo>
                  <a:pt x="24" y="1685"/>
                </a:moveTo>
                <a:lnTo>
                  <a:pt x="24" y="1751"/>
                </a:lnTo>
                <a:lnTo>
                  <a:pt x="0" y="1751"/>
                </a:lnTo>
                <a:lnTo>
                  <a:pt x="0" y="1685"/>
                </a:lnTo>
                <a:lnTo>
                  <a:pt x="24" y="1685"/>
                </a:lnTo>
                <a:moveTo>
                  <a:pt x="24" y="1839"/>
                </a:moveTo>
                <a:lnTo>
                  <a:pt x="24" y="1904"/>
                </a:lnTo>
                <a:lnTo>
                  <a:pt x="0" y="1904"/>
                </a:lnTo>
                <a:lnTo>
                  <a:pt x="0" y="1839"/>
                </a:lnTo>
                <a:lnTo>
                  <a:pt x="24" y="1839"/>
                </a:lnTo>
                <a:moveTo>
                  <a:pt x="24" y="1992"/>
                </a:moveTo>
                <a:lnTo>
                  <a:pt x="24" y="2057"/>
                </a:lnTo>
                <a:lnTo>
                  <a:pt x="0" y="2057"/>
                </a:lnTo>
                <a:lnTo>
                  <a:pt x="0" y="1992"/>
                </a:lnTo>
                <a:lnTo>
                  <a:pt x="24" y="1992"/>
                </a:lnTo>
                <a:moveTo>
                  <a:pt x="24" y="2145"/>
                </a:moveTo>
                <a:lnTo>
                  <a:pt x="24" y="2210"/>
                </a:lnTo>
                <a:lnTo>
                  <a:pt x="0" y="2210"/>
                </a:lnTo>
                <a:lnTo>
                  <a:pt x="0" y="2145"/>
                </a:lnTo>
                <a:lnTo>
                  <a:pt x="24" y="2145"/>
                </a:lnTo>
                <a:moveTo>
                  <a:pt x="24" y="2298"/>
                </a:moveTo>
                <a:lnTo>
                  <a:pt x="24" y="2363"/>
                </a:lnTo>
                <a:lnTo>
                  <a:pt x="0" y="2363"/>
                </a:lnTo>
                <a:lnTo>
                  <a:pt x="0" y="2298"/>
                </a:lnTo>
                <a:lnTo>
                  <a:pt x="24" y="2298"/>
                </a:lnTo>
                <a:moveTo>
                  <a:pt x="24" y="2451"/>
                </a:moveTo>
                <a:lnTo>
                  <a:pt x="24" y="2516"/>
                </a:lnTo>
                <a:lnTo>
                  <a:pt x="0" y="2516"/>
                </a:lnTo>
                <a:lnTo>
                  <a:pt x="0" y="2451"/>
                </a:lnTo>
                <a:lnTo>
                  <a:pt x="24" y="2451"/>
                </a:lnTo>
                <a:moveTo>
                  <a:pt x="24" y="2604"/>
                </a:moveTo>
                <a:lnTo>
                  <a:pt x="24" y="2626"/>
                </a:lnTo>
                <a:lnTo>
                  <a:pt x="0" y="2626"/>
                </a:lnTo>
                <a:lnTo>
                  <a:pt x="0" y="2604"/>
                </a:lnTo>
                <a:lnTo>
                  <a:pt x="24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7525440" y="1142640"/>
            <a:ext cx="9000" cy="945360"/>
          </a:xfrm>
          <a:custGeom>
            <a:avLst/>
            <a:gdLst/>
            <a:ahLst/>
            <a:rect l="0" t="0" r="r" b="b"/>
            <a:pathLst>
              <a:path w="25" h="2626">
                <a:moveTo>
                  <a:pt x="25" y="0"/>
                </a:moveTo>
                <a:lnTo>
                  <a:pt x="25" y="66"/>
                </a:lnTo>
                <a:lnTo>
                  <a:pt x="0" y="66"/>
                </a:lnTo>
                <a:lnTo>
                  <a:pt x="0" y="0"/>
                </a:lnTo>
                <a:lnTo>
                  <a:pt x="25" y="0"/>
                </a:lnTo>
                <a:moveTo>
                  <a:pt x="25" y="154"/>
                </a:moveTo>
                <a:lnTo>
                  <a:pt x="25" y="219"/>
                </a:lnTo>
                <a:lnTo>
                  <a:pt x="0" y="219"/>
                </a:lnTo>
                <a:lnTo>
                  <a:pt x="0" y="154"/>
                </a:lnTo>
                <a:lnTo>
                  <a:pt x="25" y="154"/>
                </a:lnTo>
                <a:moveTo>
                  <a:pt x="25" y="307"/>
                </a:moveTo>
                <a:lnTo>
                  <a:pt x="25" y="372"/>
                </a:lnTo>
                <a:lnTo>
                  <a:pt x="0" y="372"/>
                </a:lnTo>
                <a:lnTo>
                  <a:pt x="0" y="307"/>
                </a:lnTo>
                <a:lnTo>
                  <a:pt x="25" y="307"/>
                </a:lnTo>
                <a:moveTo>
                  <a:pt x="25" y="460"/>
                </a:moveTo>
                <a:lnTo>
                  <a:pt x="25" y="525"/>
                </a:lnTo>
                <a:lnTo>
                  <a:pt x="0" y="525"/>
                </a:lnTo>
                <a:lnTo>
                  <a:pt x="0" y="460"/>
                </a:lnTo>
                <a:lnTo>
                  <a:pt x="25" y="460"/>
                </a:lnTo>
                <a:moveTo>
                  <a:pt x="25" y="613"/>
                </a:moveTo>
                <a:lnTo>
                  <a:pt x="25" y="678"/>
                </a:lnTo>
                <a:lnTo>
                  <a:pt x="0" y="678"/>
                </a:lnTo>
                <a:lnTo>
                  <a:pt x="0" y="613"/>
                </a:lnTo>
                <a:lnTo>
                  <a:pt x="25" y="613"/>
                </a:lnTo>
                <a:moveTo>
                  <a:pt x="25" y="767"/>
                </a:moveTo>
                <a:lnTo>
                  <a:pt x="25" y="833"/>
                </a:lnTo>
                <a:lnTo>
                  <a:pt x="0" y="833"/>
                </a:lnTo>
                <a:lnTo>
                  <a:pt x="0" y="767"/>
                </a:lnTo>
                <a:lnTo>
                  <a:pt x="25" y="767"/>
                </a:lnTo>
                <a:moveTo>
                  <a:pt x="25" y="920"/>
                </a:moveTo>
                <a:lnTo>
                  <a:pt x="25" y="986"/>
                </a:lnTo>
                <a:lnTo>
                  <a:pt x="0" y="986"/>
                </a:lnTo>
                <a:lnTo>
                  <a:pt x="0" y="920"/>
                </a:lnTo>
                <a:lnTo>
                  <a:pt x="25" y="920"/>
                </a:lnTo>
                <a:moveTo>
                  <a:pt x="25" y="1073"/>
                </a:moveTo>
                <a:lnTo>
                  <a:pt x="25" y="1139"/>
                </a:lnTo>
                <a:lnTo>
                  <a:pt x="0" y="1139"/>
                </a:lnTo>
                <a:lnTo>
                  <a:pt x="0" y="1073"/>
                </a:lnTo>
                <a:lnTo>
                  <a:pt x="25" y="1073"/>
                </a:lnTo>
                <a:moveTo>
                  <a:pt x="25" y="1226"/>
                </a:moveTo>
                <a:lnTo>
                  <a:pt x="25" y="1292"/>
                </a:lnTo>
                <a:lnTo>
                  <a:pt x="0" y="1292"/>
                </a:lnTo>
                <a:lnTo>
                  <a:pt x="0" y="1226"/>
                </a:lnTo>
                <a:lnTo>
                  <a:pt x="25" y="1226"/>
                </a:lnTo>
                <a:moveTo>
                  <a:pt x="25" y="1379"/>
                </a:moveTo>
                <a:lnTo>
                  <a:pt x="25" y="1445"/>
                </a:lnTo>
                <a:lnTo>
                  <a:pt x="0" y="1445"/>
                </a:lnTo>
                <a:lnTo>
                  <a:pt x="0" y="1379"/>
                </a:lnTo>
                <a:lnTo>
                  <a:pt x="25" y="1379"/>
                </a:lnTo>
                <a:moveTo>
                  <a:pt x="25" y="1532"/>
                </a:moveTo>
                <a:lnTo>
                  <a:pt x="25" y="1598"/>
                </a:lnTo>
                <a:lnTo>
                  <a:pt x="0" y="1598"/>
                </a:lnTo>
                <a:lnTo>
                  <a:pt x="0" y="1532"/>
                </a:lnTo>
                <a:lnTo>
                  <a:pt x="25" y="1532"/>
                </a:lnTo>
                <a:moveTo>
                  <a:pt x="25" y="1685"/>
                </a:moveTo>
                <a:lnTo>
                  <a:pt x="25" y="1751"/>
                </a:lnTo>
                <a:lnTo>
                  <a:pt x="0" y="1751"/>
                </a:lnTo>
                <a:lnTo>
                  <a:pt x="0" y="1685"/>
                </a:lnTo>
                <a:lnTo>
                  <a:pt x="25" y="1685"/>
                </a:lnTo>
                <a:moveTo>
                  <a:pt x="25" y="1839"/>
                </a:moveTo>
                <a:lnTo>
                  <a:pt x="25" y="1904"/>
                </a:lnTo>
                <a:lnTo>
                  <a:pt x="0" y="1904"/>
                </a:lnTo>
                <a:lnTo>
                  <a:pt x="0" y="1839"/>
                </a:lnTo>
                <a:lnTo>
                  <a:pt x="25" y="1839"/>
                </a:lnTo>
                <a:moveTo>
                  <a:pt x="25" y="1992"/>
                </a:moveTo>
                <a:lnTo>
                  <a:pt x="25" y="2057"/>
                </a:lnTo>
                <a:lnTo>
                  <a:pt x="0" y="2057"/>
                </a:lnTo>
                <a:lnTo>
                  <a:pt x="0" y="1992"/>
                </a:lnTo>
                <a:lnTo>
                  <a:pt x="25" y="1992"/>
                </a:lnTo>
                <a:moveTo>
                  <a:pt x="25" y="2145"/>
                </a:moveTo>
                <a:lnTo>
                  <a:pt x="25" y="2210"/>
                </a:lnTo>
                <a:lnTo>
                  <a:pt x="0" y="2210"/>
                </a:lnTo>
                <a:lnTo>
                  <a:pt x="0" y="2145"/>
                </a:lnTo>
                <a:lnTo>
                  <a:pt x="25" y="2145"/>
                </a:lnTo>
                <a:moveTo>
                  <a:pt x="25" y="2298"/>
                </a:moveTo>
                <a:lnTo>
                  <a:pt x="25" y="2363"/>
                </a:lnTo>
                <a:lnTo>
                  <a:pt x="0" y="2363"/>
                </a:lnTo>
                <a:lnTo>
                  <a:pt x="0" y="2298"/>
                </a:lnTo>
                <a:lnTo>
                  <a:pt x="25" y="2298"/>
                </a:lnTo>
                <a:moveTo>
                  <a:pt x="25" y="2451"/>
                </a:moveTo>
                <a:lnTo>
                  <a:pt x="25" y="2516"/>
                </a:lnTo>
                <a:lnTo>
                  <a:pt x="0" y="2516"/>
                </a:lnTo>
                <a:lnTo>
                  <a:pt x="0" y="2451"/>
                </a:lnTo>
                <a:lnTo>
                  <a:pt x="25" y="2451"/>
                </a:lnTo>
                <a:moveTo>
                  <a:pt x="25" y="2604"/>
                </a:moveTo>
                <a:lnTo>
                  <a:pt x="25" y="2626"/>
                </a:lnTo>
                <a:lnTo>
                  <a:pt x="0" y="2626"/>
                </a:lnTo>
                <a:lnTo>
                  <a:pt x="0" y="2604"/>
                </a:lnTo>
                <a:lnTo>
                  <a:pt x="25" y="2604"/>
                </a:lnTo>
                <a:close/>
              </a:path>
            </a:pathLst>
          </a:custGeom>
          <a:solidFill>
            <a:srgbClr val="d5dee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/>
          <p:nvPr/>
        </p:nvSpPr>
        <p:spPr>
          <a:xfrm>
            <a:off x="591840" y="1182240"/>
            <a:ext cx="7679160" cy="905760"/>
          </a:xfrm>
          <a:custGeom>
            <a:avLst/>
            <a:gdLst/>
            <a:ahLst/>
            <a:rect l="0" t="0" r="r" b="b"/>
            <a:pathLst>
              <a:path w="21331" h="251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  <a:lnTo>
                  <a:pt x="21331" y="2516"/>
                </a:lnTo>
                <a:lnTo>
                  <a:pt x="0" y="2516"/>
                </a:lnTo>
                <a:lnTo>
                  <a:pt x="0" y="2406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591840" y="1182240"/>
            <a:ext cx="7679160" cy="866160"/>
          </a:xfrm>
          <a:custGeom>
            <a:avLst/>
            <a:gdLst/>
            <a:ahLst/>
            <a:rect l="0" t="0" r="r" b="b"/>
            <a:pathLst>
              <a:path fill="none" w="21331" h="2406">
                <a:moveTo>
                  <a:pt x="0" y="2406"/>
                </a:moveTo>
                <a:cubicBezTo>
                  <a:pt x="5707" y="2385"/>
                  <a:pt x="9918" y="2341"/>
                  <a:pt x="14128" y="2253"/>
                </a:cubicBezTo>
                <a:cubicBezTo>
                  <a:pt x="15531" y="2210"/>
                  <a:pt x="16349" y="2144"/>
                  <a:pt x="16981" y="2013"/>
                </a:cubicBezTo>
                <a:cubicBezTo>
                  <a:pt x="18338" y="1729"/>
                  <a:pt x="19554" y="897"/>
                  <a:pt x="21331" y="0"/>
                </a:cubicBezTo>
              </a:path>
            </a:pathLst>
          </a:custGeom>
          <a:ln cap="rnd" w="48600">
            <a:solidFill>
              <a:srgbClr val="e8912b"/>
            </a:solidFill>
            <a:miter/>
          </a:ln>
        </p:spPr>
        <p:txBody>
          <a:bodyPr lIns="24120" rIns="24120" tIns="24120" bIns="24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8186400" y="1103400"/>
            <a:ext cx="168840" cy="158040"/>
          </a:xfrm>
          <a:custGeom>
            <a:avLst/>
            <a:gdLst/>
            <a:ahLst/>
            <a:rect l="0" t="0" r="r" b="b"/>
            <a:pathLst>
              <a:path w="469" h="439">
                <a:moveTo>
                  <a:pt x="469" y="220"/>
                </a:moveTo>
                <a:cubicBezTo>
                  <a:pt x="469" y="234"/>
                  <a:pt x="468" y="248"/>
                  <a:pt x="465" y="263"/>
                </a:cubicBezTo>
                <a:cubicBezTo>
                  <a:pt x="462" y="277"/>
                  <a:pt x="457" y="290"/>
                  <a:pt x="451" y="304"/>
                </a:cubicBezTo>
                <a:cubicBezTo>
                  <a:pt x="445" y="317"/>
                  <a:pt x="438" y="329"/>
                  <a:pt x="430" y="341"/>
                </a:cubicBezTo>
                <a:cubicBezTo>
                  <a:pt x="421" y="353"/>
                  <a:pt x="412" y="364"/>
                  <a:pt x="401" y="374"/>
                </a:cubicBezTo>
                <a:cubicBezTo>
                  <a:pt x="390" y="385"/>
                  <a:pt x="378" y="394"/>
                  <a:pt x="364" y="402"/>
                </a:cubicBezTo>
                <a:cubicBezTo>
                  <a:pt x="351" y="410"/>
                  <a:pt x="338" y="416"/>
                  <a:pt x="324" y="422"/>
                </a:cubicBezTo>
                <a:cubicBezTo>
                  <a:pt x="310" y="427"/>
                  <a:pt x="295" y="432"/>
                  <a:pt x="280" y="434"/>
                </a:cubicBezTo>
                <a:cubicBezTo>
                  <a:pt x="265" y="437"/>
                  <a:pt x="250" y="439"/>
                  <a:pt x="234" y="439"/>
                </a:cubicBezTo>
                <a:cubicBezTo>
                  <a:pt x="219" y="439"/>
                  <a:pt x="204" y="437"/>
                  <a:pt x="189" y="434"/>
                </a:cubicBezTo>
                <a:cubicBezTo>
                  <a:pt x="174" y="432"/>
                  <a:pt x="159" y="427"/>
                  <a:pt x="145" y="422"/>
                </a:cubicBezTo>
                <a:cubicBezTo>
                  <a:pt x="131" y="416"/>
                  <a:pt x="117" y="410"/>
                  <a:pt x="104" y="402"/>
                </a:cubicBezTo>
                <a:cubicBezTo>
                  <a:pt x="92" y="394"/>
                  <a:pt x="80" y="385"/>
                  <a:pt x="69" y="374"/>
                </a:cubicBezTo>
                <a:cubicBezTo>
                  <a:pt x="58" y="364"/>
                  <a:pt x="48" y="353"/>
                  <a:pt x="40" y="341"/>
                </a:cubicBezTo>
                <a:cubicBezTo>
                  <a:pt x="31" y="329"/>
                  <a:pt x="24" y="317"/>
                  <a:pt x="18" y="304"/>
                </a:cubicBezTo>
                <a:cubicBezTo>
                  <a:pt x="12" y="290"/>
                  <a:pt x="8" y="277"/>
                  <a:pt x="5" y="263"/>
                </a:cubicBezTo>
                <a:cubicBezTo>
                  <a:pt x="2" y="248"/>
                  <a:pt x="0" y="234"/>
                  <a:pt x="0" y="220"/>
                </a:cubicBezTo>
                <a:cubicBezTo>
                  <a:pt x="0" y="204"/>
                  <a:pt x="2" y="190"/>
                  <a:pt x="5" y="176"/>
                </a:cubicBezTo>
                <a:cubicBezTo>
                  <a:pt x="8" y="162"/>
                  <a:pt x="12" y="148"/>
                  <a:pt x="18" y="135"/>
                </a:cubicBezTo>
                <a:cubicBezTo>
                  <a:pt x="24" y="122"/>
                  <a:pt x="31" y="109"/>
                  <a:pt x="40" y="97"/>
                </a:cubicBezTo>
                <a:cubicBezTo>
                  <a:pt x="48" y="85"/>
                  <a:pt x="58" y="74"/>
                  <a:pt x="69" y="64"/>
                </a:cubicBezTo>
                <a:cubicBezTo>
                  <a:pt x="80" y="54"/>
                  <a:pt x="92" y="45"/>
                  <a:pt x="104" y="37"/>
                </a:cubicBezTo>
                <a:cubicBezTo>
                  <a:pt x="117" y="29"/>
                  <a:pt x="131" y="22"/>
                  <a:pt x="145" y="17"/>
                </a:cubicBezTo>
                <a:cubicBezTo>
                  <a:pt x="159" y="11"/>
                  <a:pt x="174" y="7"/>
                  <a:pt x="189" y="4"/>
                </a:cubicBezTo>
                <a:cubicBezTo>
                  <a:pt x="204" y="2"/>
                  <a:pt x="219" y="0"/>
                  <a:pt x="234" y="0"/>
                </a:cubicBezTo>
                <a:cubicBezTo>
                  <a:pt x="250" y="0"/>
                  <a:pt x="265" y="2"/>
                  <a:pt x="280" y="4"/>
                </a:cubicBezTo>
                <a:cubicBezTo>
                  <a:pt x="295" y="7"/>
                  <a:pt x="310" y="11"/>
                  <a:pt x="324" y="17"/>
                </a:cubicBezTo>
                <a:cubicBezTo>
                  <a:pt x="338" y="22"/>
                  <a:pt x="351" y="29"/>
                  <a:pt x="364" y="37"/>
                </a:cubicBezTo>
                <a:cubicBezTo>
                  <a:pt x="378" y="45"/>
                  <a:pt x="390" y="54"/>
                  <a:pt x="401" y="64"/>
                </a:cubicBezTo>
                <a:cubicBezTo>
                  <a:pt x="412" y="74"/>
                  <a:pt x="421" y="85"/>
                  <a:pt x="430" y="97"/>
                </a:cubicBezTo>
                <a:cubicBezTo>
                  <a:pt x="438" y="109"/>
                  <a:pt x="445" y="122"/>
                  <a:pt x="451" y="135"/>
                </a:cubicBezTo>
                <a:cubicBezTo>
                  <a:pt x="457" y="148"/>
                  <a:pt x="462" y="162"/>
                  <a:pt x="465" y="176"/>
                </a:cubicBezTo>
                <a:cubicBezTo>
                  <a:pt x="468" y="190"/>
                  <a:pt x="469" y="204"/>
                  <a:pt x="469" y="220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634320" y="4542480"/>
            <a:ext cx="3467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minder interpretatieruimte, minder hallucinatie.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7324560" y="1285560"/>
            <a:ext cx="1181520" cy="200520"/>
          </a:xfrm>
          <a:custGeom>
            <a:avLst/>
            <a:gdLst/>
            <a:ahLst/>
            <a:rect l="0" t="0" r="r" b="b"/>
            <a:pathLst>
              <a:path w="3282" h="557">
                <a:moveTo>
                  <a:pt x="0" y="279"/>
                </a:moveTo>
                <a:cubicBezTo>
                  <a:pt x="0" y="261"/>
                  <a:pt x="2" y="243"/>
                  <a:pt x="5" y="225"/>
                </a:cubicBezTo>
                <a:cubicBezTo>
                  <a:pt x="9" y="207"/>
                  <a:pt x="14" y="190"/>
                  <a:pt x="21" y="173"/>
                </a:cubicBezTo>
                <a:cubicBezTo>
                  <a:pt x="28" y="156"/>
                  <a:pt x="37" y="140"/>
                  <a:pt x="47" y="125"/>
                </a:cubicBezTo>
                <a:cubicBezTo>
                  <a:pt x="57" y="110"/>
                  <a:pt x="68" y="96"/>
                  <a:pt x="81" y="83"/>
                </a:cubicBezTo>
                <a:cubicBezTo>
                  <a:pt x="94" y="70"/>
                  <a:pt x="108" y="58"/>
                  <a:pt x="123" y="48"/>
                </a:cubicBezTo>
                <a:cubicBezTo>
                  <a:pt x="139" y="38"/>
                  <a:pt x="155" y="29"/>
                  <a:pt x="171" y="22"/>
                </a:cubicBezTo>
                <a:cubicBezTo>
                  <a:pt x="188" y="15"/>
                  <a:pt x="206" y="9"/>
                  <a:pt x="224" y="6"/>
                </a:cubicBezTo>
                <a:cubicBezTo>
                  <a:pt x="241" y="2"/>
                  <a:pt x="260" y="0"/>
                  <a:pt x="278" y="0"/>
                </a:cubicBezTo>
                <a:lnTo>
                  <a:pt x="3004" y="0"/>
                </a:lnTo>
                <a:cubicBezTo>
                  <a:pt x="3022" y="0"/>
                  <a:pt x="3040" y="2"/>
                  <a:pt x="3058" y="6"/>
                </a:cubicBezTo>
                <a:cubicBezTo>
                  <a:pt x="3076" y="9"/>
                  <a:pt x="3093" y="15"/>
                  <a:pt x="3110" y="22"/>
                </a:cubicBezTo>
                <a:cubicBezTo>
                  <a:pt x="3127" y="29"/>
                  <a:pt x="3143" y="38"/>
                  <a:pt x="3158" y="48"/>
                </a:cubicBezTo>
                <a:cubicBezTo>
                  <a:pt x="3173" y="58"/>
                  <a:pt x="3188" y="70"/>
                  <a:pt x="3200" y="83"/>
                </a:cubicBezTo>
                <a:cubicBezTo>
                  <a:pt x="3213" y="96"/>
                  <a:pt x="3225" y="110"/>
                  <a:pt x="3235" y="125"/>
                </a:cubicBezTo>
                <a:cubicBezTo>
                  <a:pt x="3245" y="140"/>
                  <a:pt x="3254" y="156"/>
                  <a:pt x="3261" y="173"/>
                </a:cubicBezTo>
                <a:cubicBezTo>
                  <a:pt x="3268" y="190"/>
                  <a:pt x="3273" y="207"/>
                  <a:pt x="3276" y="225"/>
                </a:cubicBezTo>
                <a:cubicBezTo>
                  <a:pt x="3280" y="243"/>
                  <a:pt x="3282" y="261"/>
                  <a:pt x="3282" y="279"/>
                </a:cubicBezTo>
                <a:cubicBezTo>
                  <a:pt x="3282" y="297"/>
                  <a:pt x="3280" y="315"/>
                  <a:pt x="3276" y="333"/>
                </a:cubicBezTo>
                <a:cubicBezTo>
                  <a:pt x="3273" y="351"/>
                  <a:pt x="3268" y="369"/>
                  <a:pt x="3261" y="386"/>
                </a:cubicBezTo>
                <a:cubicBezTo>
                  <a:pt x="3254" y="402"/>
                  <a:pt x="3245" y="418"/>
                  <a:pt x="3235" y="434"/>
                </a:cubicBezTo>
                <a:cubicBezTo>
                  <a:pt x="3225" y="449"/>
                  <a:pt x="3213" y="463"/>
                  <a:pt x="3200" y="476"/>
                </a:cubicBezTo>
                <a:cubicBezTo>
                  <a:pt x="3188" y="489"/>
                  <a:pt x="3173" y="500"/>
                  <a:pt x="3158" y="510"/>
                </a:cubicBezTo>
                <a:cubicBezTo>
                  <a:pt x="3143" y="520"/>
                  <a:pt x="3127" y="529"/>
                  <a:pt x="3110" y="536"/>
                </a:cubicBezTo>
                <a:cubicBezTo>
                  <a:pt x="3093" y="543"/>
                  <a:pt x="3076" y="548"/>
                  <a:pt x="3058" y="552"/>
                </a:cubicBezTo>
                <a:cubicBezTo>
                  <a:pt x="3040" y="555"/>
                  <a:pt x="3022" y="557"/>
                  <a:pt x="3004" y="557"/>
                </a:cubicBezTo>
                <a:lnTo>
                  <a:pt x="278" y="557"/>
                </a:lnTo>
                <a:cubicBezTo>
                  <a:pt x="260" y="557"/>
                  <a:pt x="241" y="555"/>
                  <a:pt x="224" y="552"/>
                </a:cubicBezTo>
                <a:cubicBezTo>
                  <a:pt x="206" y="548"/>
                  <a:pt x="188" y="543"/>
                  <a:pt x="171" y="536"/>
                </a:cubicBezTo>
                <a:cubicBezTo>
                  <a:pt x="155" y="529"/>
                  <a:pt x="139" y="520"/>
                  <a:pt x="123" y="510"/>
                </a:cubicBezTo>
                <a:cubicBezTo>
                  <a:pt x="108" y="500"/>
                  <a:pt x="94" y="489"/>
                  <a:pt x="81" y="476"/>
                </a:cubicBezTo>
                <a:cubicBezTo>
                  <a:pt x="68" y="463"/>
                  <a:pt x="57" y="449"/>
                  <a:pt x="47" y="434"/>
                </a:cubicBezTo>
                <a:cubicBezTo>
                  <a:pt x="37" y="418"/>
                  <a:pt x="28" y="402"/>
                  <a:pt x="21" y="386"/>
                </a:cubicBezTo>
                <a:cubicBezTo>
                  <a:pt x="14" y="369"/>
                  <a:pt x="9" y="351"/>
                  <a:pt x="5" y="333"/>
                </a:cubicBezTo>
                <a:cubicBezTo>
                  <a:pt x="2" y="315"/>
                  <a:pt x="0" y="297"/>
                  <a:pt x="0" y="27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72320" y="1164960"/>
            <a:ext cx="1532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impact en doorontwikkeling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 txBox="1"/>
          <p:nvPr/>
        </p:nvSpPr>
        <p:spPr>
          <a:xfrm>
            <a:off x="7418520" y="1326960"/>
            <a:ext cx="116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ffffff"/>
                </a:solidFill>
                <a:latin typeface="Arial"/>
                <a:ea typeface="Arial"/>
              </a:rPr>
              <a:t>exponentiële groei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63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2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24" name=""/>
          <p:cNvSpPr txBox="1"/>
          <p:nvPr/>
        </p:nvSpPr>
        <p:spPr>
          <a:xfrm>
            <a:off x="439920" y="1024920"/>
            <a:ext cx="3755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de waarde zit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4568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457200" y="1590120"/>
            <a:ext cx="3426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Niet in de koppeling, maar in de betekenis eronder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617040" y="2075400"/>
            <a:ext cx="1770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Eenduidig vastgelegd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617040" y="2339640"/>
            <a:ext cx="2385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 systeem bedoelt hetzelfde met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617040" y="2530080"/>
            <a:ext cx="2574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leeruitkomst, een aanbod en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32000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617040" y="2730240"/>
            <a:ext cx="65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resultaat.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3357360" y="2075400"/>
            <a:ext cx="2112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Machine-interpreteerbaar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 txBox="1"/>
          <p:nvPr/>
        </p:nvSpPr>
        <p:spPr>
          <a:xfrm>
            <a:off x="3357360" y="2339640"/>
            <a:ext cx="2434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agent kan de speciﬁcatie lezen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3357360" y="2530080"/>
            <a:ext cx="2437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gebruiken zonder te gokken wat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5933880" y="1914480"/>
            <a:ext cx="2610360" cy="1114560"/>
          </a:xfrm>
          <a:custGeom>
            <a:avLst/>
            <a:gdLst/>
            <a:ahLst/>
            <a:rect l="0" t="0" r="r" b="b"/>
            <a:pathLst>
              <a:path w="7251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89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1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6"/>
                  <a:pt x="7119" y="35"/>
                  <a:pt x="7133" y="44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89"/>
                  <a:pt x="7196" y="103"/>
                  <a:pt x="7206" y="117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4"/>
                </a:cubicBezTo>
                <a:lnTo>
                  <a:pt x="7251" y="2832"/>
                </a:lnTo>
                <a:cubicBezTo>
                  <a:pt x="7251" y="2849"/>
                  <a:pt x="7249" y="2866"/>
                  <a:pt x="7246" y="2883"/>
                </a:cubicBezTo>
                <a:cubicBezTo>
                  <a:pt x="7242" y="2900"/>
                  <a:pt x="7237" y="2917"/>
                  <a:pt x="7230" y="2933"/>
                </a:cubicBezTo>
                <a:cubicBezTo>
                  <a:pt x="7224" y="2949"/>
                  <a:pt x="7216" y="2964"/>
                  <a:pt x="7206" y="2979"/>
                </a:cubicBezTo>
                <a:cubicBezTo>
                  <a:pt x="7196" y="2993"/>
                  <a:pt x="7185" y="3006"/>
                  <a:pt x="7173" y="3019"/>
                </a:cubicBezTo>
                <a:cubicBezTo>
                  <a:pt x="7161" y="3031"/>
                  <a:pt x="7147" y="3042"/>
                  <a:pt x="7133" y="3052"/>
                </a:cubicBezTo>
                <a:cubicBezTo>
                  <a:pt x="7119" y="3061"/>
                  <a:pt x="7103" y="3069"/>
                  <a:pt x="7087" y="3076"/>
                </a:cubicBezTo>
                <a:cubicBezTo>
                  <a:pt x="7071" y="3083"/>
                  <a:pt x="7055" y="3088"/>
                  <a:pt x="7038" y="3091"/>
                </a:cubicBezTo>
                <a:cubicBezTo>
                  <a:pt x="7021" y="3095"/>
                  <a:pt x="7003" y="3096"/>
                  <a:pt x="6986" y="3096"/>
                </a:cubicBezTo>
                <a:lnTo>
                  <a:pt x="265" y="3096"/>
                </a:lnTo>
                <a:cubicBezTo>
                  <a:pt x="247" y="3096"/>
                  <a:pt x="230" y="3095"/>
                  <a:pt x="213" y="3091"/>
                </a:cubicBezTo>
                <a:cubicBezTo>
                  <a:pt x="196" y="3088"/>
                  <a:pt x="179" y="3083"/>
                  <a:pt x="163" y="3076"/>
                </a:cubicBezTo>
                <a:cubicBezTo>
                  <a:pt x="147" y="3069"/>
                  <a:pt x="132" y="3061"/>
                  <a:pt x="118" y="3052"/>
                </a:cubicBezTo>
                <a:cubicBezTo>
                  <a:pt x="103" y="3042"/>
                  <a:pt x="90" y="3031"/>
                  <a:pt x="78" y="3019"/>
                </a:cubicBezTo>
                <a:cubicBezTo>
                  <a:pt x="65" y="3006"/>
                  <a:pt x="54" y="2993"/>
                  <a:pt x="45" y="2979"/>
                </a:cubicBezTo>
                <a:cubicBezTo>
                  <a:pt x="35" y="2964"/>
                  <a:pt x="27" y="2949"/>
                  <a:pt x="20" y="2933"/>
                </a:cubicBezTo>
                <a:cubicBezTo>
                  <a:pt x="14" y="2917"/>
                  <a:pt x="9" y="2900"/>
                  <a:pt x="5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 txBox="1"/>
          <p:nvPr/>
        </p:nvSpPr>
        <p:spPr>
          <a:xfrm>
            <a:off x="3357360" y="2730240"/>
            <a:ext cx="121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er bedoeld wordt.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 txBox="1"/>
          <p:nvPr/>
        </p:nvSpPr>
        <p:spPr>
          <a:xfrm>
            <a:off x="6097320" y="2075400"/>
            <a:ext cx="1575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We doen het zelf al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 txBox="1"/>
          <p:nvPr/>
        </p:nvSpPr>
        <p:spPr>
          <a:xfrm>
            <a:off x="6097320" y="2339640"/>
            <a:ext cx="248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Deze speciﬁcatie wordt nu al met AI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456840" y="3162240"/>
            <a:ext cx="8087400" cy="1067040"/>
          </a:xfrm>
          <a:custGeom>
            <a:avLst/>
            <a:gdLst/>
            <a:ahLst/>
            <a:rect l="0" t="0" r="r" b="b"/>
            <a:pathLst>
              <a:path w="22465" h="2964">
                <a:moveTo>
                  <a:pt x="0" y="0"/>
                </a:moveTo>
                <a:lnTo>
                  <a:pt x="22465" y="0"/>
                </a:lnTo>
                <a:lnTo>
                  <a:pt x="2246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/>
          <p:nvPr/>
        </p:nvSpPr>
        <p:spPr>
          <a:xfrm>
            <a:off x="456840" y="316224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456840" y="421956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853416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105"/>
                </a:moveTo>
                <a:lnTo>
                  <a:pt x="0" y="2964"/>
                </a:lnTo>
                <a:lnTo>
                  <a:pt x="28" y="2964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45684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0"/>
                </a:moveTo>
                <a:lnTo>
                  <a:pt x="0" y="2964"/>
                </a:lnTo>
                <a:lnTo>
                  <a:pt x="28" y="2964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6097320" y="2530080"/>
            <a:ext cx="254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gebouwd, gereviewd en versioneerd.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634320" y="3382920"/>
            <a:ext cx="8688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Leg de betekenis eenduidig vast en maak haar leesbaar voor een machine. Dan kan het bouwen straks heel snel,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634320" y="3620880"/>
            <a:ext cx="9233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en zetten we AI in waar die sterk is. </a:t>
            </a:r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Wat het vraagt: focus en capaciteit voor het uitwerken van de speciﬁcatie,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 txBox="1"/>
          <p:nvPr/>
        </p:nvSpPr>
        <p:spPr>
          <a:xfrm>
            <a:off x="634320" y="3859200"/>
            <a:ext cx="3518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en adoptie van het platform in het team.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5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56" name=""/>
          <p:cNvSpPr/>
          <p:nvPr/>
        </p:nvSpPr>
        <p:spPr>
          <a:xfrm>
            <a:off x="485640" y="1056960"/>
            <a:ext cx="4705560" cy="1610280"/>
          </a:xfrm>
          <a:custGeom>
            <a:avLst/>
            <a:gdLst/>
            <a:ahLst/>
            <a:rect l="0" t="0" r="r" b="b"/>
            <a:pathLst>
              <a:path w="13071" h="4473">
                <a:moveTo>
                  <a:pt x="0" y="426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4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4261"/>
                </a:lnTo>
                <a:cubicBezTo>
                  <a:pt x="13071" y="4275"/>
                  <a:pt x="13070" y="4289"/>
                  <a:pt x="13067" y="4302"/>
                </a:cubicBezTo>
                <a:cubicBezTo>
                  <a:pt x="13065" y="4316"/>
                  <a:pt x="13060" y="4329"/>
                  <a:pt x="13055" y="4342"/>
                </a:cubicBezTo>
                <a:cubicBezTo>
                  <a:pt x="13050" y="4355"/>
                  <a:pt x="13043" y="4367"/>
                  <a:pt x="13036" y="4379"/>
                </a:cubicBezTo>
                <a:cubicBezTo>
                  <a:pt x="13028" y="4390"/>
                  <a:pt x="13019" y="4401"/>
                  <a:pt x="13009" y="4411"/>
                </a:cubicBezTo>
                <a:cubicBezTo>
                  <a:pt x="12999" y="4421"/>
                  <a:pt x="12989" y="4429"/>
                  <a:pt x="12977" y="4437"/>
                </a:cubicBezTo>
                <a:cubicBezTo>
                  <a:pt x="12966" y="4445"/>
                  <a:pt x="12953" y="4451"/>
                  <a:pt x="12941" y="4457"/>
                </a:cubicBezTo>
                <a:cubicBezTo>
                  <a:pt x="12928" y="4462"/>
                  <a:pt x="12915" y="4466"/>
                  <a:pt x="12901" y="4469"/>
                </a:cubicBezTo>
                <a:cubicBezTo>
                  <a:pt x="12887" y="4471"/>
                  <a:pt x="12874" y="4473"/>
                  <a:pt x="12860" y="4473"/>
                </a:cubicBezTo>
                <a:lnTo>
                  <a:pt x="132" y="4473"/>
                </a:lnTo>
                <a:cubicBezTo>
                  <a:pt x="123" y="4473"/>
                  <a:pt x="115" y="4471"/>
                  <a:pt x="106" y="4469"/>
                </a:cubicBezTo>
                <a:cubicBezTo>
                  <a:pt x="98" y="4466"/>
                  <a:pt x="90" y="4462"/>
                  <a:pt x="82" y="4457"/>
                </a:cubicBezTo>
                <a:cubicBezTo>
                  <a:pt x="74" y="4451"/>
                  <a:pt x="66" y="4445"/>
                  <a:pt x="59" y="4437"/>
                </a:cubicBezTo>
                <a:cubicBezTo>
                  <a:pt x="51" y="4429"/>
                  <a:pt x="45" y="4421"/>
                  <a:pt x="39" y="4411"/>
                </a:cubicBezTo>
                <a:cubicBezTo>
                  <a:pt x="32" y="4401"/>
                  <a:pt x="27" y="4390"/>
                  <a:pt x="22" y="4379"/>
                </a:cubicBezTo>
                <a:cubicBezTo>
                  <a:pt x="17" y="4367"/>
                  <a:pt x="13" y="4355"/>
                  <a:pt x="10" y="4342"/>
                </a:cubicBezTo>
                <a:cubicBezTo>
                  <a:pt x="7" y="4329"/>
                  <a:pt x="4" y="4316"/>
                  <a:pt x="2" y="4302"/>
                </a:cubicBezTo>
                <a:cubicBezTo>
                  <a:pt x="1" y="4289"/>
                  <a:pt x="0" y="4275"/>
                  <a:pt x="0" y="4261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456840" y="1056960"/>
            <a:ext cx="4734360" cy="1610280"/>
          </a:xfrm>
          <a:custGeom>
            <a:avLst/>
            <a:gdLst/>
            <a:ahLst/>
            <a:rect l="0" t="0" r="r" b="b"/>
            <a:pathLst>
              <a:path w="13151" h="4473">
                <a:moveTo>
                  <a:pt x="0" y="0"/>
                </a:moveTo>
                <a:lnTo>
                  <a:pt x="13151" y="0"/>
                </a:lnTo>
                <a:lnTo>
                  <a:pt x="13151" y="4473"/>
                </a:lnTo>
                <a:lnTo>
                  <a:pt x="0" y="4473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685440" y="1923840"/>
            <a:ext cx="4334400" cy="10080"/>
          </a:xfrm>
          <a:custGeom>
            <a:avLst/>
            <a:gdLst/>
            <a:ahLst/>
            <a:rect l="0" t="0" r="r" b="b"/>
            <a:pathLst>
              <a:path w="12040" h="28">
                <a:moveTo>
                  <a:pt x="0" y="0"/>
                </a:moveTo>
                <a:lnTo>
                  <a:pt x="12040" y="0"/>
                </a:lnTo>
                <a:lnTo>
                  <a:pt x="120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8a5a12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 txBox="1"/>
          <p:nvPr/>
        </p:nvSpPr>
        <p:spPr>
          <a:xfrm>
            <a:off x="439920" y="38664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681840" y="122076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681840" y="1479600"/>
            <a:ext cx="4801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En de techniek wisselt mogelijk zo snel dat 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2126880" y="210888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1"/>
                  <a:pt x="1140" y="4"/>
                </a:cubicBezTo>
                <a:cubicBezTo>
                  <a:pt x="1146" y="7"/>
                  <a:pt x="1152" y="10"/>
                  <a:pt x="1157" y="15"/>
                </a:cubicBezTo>
                <a:cubicBezTo>
                  <a:pt x="1162" y="20"/>
                  <a:pt x="1166" y="26"/>
                  <a:pt x="1168" y="33"/>
                </a:cubicBezTo>
                <a:cubicBezTo>
                  <a:pt x="1171" y="39"/>
                  <a:pt x="1172" y="46"/>
                  <a:pt x="1172" y="53"/>
                </a:cubicBezTo>
                <a:lnTo>
                  <a:pt x="1172" y="445"/>
                </a:lnTo>
                <a:cubicBezTo>
                  <a:pt x="1172" y="452"/>
                  <a:pt x="1171" y="458"/>
                  <a:pt x="1168" y="465"/>
                </a:cubicBezTo>
                <a:cubicBezTo>
                  <a:pt x="1166" y="471"/>
                  <a:pt x="1162" y="477"/>
                  <a:pt x="1157" y="482"/>
                </a:cubicBezTo>
                <a:cubicBezTo>
                  <a:pt x="1152" y="487"/>
                  <a:pt x="1146" y="491"/>
                  <a:pt x="1140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6"/>
                  <a:pt x="33" y="494"/>
                </a:cubicBezTo>
                <a:cubicBezTo>
                  <a:pt x="26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1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2126880" y="2108880"/>
            <a:ext cx="421920" cy="179280"/>
          </a:xfrm>
          <a:custGeom>
            <a:avLst/>
            <a:gdLst/>
            <a:ahLst/>
            <a:rect l="0" t="0" r="r" b="b"/>
            <a:pathLst>
              <a:path w="1172" h="498">
                <a:moveTo>
                  <a:pt x="53" y="0"/>
                </a:moveTo>
                <a:lnTo>
                  <a:pt x="1119" y="0"/>
                </a:lnTo>
                <a:cubicBezTo>
                  <a:pt x="1126" y="0"/>
                  <a:pt x="1133" y="1"/>
                  <a:pt x="1140" y="4"/>
                </a:cubicBezTo>
                <a:cubicBezTo>
                  <a:pt x="1146" y="7"/>
                  <a:pt x="1152" y="10"/>
                  <a:pt x="1157" y="15"/>
                </a:cubicBezTo>
                <a:cubicBezTo>
                  <a:pt x="1162" y="20"/>
                  <a:pt x="1166" y="26"/>
                  <a:pt x="1168" y="33"/>
                </a:cubicBezTo>
                <a:cubicBezTo>
                  <a:pt x="1171" y="39"/>
                  <a:pt x="1172" y="46"/>
                  <a:pt x="1172" y="53"/>
                </a:cubicBezTo>
                <a:lnTo>
                  <a:pt x="1172" y="445"/>
                </a:lnTo>
                <a:cubicBezTo>
                  <a:pt x="1172" y="452"/>
                  <a:pt x="1171" y="458"/>
                  <a:pt x="1168" y="465"/>
                </a:cubicBezTo>
                <a:cubicBezTo>
                  <a:pt x="1166" y="471"/>
                  <a:pt x="1162" y="477"/>
                  <a:pt x="1157" y="482"/>
                </a:cubicBezTo>
                <a:cubicBezTo>
                  <a:pt x="1152" y="487"/>
                  <a:pt x="1146" y="491"/>
                  <a:pt x="1140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3" y="498"/>
                </a:lnTo>
                <a:cubicBezTo>
                  <a:pt x="46" y="498"/>
                  <a:pt x="39" y="496"/>
                  <a:pt x="33" y="494"/>
                </a:cubicBezTo>
                <a:cubicBezTo>
                  <a:pt x="26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1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1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6" y="7"/>
                  <a:pt x="33" y="4"/>
                </a:cubicBezTo>
                <a:cubicBezTo>
                  <a:pt x="39" y="1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3161880" y="210888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1"/>
                  <a:pt x="1139" y="4"/>
                </a:cubicBezTo>
                <a:cubicBezTo>
                  <a:pt x="1146" y="7"/>
                  <a:pt x="1151" y="10"/>
                  <a:pt x="1156" y="15"/>
                </a:cubicBezTo>
                <a:cubicBezTo>
                  <a:pt x="1161" y="20"/>
                  <a:pt x="1165" y="26"/>
                  <a:pt x="1168" y="33"/>
                </a:cubicBezTo>
                <a:cubicBezTo>
                  <a:pt x="1172" y="39"/>
                  <a:pt x="1173" y="46"/>
                  <a:pt x="1173" y="53"/>
                </a:cubicBezTo>
                <a:lnTo>
                  <a:pt x="1173" y="445"/>
                </a:lnTo>
                <a:cubicBezTo>
                  <a:pt x="1173" y="452"/>
                  <a:pt x="1172" y="458"/>
                  <a:pt x="1168" y="465"/>
                </a:cubicBezTo>
                <a:cubicBezTo>
                  <a:pt x="1165" y="471"/>
                  <a:pt x="1161" y="477"/>
                  <a:pt x="1156" y="482"/>
                </a:cubicBezTo>
                <a:cubicBezTo>
                  <a:pt x="1151" y="487"/>
                  <a:pt x="1146" y="491"/>
                  <a:pt x="1139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6"/>
                  <a:pt x="33" y="494"/>
                </a:cubicBezTo>
                <a:cubicBezTo>
                  <a:pt x="27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2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7" y="0"/>
                  <a:pt x="54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3161880" y="2108880"/>
            <a:ext cx="422280" cy="179280"/>
          </a:xfrm>
          <a:custGeom>
            <a:avLst/>
            <a:gdLst/>
            <a:ahLst/>
            <a:rect l="0" t="0" r="r" b="b"/>
            <a:pathLst>
              <a:path w="1173" h="498">
                <a:moveTo>
                  <a:pt x="54" y="0"/>
                </a:moveTo>
                <a:lnTo>
                  <a:pt x="1119" y="0"/>
                </a:lnTo>
                <a:cubicBezTo>
                  <a:pt x="1126" y="0"/>
                  <a:pt x="1133" y="1"/>
                  <a:pt x="1139" y="4"/>
                </a:cubicBezTo>
                <a:cubicBezTo>
                  <a:pt x="1146" y="7"/>
                  <a:pt x="1151" y="10"/>
                  <a:pt x="1156" y="15"/>
                </a:cubicBezTo>
                <a:cubicBezTo>
                  <a:pt x="1161" y="20"/>
                  <a:pt x="1165" y="26"/>
                  <a:pt x="1168" y="33"/>
                </a:cubicBezTo>
                <a:cubicBezTo>
                  <a:pt x="1172" y="39"/>
                  <a:pt x="1173" y="46"/>
                  <a:pt x="1173" y="53"/>
                </a:cubicBezTo>
                <a:lnTo>
                  <a:pt x="1173" y="445"/>
                </a:lnTo>
                <a:cubicBezTo>
                  <a:pt x="1173" y="452"/>
                  <a:pt x="1172" y="458"/>
                  <a:pt x="1168" y="465"/>
                </a:cubicBezTo>
                <a:cubicBezTo>
                  <a:pt x="1165" y="471"/>
                  <a:pt x="1161" y="477"/>
                  <a:pt x="1156" y="482"/>
                </a:cubicBezTo>
                <a:cubicBezTo>
                  <a:pt x="1151" y="487"/>
                  <a:pt x="1146" y="491"/>
                  <a:pt x="1139" y="494"/>
                </a:cubicBezTo>
                <a:cubicBezTo>
                  <a:pt x="1133" y="496"/>
                  <a:pt x="1126" y="498"/>
                  <a:pt x="1119" y="498"/>
                </a:cubicBezTo>
                <a:lnTo>
                  <a:pt x="54" y="498"/>
                </a:lnTo>
                <a:cubicBezTo>
                  <a:pt x="47" y="498"/>
                  <a:pt x="40" y="496"/>
                  <a:pt x="33" y="494"/>
                </a:cubicBezTo>
                <a:cubicBezTo>
                  <a:pt x="27" y="491"/>
                  <a:pt x="21" y="487"/>
                  <a:pt x="16" y="482"/>
                </a:cubicBezTo>
                <a:cubicBezTo>
                  <a:pt x="11" y="477"/>
                  <a:pt x="7" y="471"/>
                  <a:pt x="4" y="465"/>
                </a:cubicBezTo>
                <a:cubicBezTo>
                  <a:pt x="2" y="458"/>
                  <a:pt x="0" y="452"/>
                  <a:pt x="0" y="445"/>
                </a:cubicBezTo>
                <a:lnTo>
                  <a:pt x="0" y="53"/>
                </a:ln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7"/>
                  <a:pt x="33" y="4"/>
                </a:cubicBezTo>
                <a:cubicBezTo>
                  <a:pt x="40" y="1"/>
                  <a:pt x="47" y="0"/>
                  <a:pt x="54" y="0"/>
                </a:cubicBezTo>
                <a:close/>
              </a:path>
            </a:pathLst>
          </a:custGeom>
          <a:noFill/>
          <a:ln w="12600">
            <a:solidFill>
              <a:srgbClr val="94a3b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2542320" y="2150280"/>
            <a:ext cx="631080" cy="96120"/>
          </a:xfrm>
          <a:custGeom>
            <a:avLst/>
            <a:gdLst/>
            <a:ahLst/>
            <a:rect l="0" t="0" r="r" b="b"/>
            <a:pathLst>
              <a:path w="1753" h="267">
                <a:moveTo>
                  <a:pt x="0" y="114"/>
                </a:moveTo>
                <a:cubicBezTo>
                  <a:pt x="26" y="92"/>
                  <a:pt x="52" y="73"/>
                  <a:pt x="78" y="57"/>
                </a:cubicBezTo>
                <a:lnTo>
                  <a:pt x="106" y="103"/>
                </a:lnTo>
                <a:cubicBezTo>
                  <a:pt x="82" y="117"/>
                  <a:pt x="58" y="134"/>
                  <a:pt x="35" y="155"/>
                </a:cubicBezTo>
                <a:lnTo>
                  <a:pt x="0" y="114"/>
                </a:lnTo>
                <a:moveTo>
                  <a:pt x="144" y="25"/>
                </a:moveTo>
                <a:cubicBezTo>
                  <a:pt x="175" y="12"/>
                  <a:pt x="206" y="4"/>
                  <a:pt x="238" y="1"/>
                </a:cubicBezTo>
                <a:lnTo>
                  <a:pt x="243" y="55"/>
                </a:lnTo>
                <a:cubicBezTo>
                  <a:pt x="216" y="58"/>
                  <a:pt x="190" y="64"/>
                  <a:pt x="163" y="74"/>
                </a:cubicBezTo>
                <a:lnTo>
                  <a:pt x="144" y="25"/>
                </a:lnTo>
                <a:moveTo>
                  <a:pt x="314" y="4"/>
                </a:moveTo>
                <a:cubicBezTo>
                  <a:pt x="345" y="8"/>
                  <a:pt x="376" y="19"/>
                  <a:pt x="406" y="33"/>
                </a:cubicBezTo>
                <a:lnTo>
                  <a:pt x="385" y="81"/>
                </a:lnTo>
                <a:cubicBezTo>
                  <a:pt x="358" y="69"/>
                  <a:pt x="332" y="61"/>
                  <a:pt x="306" y="57"/>
                </a:cubicBezTo>
                <a:lnTo>
                  <a:pt x="314" y="4"/>
                </a:lnTo>
                <a:moveTo>
                  <a:pt x="470" y="67"/>
                </a:moveTo>
                <a:cubicBezTo>
                  <a:pt x="491" y="81"/>
                  <a:pt x="511" y="96"/>
                  <a:pt x="532" y="114"/>
                </a:cubicBezTo>
                <a:cubicBezTo>
                  <a:pt x="537" y="118"/>
                  <a:pt x="542" y="122"/>
                  <a:pt x="547" y="126"/>
                </a:cubicBezTo>
                <a:lnTo>
                  <a:pt x="513" y="168"/>
                </a:lnTo>
                <a:cubicBezTo>
                  <a:pt x="508" y="164"/>
                  <a:pt x="502" y="159"/>
                  <a:pt x="497" y="155"/>
                </a:cubicBezTo>
                <a:cubicBezTo>
                  <a:pt x="478" y="138"/>
                  <a:pt x="459" y="124"/>
                  <a:pt x="441" y="112"/>
                </a:cubicBezTo>
                <a:lnTo>
                  <a:pt x="470" y="67"/>
                </a:lnTo>
                <a:moveTo>
                  <a:pt x="603" y="166"/>
                </a:moveTo>
                <a:cubicBezTo>
                  <a:pt x="628" y="181"/>
                  <a:pt x="652" y="192"/>
                  <a:pt x="677" y="200"/>
                </a:cubicBezTo>
                <a:lnTo>
                  <a:pt x="660" y="251"/>
                </a:lnTo>
                <a:cubicBezTo>
                  <a:pt x="632" y="242"/>
                  <a:pt x="604" y="229"/>
                  <a:pt x="576" y="212"/>
                </a:cubicBezTo>
                <a:lnTo>
                  <a:pt x="603" y="166"/>
                </a:lnTo>
                <a:moveTo>
                  <a:pt x="740" y="213"/>
                </a:moveTo>
                <a:cubicBezTo>
                  <a:pt x="766" y="215"/>
                  <a:pt x="793" y="214"/>
                  <a:pt x="819" y="208"/>
                </a:cubicBezTo>
                <a:lnTo>
                  <a:pt x="831" y="260"/>
                </a:lnTo>
                <a:cubicBezTo>
                  <a:pt x="799" y="267"/>
                  <a:pt x="767" y="269"/>
                  <a:pt x="736" y="266"/>
                </a:cubicBezTo>
                <a:lnTo>
                  <a:pt x="740" y="213"/>
                </a:lnTo>
                <a:moveTo>
                  <a:pt x="883" y="187"/>
                </a:moveTo>
                <a:cubicBezTo>
                  <a:pt x="907" y="177"/>
                  <a:pt x="930" y="163"/>
                  <a:pt x="953" y="147"/>
                </a:cubicBezTo>
                <a:lnTo>
                  <a:pt x="984" y="190"/>
                </a:lnTo>
                <a:cubicBezTo>
                  <a:pt x="958" y="209"/>
                  <a:pt x="931" y="224"/>
                  <a:pt x="905" y="236"/>
                </a:cubicBezTo>
                <a:lnTo>
                  <a:pt x="883" y="187"/>
                </a:lnTo>
                <a:moveTo>
                  <a:pt x="1012" y="100"/>
                </a:moveTo>
                <a:cubicBezTo>
                  <a:pt x="1038" y="79"/>
                  <a:pt x="1064" y="62"/>
                  <a:pt x="1090" y="47"/>
                </a:cubicBezTo>
                <a:lnTo>
                  <a:pt x="1116" y="94"/>
                </a:lnTo>
                <a:cubicBezTo>
                  <a:pt x="1092" y="107"/>
                  <a:pt x="1069" y="123"/>
                  <a:pt x="1045" y="142"/>
                </a:cubicBezTo>
                <a:lnTo>
                  <a:pt x="1012" y="100"/>
                </a:lnTo>
                <a:moveTo>
                  <a:pt x="1159" y="18"/>
                </a:moveTo>
                <a:cubicBezTo>
                  <a:pt x="1190" y="7"/>
                  <a:pt x="1222" y="1"/>
                  <a:pt x="1253" y="0"/>
                </a:cubicBezTo>
                <a:lnTo>
                  <a:pt x="1255" y="55"/>
                </a:lnTo>
                <a:cubicBezTo>
                  <a:pt x="1228" y="55"/>
                  <a:pt x="1202" y="60"/>
                  <a:pt x="1175" y="68"/>
                </a:cubicBezTo>
                <a:lnTo>
                  <a:pt x="1159" y="18"/>
                </a:lnTo>
                <a:moveTo>
                  <a:pt x="1329" y="8"/>
                </a:moveTo>
                <a:cubicBezTo>
                  <a:pt x="1359" y="15"/>
                  <a:pt x="1389" y="26"/>
                  <a:pt x="1419" y="41"/>
                </a:cubicBezTo>
                <a:lnTo>
                  <a:pt x="1395" y="88"/>
                </a:lnTo>
                <a:cubicBezTo>
                  <a:pt x="1369" y="75"/>
                  <a:pt x="1343" y="66"/>
                  <a:pt x="1318" y="61"/>
                </a:cubicBezTo>
                <a:lnTo>
                  <a:pt x="1329" y="8"/>
                </a:lnTo>
                <a:moveTo>
                  <a:pt x="1482" y="79"/>
                </a:moveTo>
                <a:cubicBezTo>
                  <a:pt x="1497" y="90"/>
                  <a:pt x="1512" y="101"/>
                  <a:pt x="1527" y="114"/>
                </a:cubicBezTo>
                <a:cubicBezTo>
                  <a:pt x="1538" y="124"/>
                  <a:pt x="1549" y="133"/>
                  <a:pt x="1560" y="141"/>
                </a:cubicBezTo>
                <a:lnTo>
                  <a:pt x="1526" y="183"/>
                </a:lnTo>
                <a:cubicBezTo>
                  <a:pt x="1515" y="174"/>
                  <a:pt x="1504" y="165"/>
                  <a:pt x="1492" y="155"/>
                </a:cubicBezTo>
                <a:cubicBezTo>
                  <a:pt x="1478" y="143"/>
                  <a:pt x="1465" y="132"/>
                  <a:pt x="1451" y="122"/>
                </a:cubicBezTo>
                <a:lnTo>
                  <a:pt x="1482" y="79"/>
                </a:lnTo>
                <a:moveTo>
                  <a:pt x="1614" y="181"/>
                </a:moveTo>
                <a:cubicBezTo>
                  <a:pt x="1643" y="201"/>
                  <a:pt x="1666" y="212"/>
                  <a:pt x="1682" y="214"/>
                </a:cubicBezTo>
                <a:lnTo>
                  <a:pt x="1675" y="267"/>
                </a:lnTo>
                <a:cubicBezTo>
                  <a:pt x="1650" y="263"/>
                  <a:pt x="1620" y="250"/>
                  <a:pt x="1584" y="226"/>
                </a:cubicBezTo>
                <a:lnTo>
                  <a:pt x="1614" y="181"/>
                </a:lnTo>
                <a:moveTo>
                  <a:pt x="1699" y="199"/>
                </a:moveTo>
                <a:cubicBezTo>
                  <a:pt x="1701" y="185"/>
                  <a:pt x="1700" y="165"/>
                  <a:pt x="1696" y="139"/>
                </a:cubicBezTo>
                <a:lnTo>
                  <a:pt x="1749" y="130"/>
                </a:lnTo>
                <a:cubicBezTo>
                  <a:pt x="1754" y="162"/>
                  <a:pt x="1755" y="188"/>
                  <a:pt x="1751" y="208"/>
                </a:cubicBezTo>
                <a:lnTo>
                  <a:pt x="1699" y="199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/>
          <p:nvPr/>
        </p:nvSpPr>
        <p:spPr>
          <a:xfrm>
            <a:off x="2791440" y="199368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8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4"/>
                  <a:pt x="347" y="235"/>
                  <a:pt x="342" y="246"/>
                </a:cubicBezTo>
                <a:cubicBezTo>
                  <a:pt x="338" y="257"/>
                  <a:pt x="332" y="267"/>
                  <a:pt x="326" y="276"/>
                </a:cubicBezTo>
                <a:cubicBezTo>
                  <a:pt x="320" y="286"/>
                  <a:pt x="312" y="295"/>
                  <a:pt x="304" y="303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3"/>
                  <a:pt x="257" y="338"/>
                  <a:pt x="246" y="343"/>
                </a:cubicBezTo>
                <a:cubicBezTo>
                  <a:pt x="236" y="347"/>
                  <a:pt x="223" y="351"/>
                  <a:pt x="212" y="353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3"/>
                </a:cubicBezTo>
                <a:cubicBezTo>
                  <a:pt x="131" y="351"/>
                  <a:pt x="120" y="347"/>
                  <a:pt x="109" y="343"/>
                </a:cubicBezTo>
                <a:cubicBezTo>
                  <a:pt x="99" y="338"/>
                  <a:pt x="88" y="333"/>
                  <a:pt x="79" y="326"/>
                </a:cubicBezTo>
                <a:cubicBezTo>
                  <a:pt x="69" y="319"/>
                  <a:pt x="60" y="312"/>
                  <a:pt x="52" y="303"/>
                </a:cubicBezTo>
                <a:cubicBezTo>
                  <a:pt x="44" y="295"/>
                  <a:pt x="36" y="286"/>
                  <a:pt x="30" y="276"/>
                </a:cubicBezTo>
                <a:cubicBezTo>
                  <a:pt x="23" y="267"/>
                  <a:pt x="18" y="257"/>
                  <a:pt x="13" y="246"/>
                </a:cubicBezTo>
                <a:cubicBezTo>
                  <a:pt x="9" y="235"/>
                  <a:pt x="6" y="224"/>
                  <a:pt x="3" y="212"/>
                </a:cubicBezTo>
                <a:cubicBezTo>
                  <a:pt x="1" y="201"/>
                  <a:pt x="0" y="189"/>
                  <a:pt x="0" y="178"/>
                </a:cubicBezTo>
                <a:cubicBezTo>
                  <a:pt x="0" y="166"/>
                  <a:pt x="1" y="155"/>
                  <a:pt x="3" y="143"/>
                </a:cubicBezTo>
                <a:cubicBezTo>
                  <a:pt x="6" y="132"/>
                  <a:pt x="9" y="121"/>
                  <a:pt x="13" y="110"/>
                </a:cubicBezTo>
                <a:cubicBezTo>
                  <a:pt x="18" y="99"/>
                  <a:pt x="23" y="89"/>
                  <a:pt x="30" y="79"/>
                </a:cubicBezTo>
                <a:cubicBezTo>
                  <a:pt x="36" y="70"/>
                  <a:pt x="44" y="61"/>
                  <a:pt x="52" y="52"/>
                </a:cubicBezTo>
                <a:cubicBezTo>
                  <a:pt x="60" y="44"/>
                  <a:pt x="69" y="37"/>
                  <a:pt x="79" y="30"/>
                </a:cubicBezTo>
                <a:cubicBezTo>
                  <a:pt x="88" y="24"/>
                  <a:pt x="99" y="18"/>
                  <a:pt x="109" y="14"/>
                </a:cubicBezTo>
                <a:cubicBezTo>
                  <a:pt x="120" y="9"/>
                  <a:pt x="131" y="6"/>
                  <a:pt x="143" y="4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4"/>
                </a:cubicBezTo>
                <a:cubicBezTo>
                  <a:pt x="223" y="6"/>
                  <a:pt x="236" y="9"/>
                  <a:pt x="246" y="14"/>
                </a:cubicBezTo>
                <a:cubicBezTo>
                  <a:pt x="257" y="18"/>
                  <a:pt x="267" y="24"/>
                  <a:pt x="277" y="30"/>
                </a:cubicBezTo>
                <a:cubicBezTo>
                  <a:pt x="287" y="37"/>
                  <a:pt x="296" y="44"/>
                  <a:pt x="304" y="52"/>
                </a:cubicBezTo>
                <a:cubicBezTo>
                  <a:pt x="312" y="61"/>
                  <a:pt x="320" y="70"/>
                  <a:pt x="326" y="79"/>
                </a:cubicBezTo>
                <a:cubicBezTo>
                  <a:pt x="332" y="89"/>
                  <a:pt x="338" y="99"/>
                  <a:pt x="342" y="110"/>
                </a:cubicBezTo>
                <a:cubicBezTo>
                  <a:pt x="347" y="121"/>
                  <a:pt x="350" y="132"/>
                  <a:pt x="353" y="143"/>
                </a:cubicBezTo>
                <a:cubicBezTo>
                  <a:pt x="355" y="155"/>
                  <a:pt x="356" y="166"/>
                  <a:pt x="356" y="17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2791440" y="1993680"/>
            <a:ext cx="128160" cy="128160"/>
          </a:xfrm>
          <a:custGeom>
            <a:avLst/>
            <a:gdLst/>
            <a:ahLst/>
            <a:rect l="0" t="0" r="r" b="b"/>
            <a:pathLst>
              <a:path w="356" h="356">
                <a:moveTo>
                  <a:pt x="356" y="178"/>
                </a:moveTo>
                <a:cubicBezTo>
                  <a:pt x="356" y="189"/>
                  <a:pt x="355" y="201"/>
                  <a:pt x="353" y="212"/>
                </a:cubicBezTo>
                <a:cubicBezTo>
                  <a:pt x="350" y="224"/>
                  <a:pt x="347" y="235"/>
                  <a:pt x="342" y="246"/>
                </a:cubicBezTo>
                <a:cubicBezTo>
                  <a:pt x="338" y="257"/>
                  <a:pt x="332" y="267"/>
                  <a:pt x="326" y="276"/>
                </a:cubicBezTo>
                <a:cubicBezTo>
                  <a:pt x="320" y="286"/>
                  <a:pt x="312" y="295"/>
                  <a:pt x="304" y="303"/>
                </a:cubicBezTo>
                <a:cubicBezTo>
                  <a:pt x="296" y="312"/>
                  <a:pt x="287" y="319"/>
                  <a:pt x="277" y="326"/>
                </a:cubicBezTo>
                <a:cubicBezTo>
                  <a:pt x="267" y="333"/>
                  <a:pt x="257" y="338"/>
                  <a:pt x="246" y="343"/>
                </a:cubicBezTo>
                <a:cubicBezTo>
                  <a:pt x="236" y="347"/>
                  <a:pt x="223" y="351"/>
                  <a:pt x="212" y="353"/>
                </a:cubicBezTo>
                <a:cubicBezTo>
                  <a:pt x="201" y="355"/>
                  <a:pt x="189" y="356"/>
                  <a:pt x="177" y="356"/>
                </a:cubicBezTo>
                <a:cubicBezTo>
                  <a:pt x="166" y="356"/>
                  <a:pt x="154" y="355"/>
                  <a:pt x="143" y="353"/>
                </a:cubicBezTo>
                <a:cubicBezTo>
                  <a:pt x="131" y="351"/>
                  <a:pt x="120" y="347"/>
                  <a:pt x="109" y="343"/>
                </a:cubicBezTo>
                <a:cubicBezTo>
                  <a:pt x="99" y="338"/>
                  <a:pt x="88" y="333"/>
                  <a:pt x="79" y="326"/>
                </a:cubicBezTo>
                <a:cubicBezTo>
                  <a:pt x="69" y="319"/>
                  <a:pt x="60" y="312"/>
                  <a:pt x="52" y="303"/>
                </a:cubicBezTo>
                <a:cubicBezTo>
                  <a:pt x="44" y="295"/>
                  <a:pt x="36" y="286"/>
                  <a:pt x="30" y="276"/>
                </a:cubicBezTo>
                <a:cubicBezTo>
                  <a:pt x="23" y="267"/>
                  <a:pt x="18" y="257"/>
                  <a:pt x="13" y="246"/>
                </a:cubicBezTo>
                <a:cubicBezTo>
                  <a:pt x="9" y="235"/>
                  <a:pt x="6" y="224"/>
                  <a:pt x="3" y="212"/>
                </a:cubicBezTo>
                <a:cubicBezTo>
                  <a:pt x="1" y="201"/>
                  <a:pt x="0" y="189"/>
                  <a:pt x="0" y="178"/>
                </a:cubicBezTo>
                <a:cubicBezTo>
                  <a:pt x="0" y="166"/>
                  <a:pt x="1" y="155"/>
                  <a:pt x="3" y="143"/>
                </a:cubicBezTo>
                <a:cubicBezTo>
                  <a:pt x="6" y="132"/>
                  <a:pt x="9" y="121"/>
                  <a:pt x="13" y="110"/>
                </a:cubicBezTo>
                <a:cubicBezTo>
                  <a:pt x="18" y="99"/>
                  <a:pt x="23" y="89"/>
                  <a:pt x="30" y="79"/>
                </a:cubicBezTo>
                <a:cubicBezTo>
                  <a:pt x="36" y="70"/>
                  <a:pt x="44" y="61"/>
                  <a:pt x="52" y="52"/>
                </a:cubicBezTo>
                <a:cubicBezTo>
                  <a:pt x="60" y="44"/>
                  <a:pt x="69" y="37"/>
                  <a:pt x="79" y="30"/>
                </a:cubicBezTo>
                <a:cubicBezTo>
                  <a:pt x="88" y="24"/>
                  <a:pt x="99" y="18"/>
                  <a:pt x="109" y="14"/>
                </a:cubicBezTo>
                <a:cubicBezTo>
                  <a:pt x="120" y="9"/>
                  <a:pt x="131" y="6"/>
                  <a:pt x="143" y="4"/>
                </a:cubicBezTo>
                <a:cubicBezTo>
                  <a:pt x="154" y="1"/>
                  <a:pt x="166" y="0"/>
                  <a:pt x="177" y="0"/>
                </a:cubicBezTo>
                <a:cubicBezTo>
                  <a:pt x="189" y="0"/>
                  <a:pt x="201" y="1"/>
                  <a:pt x="212" y="4"/>
                </a:cubicBezTo>
                <a:cubicBezTo>
                  <a:pt x="223" y="6"/>
                  <a:pt x="236" y="9"/>
                  <a:pt x="246" y="14"/>
                </a:cubicBezTo>
                <a:cubicBezTo>
                  <a:pt x="257" y="18"/>
                  <a:pt x="267" y="24"/>
                  <a:pt x="277" y="30"/>
                </a:cubicBezTo>
                <a:cubicBezTo>
                  <a:pt x="287" y="37"/>
                  <a:pt x="296" y="44"/>
                  <a:pt x="304" y="52"/>
                </a:cubicBezTo>
                <a:cubicBezTo>
                  <a:pt x="312" y="61"/>
                  <a:pt x="320" y="70"/>
                  <a:pt x="326" y="79"/>
                </a:cubicBezTo>
                <a:cubicBezTo>
                  <a:pt x="332" y="89"/>
                  <a:pt x="338" y="99"/>
                  <a:pt x="342" y="110"/>
                </a:cubicBezTo>
                <a:cubicBezTo>
                  <a:pt x="347" y="121"/>
                  <a:pt x="350" y="132"/>
                  <a:pt x="353" y="143"/>
                </a:cubicBezTo>
                <a:cubicBezTo>
                  <a:pt x="355" y="155"/>
                  <a:pt x="356" y="166"/>
                  <a:pt x="356" y="178"/>
                </a:cubicBezTo>
                <a:close/>
              </a:path>
            </a:pathLst>
          </a:custGeom>
          <a:noFill/>
          <a:ln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2855160" y="2013120"/>
            <a:ext cx="32400" cy="64080"/>
          </a:xfrm>
          <a:custGeom>
            <a:avLst/>
            <a:gdLst/>
            <a:ahLst/>
            <a:rect l="0" t="0" r="r" b="b"/>
            <a:pathLst>
              <a:path fill="none" w="90" h="178">
                <a:moveTo>
                  <a:pt x="0" y="0"/>
                </a:moveTo>
                <a:lnTo>
                  <a:pt x="0" y="124"/>
                </a:lnTo>
                <a:lnTo>
                  <a:pt x="90" y="178"/>
                </a:lnTo>
              </a:path>
            </a:pathLst>
          </a:custGeom>
          <a:ln cap="rnd" w="12600">
            <a:solidFill>
              <a:srgbClr val="c0392b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681840" y="1679760"/>
            <a:ext cx="2521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geen tijd is om ertussen te bouwen.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/>
          <p:nvPr/>
        </p:nvSpPr>
        <p:spPr>
          <a:xfrm>
            <a:off x="5343480" y="1056960"/>
            <a:ext cx="3200760" cy="1610280"/>
          </a:xfrm>
          <a:custGeom>
            <a:avLst/>
            <a:gdLst/>
            <a:ahLst/>
            <a:rect l="0" t="0" r="r" b="b"/>
            <a:pathLst>
              <a:path w="8891" h="4473">
                <a:moveTo>
                  <a:pt x="0" y="4261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4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4261"/>
                </a:lnTo>
                <a:cubicBezTo>
                  <a:pt x="8891" y="4275"/>
                  <a:pt x="8889" y="4289"/>
                  <a:pt x="8887" y="4302"/>
                </a:cubicBezTo>
                <a:cubicBezTo>
                  <a:pt x="8884" y="4316"/>
                  <a:pt x="8880" y="4329"/>
                  <a:pt x="8875" y="4342"/>
                </a:cubicBezTo>
                <a:cubicBezTo>
                  <a:pt x="8869" y="4355"/>
                  <a:pt x="8863" y="4367"/>
                  <a:pt x="8855" y="4379"/>
                </a:cubicBezTo>
                <a:cubicBezTo>
                  <a:pt x="8847" y="4390"/>
                  <a:pt x="8838" y="4401"/>
                  <a:pt x="8829" y="4411"/>
                </a:cubicBezTo>
                <a:cubicBezTo>
                  <a:pt x="8819" y="4421"/>
                  <a:pt x="8808" y="4429"/>
                  <a:pt x="8797" y="4437"/>
                </a:cubicBezTo>
                <a:cubicBezTo>
                  <a:pt x="8785" y="4445"/>
                  <a:pt x="8773" y="4451"/>
                  <a:pt x="8760" y="4457"/>
                </a:cubicBezTo>
                <a:cubicBezTo>
                  <a:pt x="8747" y="4462"/>
                  <a:pt x="8734" y="4466"/>
                  <a:pt x="8720" y="4469"/>
                </a:cubicBezTo>
                <a:cubicBezTo>
                  <a:pt x="8707" y="4471"/>
                  <a:pt x="8693" y="4473"/>
                  <a:pt x="8679" y="4473"/>
                </a:cubicBezTo>
                <a:lnTo>
                  <a:pt x="132" y="4473"/>
                </a:lnTo>
                <a:cubicBezTo>
                  <a:pt x="123" y="4473"/>
                  <a:pt x="115" y="4471"/>
                  <a:pt x="106" y="4469"/>
                </a:cubicBezTo>
                <a:cubicBezTo>
                  <a:pt x="98" y="4466"/>
                  <a:pt x="89" y="4462"/>
                  <a:pt x="81" y="4457"/>
                </a:cubicBezTo>
                <a:cubicBezTo>
                  <a:pt x="73" y="4451"/>
                  <a:pt x="66" y="4445"/>
                  <a:pt x="58" y="4437"/>
                </a:cubicBezTo>
                <a:cubicBezTo>
                  <a:pt x="51" y="4429"/>
                  <a:pt x="45" y="4421"/>
                  <a:pt x="38" y="4411"/>
                </a:cubicBezTo>
                <a:cubicBezTo>
                  <a:pt x="32" y="4401"/>
                  <a:pt x="27" y="4390"/>
                  <a:pt x="22" y="4379"/>
                </a:cubicBezTo>
                <a:cubicBezTo>
                  <a:pt x="17" y="4367"/>
                  <a:pt x="13" y="4355"/>
                  <a:pt x="10" y="4342"/>
                </a:cubicBezTo>
                <a:cubicBezTo>
                  <a:pt x="6" y="4329"/>
                  <a:pt x="4" y="4316"/>
                  <a:pt x="2" y="4302"/>
                </a:cubicBezTo>
                <a:cubicBezTo>
                  <a:pt x="0" y="4289"/>
                  <a:pt x="0" y="4275"/>
                  <a:pt x="0" y="4261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5314680" y="1056960"/>
            <a:ext cx="3229560" cy="1610280"/>
          </a:xfrm>
          <a:custGeom>
            <a:avLst/>
            <a:gdLst/>
            <a:ahLst/>
            <a:rect l="0" t="0" r="r" b="b"/>
            <a:pathLst>
              <a:path w="8971" h="4473">
                <a:moveTo>
                  <a:pt x="0" y="0"/>
                </a:moveTo>
                <a:lnTo>
                  <a:pt x="8971" y="0"/>
                </a:lnTo>
                <a:lnTo>
                  <a:pt x="8971" y="4473"/>
                </a:lnTo>
                <a:lnTo>
                  <a:pt x="0" y="447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 txBox="1"/>
          <p:nvPr/>
        </p:nvSpPr>
        <p:spPr>
          <a:xfrm>
            <a:off x="1246680" y="2403360"/>
            <a:ext cx="371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Zolang de afspraak er niet is, knoopt de praktijk het zelf aan elkaar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5535360" y="120852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5535360" y="142812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5535360" y="1647360"/>
            <a:ext cx="258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60 issues in Public, van acht auteurs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485640" y="2781000"/>
            <a:ext cx="4705560" cy="2086560"/>
          </a:xfrm>
          <a:custGeom>
            <a:avLst/>
            <a:gdLst/>
            <a:ahLst/>
            <a:rect l="0" t="0" r="r" b="b"/>
            <a:pathLst>
              <a:path w="13071" h="5796">
                <a:moveTo>
                  <a:pt x="0" y="5584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4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5584"/>
                </a:lnTo>
                <a:cubicBezTo>
                  <a:pt x="13071" y="5598"/>
                  <a:pt x="13070" y="5612"/>
                  <a:pt x="13067" y="5625"/>
                </a:cubicBezTo>
                <a:cubicBezTo>
                  <a:pt x="13065" y="5639"/>
                  <a:pt x="13060" y="5652"/>
                  <a:pt x="13055" y="5665"/>
                </a:cubicBezTo>
                <a:cubicBezTo>
                  <a:pt x="13050" y="5678"/>
                  <a:pt x="13043" y="5690"/>
                  <a:pt x="13036" y="5702"/>
                </a:cubicBezTo>
                <a:cubicBezTo>
                  <a:pt x="13028" y="5713"/>
                  <a:pt x="13019" y="5724"/>
                  <a:pt x="13009" y="5734"/>
                </a:cubicBezTo>
                <a:cubicBezTo>
                  <a:pt x="12999" y="5744"/>
                  <a:pt x="12989" y="5752"/>
                  <a:pt x="12977" y="5760"/>
                </a:cubicBezTo>
                <a:cubicBezTo>
                  <a:pt x="12966" y="5768"/>
                  <a:pt x="12953" y="5774"/>
                  <a:pt x="12941" y="5780"/>
                </a:cubicBezTo>
                <a:cubicBezTo>
                  <a:pt x="12928" y="5785"/>
                  <a:pt x="12915" y="5789"/>
                  <a:pt x="12901" y="5792"/>
                </a:cubicBezTo>
                <a:cubicBezTo>
                  <a:pt x="12887" y="5794"/>
                  <a:pt x="12874" y="5796"/>
                  <a:pt x="12860" y="5796"/>
                </a:cubicBezTo>
                <a:lnTo>
                  <a:pt x="132" y="5796"/>
                </a:lnTo>
                <a:cubicBezTo>
                  <a:pt x="123" y="5796"/>
                  <a:pt x="115" y="5794"/>
                  <a:pt x="106" y="5792"/>
                </a:cubicBezTo>
                <a:cubicBezTo>
                  <a:pt x="98" y="5789"/>
                  <a:pt x="90" y="5785"/>
                  <a:pt x="82" y="5780"/>
                </a:cubicBezTo>
                <a:cubicBezTo>
                  <a:pt x="74" y="5774"/>
                  <a:pt x="66" y="5768"/>
                  <a:pt x="59" y="5760"/>
                </a:cubicBezTo>
                <a:cubicBezTo>
                  <a:pt x="51" y="5752"/>
                  <a:pt x="45" y="5744"/>
                  <a:pt x="39" y="5734"/>
                </a:cubicBezTo>
                <a:cubicBezTo>
                  <a:pt x="32" y="5724"/>
                  <a:pt x="27" y="5713"/>
                  <a:pt x="22" y="5702"/>
                </a:cubicBezTo>
                <a:cubicBezTo>
                  <a:pt x="17" y="5690"/>
                  <a:pt x="13" y="5678"/>
                  <a:pt x="10" y="5665"/>
                </a:cubicBezTo>
                <a:cubicBezTo>
                  <a:pt x="7" y="5652"/>
                  <a:pt x="4" y="5639"/>
                  <a:pt x="2" y="5625"/>
                </a:cubicBezTo>
                <a:cubicBezTo>
                  <a:pt x="1" y="5612"/>
                  <a:pt x="0" y="5598"/>
                  <a:pt x="0" y="5584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456840" y="2781000"/>
            <a:ext cx="4734360" cy="2086560"/>
          </a:xfrm>
          <a:custGeom>
            <a:avLst/>
            <a:gdLst/>
            <a:ahLst/>
            <a:rect l="0" t="0" r="r" b="b"/>
            <a:pathLst>
              <a:path w="13151" h="5796">
                <a:moveTo>
                  <a:pt x="0" y="0"/>
                </a:moveTo>
                <a:lnTo>
                  <a:pt x="13151" y="0"/>
                </a:lnTo>
                <a:lnTo>
                  <a:pt x="13151" y="5796"/>
                </a:lnTo>
                <a:lnTo>
                  <a:pt x="0" y="5796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685440" y="4133520"/>
            <a:ext cx="4334400" cy="10080"/>
          </a:xfrm>
          <a:custGeom>
            <a:avLst/>
            <a:gdLst/>
            <a:ahLst/>
            <a:rect l="0" t="0" r="r" b="b"/>
            <a:pathLst>
              <a:path w="12040" h="28">
                <a:moveTo>
                  <a:pt x="0" y="0"/>
                </a:moveTo>
                <a:lnTo>
                  <a:pt x="12040" y="0"/>
                </a:lnTo>
                <a:lnTo>
                  <a:pt x="120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c039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5535360" y="1866240"/>
            <a:ext cx="2066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Eerste leverancier haakt aan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681840" y="293508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 txBox="1"/>
          <p:nvPr/>
        </p:nvSpPr>
        <p:spPr>
          <a:xfrm>
            <a:off x="681840" y="319428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uitgangspunt is OEAPI, tenzij. Het risico is niet die keuze, maar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681840" y="3394080"/>
            <a:ext cx="3425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dat de eis erachter nergens los is opgeschreven.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 txBox="1"/>
          <p:nvPr/>
        </p:nvSpPr>
        <p:spPr>
          <a:xfrm>
            <a:off x="681840" y="3679920"/>
            <a:ext cx="52693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leg je de maat vast in een spoortype, in plaats van in de maat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2252520" y="425160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2"/>
                  <a:pt x="322" y="182"/>
                  <a:pt x="320" y="193"/>
                </a:cubicBezTo>
                <a:cubicBezTo>
                  <a:pt x="318" y="203"/>
                  <a:pt x="315" y="213"/>
                  <a:pt x="311" y="223"/>
                </a:cubicBezTo>
                <a:cubicBezTo>
                  <a:pt x="307" y="233"/>
                  <a:pt x="302" y="242"/>
                  <a:pt x="296" y="251"/>
                </a:cubicBezTo>
                <a:cubicBezTo>
                  <a:pt x="290" y="260"/>
                  <a:pt x="284" y="269"/>
                  <a:pt x="276" y="276"/>
                </a:cubicBezTo>
                <a:cubicBezTo>
                  <a:pt x="269" y="284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4"/>
                  <a:pt x="48" y="276"/>
                </a:cubicBezTo>
                <a:cubicBezTo>
                  <a:pt x="41" y="269"/>
                  <a:pt x="34" y="260"/>
                  <a:pt x="28" y="251"/>
                </a:cubicBezTo>
                <a:cubicBezTo>
                  <a:pt x="21" y="242"/>
                  <a:pt x="16" y="233"/>
                  <a:pt x="12" y="223"/>
                </a:cubicBezTo>
                <a:cubicBezTo>
                  <a:pt x="8" y="213"/>
                  <a:pt x="5" y="203"/>
                  <a:pt x="3" y="193"/>
                </a:cubicBezTo>
                <a:cubicBezTo>
                  <a:pt x="1" y="182"/>
                  <a:pt x="0" y="172"/>
                  <a:pt x="0" y="161"/>
                </a:cubicBezTo>
                <a:cubicBezTo>
                  <a:pt x="0" y="151"/>
                  <a:pt x="1" y="140"/>
                  <a:pt x="3" y="130"/>
                </a:cubicBezTo>
                <a:cubicBezTo>
                  <a:pt x="5" y="119"/>
                  <a:pt x="8" y="109"/>
                  <a:pt x="12" y="100"/>
                </a:cubicBezTo>
                <a:cubicBezTo>
                  <a:pt x="16" y="90"/>
                  <a:pt x="21" y="80"/>
                  <a:pt x="28" y="72"/>
                </a:cubicBezTo>
                <a:cubicBezTo>
                  <a:pt x="34" y="63"/>
                  <a:pt x="41" y="55"/>
                  <a:pt x="48" y="47"/>
                </a:cubicBezTo>
                <a:cubicBezTo>
                  <a:pt x="56" y="40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40"/>
                  <a:pt x="276" y="47"/>
                </a:cubicBezTo>
                <a:cubicBezTo>
                  <a:pt x="284" y="55"/>
                  <a:pt x="290" y="63"/>
                  <a:pt x="296" y="72"/>
                </a:cubicBezTo>
                <a:cubicBezTo>
                  <a:pt x="302" y="80"/>
                  <a:pt x="307" y="90"/>
                  <a:pt x="311" y="100"/>
                </a:cubicBezTo>
                <a:cubicBezTo>
                  <a:pt x="315" y="109"/>
                  <a:pt x="318" y="119"/>
                  <a:pt x="320" y="130"/>
                </a:cubicBezTo>
                <a:cubicBezTo>
                  <a:pt x="322" y="140"/>
                  <a:pt x="323" y="151"/>
                  <a:pt x="323" y="16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/>
          <p:nvPr/>
        </p:nvSpPr>
        <p:spPr>
          <a:xfrm>
            <a:off x="2252520" y="4251600"/>
            <a:ext cx="116280" cy="116280"/>
          </a:xfrm>
          <a:custGeom>
            <a:avLst/>
            <a:gdLst/>
            <a:ahLst/>
            <a:rect l="0" t="0" r="r" b="b"/>
            <a:pathLst>
              <a:path w="323" h="323">
                <a:moveTo>
                  <a:pt x="323" y="161"/>
                </a:moveTo>
                <a:cubicBezTo>
                  <a:pt x="323" y="172"/>
                  <a:pt x="322" y="182"/>
                  <a:pt x="320" y="193"/>
                </a:cubicBezTo>
                <a:cubicBezTo>
                  <a:pt x="318" y="203"/>
                  <a:pt x="315" y="213"/>
                  <a:pt x="311" y="223"/>
                </a:cubicBezTo>
                <a:cubicBezTo>
                  <a:pt x="307" y="233"/>
                  <a:pt x="302" y="242"/>
                  <a:pt x="296" y="251"/>
                </a:cubicBezTo>
                <a:cubicBezTo>
                  <a:pt x="290" y="260"/>
                  <a:pt x="284" y="269"/>
                  <a:pt x="276" y="276"/>
                </a:cubicBezTo>
                <a:cubicBezTo>
                  <a:pt x="269" y="284"/>
                  <a:pt x="260" y="290"/>
                  <a:pt x="252" y="296"/>
                </a:cubicBezTo>
                <a:cubicBezTo>
                  <a:pt x="243" y="302"/>
                  <a:pt x="234" y="307"/>
                  <a:pt x="224" y="311"/>
                </a:cubicBezTo>
                <a:cubicBezTo>
                  <a:pt x="214" y="315"/>
                  <a:pt x="204" y="318"/>
                  <a:pt x="194" y="320"/>
                </a:cubicBezTo>
                <a:cubicBezTo>
                  <a:pt x="183" y="322"/>
                  <a:pt x="173" y="323"/>
                  <a:pt x="162" y="323"/>
                </a:cubicBezTo>
                <a:cubicBezTo>
                  <a:pt x="152" y="323"/>
                  <a:pt x="141" y="322"/>
                  <a:pt x="131" y="320"/>
                </a:cubicBezTo>
                <a:cubicBezTo>
                  <a:pt x="120" y="318"/>
                  <a:pt x="110" y="315"/>
                  <a:pt x="100" y="311"/>
                </a:cubicBezTo>
                <a:cubicBezTo>
                  <a:pt x="91" y="307"/>
                  <a:pt x="81" y="302"/>
                  <a:pt x="73" y="296"/>
                </a:cubicBezTo>
                <a:cubicBezTo>
                  <a:pt x="64" y="290"/>
                  <a:pt x="56" y="284"/>
                  <a:pt x="48" y="276"/>
                </a:cubicBezTo>
                <a:cubicBezTo>
                  <a:pt x="41" y="269"/>
                  <a:pt x="34" y="260"/>
                  <a:pt x="28" y="251"/>
                </a:cubicBezTo>
                <a:cubicBezTo>
                  <a:pt x="21" y="242"/>
                  <a:pt x="16" y="233"/>
                  <a:pt x="12" y="223"/>
                </a:cubicBezTo>
                <a:cubicBezTo>
                  <a:pt x="8" y="213"/>
                  <a:pt x="5" y="203"/>
                  <a:pt x="3" y="193"/>
                </a:cubicBezTo>
                <a:cubicBezTo>
                  <a:pt x="1" y="182"/>
                  <a:pt x="0" y="172"/>
                  <a:pt x="0" y="161"/>
                </a:cubicBezTo>
                <a:cubicBezTo>
                  <a:pt x="0" y="151"/>
                  <a:pt x="1" y="140"/>
                  <a:pt x="3" y="130"/>
                </a:cubicBezTo>
                <a:cubicBezTo>
                  <a:pt x="5" y="119"/>
                  <a:pt x="8" y="109"/>
                  <a:pt x="12" y="100"/>
                </a:cubicBezTo>
                <a:cubicBezTo>
                  <a:pt x="16" y="90"/>
                  <a:pt x="21" y="80"/>
                  <a:pt x="28" y="72"/>
                </a:cubicBezTo>
                <a:cubicBezTo>
                  <a:pt x="34" y="63"/>
                  <a:pt x="41" y="55"/>
                  <a:pt x="48" y="47"/>
                </a:cubicBezTo>
                <a:cubicBezTo>
                  <a:pt x="56" y="40"/>
                  <a:pt x="64" y="33"/>
                  <a:pt x="73" y="27"/>
                </a:cubicBezTo>
                <a:cubicBezTo>
                  <a:pt x="81" y="21"/>
                  <a:pt x="91" y="16"/>
                  <a:pt x="100" y="12"/>
                </a:cubicBezTo>
                <a:cubicBezTo>
                  <a:pt x="110" y="8"/>
                  <a:pt x="120" y="5"/>
                  <a:pt x="131" y="3"/>
                </a:cubicBezTo>
                <a:cubicBezTo>
                  <a:pt x="141" y="1"/>
                  <a:pt x="152" y="0"/>
                  <a:pt x="162" y="0"/>
                </a:cubicBezTo>
                <a:cubicBezTo>
                  <a:pt x="173" y="0"/>
                  <a:pt x="183" y="1"/>
                  <a:pt x="194" y="3"/>
                </a:cubicBezTo>
                <a:cubicBezTo>
                  <a:pt x="204" y="5"/>
                  <a:pt x="214" y="8"/>
                  <a:pt x="224" y="12"/>
                </a:cubicBezTo>
                <a:cubicBezTo>
                  <a:pt x="234" y="16"/>
                  <a:pt x="243" y="21"/>
                  <a:pt x="252" y="27"/>
                </a:cubicBezTo>
                <a:cubicBezTo>
                  <a:pt x="260" y="33"/>
                  <a:pt x="269" y="40"/>
                  <a:pt x="276" y="47"/>
                </a:cubicBezTo>
                <a:cubicBezTo>
                  <a:pt x="284" y="55"/>
                  <a:pt x="290" y="63"/>
                  <a:pt x="296" y="72"/>
                </a:cubicBezTo>
                <a:cubicBezTo>
                  <a:pt x="302" y="80"/>
                  <a:pt x="307" y="90"/>
                  <a:pt x="311" y="100"/>
                </a:cubicBezTo>
                <a:cubicBezTo>
                  <a:pt x="315" y="109"/>
                  <a:pt x="318" y="119"/>
                  <a:pt x="320" y="130"/>
                </a:cubicBezTo>
                <a:cubicBezTo>
                  <a:pt x="322" y="140"/>
                  <a:pt x="323" y="151"/>
                  <a:pt x="323" y="161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/>
          <p:nvPr/>
        </p:nvSpPr>
        <p:spPr>
          <a:xfrm>
            <a:off x="2214000" y="4431960"/>
            <a:ext cx="193680" cy="97200"/>
          </a:xfrm>
          <a:custGeom>
            <a:avLst/>
            <a:gdLst/>
            <a:ahLst/>
            <a:rect l="0" t="0" r="r" b="b"/>
            <a:pathLst>
              <a:path w="538" h="270">
                <a:moveTo>
                  <a:pt x="0" y="270"/>
                </a:moveTo>
                <a:cubicBezTo>
                  <a:pt x="0" y="252"/>
                  <a:pt x="1" y="235"/>
                  <a:pt x="5" y="218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4"/>
                  <a:pt x="46" y="120"/>
                </a:cubicBezTo>
                <a:cubicBezTo>
                  <a:pt x="56" y="105"/>
                  <a:pt x="67" y="91"/>
                  <a:pt x="79" y="79"/>
                </a:cubicBezTo>
                <a:cubicBezTo>
                  <a:pt x="92" y="67"/>
                  <a:pt x="105" y="55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4"/>
                  <a:pt x="199" y="9"/>
                  <a:pt x="217" y="6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6"/>
                </a:cubicBezTo>
                <a:cubicBezTo>
                  <a:pt x="339" y="9"/>
                  <a:pt x="356" y="14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5"/>
                  <a:pt x="447" y="67"/>
                  <a:pt x="459" y="79"/>
                </a:cubicBezTo>
                <a:cubicBezTo>
                  <a:pt x="471" y="91"/>
                  <a:pt x="483" y="105"/>
                  <a:pt x="492" y="120"/>
                </a:cubicBezTo>
                <a:cubicBezTo>
                  <a:pt x="502" y="134"/>
                  <a:pt x="510" y="150"/>
                  <a:pt x="517" y="167"/>
                </a:cubicBezTo>
                <a:cubicBezTo>
                  <a:pt x="524" y="183"/>
                  <a:pt x="529" y="200"/>
                  <a:pt x="533" y="218"/>
                </a:cubicBezTo>
                <a:cubicBezTo>
                  <a:pt x="536" y="235"/>
                  <a:pt x="538" y="252"/>
                  <a:pt x="538" y="270"/>
                </a:cubicBezTo>
                <a:lnTo>
                  <a:pt x="0" y="27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2214000" y="4431960"/>
            <a:ext cx="193680" cy="97200"/>
          </a:xfrm>
          <a:custGeom>
            <a:avLst/>
            <a:gdLst/>
            <a:ahLst/>
            <a:rect l="0" t="0" r="r" b="b"/>
            <a:pathLst>
              <a:path fill="none" w="538" h="270">
                <a:moveTo>
                  <a:pt x="0" y="270"/>
                </a:moveTo>
                <a:cubicBezTo>
                  <a:pt x="0" y="252"/>
                  <a:pt x="1" y="235"/>
                  <a:pt x="5" y="218"/>
                </a:cubicBezTo>
                <a:cubicBezTo>
                  <a:pt x="8" y="200"/>
                  <a:pt x="13" y="183"/>
                  <a:pt x="20" y="167"/>
                </a:cubicBezTo>
                <a:cubicBezTo>
                  <a:pt x="28" y="150"/>
                  <a:pt x="36" y="134"/>
                  <a:pt x="46" y="120"/>
                </a:cubicBezTo>
                <a:cubicBezTo>
                  <a:pt x="56" y="105"/>
                  <a:pt x="67" y="91"/>
                  <a:pt x="79" y="79"/>
                </a:cubicBezTo>
                <a:cubicBezTo>
                  <a:pt x="92" y="67"/>
                  <a:pt x="105" y="55"/>
                  <a:pt x="120" y="46"/>
                </a:cubicBezTo>
                <a:cubicBezTo>
                  <a:pt x="135" y="36"/>
                  <a:pt x="150" y="28"/>
                  <a:pt x="166" y="21"/>
                </a:cubicBezTo>
                <a:cubicBezTo>
                  <a:pt x="183" y="14"/>
                  <a:pt x="199" y="9"/>
                  <a:pt x="217" y="6"/>
                </a:cubicBezTo>
                <a:cubicBezTo>
                  <a:pt x="234" y="2"/>
                  <a:pt x="251" y="0"/>
                  <a:pt x="269" y="0"/>
                </a:cubicBezTo>
                <a:cubicBezTo>
                  <a:pt x="287" y="0"/>
                  <a:pt x="304" y="2"/>
                  <a:pt x="322" y="6"/>
                </a:cubicBezTo>
                <a:cubicBezTo>
                  <a:pt x="339" y="9"/>
                  <a:pt x="356" y="14"/>
                  <a:pt x="372" y="21"/>
                </a:cubicBezTo>
                <a:cubicBezTo>
                  <a:pt x="388" y="28"/>
                  <a:pt x="404" y="36"/>
                  <a:pt x="418" y="46"/>
                </a:cubicBezTo>
                <a:cubicBezTo>
                  <a:pt x="433" y="55"/>
                  <a:pt x="447" y="67"/>
                  <a:pt x="459" y="79"/>
                </a:cubicBezTo>
                <a:cubicBezTo>
                  <a:pt x="471" y="91"/>
                  <a:pt x="483" y="105"/>
                  <a:pt x="492" y="120"/>
                </a:cubicBezTo>
                <a:cubicBezTo>
                  <a:pt x="502" y="134"/>
                  <a:pt x="510" y="150"/>
                  <a:pt x="517" y="167"/>
                </a:cubicBezTo>
                <a:cubicBezTo>
                  <a:pt x="524" y="183"/>
                  <a:pt x="529" y="200"/>
                  <a:pt x="533" y="218"/>
                </a:cubicBezTo>
                <a:cubicBezTo>
                  <a:pt x="536" y="235"/>
                  <a:pt x="538" y="252"/>
                  <a:pt x="538" y="270"/>
                </a:cubicBezTo>
              </a:path>
            </a:pathLst>
          </a:custGeom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 txBox="1"/>
          <p:nvPr/>
        </p:nvSpPr>
        <p:spPr>
          <a:xfrm>
            <a:off x="681840" y="3889440"/>
            <a:ext cx="340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zelf.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/>
          <p:nvPr/>
        </p:nvSpPr>
        <p:spPr>
          <a:xfrm>
            <a:off x="2726280" y="422568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2"/>
                  <a:pt x="674" y="4"/>
                </a:cubicBezTo>
                <a:cubicBezTo>
                  <a:pt x="681" y="7"/>
                  <a:pt x="687" y="11"/>
                  <a:pt x="692" y="16"/>
                </a:cubicBezTo>
                <a:cubicBezTo>
                  <a:pt x="696" y="21"/>
                  <a:pt x="700" y="26"/>
                  <a:pt x="703" y="33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3"/>
                  <a:pt x="706" y="879"/>
                  <a:pt x="703" y="886"/>
                </a:cubicBezTo>
                <a:cubicBezTo>
                  <a:pt x="700" y="892"/>
                  <a:pt x="696" y="898"/>
                  <a:pt x="692" y="903"/>
                </a:cubicBezTo>
                <a:cubicBezTo>
                  <a:pt x="687" y="908"/>
                  <a:pt x="681" y="912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2"/>
                  <a:pt x="21" y="908"/>
                  <a:pt x="16" y="903"/>
                </a:cubicBezTo>
                <a:cubicBezTo>
                  <a:pt x="11" y="898"/>
                  <a:pt x="7" y="892"/>
                  <a:pt x="5" y="886"/>
                </a:cubicBezTo>
                <a:cubicBezTo>
                  <a:pt x="2" y="879"/>
                  <a:pt x="0" y="873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2726280" y="4225680"/>
            <a:ext cx="254520" cy="330480"/>
          </a:xfrm>
          <a:custGeom>
            <a:avLst/>
            <a:gdLst/>
            <a:ahLst/>
            <a:rect l="0" t="0" r="r" b="b"/>
            <a:pathLst>
              <a:path w="707" h="918">
                <a:moveTo>
                  <a:pt x="53" y="0"/>
                </a:moveTo>
                <a:lnTo>
                  <a:pt x="654" y="0"/>
                </a:lnTo>
                <a:cubicBezTo>
                  <a:pt x="661" y="0"/>
                  <a:pt x="668" y="2"/>
                  <a:pt x="674" y="4"/>
                </a:cubicBezTo>
                <a:cubicBezTo>
                  <a:pt x="681" y="7"/>
                  <a:pt x="687" y="11"/>
                  <a:pt x="692" y="16"/>
                </a:cubicBezTo>
                <a:cubicBezTo>
                  <a:pt x="696" y="21"/>
                  <a:pt x="700" y="26"/>
                  <a:pt x="703" y="33"/>
                </a:cubicBezTo>
                <a:cubicBezTo>
                  <a:pt x="706" y="39"/>
                  <a:pt x="707" y="46"/>
                  <a:pt x="707" y="53"/>
                </a:cubicBezTo>
                <a:lnTo>
                  <a:pt x="707" y="865"/>
                </a:lnTo>
                <a:cubicBezTo>
                  <a:pt x="707" y="873"/>
                  <a:pt x="706" y="879"/>
                  <a:pt x="703" y="886"/>
                </a:cubicBezTo>
                <a:cubicBezTo>
                  <a:pt x="700" y="892"/>
                  <a:pt x="696" y="898"/>
                  <a:pt x="692" y="903"/>
                </a:cubicBezTo>
                <a:cubicBezTo>
                  <a:pt x="687" y="908"/>
                  <a:pt x="681" y="912"/>
                  <a:pt x="674" y="914"/>
                </a:cubicBezTo>
                <a:cubicBezTo>
                  <a:pt x="668" y="917"/>
                  <a:pt x="661" y="918"/>
                  <a:pt x="654" y="918"/>
                </a:cubicBezTo>
                <a:lnTo>
                  <a:pt x="53" y="918"/>
                </a:lnTo>
                <a:cubicBezTo>
                  <a:pt x="46" y="918"/>
                  <a:pt x="40" y="917"/>
                  <a:pt x="33" y="914"/>
                </a:cubicBezTo>
                <a:cubicBezTo>
                  <a:pt x="27" y="912"/>
                  <a:pt x="21" y="908"/>
                  <a:pt x="16" y="903"/>
                </a:cubicBezTo>
                <a:cubicBezTo>
                  <a:pt x="11" y="898"/>
                  <a:pt x="7" y="892"/>
                  <a:pt x="5" y="886"/>
                </a:cubicBezTo>
                <a:cubicBezTo>
                  <a:pt x="2" y="879"/>
                  <a:pt x="0" y="873"/>
                  <a:pt x="0" y="865"/>
                </a:cubicBezTo>
                <a:lnTo>
                  <a:pt x="0" y="53"/>
                </a:ln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/>
          <p:nvPr/>
        </p:nvSpPr>
        <p:spPr>
          <a:xfrm>
            <a:off x="2764440" y="4276440"/>
            <a:ext cx="178200" cy="25920"/>
          </a:xfrm>
          <a:custGeom>
            <a:avLst/>
            <a:gdLst/>
            <a:ahLst/>
            <a:rect l="0" t="0" r="r" b="b"/>
            <a:pathLst>
              <a:path w="495" h="72">
                <a:moveTo>
                  <a:pt x="36" y="0"/>
                </a:moveTo>
                <a:lnTo>
                  <a:pt x="460" y="0"/>
                </a:lnTo>
                <a:cubicBezTo>
                  <a:pt x="465" y="0"/>
                  <a:pt x="469" y="1"/>
                  <a:pt x="473" y="3"/>
                </a:cubicBezTo>
                <a:cubicBezTo>
                  <a:pt x="478" y="5"/>
                  <a:pt x="482" y="7"/>
                  <a:pt x="485" y="11"/>
                </a:cubicBezTo>
                <a:cubicBezTo>
                  <a:pt x="488" y="14"/>
                  <a:pt x="491" y="18"/>
                  <a:pt x="493" y="22"/>
                </a:cubicBezTo>
                <a:cubicBezTo>
                  <a:pt x="494" y="26"/>
                  <a:pt x="495" y="31"/>
                  <a:pt x="495" y="36"/>
                </a:cubicBezTo>
                <a:cubicBezTo>
                  <a:pt x="495" y="40"/>
                  <a:pt x="494" y="45"/>
                  <a:pt x="493" y="49"/>
                </a:cubicBezTo>
                <a:cubicBezTo>
                  <a:pt x="491" y="53"/>
                  <a:pt x="488" y="58"/>
                  <a:pt x="485" y="62"/>
                </a:cubicBezTo>
                <a:cubicBezTo>
                  <a:pt x="482" y="65"/>
                  <a:pt x="478" y="67"/>
                  <a:pt x="473" y="69"/>
                </a:cubicBezTo>
                <a:cubicBezTo>
                  <a:pt x="469" y="71"/>
                  <a:pt x="465" y="72"/>
                  <a:pt x="460" y="72"/>
                </a:cubicBezTo>
                <a:lnTo>
                  <a:pt x="36" y="72"/>
                </a:lnTo>
                <a:cubicBezTo>
                  <a:pt x="31" y="72"/>
                  <a:pt x="26" y="71"/>
                  <a:pt x="22" y="69"/>
                </a:cubicBezTo>
                <a:cubicBezTo>
                  <a:pt x="18" y="67"/>
                  <a:pt x="14" y="65"/>
                  <a:pt x="11" y="62"/>
                </a:cubicBezTo>
                <a:cubicBezTo>
                  <a:pt x="7" y="58"/>
                  <a:pt x="5" y="53"/>
                  <a:pt x="3" y="49"/>
                </a:cubicBezTo>
                <a:cubicBezTo>
                  <a:pt x="1" y="45"/>
                  <a:pt x="0" y="40"/>
                  <a:pt x="0" y="36"/>
                </a:cubicBez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1"/>
                </a:cubicBezTo>
                <a:cubicBezTo>
                  <a:pt x="14" y="7"/>
                  <a:pt x="18" y="5"/>
                  <a:pt x="22" y="3"/>
                </a:cubicBezTo>
                <a:cubicBezTo>
                  <a:pt x="26" y="1"/>
                  <a:pt x="31" y="0"/>
                  <a:pt x="36" y="0"/>
                </a:cubicBez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2764440" y="436536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2764440" y="4416120"/>
            <a:ext cx="17784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2764440" y="4466880"/>
            <a:ext cx="127080" cy="0"/>
          </a:xfrm>
          <a:prstGeom prst="line">
            <a:avLst/>
          </a:prstGeom>
          <a:ln w="12600">
            <a:solidFill>
              <a:srgbClr val="94a3b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-6120" bIns="-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2512440" y="428076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/>
          <p:nvPr/>
        </p:nvSpPr>
        <p:spPr>
          <a:xfrm>
            <a:off x="3396240" y="4245120"/>
            <a:ext cx="0" cy="51480"/>
          </a:xfrm>
          <a:prstGeom prst="line">
            <a:avLst/>
          </a:prstGeom>
          <a:ln w="1260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/>
          <p:nvPr/>
        </p:nvSpPr>
        <p:spPr>
          <a:xfrm>
            <a:off x="3377160" y="4225680"/>
            <a:ext cx="38880" cy="39240"/>
          </a:xfrm>
          <a:custGeom>
            <a:avLst/>
            <a:gdLst/>
            <a:ahLst/>
            <a:rect l="0" t="0" r="r" b="b"/>
            <a:pathLst>
              <a:path w="108" h="109">
                <a:moveTo>
                  <a:pt x="108" y="54"/>
                </a:moveTo>
                <a:cubicBezTo>
                  <a:pt x="108" y="61"/>
                  <a:pt x="107" y="68"/>
                  <a:pt x="104" y="75"/>
                </a:cubicBezTo>
                <a:cubicBezTo>
                  <a:pt x="101" y="81"/>
                  <a:pt x="97" y="88"/>
                  <a:pt x="92" y="93"/>
                </a:cubicBezTo>
                <a:cubicBezTo>
                  <a:pt x="86" y="98"/>
                  <a:pt x="81" y="102"/>
                  <a:pt x="74" y="105"/>
                </a:cubicBezTo>
                <a:cubicBezTo>
                  <a:pt x="67" y="108"/>
                  <a:pt x="60" y="109"/>
                  <a:pt x="53" y="109"/>
                </a:cubicBezTo>
                <a:cubicBezTo>
                  <a:pt x="46" y="109"/>
                  <a:pt x="39" y="108"/>
                  <a:pt x="33" y="105"/>
                </a:cubicBezTo>
                <a:cubicBezTo>
                  <a:pt x="26" y="102"/>
                  <a:pt x="20" y="98"/>
                  <a:pt x="15" y="93"/>
                </a:cubicBezTo>
                <a:cubicBezTo>
                  <a:pt x="10" y="88"/>
                  <a:pt x="6" y="81"/>
                  <a:pt x="4" y="75"/>
                </a:cubicBezTo>
                <a:cubicBezTo>
                  <a:pt x="1" y="68"/>
                  <a:pt x="0" y="61"/>
                  <a:pt x="0" y="54"/>
                </a:cubicBezTo>
                <a:cubicBezTo>
                  <a:pt x="0" y="47"/>
                  <a:pt x="1" y="40"/>
                  <a:pt x="4" y="34"/>
                </a:cubicBezTo>
                <a:cubicBezTo>
                  <a:pt x="6" y="27"/>
                  <a:pt x="10" y="21"/>
                  <a:pt x="15" y="16"/>
                </a:cubicBezTo>
                <a:cubicBezTo>
                  <a:pt x="20" y="11"/>
                  <a:pt x="26" y="7"/>
                  <a:pt x="33" y="5"/>
                </a:cubicBezTo>
                <a:cubicBezTo>
                  <a:pt x="39" y="2"/>
                  <a:pt x="46" y="0"/>
                  <a:pt x="53" y="0"/>
                </a:cubicBezTo>
                <a:cubicBezTo>
                  <a:pt x="60" y="0"/>
                  <a:pt x="67" y="2"/>
                  <a:pt x="74" y="5"/>
                </a:cubicBezTo>
                <a:cubicBezTo>
                  <a:pt x="81" y="7"/>
                  <a:pt x="86" y="11"/>
                  <a:pt x="92" y="16"/>
                </a:cubicBezTo>
                <a:cubicBezTo>
                  <a:pt x="97" y="21"/>
                  <a:pt x="101" y="27"/>
                  <a:pt x="104" y="34"/>
                </a:cubicBezTo>
                <a:cubicBezTo>
                  <a:pt x="107" y="40"/>
                  <a:pt x="108" y="47"/>
                  <a:pt x="108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/>
          <p:nvPr/>
        </p:nvSpPr>
        <p:spPr>
          <a:xfrm>
            <a:off x="3306240" y="429660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3"/>
                  <a:pt x="447" y="7"/>
                </a:cubicBezTo>
                <a:cubicBezTo>
                  <a:pt x="458" y="12"/>
                  <a:pt x="467" y="18"/>
                  <a:pt x="476" y="27"/>
                </a:cubicBezTo>
                <a:cubicBezTo>
                  <a:pt x="484" y="35"/>
                  <a:pt x="491" y="45"/>
                  <a:pt x="495" y="57"/>
                </a:cubicBezTo>
                <a:cubicBezTo>
                  <a:pt x="500" y="68"/>
                  <a:pt x="502" y="79"/>
                  <a:pt x="502" y="91"/>
                </a:cubicBezTo>
                <a:lnTo>
                  <a:pt x="502" y="306"/>
                </a:lnTo>
                <a:cubicBezTo>
                  <a:pt x="502" y="318"/>
                  <a:pt x="500" y="329"/>
                  <a:pt x="495" y="340"/>
                </a:cubicBezTo>
                <a:cubicBezTo>
                  <a:pt x="491" y="351"/>
                  <a:pt x="484" y="361"/>
                  <a:pt x="476" y="369"/>
                </a:cubicBezTo>
                <a:cubicBezTo>
                  <a:pt x="467" y="377"/>
                  <a:pt x="458" y="384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4"/>
                  <a:pt x="34" y="377"/>
                  <a:pt x="26" y="369"/>
                </a:cubicBezTo>
                <a:cubicBezTo>
                  <a:pt x="18" y="361"/>
                  <a:pt x="11" y="351"/>
                  <a:pt x="7" y="340"/>
                </a:cubicBezTo>
                <a:cubicBezTo>
                  <a:pt x="2" y="329"/>
                  <a:pt x="0" y="318"/>
                  <a:pt x="0" y="306"/>
                </a:cubicBezTo>
                <a:lnTo>
                  <a:pt x="0" y="91"/>
                </a:lnTo>
                <a:cubicBezTo>
                  <a:pt x="0" y="79"/>
                  <a:pt x="2" y="68"/>
                  <a:pt x="7" y="57"/>
                </a:cubicBezTo>
                <a:cubicBezTo>
                  <a:pt x="11" y="45"/>
                  <a:pt x="18" y="35"/>
                  <a:pt x="26" y="27"/>
                </a:cubicBezTo>
                <a:cubicBezTo>
                  <a:pt x="34" y="18"/>
                  <a:pt x="44" y="12"/>
                  <a:pt x="55" y="7"/>
                </a:cubicBezTo>
                <a:cubicBezTo>
                  <a:pt x="66" y="3"/>
                  <a:pt x="77" y="0"/>
                  <a:pt x="90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3306240" y="4296600"/>
            <a:ext cx="180720" cy="142200"/>
          </a:xfrm>
          <a:custGeom>
            <a:avLst/>
            <a:gdLst/>
            <a:ahLst/>
            <a:rect l="0" t="0" r="r" b="b"/>
            <a:pathLst>
              <a:path w="502" h="395">
                <a:moveTo>
                  <a:pt x="90" y="0"/>
                </a:moveTo>
                <a:lnTo>
                  <a:pt x="413" y="0"/>
                </a:lnTo>
                <a:cubicBezTo>
                  <a:pt x="424" y="0"/>
                  <a:pt x="436" y="3"/>
                  <a:pt x="447" y="7"/>
                </a:cubicBezTo>
                <a:cubicBezTo>
                  <a:pt x="458" y="12"/>
                  <a:pt x="467" y="18"/>
                  <a:pt x="476" y="27"/>
                </a:cubicBezTo>
                <a:cubicBezTo>
                  <a:pt x="484" y="35"/>
                  <a:pt x="491" y="45"/>
                  <a:pt x="495" y="57"/>
                </a:cubicBezTo>
                <a:cubicBezTo>
                  <a:pt x="500" y="68"/>
                  <a:pt x="502" y="79"/>
                  <a:pt x="502" y="91"/>
                </a:cubicBezTo>
                <a:lnTo>
                  <a:pt x="502" y="306"/>
                </a:lnTo>
                <a:cubicBezTo>
                  <a:pt x="502" y="318"/>
                  <a:pt x="500" y="329"/>
                  <a:pt x="495" y="340"/>
                </a:cubicBezTo>
                <a:cubicBezTo>
                  <a:pt x="491" y="351"/>
                  <a:pt x="484" y="361"/>
                  <a:pt x="476" y="369"/>
                </a:cubicBezTo>
                <a:cubicBezTo>
                  <a:pt x="467" y="377"/>
                  <a:pt x="458" y="384"/>
                  <a:pt x="447" y="388"/>
                </a:cubicBezTo>
                <a:cubicBezTo>
                  <a:pt x="436" y="393"/>
                  <a:pt x="424" y="395"/>
                  <a:pt x="413" y="395"/>
                </a:cubicBezTo>
                <a:lnTo>
                  <a:pt x="90" y="395"/>
                </a:lnTo>
                <a:cubicBezTo>
                  <a:pt x="77" y="395"/>
                  <a:pt x="66" y="393"/>
                  <a:pt x="55" y="388"/>
                </a:cubicBezTo>
                <a:cubicBezTo>
                  <a:pt x="44" y="384"/>
                  <a:pt x="34" y="377"/>
                  <a:pt x="26" y="369"/>
                </a:cubicBezTo>
                <a:cubicBezTo>
                  <a:pt x="18" y="361"/>
                  <a:pt x="11" y="351"/>
                  <a:pt x="7" y="340"/>
                </a:cubicBezTo>
                <a:cubicBezTo>
                  <a:pt x="2" y="329"/>
                  <a:pt x="0" y="318"/>
                  <a:pt x="0" y="306"/>
                </a:cubicBezTo>
                <a:lnTo>
                  <a:pt x="0" y="91"/>
                </a:lnTo>
                <a:cubicBezTo>
                  <a:pt x="0" y="79"/>
                  <a:pt x="2" y="68"/>
                  <a:pt x="7" y="57"/>
                </a:cubicBezTo>
                <a:cubicBezTo>
                  <a:pt x="11" y="45"/>
                  <a:pt x="18" y="35"/>
                  <a:pt x="26" y="27"/>
                </a:cubicBezTo>
                <a:cubicBezTo>
                  <a:pt x="34" y="18"/>
                  <a:pt x="44" y="12"/>
                  <a:pt x="55" y="7"/>
                </a:cubicBezTo>
                <a:cubicBezTo>
                  <a:pt x="66" y="3"/>
                  <a:pt x="77" y="0"/>
                  <a:pt x="90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3344760" y="4348440"/>
            <a:ext cx="39240" cy="38880"/>
          </a:xfrm>
          <a:custGeom>
            <a:avLst/>
            <a:gdLst/>
            <a:ahLst/>
            <a:rect l="0" t="0" r="r" b="b"/>
            <a:pathLst>
              <a:path w="109" h="108">
                <a:moveTo>
                  <a:pt x="109" y="53"/>
                </a:moveTo>
                <a:cubicBezTo>
                  <a:pt x="109" y="60"/>
                  <a:pt x="107" y="68"/>
                  <a:pt x="104" y="75"/>
                </a:cubicBezTo>
                <a:cubicBezTo>
                  <a:pt x="102" y="81"/>
                  <a:pt x="98" y="87"/>
                  <a:pt x="93" y="92"/>
                </a:cubicBezTo>
                <a:cubicBezTo>
                  <a:pt x="88" y="97"/>
                  <a:pt x="82" y="101"/>
                  <a:pt x="75" y="104"/>
                </a:cubicBezTo>
                <a:cubicBezTo>
                  <a:pt x="68" y="107"/>
                  <a:pt x="61" y="108"/>
                  <a:pt x="54" y="108"/>
                </a:cubicBezTo>
                <a:cubicBezTo>
                  <a:pt x="47" y="108"/>
                  <a:pt x="40" y="107"/>
                  <a:pt x="33" y="104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4" y="75"/>
                </a:cubicBezTo>
                <a:cubicBezTo>
                  <a:pt x="2" y="68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7" y="0"/>
                  <a:pt x="54" y="0"/>
                </a:cubicBezTo>
                <a:cubicBezTo>
                  <a:pt x="61" y="0"/>
                  <a:pt x="68" y="1"/>
                  <a:pt x="75" y="4"/>
                </a:cubicBezTo>
                <a:cubicBezTo>
                  <a:pt x="82" y="6"/>
                  <a:pt x="88" y="10"/>
                  <a:pt x="93" y="15"/>
                </a:cubicBezTo>
                <a:cubicBezTo>
                  <a:pt x="98" y="20"/>
                  <a:pt x="102" y="26"/>
                  <a:pt x="104" y="33"/>
                </a:cubicBezTo>
                <a:cubicBezTo>
                  <a:pt x="107" y="39"/>
                  <a:pt x="109" y="46"/>
                  <a:pt x="109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/>
          <p:nvPr/>
        </p:nvSpPr>
        <p:spPr>
          <a:xfrm>
            <a:off x="3409200" y="4348440"/>
            <a:ext cx="39240" cy="38880"/>
          </a:xfrm>
          <a:custGeom>
            <a:avLst/>
            <a:gdLst/>
            <a:ahLst/>
            <a:rect l="0" t="0" r="r" b="b"/>
            <a:pathLst>
              <a:path w="109" h="108">
                <a:moveTo>
                  <a:pt x="109" y="53"/>
                </a:moveTo>
                <a:cubicBezTo>
                  <a:pt x="109" y="60"/>
                  <a:pt x="106" y="68"/>
                  <a:pt x="104" y="75"/>
                </a:cubicBezTo>
                <a:cubicBezTo>
                  <a:pt x="101" y="81"/>
                  <a:pt x="97" y="87"/>
                  <a:pt x="92" y="92"/>
                </a:cubicBezTo>
                <a:cubicBezTo>
                  <a:pt x="87" y="97"/>
                  <a:pt x="81" y="101"/>
                  <a:pt x="74" y="104"/>
                </a:cubicBezTo>
                <a:cubicBezTo>
                  <a:pt x="68" y="107"/>
                  <a:pt x="61" y="108"/>
                  <a:pt x="54" y="108"/>
                </a:cubicBezTo>
                <a:cubicBezTo>
                  <a:pt x="47" y="108"/>
                  <a:pt x="40" y="107"/>
                  <a:pt x="33" y="104"/>
                </a:cubicBezTo>
                <a:cubicBezTo>
                  <a:pt x="27" y="101"/>
                  <a:pt x="21" y="97"/>
                  <a:pt x="16" y="92"/>
                </a:cubicBezTo>
                <a:cubicBezTo>
                  <a:pt x="11" y="87"/>
                  <a:pt x="7" y="81"/>
                  <a:pt x="4" y="75"/>
                </a:cubicBezTo>
                <a:cubicBezTo>
                  <a:pt x="2" y="68"/>
                  <a:pt x="0" y="60"/>
                  <a:pt x="0" y="53"/>
                </a:cubicBezTo>
                <a:cubicBezTo>
                  <a:pt x="0" y="46"/>
                  <a:pt x="2" y="39"/>
                  <a:pt x="4" y="33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7" y="0"/>
                  <a:pt x="54" y="0"/>
                </a:cubicBezTo>
                <a:cubicBezTo>
                  <a:pt x="61" y="0"/>
                  <a:pt x="68" y="1"/>
                  <a:pt x="74" y="4"/>
                </a:cubicBezTo>
                <a:cubicBezTo>
                  <a:pt x="81" y="6"/>
                  <a:pt x="87" y="10"/>
                  <a:pt x="92" y="15"/>
                </a:cubicBezTo>
                <a:cubicBezTo>
                  <a:pt x="97" y="20"/>
                  <a:pt x="101" y="26"/>
                  <a:pt x="104" y="33"/>
                </a:cubicBezTo>
                <a:cubicBezTo>
                  <a:pt x="106" y="39"/>
                  <a:pt x="109" y="46"/>
                  <a:pt x="109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3331800" y="446436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4"/>
                  <a:pt x="346" y="7"/>
                  <a:pt x="349" y="10"/>
                </a:cubicBezTo>
                <a:cubicBezTo>
                  <a:pt x="352" y="14"/>
                  <a:pt x="355" y="18"/>
                  <a:pt x="357" y="22"/>
                </a:cubicBezTo>
                <a:cubicBezTo>
                  <a:pt x="359" y="26"/>
                  <a:pt x="359" y="31"/>
                  <a:pt x="359" y="36"/>
                </a:cubicBezTo>
                <a:lnTo>
                  <a:pt x="359" y="144"/>
                </a:lnTo>
                <a:cubicBezTo>
                  <a:pt x="359" y="149"/>
                  <a:pt x="359" y="153"/>
                  <a:pt x="357" y="158"/>
                </a:cubicBezTo>
                <a:cubicBezTo>
                  <a:pt x="355" y="162"/>
                  <a:pt x="352" y="166"/>
                  <a:pt x="349" y="169"/>
                </a:cubicBezTo>
                <a:cubicBezTo>
                  <a:pt x="346" y="173"/>
                  <a:pt x="342" y="175"/>
                  <a:pt x="337" y="177"/>
                </a:cubicBezTo>
                <a:cubicBezTo>
                  <a:pt x="333" y="179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79"/>
                  <a:pt x="22" y="177"/>
                </a:cubicBezTo>
                <a:cubicBezTo>
                  <a:pt x="18" y="175"/>
                  <a:pt x="14" y="173"/>
                  <a:pt x="11" y="169"/>
                </a:cubicBezTo>
                <a:cubicBezTo>
                  <a:pt x="7" y="166"/>
                  <a:pt x="5" y="162"/>
                  <a:pt x="3" y="158"/>
                </a:cubicBezTo>
                <a:cubicBezTo>
                  <a:pt x="1" y="153"/>
                  <a:pt x="0" y="149"/>
                  <a:pt x="0" y="144"/>
                </a:cubicBezTo>
                <a:lnTo>
                  <a:pt x="0" y="36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4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/>
          <p:nvPr/>
        </p:nvSpPr>
        <p:spPr>
          <a:xfrm>
            <a:off x="3331800" y="4464360"/>
            <a:ext cx="129240" cy="64800"/>
          </a:xfrm>
          <a:custGeom>
            <a:avLst/>
            <a:gdLst/>
            <a:ahLst/>
            <a:rect l="0" t="0" r="r" b="b"/>
            <a:pathLst>
              <a:path w="359" h="180">
                <a:moveTo>
                  <a:pt x="36" y="0"/>
                </a:moveTo>
                <a:lnTo>
                  <a:pt x="324" y="0"/>
                </a:lnTo>
                <a:cubicBezTo>
                  <a:pt x="328" y="0"/>
                  <a:pt x="333" y="1"/>
                  <a:pt x="337" y="3"/>
                </a:cubicBezTo>
                <a:cubicBezTo>
                  <a:pt x="342" y="4"/>
                  <a:pt x="346" y="7"/>
                  <a:pt x="349" y="10"/>
                </a:cubicBezTo>
                <a:cubicBezTo>
                  <a:pt x="352" y="14"/>
                  <a:pt x="355" y="18"/>
                  <a:pt x="357" y="22"/>
                </a:cubicBezTo>
                <a:cubicBezTo>
                  <a:pt x="359" y="26"/>
                  <a:pt x="359" y="31"/>
                  <a:pt x="359" y="36"/>
                </a:cubicBezTo>
                <a:lnTo>
                  <a:pt x="359" y="144"/>
                </a:lnTo>
                <a:cubicBezTo>
                  <a:pt x="359" y="149"/>
                  <a:pt x="359" y="153"/>
                  <a:pt x="357" y="158"/>
                </a:cubicBezTo>
                <a:cubicBezTo>
                  <a:pt x="355" y="162"/>
                  <a:pt x="352" y="166"/>
                  <a:pt x="349" y="169"/>
                </a:cubicBezTo>
                <a:cubicBezTo>
                  <a:pt x="346" y="173"/>
                  <a:pt x="342" y="175"/>
                  <a:pt x="337" y="177"/>
                </a:cubicBezTo>
                <a:cubicBezTo>
                  <a:pt x="333" y="179"/>
                  <a:pt x="328" y="180"/>
                  <a:pt x="324" y="180"/>
                </a:cubicBezTo>
                <a:lnTo>
                  <a:pt x="36" y="180"/>
                </a:lnTo>
                <a:cubicBezTo>
                  <a:pt x="31" y="180"/>
                  <a:pt x="27" y="179"/>
                  <a:pt x="22" y="177"/>
                </a:cubicBezTo>
                <a:cubicBezTo>
                  <a:pt x="18" y="175"/>
                  <a:pt x="14" y="173"/>
                  <a:pt x="11" y="169"/>
                </a:cubicBezTo>
                <a:cubicBezTo>
                  <a:pt x="7" y="166"/>
                  <a:pt x="5" y="162"/>
                  <a:pt x="3" y="158"/>
                </a:cubicBezTo>
                <a:cubicBezTo>
                  <a:pt x="1" y="153"/>
                  <a:pt x="0" y="149"/>
                  <a:pt x="0" y="144"/>
                </a:cubicBezTo>
                <a:lnTo>
                  <a:pt x="0" y="36"/>
                </a:lnTo>
                <a:cubicBezTo>
                  <a:pt x="0" y="31"/>
                  <a:pt x="1" y="26"/>
                  <a:pt x="3" y="22"/>
                </a:cubicBezTo>
                <a:cubicBezTo>
                  <a:pt x="5" y="18"/>
                  <a:pt x="7" y="14"/>
                  <a:pt x="11" y="10"/>
                </a:cubicBezTo>
                <a:cubicBezTo>
                  <a:pt x="14" y="7"/>
                  <a:pt x="18" y="4"/>
                  <a:pt x="22" y="3"/>
                </a:cubicBezTo>
                <a:cubicBezTo>
                  <a:pt x="27" y="1"/>
                  <a:pt x="31" y="0"/>
                  <a:pt x="36" y="0"/>
                </a:cubicBezTo>
                <a:close/>
              </a:path>
            </a:pathLst>
          </a:custGeom>
          <a:noFill/>
          <a:ln w="12600">
            <a:solidFill>
              <a:srgbClr val="5b6670"/>
            </a:solidFill>
            <a:miter/>
          </a:ln>
        </p:spPr>
        <p:txBody>
          <a:bodyPr lIns="6120" rIns="6120" tIns="6120" bIns="61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3095280" y="4280760"/>
            <a:ext cx="190080" cy="221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500" spc="-1" strike="noStrike">
                <a:solidFill>
                  <a:srgbClr val="c0392b"/>
                </a:solidFill>
                <a:latin typeface="Arial"/>
                <a:ea typeface="Arial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5343480" y="2781000"/>
            <a:ext cx="3200760" cy="2086560"/>
          </a:xfrm>
          <a:custGeom>
            <a:avLst/>
            <a:gdLst/>
            <a:ahLst/>
            <a:rect l="0" t="0" r="r" b="b"/>
            <a:pathLst>
              <a:path w="8891" h="5796">
                <a:moveTo>
                  <a:pt x="0" y="5584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4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5584"/>
                </a:lnTo>
                <a:cubicBezTo>
                  <a:pt x="8891" y="5598"/>
                  <a:pt x="8889" y="5612"/>
                  <a:pt x="8887" y="5625"/>
                </a:cubicBezTo>
                <a:cubicBezTo>
                  <a:pt x="8884" y="5639"/>
                  <a:pt x="8880" y="5652"/>
                  <a:pt x="8875" y="5665"/>
                </a:cubicBezTo>
                <a:cubicBezTo>
                  <a:pt x="8869" y="5678"/>
                  <a:pt x="8863" y="5690"/>
                  <a:pt x="8855" y="5702"/>
                </a:cubicBezTo>
                <a:cubicBezTo>
                  <a:pt x="8847" y="5713"/>
                  <a:pt x="8838" y="5724"/>
                  <a:pt x="8829" y="5734"/>
                </a:cubicBezTo>
                <a:cubicBezTo>
                  <a:pt x="8819" y="5744"/>
                  <a:pt x="8808" y="5752"/>
                  <a:pt x="8797" y="5760"/>
                </a:cubicBezTo>
                <a:cubicBezTo>
                  <a:pt x="8785" y="5768"/>
                  <a:pt x="8773" y="5774"/>
                  <a:pt x="8760" y="5780"/>
                </a:cubicBezTo>
                <a:cubicBezTo>
                  <a:pt x="8747" y="5785"/>
                  <a:pt x="8734" y="5789"/>
                  <a:pt x="8720" y="5792"/>
                </a:cubicBezTo>
                <a:cubicBezTo>
                  <a:pt x="8707" y="5794"/>
                  <a:pt x="8693" y="5796"/>
                  <a:pt x="8679" y="5796"/>
                </a:cubicBezTo>
                <a:lnTo>
                  <a:pt x="132" y="5796"/>
                </a:lnTo>
                <a:cubicBezTo>
                  <a:pt x="123" y="5796"/>
                  <a:pt x="115" y="5794"/>
                  <a:pt x="106" y="5792"/>
                </a:cubicBezTo>
                <a:cubicBezTo>
                  <a:pt x="98" y="5789"/>
                  <a:pt x="89" y="5785"/>
                  <a:pt x="81" y="5780"/>
                </a:cubicBezTo>
                <a:cubicBezTo>
                  <a:pt x="73" y="5774"/>
                  <a:pt x="66" y="5768"/>
                  <a:pt x="58" y="5760"/>
                </a:cubicBezTo>
                <a:cubicBezTo>
                  <a:pt x="51" y="5752"/>
                  <a:pt x="45" y="5744"/>
                  <a:pt x="38" y="5734"/>
                </a:cubicBezTo>
                <a:cubicBezTo>
                  <a:pt x="32" y="5724"/>
                  <a:pt x="27" y="5713"/>
                  <a:pt x="22" y="5702"/>
                </a:cubicBezTo>
                <a:cubicBezTo>
                  <a:pt x="17" y="5690"/>
                  <a:pt x="13" y="5678"/>
                  <a:pt x="10" y="5665"/>
                </a:cubicBezTo>
                <a:cubicBezTo>
                  <a:pt x="6" y="5652"/>
                  <a:pt x="4" y="5639"/>
                  <a:pt x="2" y="5625"/>
                </a:cubicBezTo>
                <a:cubicBezTo>
                  <a:pt x="0" y="5612"/>
                  <a:pt x="0" y="5598"/>
                  <a:pt x="0" y="5584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5314680" y="2781000"/>
            <a:ext cx="3229560" cy="2086560"/>
          </a:xfrm>
          <a:custGeom>
            <a:avLst/>
            <a:gdLst/>
            <a:ahLst/>
            <a:rect l="0" t="0" r="r" b="b"/>
            <a:pathLst>
              <a:path w="8971" h="5796">
                <a:moveTo>
                  <a:pt x="0" y="0"/>
                </a:moveTo>
                <a:lnTo>
                  <a:pt x="8971" y="0"/>
                </a:lnTo>
                <a:lnTo>
                  <a:pt x="8971" y="5796"/>
                </a:lnTo>
                <a:lnTo>
                  <a:pt x="0" y="579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1018080" y="4603680"/>
            <a:ext cx="4196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74151"/>
                </a:solidFill>
                <a:latin typeface="Arial"/>
                <a:ea typeface="Arial"/>
              </a:rPr>
              <a:t>De eis staat nergens los: mens noch machine kan nalezen wat er bedoeld is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5535360" y="292284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5535360" y="315216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5535360" y="337104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5535360" y="359028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5670720" y="377136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2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22" name=""/>
          <p:cNvSpPr/>
          <p:nvPr/>
        </p:nvSpPr>
        <p:spPr>
          <a:xfrm>
            <a:off x="485640" y="1028520"/>
            <a:ext cx="8058600" cy="819360"/>
          </a:xfrm>
          <a:custGeom>
            <a:avLst/>
            <a:gdLst/>
            <a:ahLst/>
            <a:rect l="0" t="0" r="r" b="b"/>
            <a:pathLst>
              <a:path w="22385" h="2276">
                <a:moveTo>
                  <a:pt x="0" y="2012"/>
                </a:moveTo>
                <a:lnTo>
                  <a:pt x="0" y="265"/>
                </a:lnTo>
                <a:cubicBezTo>
                  <a:pt x="0" y="247"/>
                  <a:pt x="1" y="230"/>
                  <a:pt x="3" y="213"/>
                </a:cubicBezTo>
                <a:cubicBezTo>
                  <a:pt x="6" y="196"/>
                  <a:pt x="9" y="179"/>
                  <a:pt x="14" y="163"/>
                </a:cubicBezTo>
                <a:cubicBezTo>
                  <a:pt x="19" y="147"/>
                  <a:pt x="24" y="132"/>
                  <a:pt x="31" y="118"/>
                </a:cubicBezTo>
                <a:cubicBezTo>
                  <a:pt x="38" y="103"/>
                  <a:pt x="46" y="90"/>
                  <a:pt x="54" y="77"/>
                </a:cubicBezTo>
                <a:cubicBezTo>
                  <a:pt x="63" y="65"/>
                  <a:pt x="72" y="54"/>
                  <a:pt x="82" y="45"/>
                </a:cubicBezTo>
                <a:cubicBezTo>
                  <a:pt x="92" y="35"/>
                  <a:pt x="103" y="27"/>
                  <a:pt x="114" y="20"/>
                </a:cubicBezTo>
                <a:cubicBezTo>
                  <a:pt x="125" y="13"/>
                  <a:pt x="137" y="8"/>
                  <a:pt x="149" y="5"/>
                </a:cubicBezTo>
                <a:cubicBezTo>
                  <a:pt x="161" y="2"/>
                  <a:pt x="173" y="0"/>
                  <a:pt x="185" y="0"/>
                </a:cubicBezTo>
                <a:lnTo>
                  <a:pt x="22120" y="0"/>
                </a:lnTo>
                <a:cubicBezTo>
                  <a:pt x="22137" y="0"/>
                  <a:pt x="22155" y="2"/>
                  <a:pt x="22172" y="5"/>
                </a:cubicBezTo>
                <a:cubicBezTo>
                  <a:pt x="22189" y="8"/>
                  <a:pt x="22205" y="13"/>
                  <a:pt x="22221" y="20"/>
                </a:cubicBezTo>
                <a:cubicBezTo>
                  <a:pt x="22237" y="27"/>
                  <a:pt x="22253" y="35"/>
                  <a:pt x="22267" y="45"/>
                </a:cubicBezTo>
                <a:cubicBezTo>
                  <a:pt x="22281" y="54"/>
                  <a:pt x="22295" y="65"/>
                  <a:pt x="22307" y="77"/>
                </a:cubicBezTo>
                <a:cubicBezTo>
                  <a:pt x="22319" y="90"/>
                  <a:pt x="22330" y="103"/>
                  <a:pt x="22340" y="118"/>
                </a:cubicBezTo>
                <a:cubicBezTo>
                  <a:pt x="22350" y="132"/>
                  <a:pt x="22358" y="147"/>
                  <a:pt x="22364" y="163"/>
                </a:cubicBezTo>
                <a:cubicBezTo>
                  <a:pt x="22371" y="179"/>
                  <a:pt x="22376" y="196"/>
                  <a:pt x="22380" y="213"/>
                </a:cubicBezTo>
                <a:cubicBezTo>
                  <a:pt x="22383" y="230"/>
                  <a:pt x="22385" y="247"/>
                  <a:pt x="22385" y="265"/>
                </a:cubicBezTo>
                <a:lnTo>
                  <a:pt x="22385" y="2012"/>
                </a:lnTo>
                <a:cubicBezTo>
                  <a:pt x="22385" y="2029"/>
                  <a:pt x="22383" y="2046"/>
                  <a:pt x="22380" y="2063"/>
                </a:cubicBezTo>
                <a:cubicBezTo>
                  <a:pt x="22376" y="2080"/>
                  <a:pt x="22371" y="2097"/>
                  <a:pt x="22364" y="2113"/>
                </a:cubicBezTo>
                <a:cubicBezTo>
                  <a:pt x="22358" y="2129"/>
                  <a:pt x="22350" y="2144"/>
                  <a:pt x="22340" y="2159"/>
                </a:cubicBezTo>
                <a:cubicBezTo>
                  <a:pt x="22330" y="2173"/>
                  <a:pt x="22319" y="2187"/>
                  <a:pt x="22307" y="2199"/>
                </a:cubicBezTo>
                <a:cubicBezTo>
                  <a:pt x="22295" y="2211"/>
                  <a:pt x="22281" y="2222"/>
                  <a:pt x="22267" y="2232"/>
                </a:cubicBezTo>
                <a:cubicBezTo>
                  <a:pt x="22253" y="2241"/>
                  <a:pt x="22237" y="2250"/>
                  <a:pt x="22221" y="2256"/>
                </a:cubicBezTo>
                <a:cubicBezTo>
                  <a:pt x="22205" y="2263"/>
                  <a:pt x="22189" y="2268"/>
                  <a:pt x="22172" y="2271"/>
                </a:cubicBezTo>
                <a:cubicBezTo>
                  <a:pt x="22155" y="2275"/>
                  <a:pt x="22137" y="2276"/>
                  <a:pt x="22120" y="2276"/>
                </a:cubicBezTo>
                <a:lnTo>
                  <a:pt x="185" y="2276"/>
                </a:lnTo>
                <a:cubicBezTo>
                  <a:pt x="173" y="2276"/>
                  <a:pt x="161" y="2275"/>
                  <a:pt x="149" y="2271"/>
                </a:cubicBezTo>
                <a:cubicBezTo>
                  <a:pt x="137" y="2268"/>
                  <a:pt x="125" y="2263"/>
                  <a:pt x="114" y="2256"/>
                </a:cubicBezTo>
                <a:cubicBezTo>
                  <a:pt x="103" y="2250"/>
                  <a:pt x="92" y="2241"/>
                  <a:pt x="82" y="2232"/>
                </a:cubicBezTo>
                <a:cubicBezTo>
                  <a:pt x="72" y="2222"/>
                  <a:pt x="63" y="2211"/>
                  <a:pt x="54" y="2199"/>
                </a:cubicBezTo>
                <a:cubicBezTo>
                  <a:pt x="46" y="2187"/>
                  <a:pt x="38" y="2173"/>
                  <a:pt x="31" y="2159"/>
                </a:cubicBezTo>
                <a:cubicBezTo>
                  <a:pt x="24" y="2144"/>
                  <a:pt x="19" y="2129"/>
                  <a:pt x="14" y="2113"/>
                </a:cubicBezTo>
                <a:cubicBezTo>
                  <a:pt x="9" y="2097"/>
                  <a:pt x="6" y="2080"/>
                  <a:pt x="3" y="2063"/>
                </a:cubicBezTo>
                <a:cubicBezTo>
                  <a:pt x="1" y="2046"/>
                  <a:pt x="0" y="2029"/>
                  <a:pt x="0" y="2012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/>
          <p:nvPr/>
        </p:nvSpPr>
        <p:spPr>
          <a:xfrm>
            <a:off x="456840" y="1028520"/>
            <a:ext cx="8087400" cy="819360"/>
          </a:xfrm>
          <a:custGeom>
            <a:avLst/>
            <a:gdLst/>
            <a:ahLst/>
            <a:rect l="0" t="0" r="r" b="b"/>
            <a:pathLst>
              <a:path w="22465" h="2276">
                <a:moveTo>
                  <a:pt x="0" y="0"/>
                </a:moveTo>
                <a:lnTo>
                  <a:pt x="22465" y="0"/>
                </a:lnTo>
                <a:lnTo>
                  <a:pt x="22465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 txBox="1"/>
          <p:nvPr/>
        </p:nvSpPr>
        <p:spPr>
          <a:xfrm>
            <a:off x="439920" y="386640"/>
            <a:ext cx="4600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Waardoor we vertragen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 txBox="1"/>
          <p:nvPr/>
        </p:nvSpPr>
        <p:spPr>
          <a:xfrm>
            <a:off x="704880" y="1199520"/>
            <a:ext cx="785700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380" spc="-1" strike="noStrike">
                <a:solidFill>
                  <a:srgbClr val="7a5dba"/>
                </a:solidFill>
                <a:latin typeface="Arial"/>
                <a:ea typeface="Arial"/>
              </a:rPr>
              <a:t>We hebben capaciteit voor technische uitwerking, maar te weinig richting erin.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/>
          <p:nvPr/>
        </p:nvSpPr>
        <p:spPr>
          <a:xfrm>
            <a:off x="456840" y="1981080"/>
            <a:ext cx="2601000" cy="1981440"/>
          </a:xfrm>
          <a:custGeom>
            <a:avLst/>
            <a:gdLst/>
            <a:ahLst/>
            <a:rect l="0" t="0" r="r" b="b"/>
            <a:pathLst>
              <a:path w="7225" h="5504">
                <a:moveTo>
                  <a:pt x="0" y="5240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5240"/>
                </a:lnTo>
                <a:cubicBezTo>
                  <a:pt x="7225" y="5257"/>
                  <a:pt x="7223" y="5274"/>
                  <a:pt x="7220" y="5291"/>
                </a:cubicBezTo>
                <a:cubicBezTo>
                  <a:pt x="7216" y="5308"/>
                  <a:pt x="7211" y="5325"/>
                  <a:pt x="7204" y="5341"/>
                </a:cubicBezTo>
                <a:cubicBezTo>
                  <a:pt x="7198" y="5357"/>
                  <a:pt x="7190" y="5372"/>
                  <a:pt x="7180" y="5387"/>
                </a:cubicBezTo>
                <a:cubicBezTo>
                  <a:pt x="7170" y="5401"/>
                  <a:pt x="7159" y="5414"/>
                  <a:pt x="7147" y="5427"/>
                </a:cubicBezTo>
                <a:cubicBezTo>
                  <a:pt x="7135" y="5439"/>
                  <a:pt x="7121" y="5450"/>
                  <a:pt x="7107" y="5460"/>
                </a:cubicBezTo>
                <a:cubicBezTo>
                  <a:pt x="7093" y="5469"/>
                  <a:pt x="7077" y="5477"/>
                  <a:pt x="7061" y="5484"/>
                </a:cubicBezTo>
                <a:cubicBezTo>
                  <a:pt x="7045" y="5491"/>
                  <a:pt x="7029" y="5496"/>
                  <a:pt x="7012" y="5499"/>
                </a:cubicBezTo>
                <a:cubicBezTo>
                  <a:pt x="6995" y="5502"/>
                  <a:pt x="6977" y="5504"/>
                  <a:pt x="6960" y="5504"/>
                </a:cubicBezTo>
                <a:lnTo>
                  <a:pt x="265" y="5504"/>
                </a:lnTo>
                <a:cubicBezTo>
                  <a:pt x="248" y="5504"/>
                  <a:pt x="231" y="5502"/>
                  <a:pt x="213" y="5499"/>
                </a:cubicBezTo>
                <a:cubicBezTo>
                  <a:pt x="196" y="5496"/>
                  <a:pt x="180" y="5491"/>
                  <a:pt x="164" y="5484"/>
                </a:cubicBezTo>
                <a:cubicBezTo>
                  <a:pt x="148" y="5477"/>
                  <a:pt x="133" y="5469"/>
                  <a:pt x="118" y="5460"/>
                </a:cubicBezTo>
                <a:cubicBezTo>
                  <a:pt x="104" y="5450"/>
                  <a:pt x="90" y="5439"/>
                  <a:pt x="78" y="5427"/>
                </a:cubicBezTo>
                <a:cubicBezTo>
                  <a:pt x="66" y="5414"/>
                  <a:pt x="55" y="5401"/>
                  <a:pt x="45" y="5387"/>
                </a:cubicBezTo>
                <a:cubicBezTo>
                  <a:pt x="35" y="5372"/>
                  <a:pt x="27" y="5357"/>
                  <a:pt x="21" y="5341"/>
                </a:cubicBezTo>
                <a:cubicBezTo>
                  <a:pt x="14" y="5325"/>
                  <a:pt x="9" y="5308"/>
                  <a:pt x="6" y="5291"/>
                </a:cubicBezTo>
                <a:cubicBezTo>
                  <a:pt x="2" y="5274"/>
                  <a:pt x="0" y="5257"/>
                  <a:pt x="0" y="5240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 txBox="1"/>
          <p:nvPr/>
        </p:nvSpPr>
        <p:spPr>
          <a:xfrm>
            <a:off x="704880" y="1504080"/>
            <a:ext cx="7520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Wat is er precies nodig om dit spoor te leggen? Waar leggen we het wel, waar bewust niet, en waarom?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 txBox="1"/>
          <p:nvPr/>
        </p:nvSpPr>
        <p:spPr>
          <a:xfrm>
            <a:off x="609480" y="2142000"/>
            <a:ext cx="26906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Rollen en producten herverdelen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609480" y="2415960"/>
            <a:ext cx="1911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Inventariseren welke rollen,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 txBox="1"/>
          <p:nvPr/>
        </p:nvSpPr>
        <p:spPr>
          <a:xfrm>
            <a:off x="609480" y="2606400"/>
            <a:ext cx="2533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producten en verantwoordelijkheden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 txBox="1"/>
          <p:nvPr/>
        </p:nvSpPr>
        <p:spPr>
          <a:xfrm>
            <a:off x="609480" y="2796840"/>
            <a:ext cx="22363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er zijn, en die opnieuw beleggen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609480" y="2977920"/>
            <a:ext cx="24606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zodat er richting vanuit de business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609480" y="3438360"/>
            <a:ext cx="2295720" cy="9720"/>
          </a:xfrm>
          <a:custGeom>
            <a:avLst/>
            <a:gdLst/>
            <a:ahLst/>
            <a:rect l="0" t="0" r="r" b="b"/>
            <a:pathLst>
              <a:path w="6377" h="27">
                <a:moveTo>
                  <a:pt x="0" y="0"/>
                </a:moveTo>
                <a:lnTo>
                  <a:pt x="6377" y="0"/>
                </a:lnTo>
                <a:lnTo>
                  <a:pt x="63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2e86c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 txBox="1"/>
          <p:nvPr/>
        </p:nvSpPr>
        <p:spPr>
          <a:xfrm>
            <a:off x="609480" y="3168360"/>
            <a:ext cx="3952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komt.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609480" y="3506400"/>
            <a:ext cx="230508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Geen extra budget, wel keuzes in wat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3200040" y="1981080"/>
            <a:ext cx="2601000" cy="1981440"/>
          </a:xfrm>
          <a:custGeom>
            <a:avLst/>
            <a:gdLst/>
            <a:ahLst/>
            <a:rect l="0" t="0" r="r" b="b"/>
            <a:pathLst>
              <a:path w="7225" h="5504">
                <a:moveTo>
                  <a:pt x="0" y="5240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5240"/>
                </a:lnTo>
                <a:cubicBezTo>
                  <a:pt x="7225" y="5257"/>
                  <a:pt x="7223" y="5274"/>
                  <a:pt x="7220" y="5291"/>
                </a:cubicBezTo>
                <a:cubicBezTo>
                  <a:pt x="7216" y="5308"/>
                  <a:pt x="7211" y="5325"/>
                  <a:pt x="7204" y="5341"/>
                </a:cubicBezTo>
                <a:cubicBezTo>
                  <a:pt x="7198" y="5357"/>
                  <a:pt x="7190" y="5372"/>
                  <a:pt x="7180" y="5387"/>
                </a:cubicBezTo>
                <a:cubicBezTo>
                  <a:pt x="7170" y="5401"/>
                  <a:pt x="7159" y="5414"/>
                  <a:pt x="7147" y="5427"/>
                </a:cubicBezTo>
                <a:cubicBezTo>
                  <a:pt x="7135" y="5439"/>
                  <a:pt x="7121" y="5450"/>
                  <a:pt x="7107" y="5460"/>
                </a:cubicBezTo>
                <a:cubicBezTo>
                  <a:pt x="7093" y="5469"/>
                  <a:pt x="7077" y="5477"/>
                  <a:pt x="7061" y="5484"/>
                </a:cubicBezTo>
                <a:cubicBezTo>
                  <a:pt x="7045" y="5491"/>
                  <a:pt x="7029" y="5496"/>
                  <a:pt x="7012" y="5499"/>
                </a:cubicBezTo>
                <a:cubicBezTo>
                  <a:pt x="6995" y="5502"/>
                  <a:pt x="6977" y="5504"/>
                  <a:pt x="6960" y="5504"/>
                </a:cubicBezTo>
                <a:lnTo>
                  <a:pt x="265" y="5504"/>
                </a:lnTo>
                <a:cubicBezTo>
                  <a:pt x="248" y="5504"/>
                  <a:pt x="231" y="5502"/>
                  <a:pt x="213" y="5499"/>
                </a:cubicBezTo>
                <a:cubicBezTo>
                  <a:pt x="196" y="5496"/>
                  <a:pt x="180" y="5491"/>
                  <a:pt x="164" y="5484"/>
                </a:cubicBezTo>
                <a:cubicBezTo>
                  <a:pt x="148" y="5477"/>
                  <a:pt x="133" y="5469"/>
                  <a:pt x="118" y="5460"/>
                </a:cubicBezTo>
                <a:cubicBezTo>
                  <a:pt x="104" y="5450"/>
                  <a:pt x="90" y="5439"/>
                  <a:pt x="78" y="5427"/>
                </a:cubicBezTo>
                <a:cubicBezTo>
                  <a:pt x="66" y="5414"/>
                  <a:pt x="55" y="5401"/>
                  <a:pt x="45" y="5387"/>
                </a:cubicBezTo>
                <a:cubicBezTo>
                  <a:pt x="35" y="5372"/>
                  <a:pt x="27" y="5357"/>
                  <a:pt x="21" y="5341"/>
                </a:cubicBezTo>
                <a:cubicBezTo>
                  <a:pt x="14" y="5325"/>
                  <a:pt x="9" y="5308"/>
                  <a:pt x="6" y="5291"/>
                </a:cubicBezTo>
                <a:cubicBezTo>
                  <a:pt x="2" y="5274"/>
                  <a:pt x="0" y="5257"/>
                  <a:pt x="0" y="524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 txBox="1"/>
          <p:nvPr/>
        </p:nvSpPr>
        <p:spPr>
          <a:xfrm>
            <a:off x="609480" y="3668400"/>
            <a:ext cx="6818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blijft liggen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3349800" y="2142000"/>
            <a:ext cx="2256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De vraag bij de instellingen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 txBox="1"/>
          <p:nvPr/>
        </p:nvSpPr>
        <p:spPr>
          <a:xfrm>
            <a:off x="3349800" y="2351520"/>
            <a:ext cx="65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ophalen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 txBox="1"/>
          <p:nvPr/>
        </p:nvSpPr>
        <p:spPr>
          <a:xfrm>
            <a:off x="3349800" y="2634840"/>
            <a:ext cx="24224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POC-scholen beschrijven hun eigen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3349800" y="2815920"/>
            <a:ext cx="2062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bouwstenen, OKx toetst ze 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/>
          <p:nvPr/>
        </p:nvSpPr>
        <p:spPr>
          <a:xfrm>
            <a:off x="3352680" y="3600360"/>
            <a:ext cx="2295720" cy="9720"/>
          </a:xfrm>
          <a:custGeom>
            <a:avLst/>
            <a:gdLst/>
            <a:ahLst/>
            <a:rect l="0" t="0" r="r" b="b"/>
            <a:pathLst>
              <a:path w="6377" h="27">
                <a:moveTo>
                  <a:pt x="0" y="0"/>
                </a:moveTo>
                <a:lnTo>
                  <a:pt x="6377" y="0"/>
                </a:lnTo>
                <a:lnTo>
                  <a:pt x="63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891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 txBox="1"/>
          <p:nvPr/>
        </p:nvSpPr>
        <p:spPr>
          <a:xfrm>
            <a:off x="3349800" y="3006360"/>
            <a:ext cx="21510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verbindt ze aan de speciﬁcatie.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5933880" y="1981080"/>
            <a:ext cx="2610360" cy="1981440"/>
          </a:xfrm>
          <a:custGeom>
            <a:avLst/>
            <a:gdLst/>
            <a:ahLst/>
            <a:rect l="0" t="0" r="r" b="b"/>
            <a:pathLst>
              <a:path w="7251" h="5504">
                <a:moveTo>
                  <a:pt x="0" y="5240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4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7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4"/>
                </a:cubicBezTo>
                <a:lnTo>
                  <a:pt x="7251" y="5240"/>
                </a:lnTo>
                <a:cubicBezTo>
                  <a:pt x="7251" y="5257"/>
                  <a:pt x="7249" y="5274"/>
                  <a:pt x="7246" y="5291"/>
                </a:cubicBezTo>
                <a:cubicBezTo>
                  <a:pt x="7242" y="5308"/>
                  <a:pt x="7237" y="5325"/>
                  <a:pt x="7230" y="5341"/>
                </a:cubicBezTo>
                <a:cubicBezTo>
                  <a:pt x="7224" y="5357"/>
                  <a:pt x="7216" y="5372"/>
                  <a:pt x="7206" y="5387"/>
                </a:cubicBezTo>
                <a:cubicBezTo>
                  <a:pt x="7196" y="5401"/>
                  <a:pt x="7185" y="5414"/>
                  <a:pt x="7173" y="5427"/>
                </a:cubicBezTo>
                <a:cubicBezTo>
                  <a:pt x="7161" y="5439"/>
                  <a:pt x="7147" y="5450"/>
                  <a:pt x="7133" y="5460"/>
                </a:cubicBezTo>
                <a:cubicBezTo>
                  <a:pt x="7119" y="5469"/>
                  <a:pt x="7103" y="5477"/>
                  <a:pt x="7087" y="5484"/>
                </a:cubicBezTo>
                <a:cubicBezTo>
                  <a:pt x="7071" y="5491"/>
                  <a:pt x="7055" y="5496"/>
                  <a:pt x="7038" y="5499"/>
                </a:cubicBezTo>
                <a:cubicBezTo>
                  <a:pt x="7021" y="5502"/>
                  <a:pt x="7003" y="5504"/>
                  <a:pt x="6986" y="5504"/>
                </a:cubicBezTo>
                <a:lnTo>
                  <a:pt x="265" y="5504"/>
                </a:lnTo>
                <a:cubicBezTo>
                  <a:pt x="247" y="5504"/>
                  <a:pt x="230" y="5502"/>
                  <a:pt x="213" y="5499"/>
                </a:cubicBezTo>
                <a:cubicBezTo>
                  <a:pt x="196" y="5496"/>
                  <a:pt x="179" y="5491"/>
                  <a:pt x="163" y="5484"/>
                </a:cubicBezTo>
                <a:cubicBezTo>
                  <a:pt x="147" y="5477"/>
                  <a:pt x="132" y="5469"/>
                  <a:pt x="118" y="5460"/>
                </a:cubicBezTo>
                <a:cubicBezTo>
                  <a:pt x="103" y="5450"/>
                  <a:pt x="90" y="5439"/>
                  <a:pt x="78" y="5427"/>
                </a:cubicBezTo>
                <a:cubicBezTo>
                  <a:pt x="65" y="5414"/>
                  <a:pt x="54" y="5401"/>
                  <a:pt x="45" y="5387"/>
                </a:cubicBezTo>
                <a:cubicBezTo>
                  <a:pt x="35" y="5372"/>
                  <a:pt x="27" y="5357"/>
                  <a:pt x="20" y="5341"/>
                </a:cubicBezTo>
                <a:cubicBezTo>
                  <a:pt x="14" y="5325"/>
                  <a:pt x="9" y="5308"/>
                  <a:pt x="5" y="5291"/>
                </a:cubicBezTo>
                <a:cubicBezTo>
                  <a:pt x="2" y="5274"/>
                  <a:pt x="0" y="5257"/>
                  <a:pt x="0" y="524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3349800" y="3668400"/>
            <a:ext cx="211896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Draagvlak groeit, kost doorlooptijd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 txBox="1"/>
          <p:nvPr/>
        </p:nvSpPr>
        <p:spPr>
          <a:xfrm>
            <a:off x="6089760" y="2142000"/>
            <a:ext cx="12502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Capaciteit erbij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 txBox="1"/>
          <p:nvPr/>
        </p:nvSpPr>
        <p:spPr>
          <a:xfrm>
            <a:off x="6089760" y="2415960"/>
            <a:ext cx="2170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tweede analist en architect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 txBox="1"/>
          <p:nvPr/>
        </p:nvSpPr>
        <p:spPr>
          <a:xfrm>
            <a:off x="6089760" y="2606400"/>
            <a:ext cx="2283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naast Niels, die de vraag vertaalt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6086160" y="3600360"/>
            <a:ext cx="2305440" cy="9720"/>
          </a:xfrm>
          <a:custGeom>
            <a:avLst/>
            <a:gdLst/>
            <a:ahLst/>
            <a:rect l="0" t="0" r="r" b="b"/>
            <a:pathLst>
              <a:path w="6404" h="27">
                <a:moveTo>
                  <a:pt x="0" y="0"/>
                </a:moveTo>
                <a:lnTo>
                  <a:pt x="6404" y="0"/>
                </a:lnTo>
                <a:lnTo>
                  <a:pt x="640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e9e7e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 txBox="1"/>
          <p:nvPr/>
        </p:nvSpPr>
        <p:spPr>
          <a:xfrm>
            <a:off x="6089760" y="2796840"/>
            <a:ext cx="1422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naar werkpakketten.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/>
          <p:nvPr/>
        </p:nvSpPr>
        <p:spPr>
          <a:xfrm>
            <a:off x="456840" y="407664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>
            <a:off x="456840" y="407664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456840" y="485748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/>
          <p:nvPr/>
        </p:nvSpPr>
        <p:spPr>
          <a:xfrm>
            <a:off x="8534160" y="407664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5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/>
          <p:nvPr/>
        </p:nvSpPr>
        <p:spPr>
          <a:xfrm>
            <a:off x="456840" y="407664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 txBox="1"/>
          <p:nvPr/>
        </p:nvSpPr>
        <p:spPr>
          <a:xfrm>
            <a:off x="6089760" y="3668400"/>
            <a:ext cx="16754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60" spc="-1" strike="noStrike">
                <a:solidFill>
                  <a:srgbClr val="374151"/>
                </a:solidFill>
                <a:latin typeface="Arial"/>
                <a:ea typeface="Arial"/>
              </a:rPr>
              <a:t>Sneller scherp, kost budget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 txBox="1"/>
          <p:nvPr/>
        </p:nvSpPr>
        <p:spPr>
          <a:xfrm>
            <a:off x="634320" y="4293360"/>
            <a:ext cx="8832240" cy="17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50" spc="-1" strike="noStrike">
                <a:solidFill>
                  <a:srgbClr val="1a1a2e"/>
                </a:solidFill>
                <a:latin typeface="Arial"/>
                <a:ea typeface="Arial"/>
              </a:rPr>
              <a:t>Zonder keuze blijft de richting bij een persoon liggen en loopt de doorlooptijd op. </a:t>
            </a:r>
            <a:r>
              <a:rPr b="1" lang="en-US" sz="1150" spc="-1" strike="noStrike">
                <a:solidFill>
                  <a:srgbClr val="a8481f"/>
                </a:solidFill>
                <a:latin typeface="Arial"/>
                <a:ea typeface="Arial"/>
              </a:rPr>
              <a:t>Gevraagd: welke route verkennen</a:t>
            </a:r>
            <a:endParaRPr b="0" lang="en-US" sz="11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634320" y="4512600"/>
            <a:ext cx="320760" cy="17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50" spc="-1" strike="noStrike">
                <a:solidFill>
                  <a:srgbClr val="a8481f"/>
                </a:solidFill>
                <a:latin typeface="Arial"/>
                <a:ea typeface="Arial"/>
              </a:rPr>
              <a:t>we?</a:t>
            </a:r>
            <a:endParaRPr b="0" lang="en-US" sz="11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6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6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