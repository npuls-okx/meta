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presProps.xml" ContentType="application/vnd.openxmlformats-officedocument.presentationml.presPro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336088" cy="52578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466560" y="195120"/>
            <a:ext cx="8401680" cy="3791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466560" y="2629800"/>
            <a:ext cx="8401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771440" y="114588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46656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4771440" y="2629800"/>
            <a:ext cx="409968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46656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330732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6148080" y="114588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46656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330732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6148080" y="2629800"/>
            <a:ext cx="2705040" cy="135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66560" y="195120"/>
            <a:ext cx="8401680" cy="817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DejaVu Sans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DejaVu Sans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66560" y="1145880"/>
            <a:ext cx="8401680" cy="2840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9000"/>
          </a:bodyPr>
          <a:p>
            <a:pPr marL="427680" indent="-32076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DejaVu Sans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DejaVu Sans"/>
            </a:endParaRPr>
          </a:p>
          <a:p>
            <a:pPr lvl="1" marL="855360" indent="-32076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DejaVu Sans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DejaVu Sans"/>
            </a:endParaRPr>
          </a:p>
          <a:p>
            <a:pPr lvl="2" marL="1283040" indent="-28512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DejaVu Sans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DejaVu Sans"/>
            </a:endParaRPr>
          </a:p>
          <a:p>
            <a:pPr lvl="3" marL="1710720" indent="-21384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4" marL="213840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5" marL="256608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  <a:p>
            <a:pPr lvl="6" marL="2993760" indent="-21384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DejaVu Sans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DejaVu Sans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44" name=""/>
          <p:cNvSpPr txBox="1"/>
          <p:nvPr/>
        </p:nvSpPr>
        <p:spPr>
          <a:xfrm>
            <a:off x="961560" y="2013480"/>
            <a:ext cx="8901000" cy="460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3120" spc="-1" strike="noStrike">
                <a:solidFill>
                  <a:srgbClr val="1a1a2e"/>
                </a:solidFill>
                <a:latin typeface="Arial"/>
                <a:ea typeface="Arial"/>
              </a:rPr>
              <a:t>Hoe weten we of we het juiste bouwen?</a:t>
            </a:r>
            <a:endParaRPr b="0" lang="en-US" sz="31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3771720" y="3072960"/>
            <a:ext cx="2077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6b7280"/>
                </a:solidFill>
                <a:latin typeface="Arial"/>
                <a:ea typeface="Arial"/>
              </a:rPr>
              <a:t>Niek Derksen · OKx · 4-9-2026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952640" y="2532960"/>
            <a:ext cx="6172920" cy="204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80" spc="-1" strike="noStrike">
                <a:solidFill>
                  <a:srgbClr val="374151"/>
                </a:solidFill>
                <a:latin typeface="Arial"/>
                <a:ea typeface="Arial"/>
              </a:rPr>
              <a:t>Dertig jaar technologietrend, en het traject van OKx daarnaast gelegd</a:t>
            </a:r>
            <a:endParaRPr b="0" lang="en-US" sz="138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55" name=""/>
          <p:cNvSpPr/>
          <p:nvPr/>
        </p:nvSpPr>
        <p:spPr>
          <a:xfrm>
            <a:off x="485640" y="240012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3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4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5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3"/>
                  <a:pt x="20424" y="1572"/>
                  <a:pt x="20412" y="1579"/>
                </a:cubicBezTo>
                <a:cubicBezTo>
                  <a:pt x="20400" y="1587"/>
                  <a:pt x="20388" y="1594"/>
                  <a:pt x="20375" y="1599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4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4"/>
                  <a:pt x="106" y="1611"/>
                </a:cubicBezTo>
                <a:cubicBezTo>
                  <a:pt x="98" y="1608"/>
                  <a:pt x="90" y="1604"/>
                  <a:pt x="82" y="1599"/>
                </a:cubicBezTo>
                <a:cubicBezTo>
                  <a:pt x="74" y="1594"/>
                  <a:pt x="66" y="1587"/>
                  <a:pt x="59" y="1579"/>
                </a:cubicBezTo>
                <a:cubicBezTo>
                  <a:pt x="51" y="1572"/>
                  <a:pt x="45" y="1563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5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" name=""/>
          <p:cNvSpPr/>
          <p:nvPr/>
        </p:nvSpPr>
        <p:spPr>
          <a:xfrm>
            <a:off x="456840" y="240012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439920" y="1615320"/>
            <a:ext cx="2061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Aanleiding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" name=""/>
          <p:cNvSpPr/>
          <p:nvPr/>
        </p:nvSpPr>
        <p:spPr>
          <a:xfrm>
            <a:off x="485640" y="3057480"/>
            <a:ext cx="7382160" cy="581400"/>
          </a:xfrm>
          <a:custGeom>
            <a:avLst/>
            <a:gdLst/>
            <a:ahLst/>
            <a:rect l="0" t="0" r="r" b="b"/>
            <a:pathLst>
              <a:path w="20506" h="1615">
                <a:moveTo>
                  <a:pt x="0" y="1403"/>
                </a:moveTo>
                <a:lnTo>
                  <a:pt x="0" y="211"/>
                </a:lnTo>
                <a:cubicBezTo>
                  <a:pt x="0" y="197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7"/>
                  <a:pt x="17" y="105"/>
                  <a:pt x="22" y="94"/>
                </a:cubicBezTo>
                <a:cubicBezTo>
                  <a:pt x="27" y="82"/>
                  <a:pt x="32" y="71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0"/>
                  <a:pt x="98" y="6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6"/>
                  <a:pt x="20363" y="10"/>
                  <a:pt x="20375" y="16"/>
                </a:cubicBezTo>
                <a:cubicBezTo>
                  <a:pt x="20388" y="21"/>
                  <a:pt x="20400" y="28"/>
                  <a:pt x="20412" y="35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1"/>
                  <a:pt x="20463" y="82"/>
                  <a:pt x="20470" y="94"/>
                </a:cubicBezTo>
                <a:cubicBezTo>
                  <a:pt x="20478" y="105"/>
                  <a:pt x="20485" y="117"/>
                  <a:pt x="20490" y="130"/>
                </a:cubicBezTo>
                <a:cubicBezTo>
                  <a:pt x="20495" y="143"/>
                  <a:pt x="20499" y="156"/>
                  <a:pt x="20502" y="170"/>
                </a:cubicBezTo>
                <a:cubicBezTo>
                  <a:pt x="20505" y="184"/>
                  <a:pt x="20506" y="197"/>
                  <a:pt x="20506" y="211"/>
                </a:cubicBezTo>
                <a:lnTo>
                  <a:pt x="20506" y="1403"/>
                </a:lnTo>
                <a:cubicBezTo>
                  <a:pt x="20506" y="1417"/>
                  <a:pt x="20505" y="1431"/>
                  <a:pt x="20502" y="1444"/>
                </a:cubicBezTo>
                <a:cubicBezTo>
                  <a:pt x="20499" y="1458"/>
                  <a:pt x="20495" y="1471"/>
                  <a:pt x="20490" y="1484"/>
                </a:cubicBezTo>
                <a:cubicBezTo>
                  <a:pt x="20485" y="1497"/>
                  <a:pt x="20478" y="1509"/>
                  <a:pt x="20470" y="1521"/>
                </a:cubicBezTo>
                <a:cubicBezTo>
                  <a:pt x="20463" y="1532"/>
                  <a:pt x="20454" y="1543"/>
                  <a:pt x="20444" y="1553"/>
                </a:cubicBezTo>
                <a:cubicBezTo>
                  <a:pt x="20434" y="1562"/>
                  <a:pt x="20424" y="1571"/>
                  <a:pt x="20412" y="1579"/>
                </a:cubicBezTo>
                <a:cubicBezTo>
                  <a:pt x="20400" y="1587"/>
                  <a:pt x="20388" y="1593"/>
                  <a:pt x="20375" y="1598"/>
                </a:cubicBezTo>
                <a:cubicBezTo>
                  <a:pt x="20363" y="1604"/>
                  <a:pt x="20349" y="1608"/>
                  <a:pt x="20336" y="1611"/>
                </a:cubicBezTo>
                <a:cubicBezTo>
                  <a:pt x="20322" y="1613"/>
                  <a:pt x="20308" y="1615"/>
                  <a:pt x="20294" y="1615"/>
                </a:cubicBezTo>
                <a:lnTo>
                  <a:pt x="132" y="1615"/>
                </a:lnTo>
                <a:cubicBezTo>
                  <a:pt x="123" y="1615"/>
                  <a:pt x="115" y="1613"/>
                  <a:pt x="106" y="1611"/>
                </a:cubicBezTo>
                <a:cubicBezTo>
                  <a:pt x="98" y="1608"/>
                  <a:pt x="90" y="1604"/>
                  <a:pt x="82" y="1598"/>
                </a:cubicBezTo>
                <a:cubicBezTo>
                  <a:pt x="74" y="1593"/>
                  <a:pt x="66" y="1587"/>
                  <a:pt x="59" y="1579"/>
                </a:cubicBezTo>
                <a:cubicBezTo>
                  <a:pt x="51" y="1571"/>
                  <a:pt x="45" y="1562"/>
                  <a:pt x="39" y="1553"/>
                </a:cubicBezTo>
                <a:cubicBezTo>
                  <a:pt x="32" y="1543"/>
                  <a:pt x="27" y="1532"/>
                  <a:pt x="22" y="1521"/>
                </a:cubicBezTo>
                <a:cubicBezTo>
                  <a:pt x="17" y="1509"/>
                  <a:pt x="13" y="1497"/>
                  <a:pt x="10" y="1484"/>
                </a:cubicBezTo>
                <a:cubicBezTo>
                  <a:pt x="7" y="1471"/>
                  <a:pt x="4" y="1458"/>
                  <a:pt x="2" y="1444"/>
                </a:cubicBezTo>
                <a:cubicBezTo>
                  <a:pt x="1" y="1431"/>
                  <a:pt x="0" y="1417"/>
                  <a:pt x="0" y="140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" name=""/>
          <p:cNvSpPr/>
          <p:nvPr/>
        </p:nvSpPr>
        <p:spPr>
          <a:xfrm>
            <a:off x="456840" y="3057480"/>
            <a:ext cx="7410960" cy="581400"/>
          </a:xfrm>
          <a:custGeom>
            <a:avLst/>
            <a:gdLst/>
            <a:ahLst/>
            <a:rect l="0" t="0" r="r" b="b"/>
            <a:pathLst>
              <a:path w="20586" h="1615">
                <a:moveTo>
                  <a:pt x="0" y="0"/>
                </a:moveTo>
                <a:lnTo>
                  <a:pt x="20586" y="0"/>
                </a:lnTo>
                <a:lnTo>
                  <a:pt x="20586" y="1615"/>
                </a:lnTo>
                <a:lnTo>
                  <a:pt x="0" y="1615"/>
                </a:lnTo>
                <a:lnTo>
                  <a:pt x="0" y="0"/>
                </a:ln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12440" y="2583000"/>
            <a:ext cx="635580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Bouwen we geen stoomtrein door koppelvlakken te standaardiseren?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712440" y="3240360"/>
            <a:ext cx="665748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1a1a2e"/>
                </a:solidFill>
                <a:latin typeface="Arial"/>
                <a:ea typeface="Arial"/>
              </a:rPr>
              <a:t>Zeker met de opkomst van AI. Hebben we straks geen vliegende auto's?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6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70" name=""/>
          <p:cNvSpPr/>
          <p:nvPr/>
        </p:nvSpPr>
        <p:spPr>
          <a:xfrm>
            <a:off x="485640" y="1609560"/>
            <a:ext cx="7382160" cy="505080"/>
          </a:xfrm>
          <a:custGeom>
            <a:avLst/>
            <a:gdLst/>
            <a:ahLst/>
            <a:rect l="0" t="0" r="r" b="b"/>
            <a:pathLst>
              <a:path w="20506" h="1403">
                <a:moveTo>
                  <a:pt x="0" y="1192"/>
                </a:moveTo>
                <a:lnTo>
                  <a:pt x="0" y="212"/>
                </a:lnTo>
                <a:cubicBezTo>
                  <a:pt x="0" y="198"/>
                  <a:pt x="1" y="184"/>
                  <a:pt x="2" y="170"/>
                </a:cubicBezTo>
                <a:cubicBezTo>
                  <a:pt x="4" y="157"/>
                  <a:pt x="7" y="143"/>
                  <a:pt x="10" y="131"/>
                </a:cubicBezTo>
                <a:cubicBezTo>
                  <a:pt x="13" y="118"/>
                  <a:pt x="17" y="106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6"/>
                  <a:pt x="20485" y="118"/>
                  <a:pt x="20490" y="131"/>
                </a:cubicBezTo>
                <a:cubicBezTo>
                  <a:pt x="20495" y="143"/>
                  <a:pt x="20499" y="157"/>
                  <a:pt x="20502" y="170"/>
                </a:cubicBezTo>
                <a:cubicBezTo>
                  <a:pt x="20505" y="184"/>
                  <a:pt x="20506" y="198"/>
                  <a:pt x="20506" y="212"/>
                </a:cubicBezTo>
                <a:lnTo>
                  <a:pt x="20506" y="1192"/>
                </a:lnTo>
                <a:cubicBezTo>
                  <a:pt x="20506" y="1205"/>
                  <a:pt x="20505" y="1219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5"/>
                  <a:pt x="20478" y="1298"/>
                  <a:pt x="20470" y="1309"/>
                </a:cubicBezTo>
                <a:cubicBezTo>
                  <a:pt x="20463" y="1321"/>
                  <a:pt x="20454" y="1331"/>
                  <a:pt x="20444" y="1341"/>
                </a:cubicBezTo>
                <a:cubicBezTo>
                  <a:pt x="20434" y="1351"/>
                  <a:pt x="20424" y="1360"/>
                  <a:pt x="20412" y="1368"/>
                </a:cubicBezTo>
                <a:cubicBezTo>
                  <a:pt x="20400" y="1375"/>
                  <a:pt x="20388" y="1382"/>
                  <a:pt x="20375" y="1387"/>
                </a:cubicBezTo>
                <a:cubicBezTo>
                  <a:pt x="20363" y="1392"/>
                  <a:pt x="20349" y="1396"/>
                  <a:pt x="20336" y="1399"/>
                </a:cubicBezTo>
                <a:cubicBezTo>
                  <a:pt x="20322" y="1402"/>
                  <a:pt x="20308" y="1403"/>
                  <a:pt x="20294" y="1403"/>
                </a:cubicBezTo>
                <a:lnTo>
                  <a:pt x="132" y="1403"/>
                </a:lnTo>
                <a:cubicBezTo>
                  <a:pt x="123" y="1403"/>
                  <a:pt x="115" y="1402"/>
                  <a:pt x="106" y="1399"/>
                </a:cubicBezTo>
                <a:cubicBezTo>
                  <a:pt x="98" y="1396"/>
                  <a:pt x="90" y="1392"/>
                  <a:pt x="82" y="1387"/>
                </a:cubicBezTo>
                <a:cubicBezTo>
                  <a:pt x="74" y="1382"/>
                  <a:pt x="66" y="1375"/>
                  <a:pt x="59" y="1368"/>
                </a:cubicBezTo>
                <a:cubicBezTo>
                  <a:pt x="51" y="1360"/>
                  <a:pt x="45" y="1351"/>
                  <a:pt x="39" y="1341"/>
                </a:cubicBezTo>
                <a:cubicBezTo>
                  <a:pt x="32" y="1331"/>
                  <a:pt x="27" y="1321"/>
                  <a:pt x="22" y="1309"/>
                </a:cubicBezTo>
                <a:cubicBezTo>
                  <a:pt x="17" y="1298"/>
                  <a:pt x="13" y="1285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19"/>
                  <a:pt x="0" y="1205"/>
                  <a:pt x="0" y="119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" name=""/>
          <p:cNvSpPr/>
          <p:nvPr/>
        </p:nvSpPr>
        <p:spPr>
          <a:xfrm>
            <a:off x="456840" y="1609560"/>
            <a:ext cx="7410960" cy="505080"/>
          </a:xfrm>
          <a:custGeom>
            <a:avLst/>
            <a:gdLst/>
            <a:ahLst/>
            <a:rect l="0" t="0" r="r" b="b"/>
            <a:pathLst>
              <a:path w="20586" h="1403">
                <a:moveTo>
                  <a:pt x="0" y="0"/>
                </a:moveTo>
                <a:lnTo>
                  <a:pt x="20586" y="0"/>
                </a:lnTo>
                <a:lnTo>
                  <a:pt x="20586" y="1403"/>
                </a:lnTo>
                <a:lnTo>
                  <a:pt x="0" y="140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439920" y="939240"/>
            <a:ext cx="1850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Conclusie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" name=""/>
          <p:cNvSpPr/>
          <p:nvPr/>
        </p:nvSpPr>
        <p:spPr>
          <a:xfrm>
            <a:off x="485640" y="2190600"/>
            <a:ext cx="7382160" cy="495720"/>
          </a:xfrm>
          <a:custGeom>
            <a:avLst/>
            <a:gdLst/>
            <a:ahLst/>
            <a:rect l="0" t="0" r="r" b="b"/>
            <a:pathLst>
              <a:path w="20506" h="1377">
                <a:moveTo>
                  <a:pt x="0" y="1165"/>
                </a:moveTo>
                <a:lnTo>
                  <a:pt x="0" y="213"/>
                </a:lnTo>
                <a:cubicBezTo>
                  <a:pt x="0" y="199"/>
                  <a:pt x="1" y="185"/>
                  <a:pt x="2" y="171"/>
                </a:cubicBezTo>
                <a:cubicBezTo>
                  <a:pt x="4" y="158"/>
                  <a:pt x="7" y="144"/>
                  <a:pt x="10" y="132"/>
                </a:cubicBezTo>
                <a:cubicBezTo>
                  <a:pt x="13" y="119"/>
                  <a:pt x="17" y="107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6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1"/>
                  <a:pt x="20336" y="4"/>
                </a:cubicBezTo>
                <a:cubicBezTo>
                  <a:pt x="20349" y="7"/>
                  <a:pt x="20363" y="11"/>
                  <a:pt x="20375" y="16"/>
                </a:cubicBezTo>
                <a:cubicBezTo>
                  <a:pt x="20388" y="21"/>
                  <a:pt x="20400" y="28"/>
                  <a:pt x="20412" y="36"/>
                </a:cubicBezTo>
                <a:cubicBezTo>
                  <a:pt x="20424" y="43"/>
                  <a:pt x="20434" y="52"/>
                  <a:pt x="20444" y="62"/>
                </a:cubicBezTo>
                <a:cubicBezTo>
                  <a:pt x="20454" y="72"/>
                  <a:pt x="20463" y="82"/>
                  <a:pt x="20470" y="94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4"/>
                  <a:pt x="20499" y="158"/>
                  <a:pt x="20502" y="171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65"/>
                </a:lnTo>
                <a:cubicBezTo>
                  <a:pt x="20506" y="1179"/>
                  <a:pt x="20505" y="1193"/>
                  <a:pt x="20502" y="1206"/>
                </a:cubicBezTo>
                <a:cubicBezTo>
                  <a:pt x="20499" y="1220"/>
                  <a:pt x="20495" y="1233"/>
                  <a:pt x="20490" y="1246"/>
                </a:cubicBezTo>
                <a:cubicBezTo>
                  <a:pt x="20485" y="1259"/>
                  <a:pt x="20478" y="1271"/>
                  <a:pt x="20470" y="1283"/>
                </a:cubicBezTo>
                <a:cubicBezTo>
                  <a:pt x="20463" y="1294"/>
                  <a:pt x="20454" y="1305"/>
                  <a:pt x="20444" y="1315"/>
                </a:cubicBezTo>
                <a:cubicBezTo>
                  <a:pt x="20434" y="1325"/>
                  <a:pt x="20424" y="1333"/>
                  <a:pt x="20412" y="1341"/>
                </a:cubicBezTo>
                <a:cubicBezTo>
                  <a:pt x="20400" y="1349"/>
                  <a:pt x="20388" y="1355"/>
                  <a:pt x="20375" y="1361"/>
                </a:cubicBezTo>
                <a:cubicBezTo>
                  <a:pt x="20363" y="1366"/>
                  <a:pt x="20349" y="1370"/>
                  <a:pt x="20336" y="1373"/>
                </a:cubicBezTo>
                <a:cubicBezTo>
                  <a:pt x="20322" y="1375"/>
                  <a:pt x="20308" y="1377"/>
                  <a:pt x="20294" y="1377"/>
                </a:cubicBezTo>
                <a:lnTo>
                  <a:pt x="132" y="1377"/>
                </a:lnTo>
                <a:cubicBezTo>
                  <a:pt x="123" y="1377"/>
                  <a:pt x="115" y="1375"/>
                  <a:pt x="106" y="1373"/>
                </a:cubicBezTo>
                <a:cubicBezTo>
                  <a:pt x="98" y="1370"/>
                  <a:pt x="90" y="1366"/>
                  <a:pt x="82" y="1361"/>
                </a:cubicBezTo>
                <a:cubicBezTo>
                  <a:pt x="74" y="1355"/>
                  <a:pt x="66" y="1349"/>
                  <a:pt x="59" y="1341"/>
                </a:cubicBezTo>
                <a:cubicBezTo>
                  <a:pt x="51" y="1333"/>
                  <a:pt x="45" y="1325"/>
                  <a:pt x="39" y="1315"/>
                </a:cubicBezTo>
                <a:cubicBezTo>
                  <a:pt x="32" y="1305"/>
                  <a:pt x="27" y="1294"/>
                  <a:pt x="22" y="1283"/>
                </a:cubicBezTo>
                <a:cubicBezTo>
                  <a:pt x="17" y="1271"/>
                  <a:pt x="13" y="1259"/>
                  <a:pt x="10" y="1246"/>
                </a:cubicBezTo>
                <a:cubicBezTo>
                  <a:pt x="7" y="1233"/>
                  <a:pt x="4" y="1220"/>
                  <a:pt x="2" y="1206"/>
                </a:cubicBezTo>
                <a:cubicBezTo>
                  <a:pt x="1" y="1193"/>
                  <a:pt x="0" y="1179"/>
                  <a:pt x="0" y="1165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" name=""/>
          <p:cNvSpPr/>
          <p:nvPr/>
        </p:nvSpPr>
        <p:spPr>
          <a:xfrm>
            <a:off x="456840" y="2190600"/>
            <a:ext cx="7410960" cy="495720"/>
          </a:xfrm>
          <a:custGeom>
            <a:avLst/>
            <a:gdLst/>
            <a:ahLst/>
            <a:rect l="0" t="0" r="r" b="b"/>
            <a:pathLst>
              <a:path w="20586" h="1377">
                <a:moveTo>
                  <a:pt x="0" y="0"/>
                </a:moveTo>
                <a:lnTo>
                  <a:pt x="20586" y="0"/>
                </a:lnTo>
                <a:lnTo>
                  <a:pt x="20586" y="1377"/>
                </a:lnTo>
                <a:lnTo>
                  <a:pt x="0" y="1377"/>
                </a:lnTo>
                <a:lnTo>
                  <a:pt x="0" y="0"/>
                </a:ln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96960" y="1775520"/>
            <a:ext cx="496908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Ja, we bouwen een stoomtrein. En we leggen meteen de rails.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" name=""/>
          <p:cNvSpPr/>
          <p:nvPr/>
        </p:nvSpPr>
        <p:spPr>
          <a:xfrm>
            <a:off x="485640" y="2761920"/>
            <a:ext cx="7382160" cy="505440"/>
          </a:xfrm>
          <a:custGeom>
            <a:avLst/>
            <a:gdLst/>
            <a:ahLst/>
            <a:rect l="0" t="0" r="r" b="b"/>
            <a:pathLst>
              <a:path w="20506" h="1404">
                <a:moveTo>
                  <a:pt x="0" y="1192"/>
                </a:moveTo>
                <a:lnTo>
                  <a:pt x="0" y="213"/>
                </a:lnTo>
                <a:cubicBezTo>
                  <a:pt x="0" y="199"/>
                  <a:pt x="1" y="185"/>
                  <a:pt x="2" y="172"/>
                </a:cubicBezTo>
                <a:cubicBezTo>
                  <a:pt x="4" y="158"/>
                  <a:pt x="7" y="145"/>
                  <a:pt x="10" y="132"/>
                </a:cubicBezTo>
                <a:cubicBezTo>
                  <a:pt x="13" y="119"/>
                  <a:pt x="17" y="107"/>
                  <a:pt x="22" y="95"/>
                </a:cubicBezTo>
                <a:cubicBezTo>
                  <a:pt x="27" y="84"/>
                  <a:pt x="32" y="73"/>
                  <a:pt x="39" y="63"/>
                </a:cubicBezTo>
                <a:cubicBezTo>
                  <a:pt x="45" y="54"/>
                  <a:pt x="51" y="45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2"/>
                  <a:pt x="123" y="0"/>
                  <a:pt x="132" y="0"/>
                </a:cubicBezTo>
                <a:lnTo>
                  <a:pt x="20294" y="0"/>
                </a:lnTo>
                <a:cubicBezTo>
                  <a:pt x="20308" y="0"/>
                  <a:pt x="20322" y="2"/>
                  <a:pt x="20336" y="4"/>
                </a:cubicBezTo>
                <a:cubicBezTo>
                  <a:pt x="20349" y="7"/>
                  <a:pt x="20363" y="11"/>
                  <a:pt x="20375" y="17"/>
                </a:cubicBezTo>
                <a:cubicBezTo>
                  <a:pt x="20388" y="22"/>
                  <a:pt x="20400" y="28"/>
                  <a:pt x="20412" y="36"/>
                </a:cubicBezTo>
                <a:cubicBezTo>
                  <a:pt x="20424" y="45"/>
                  <a:pt x="20434" y="54"/>
                  <a:pt x="20444" y="63"/>
                </a:cubicBezTo>
                <a:cubicBezTo>
                  <a:pt x="20454" y="73"/>
                  <a:pt x="20463" y="84"/>
                  <a:pt x="20470" y="95"/>
                </a:cubicBezTo>
                <a:cubicBezTo>
                  <a:pt x="20478" y="107"/>
                  <a:pt x="20485" y="119"/>
                  <a:pt x="20490" y="132"/>
                </a:cubicBezTo>
                <a:cubicBezTo>
                  <a:pt x="20495" y="145"/>
                  <a:pt x="20499" y="158"/>
                  <a:pt x="20502" y="172"/>
                </a:cubicBezTo>
                <a:cubicBezTo>
                  <a:pt x="20505" y="185"/>
                  <a:pt x="20506" y="199"/>
                  <a:pt x="20506" y="213"/>
                </a:cubicBezTo>
                <a:lnTo>
                  <a:pt x="20506" y="1192"/>
                </a:lnTo>
                <a:cubicBezTo>
                  <a:pt x="20506" y="1206"/>
                  <a:pt x="20505" y="1220"/>
                  <a:pt x="20502" y="1233"/>
                </a:cubicBezTo>
                <a:cubicBezTo>
                  <a:pt x="20499" y="1247"/>
                  <a:pt x="20495" y="1260"/>
                  <a:pt x="20490" y="1273"/>
                </a:cubicBezTo>
                <a:cubicBezTo>
                  <a:pt x="20485" y="1286"/>
                  <a:pt x="20478" y="1298"/>
                  <a:pt x="20470" y="1310"/>
                </a:cubicBezTo>
                <a:cubicBezTo>
                  <a:pt x="20463" y="1321"/>
                  <a:pt x="20454" y="1332"/>
                  <a:pt x="20444" y="1342"/>
                </a:cubicBezTo>
                <a:cubicBezTo>
                  <a:pt x="20434" y="1352"/>
                  <a:pt x="20424" y="1360"/>
                  <a:pt x="20412" y="1368"/>
                </a:cubicBezTo>
                <a:cubicBezTo>
                  <a:pt x="20400" y="1376"/>
                  <a:pt x="20388" y="1382"/>
                  <a:pt x="20375" y="1388"/>
                </a:cubicBezTo>
                <a:cubicBezTo>
                  <a:pt x="20363" y="1393"/>
                  <a:pt x="20349" y="1397"/>
                  <a:pt x="20336" y="1400"/>
                </a:cubicBezTo>
                <a:cubicBezTo>
                  <a:pt x="20322" y="1402"/>
                  <a:pt x="20308" y="1404"/>
                  <a:pt x="20294" y="1404"/>
                </a:cubicBezTo>
                <a:lnTo>
                  <a:pt x="132" y="1404"/>
                </a:lnTo>
                <a:cubicBezTo>
                  <a:pt x="123" y="1404"/>
                  <a:pt x="115" y="1402"/>
                  <a:pt x="106" y="1400"/>
                </a:cubicBezTo>
                <a:cubicBezTo>
                  <a:pt x="98" y="1397"/>
                  <a:pt x="90" y="1393"/>
                  <a:pt x="82" y="1388"/>
                </a:cubicBezTo>
                <a:cubicBezTo>
                  <a:pt x="74" y="1382"/>
                  <a:pt x="66" y="1376"/>
                  <a:pt x="59" y="1368"/>
                </a:cubicBezTo>
                <a:cubicBezTo>
                  <a:pt x="51" y="1360"/>
                  <a:pt x="45" y="1352"/>
                  <a:pt x="39" y="1342"/>
                </a:cubicBezTo>
                <a:cubicBezTo>
                  <a:pt x="32" y="1332"/>
                  <a:pt x="27" y="1321"/>
                  <a:pt x="22" y="1310"/>
                </a:cubicBezTo>
                <a:cubicBezTo>
                  <a:pt x="17" y="1298"/>
                  <a:pt x="13" y="1286"/>
                  <a:pt x="10" y="1273"/>
                </a:cubicBezTo>
                <a:cubicBezTo>
                  <a:pt x="7" y="1260"/>
                  <a:pt x="4" y="1247"/>
                  <a:pt x="2" y="1233"/>
                </a:cubicBezTo>
                <a:cubicBezTo>
                  <a:pt x="1" y="1220"/>
                  <a:pt x="0" y="1206"/>
                  <a:pt x="0" y="119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" name=""/>
          <p:cNvSpPr/>
          <p:nvPr/>
        </p:nvSpPr>
        <p:spPr>
          <a:xfrm>
            <a:off x="456840" y="2761920"/>
            <a:ext cx="7410960" cy="505440"/>
          </a:xfrm>
          <a:custGeom>
            <a:avLst/>
            <a:gdLst/>
            <a:ahLst/>
            <a:rect l="0" t="0" r="r" b="b"/>
            <a:pathLst>
              <a:path w="20586" h="1404">
                <a:moveTo>
                  <a:pt x="0" y="0"/>
                </a:moveTo>
                <a:lnTo>
                  <a:pt x="20586" y="0"/>
                </a:lnTo>
                <a:lnTo>
                  <a:pt x="20586" y="1404"/>
                </a:lnTo>
                <a:lnTo>
                  <a:pt x="0" y="1404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" name=""/>
          <p:cNvSpPr txBox="1"/>
          <p:nvPr/>
        </p:nvSpPr>
        <p:spPr>
          <a:xfrm>
            <a:off x="696960" y="2347200"/>
            <a:ext cx="524340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 is mensenwerk. Alles daarna versnelt met AI.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" name=""/>
          <p:cNvSpPr/>
          <p:nvPr/>
        </p:nvSpPr>
        <p:spPr>
          <a:xfrm>
            <a:off x="466560" y="3428640"/>
            <a:ext cx="1000440" cy="305280"/>
          </a:xfrm>
          <a:custGeom>
            <a:avLst/>
            <a:gdLst/>
            <a:ahLst/>
            <a:rect l="0" t="0" r="r" b="b"/>
            <a:pathLst>
              <a:path w="2779" h="848">
                <a:moveTo>
                  <a:pt x="0" y="425"/>
                </a:moveTo>
                <a:cubicBezTo>
                  <a:pt x="0" y="397"/>
                  <a:pt x="3" y="370"/>
                  <a:pt x="8" y="342"/>
                </a:cubicBezTo>
                <a:cubicBezTo>
                  <a:pt x="14" y="315"/>
                  <a:pt x="22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7" y="166"/>
                  <a:pt x="105" y="144"/>
                  <a:pt x="125" y="124"/>
                </a:cubicBezTo>
                <a:cubicBezTo>
                  <a:pt x="145" y="105"/>
                  <a:pt x="166" y="87"/>
                  <a:pt x="189" y="72"/>
                </a:cubicBezTo>
                <a:cubicBezTo>
                  <a:pt x="212" y="56"/>
                  <a:pt x="237" y="43"/>
                  <a:pt x="262" y="33"/>
                </a:cubicBezTo>
                <a:cubicBezTo>
                  <a:pt x="288" y="22"/>
                  <a:pt x="314" y="14"/>
                  <a:pt x="342" y="9"/>
                </a:cubicBezTo>
                <a:cubicBezTo>
                  <a:pt x="369" y="3"/>
                  <a:pt x="396" y="0"/>
                  <a:pt x="424" y="0"/>
                </a:cubicBezTo>
                <a:lnTo>
                  <a:pt x="2356" y="0"/>
                </a:lnTo>
                <a:cubicBezTo>
                  <a:pt x="2384" y="0"/>
                  <a:pt x="2411" y="3"/>
                  <a:pt x="2438" y="9"/>
                </a:cubicBezTo>
                <a:cubicBezTo>
                  <a:pt x="2466" y="14"/>
                  <a:pt x="2492" y="22"/>
                  <a:pt x="2518" y="33"/>
                </a:cubicBezTo>
                <a:cubicBezTo>
                  <a:pt x="2543" y="43"/>
                  <a:pt x="2568" y="56"/>
                  <a:pt x="2591" y="72"/>
                </a:cubicBezTo>
                <a:cubicBezTo>
                  <a:pt x="2614" y="87"/>
                  <a:pt x="2635" y="105"/>
                  <a:pt x="2655" y="124"/>
                </a:cubicBezTo>
                <a:cubicBezTo>
                  <a:pt x="2675" y="144"/>
                  <a:pt x="2692" y="166"/>
                  <a:pt x="2708" y="189"/>
                </a:cubicBezTo>
                <a:cubicBezTo>
                  <a:pt x="2723" y="213"/>
                  <a:pt x="2736" y="237"/>
                  <a:pt x="2747" y="263"/>
                </a:cubicBezTo>
                <a:cubicBezTo>
                  <a:pt x="2757" y="289"/>
                  <a:pt x="2766" y="315"/>
                  <a:pt x="2771" y="342"/>
                </a:cubicBezTo>
                <a:cubicBezTo>
                  <a:pt x="2776" y="370"/>
                  <a:pt x="2779" y="397"/>
                  <a:pt x="2779" y="425"/>
                </a:cubicBezTo>
                <a:cubicBezTo>
                  <a:pt x="2779" y="453"/>
                  <a:pt x="2776" y="480"/>
                  <a:pt x="2771" y="507"/>
                </a:cubicBezTo>
                <a:cubicBezTo>
                  <a:pt x="2766" y="535"/>
                  <a:pt x="2757" y="561"/>
                  <a:pt x="2747" y="587"/>
                </a:cubicBezTo>
                <a:cubicBezTo>
                  <a:pt x="2736" y="613"/>
                  <a:pt x="2723" y="637"/>
                  <a:pt x="2708" y="660"/>
                </a:cubicBezTo>
                <a:cubicBezTo>
                  <a:pt x="2692" y="683"/>
                  <a:pt x="2675" y="705"/>
                  <a:pt x="2655" y="724"/>
                </a:cubicBezTo>
                <a:cubicBezTo>
                  <a:pt x="2635" y="744"/>
                  <a:pt x="2614" y="761"/>
                  <a:pt x="2591" y="777"/>
                </a:cubicBezTo>
                <a:cubicBezTo>
                  <a:pt x="2568" y="792"/>
                  <a:pt x="2543" y="805"/>
                  <a:pt x="2518" y="816"/>
                </a:cubicBezTo>
                <a:cubicBezTo>
                  <a:pt x="2492" y="827"/>
                  <a:pt x="2466" y="835"/>
                  <a:pt x="2438" y="840"/>
                </a:cubicBezTo>
                <a:cubicBezTo>
                  <a:pt x="2411" y="845"/>
                  <a:pt x="2384" y="848"/>
                  <a:pt x="2356" y="848"/>
                </a:cubicBezTo>
                <a:lnTo>
                  <a:pt x="424" y="848"/>
                </a:lnTo>
                <a:cubicBezTo>
                  <a:pt x="396" y="848"/>
                  <a:pt x="369" y="845"/>
                  <a:pt x="342" y="840"/>
                </a:cubicBezTo>
                <a:cubicBezTo>
                  <a:pt x="314" y="835"/>
                  <a:pt x="288" y="827"/>
                  <a:pt x="262" y="816"/>
                </a:cubicBezTo>
                <a:cubicBezTo>
                  <a:pt x="237" y="805"/>
                  <a:pt x="212" y="792"/>
                  <a:pt x="189" y="777"/>
                </a:cubicBezTo>
                <a:cubicBezTo>
                  <a:pt x="166" y="761"/>
                  <a:pt x="145" y="744"/>
                  <a:pt x="125" y="724"/>
                </a:cubicBezTo>
                <a:cubicBezTo>
                  <a:pt x="105" y="705"/>
                  <a:pt x="87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2" y="561"/>
                  <a:pt x="14" y="535"/>
                  <a:pt x="8" y="507"/>
                </a:cubicBezTo>
                <a:cubicBezTo>
                  <a:pt x="3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96960" y="2928240"/>
            <a:ext cx="6701760" cy="186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60" spc="-1" strike="noStrike">
                <a:solidFill>
                  <a:srgbClr val="1a1a2e"/>
                </a:solidFill>
                <a:latin typeface="Arial"/>
                <a:ea typeface="Arial"/>
              </a:rPr>
              <a:t>Daar zit de waarde: betekenis die eenduidig vastligt en die een machine kan lezen.</a:t>
            </a:r>
            <a:endParaRPr b="0" lang="en-US" sz="12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" name=""/>
          <p:cNvSpPr/>
          <p:nvPr/>
        </p:nvSpPr>
        <p:spPr>
          <a:xfrm>
            <a:off x="3267000" y="3428640"/>
            <a:ext cx="1486080" cy="305280"/>
          </a:xfrm>
          <a:custGeom>
            <a:avLst/>
            <a:gdLst/>
            <a:ahLst/>
            <a:rect l="0" t="0" r="r" b="b"/>
            <a:pathLst>
              <a:path w="4128" h="848">
                <a:moveTo>
                  <a:pt x="0" y="425"/>
                </a:moveTo>
                <a:cubicBezTo>
                  <a:pt x="0" y="397"/>
                  <a:pt x="2" y="370"/>
                  <a:pt x="8" y="342"/>
                </a:cubicBezTo>
                <a:cubicBezTo>
                  <a:pt x="13" y="315"/>
                  <a:pt x="21" y="289"/>
                  <a:pt x="32" y="263"/>
                </a:cubicBezTo>
                <a:cubicBezTo>
                  <a:pt x="43" y="237"/>
                  <a:pt x="56" y="213"/>
                  <a:pt x="71" y="189"/>
                </a:cubicBezTo>
                <a:cubicBezTo>
                  <a:pt x="86" y="166"/>
                  <a:pt x="104" y="144"/>
                  <a:pt x="124" y="124"/>
                </a:cubicBezTo>
                <a:cubicBezTo>
                  <a:pt x="143" y="105"/>
                  <a:pt x="165" y="87"/>
                  <a:pt x="188" y="72"/>
                </a:cubicBezTo>
                <a:cubicBezTo>
                  <a:pt x="211" y="56"/>
                  <a:pt x="235" y="43"/>
                  <a:pt x="261" y="33"/>
                </a:cubicBezTo>
                <a:cubicBezTo>
                  <a:pt x="287" y="22"/>
                  <a:pt x="313" y="14"/>
                  <a:pt x="340" y="9"/>
                </a:cubicBezTo>
                <a:cubicBezTo>
                  <a:pt x="368" y="3"/>
                  <a:pt x="395" y="0"/>
                  <a:pt x="423" y="0"/>
                </a:cubicBezTo>
                <a:lnTo>
                  <a:pt x="3705" y="0"/>
                </a:lnTo>
                <a:cubicBezTo>
                  <a:pt x="3733" y="0"/>
                  <a:pt x="3760" y="3"/>
                  <a:pt x="3787" y="9"/>
                </a:cubicBezTo>
                <a:cubicBezTo>
                  <a:pt x="3815" y="14"/>
                  <a:pt x="3841" y="22"/>
                  <a:pt x="3867" y="33"/>
                </a:cubicBezTo>
                <a:cubicBezTo>
                  <a:pt x="3893" y="43"/>
                  <a:pt x="3917" y="56"/>
                  <a:pt x="3940" y="72"/>
                </a:cubicBezTo>
                <a:cubicBezTo>
                  <a:pt x="3963" y="87"/>
                  <a:pt x="3985" y="105"/>
                  <a:pt x="4004" y="124"/>
                </a:cubicBezTo>
                <a:cubicBezTo>
                  <a:pt x="4024" y="144"/>
                  <a:pt x="4041" y="166"/>
                  <a:pt x="4057" y="189"/>
                </a:cubicBezTo>
                <a:cubicBezTo>
                  <a:pt x="4072" y="213"/>
                  <a:pt x="4085" y="237"/>
                  <a:pt x="4096" y="263"/>
                </a:cubicBezTo>
                <a:cubicBezTo>
                  <a:pt x="4107" y="289"/>
                  <a:pt x="4115" y="315"/>
                  <a:pt x="4120" y="342"/>
                </a:cubicBezTo>
                <a:cubicBezTo>
                  <a:pt x="4125" y="370"/>
                  <a:pt x="4128" y="397"/>
                  <a:pt x="4128" y="425"/>
                </a:cubicBezTo>
                <a:cubicBezTo>
                  <a:pt x="4128" y="453"/>
                  <a:pt x="4125" y="480"/>
                  <a:pt x="4120" y="507"/>
                </a:cubicBezTo>
                <a:cubicBezTo>
                  <a:pt x="4115" y="535"/>
                  <a:pt x="4107" y="561"/>
                  <a:pt x="4096" y="587"/>
                </a:cubicBezTo>
                <a:cubicBezTo>
                  <a:pt x="4085" y="613"/>
                  <a:pt x="4072" y="637"/>
                  <a:pt x="4057" y="660"/>
                </a:cubicBezTo>
                <a:cubicBezTo>
                  <a:pt x="4041" y="683"/>
                  <a:pt x="4024" y="705"/>
                  <a:pt x="4004" y="724"/>
                </a:cubicBezTo>
                <a:cubicBezTo>
                  <a:pt x="3985" y="744"/>
                  <a:pt x="3963" y="761"/>
                  <a:pt x="3940" y="777"/>
                </a:cubicBezTo>
                <a:cubicBezTo>
                  <a:pt x="3917" y="792"/>
                  <a:pt x="3893" y="805"/>
                  <a:pt x="3867" y="816"/>
                </a:cubicBezTo>
                <a:cubicBezTo>
                  <a:pt x="3841" y="827"/>
                  <a:pt x="3815" y="835"/>
                  <a:pt x="3787" y="840"/>
                </a:cubicBezTo>
                <a:cubicBezTo>
                  <a:pt x="3760" y="845"/>
                  <a:pt x="3733" y="848"/>
                  <a:pt x="3705" y="848"/>
                </a:cubicBezTo>
                <a:lnTo>
                  <a:pt x="423" y="848"/>
                </a:lnTo>
                <a:cubicBezTo>
                  <a:pt x="395" y="848"/>
                  <a:pt x="368" y="845"/>
                  <a:pt x="340" y="840"/>
                </a:cubicBezTo>
                <a:cubicBezTo>
                  <a:pt x="313" y="835"/>
                  <a:pt x="287" y="827"/>
                  <a:pt x="261" y="816"/>
                </a:cubicBezTo>
                <a:cubicBezTo>
                  <a:pt x="235" y="805"/>
                  <a:pt x="211" y="792"/>
                  <a:pt x="188" y="777"/>
                </a:cubicBezTo>
                <a:cubicBezTo>
                  <a:pt x="165" y="761"/>
                  <a:pt x="143" y="744"/>
                  <a:pt x="124" y="724"/>
                </a:cubicBezTo>
                <a:cubicBezTo>
                  <a:pt x="104" y="705"/>
                  <a:pt x="86" y="683"/>
                  <a:pt x="71" y="660"/>
                </a:cubicBezTo>
                <a:cubicBezTo>
                  <a:pt x="56" y="637"/>
                  <a:pt x="43" y="613"/>
                  <a:pt x="32" y="587"/>
                </a:cubicBezTo>
                <a:cubicBezTo>
                  <a:pt x="21" y="561"/>
                  <a:pt x="13" y="535"/>
                  <a:pt x="8" y="507"/>
                </a:cubicBezTo>
                <a:cubicBezTo>
                  <a:pt x="2" y="480"/>
                  <a:pt x="0" y="453"/>
                  <a:pt x="0" y="425"/>
                </a:cubicBezTo>
                <a:close/>
              </a:path>
            </a:pathLst>
          </a:custGeom>
          <a:noFill/>
          <a:ln w="18720">
            <a:solidFill>
              <a:srgbClr val="5b6670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613440" y="3499200"/>
            <a:ext cx="80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stoomtrein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" name=""/>
          <p:cNvSpPr/>
          <p:nvPr/>
        </p:nvSpPr>
        <p:spPr>
          <a:xfrm>
            <a:off x="6543360" y="3419280"/>
            <a:ext cx="1324440" cy="324360"/>
          </a:xfrm>
          <a:custGeom>
            <a:avLst/>
            <a:gdLst/>
            <a:ahLst/>
            <a:rect l="0" t="0" r="r" b="b"/>
            <a:pathLst>
              <a:path w="3679" h="901">
                <a:moveTo>
                  <a:pt x="0" y="0"/>
                </a:moveTo>
                <a:lnTo>
                  <a:pt x="3679" y="0"/>
                </a:lnTo>
                <a:lnTo>
                  <a:pt x="3679" y="901"/>
                </a:lnTo>
                <a:lnTo>
                  <a:pt x="0" y="901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" name=""/>
          <p:cNvSpPr/>
          <p:nvPr/>
        </p:nvSpPr>
        <p:spPr>
          <a:xfrm>
            <a:off x="6532200" y="3407760"/>
            <a:ext cx="1347120" cy="347040"/>
          </a:xfrm>
          <a:custGeom>
            <a:avLst/>
            <a:gdLst/>
            <a:ahLst/>
            <a:rect l="0" t="0" r="r" b="b"/>
            <a:pathLst>
              <a:path w="3742" h="964">
                <a:moveTo>
                  <a:pt x="745" y="0"/>
                </a:moveTo>
                <a:lnTo>
                  <a:pt x="904" y="0"/>
                </a:lnTo>
                <a:lnTo>
                  <a:pt x="904" y="117"/>
                </a:lnTo>
                <a:lnTo>
                  <a:pt x="745" y="117"/>
                </a:lnTo>
                <a:lnTo>
                  <a:pt x="745" y="0"/>
                </a:lnTo>
                <a:moveTo>
                  <a:pt x="1009" y="0"/>
                </a:moveTo>
                <a:lnTo>
                  <a:pt x="1167" y="0"/>
                </a:lnTo>
                <a:lnTo>
                  <a:pt x="1167" y="117"/>
                </a:lnTo>
                <a:lnTo>
                  <a:pt x="1009" y="117"/>
                </a:lnTo>
                <a:lnTo>
                  <a:pt x="1009" y="0"/>
                </a:lnTo>
                <a:moveTo>
                  <a:pt x="1272" y="0"/>
                </a:moveTo>
                <a:lnTo>
                  <a:pt x="1431" y="0"/>
                </a:lnTo>
                <a:lnTo>
                  <a:pt x="1431" y="117"/>
                </a:lnTo>
                <a:lnTo>
                  <a:pt x="1272" y="117"/>
                </a:lnTo>
                <a:lnTo>
                  <a:pt x="1272" y="0"/>
                </a:lnTo>
                <a:moveTo>
                  <a:pt x="1536" y="0"/>
                </a:moveTo>
                <a:lnTo>
                  <a:pt x="1695" y="0"/>
                </a:lnTo>
                <a:lnTo>
                  <a:pt x="1695" y="117"/>
                </a:lnTo>
                <a:lnTo>
                  <a:pt x="1536" y="117"/>
                </a:lnTo>
                <a:lnTo>
                  <a:pt x="1536" y="0"/>
                </a:lnTo>
                <a:moveTo>
                  <a:pt x="1800" y="0"/>
                </a:moveTo>
                <a:lnTo>
                  <a:pt x="1959" y="0"/>
                </a:lnTo>
                <a:lnTo>
                  <a:pt x="1959" y="117"/>
                </a:lnTo>
                <a:lnTo>
                  <a:pt x="1800" y="117"/>
                </a:lnTo>
                <a:lnTo>
                  <a:pt x="1800" y="0"/>
                </a:lnTo>
                <a:moveTo>
                  <a:pt x="2064" y="0"/>
                </a:moveTo>
                <a:lnTo>
                  <a:pt x="2222" y="0"/>
                </a:lnTo>
                <a:lnTo>
                  <a:pt x="2222" y="117"/>
                </a:lnTo>
                <a:lnTo>
                  <a:pt x="2064" y="117"/>
                </a:lnTo>
                <a:lnTo>
                  <a:pt x="2064" y="0"/>
                </a:lnTo>
                <a:moveTo>
                  <a:pt x="2327" y="0"/>
                </a:moveTo>
                <a:lnTo>
                  <a:pt x="2487" y="0"/>
                </a:lnTo>
                <a:lnTo>
                  <a:pt x="2487" y="117"/>
                </a:lnTo>
                <a:lnTo>
                  <a:pt x="2327" y="117"/>
                </a:lnTo>
                <a:lnTo>
                  <a:pt x="2327" y="0"/>
                </a:lnTo>
                <a:moveTo>
                  <a:pt x="2592" y="0"/>
                </a:moveTo>
                <a:lnTo>
                  <a:pt x="2751" y="0"/>
                </a:lnTo>
                <a:lnTo>
                  <a:pt x="2751" y="117"/>
                </a:lnTo>
                <a:lnTo>
                  <a:pt x="2592" y="117"/>
                </a:lnTo>
                <a:lnTo>
                  <a:pt x="2592" y="0"/>
                </a:lnTo>
                <a:moveTo>
                  <a:pt x="2856" y="0"/>
                </a:moveTo>
                <a:lnTo>
                  <a:pt x="3014" y="0"/>
                </a:lnTo>
                <a:lnTo>
                  <a:pt x="3014" y="117"/>
                </a:lnTo>
                <a:lnTo>
                  <a:pt x="2856" y="117"/>
                </a:lnTo>
                <a:lnTo>
                  <a:pt x="2856" y="0"/>
                </a:lnTo>
                <a:moveTo>
                  <a:pt x="3119" y="0"/>
                </a:moveTo>
                <a:lnTo>
                  <a:pt x="3260" y="0"/>
                </a:lnTo>
                <a:cubicBezTo>
                  <a:pt x="3267" y="0"/>
                  <a:pt x="3273" y="0"/>
                  <a:pt x="3280" y="1"/>
                </a:cubicBezTo>
                <a:lnTo>
                  <a:pt x="3275" y="117"/>
                </a:lnTo>
                <a:cubicBezTo>
                  <a:pt x="3270" y="117"/>
                  <a:pt x="3265" y="117"/>
                  <a:pt x="3260" y="117"/>
                </a:cubicBezTo>
                <a:lnTo>
                  <a:pt x="3119" y="117"/>
                </a:lnTo>
                <a:lnTo>
                  <a:pt x="3119" y="0"/>
                </a:lnTo>
                <a:moveTo>
                  <a:pt x="3397" y="20"/>
                </a:moveTo>
                <a:cubicBezTo>
                  <a:pt x="3456" y="38"/>
                  <a:pt x="3510" y="66"/>
                  <a:pt x="3559" y="104"/>
                </a:cubicBezTo>
                <a:lnTo>
                  <a:pt x="3486" y="195"/>
                </a:lnTo>
                <a:cubicBezTo>
                  <a:pt x="3450" y="166"/>
                  <a:pt x="3409" y="145"/>
                  <a:pt x="3364" y="132"/>
                </a:cubicBezTo>
                <a:lnTo>
                  <a:pt x="3397" y="20"/>
                </a:lnTo>
                <a:moveTo>
                  <a:pt x="3644" y="190"/>
                </a:moveTo>
                <a:cubicBezTo>
                  <a:pt x="3681" y="240"/>
                  <a:pt x="3708" y="294"/>
                  <a:pt x="3724" y="353"/>
                </a:cubicBezTo>
                <a:lnTo>
                  <a:pt x="3612" y="385"/>
                </a:lnTo>
                <a:cubicBezTo>
                  <a:pt x="3600" y="339"/>
                  <a:pt x="3579" y="298"/>
                  <a:pt x="3551" y="261"/>
                </a:cubicBezTo>
                <a:lnTo>
                  <a:pt x="3644" y="190"/>
                </a:lnTo>
                <a:moveTo>
                  <a:pt x="3742" y="471"/>
                </a:moveTo>
                <a:cubicBezTo>
                  <a:pt x="3742" y="474"/>
                  <a:pt x="3742" y="478"/>
                  <a:pt x="3742" y="482"/>
                </a:cubicBezTo>
                <a:cubicBezTo>
                  <a:pt x="3742" y="539"/>
                  <a:pt x="3732" y="594"/>
                  <a:pt x="3712" y="649"/>
                </a:cubicBezTo>
                <a:lnTo>
                  <a:pt x="3603" y="608"/>
                </a:lnTo>
                <a:cubicBezTo>
                  <a:pt x="3618" y="567"/>
                  <a:pt x="3625" y="525"/>
                  <a:pt x="3625" y="482"/>
                </a:cubicBezTo>
                <a:cubicBezTo>
                  <a:pt x="3625" y="479"/>
                  <a:pt x="3625" y="476"/>
                  <a:pt x="3625" y="473"/>
                </a:cubicBezTo>
                <a:lnTo>
                  <a:pt x="3742" y="471"/>
                </a:lnTo>
                <a:moveTo>
                  <a:pt x="3658" y="755"/>
                </a:moveTo>
                <a:cubicBezTo>
                  <a:pt x="3623" y="806"/>
                  <a:pt x="3579" y="849"/>
                  <a:pt x="3528" y="883"/>
                </a:cubicBezTo>
                <a:lnTo>
                  <a:pt x="3463" y="787"/>
                </a:lnTo>
                <a:cubicBezTo>
                  <a:pt x="3502" y="760"/>
                  <a:pt x="3535" y="728"/>
                  <a:pt x="3562" y="689"/>
                </a:cubicBezTo>
                <a:lnTo>
                  <a:pt x="3658" y="755"/>
                </a:lnTo>
                <a:moveTo>
                  <a:pt x="3421" y="937"/>
                </a:moveTo>
                <a:cubicBezTo>
                  <a:pt x="3369" y="955"/>
                  <a:pt x="3315" y="964"/>
                  <a:pt x="3260" y="964"/>
                </a:cubicBezTo>
                <a:lnTo>
                  <a:pt x="3245" y="964"/>
                </a:lnTo>
                <a:lnTo>
                  <a:pt x="3245" y="848"/>
                </a:lnTo>
                <a:lnTo>
                  <a:pt x="3260" y="848"/>
                </a:lnTo>
                <a:cubicBezTo>
                  <a:pt x="3302" y="848"/>
                  <a:pt x="3343" y="841"/>
                  <a:pt x="3382" y="827"/>
                </a:cubicBezTo>
                <a:lnTo>
                  <a:pt x="3421" y="937"/>
                </a:lnTo>
                <a:moveTo>
                  <a:pt x="3140" y="964"/>
                </a:moveTo>
                <a:lnTo>
                  <a:pt x="2981" y="964"/>
                </a:lnTo>
                <a:lnTo>
                  <a:pt x="2981" y="848"/>
                </a:lnTo>
                <a:lnTo>
                  <a:pt x="3140" y="848"/>
                </a:lnTo>
                <a:lnTo>
                  <a:pt x="3140" y="964"/>
                </a:lnTo>
                <a:moveTo>
                  <a:pt x="2876" y="964"/>
                </a:moveTo>
                <a:lnTo>
                  <a:pt x="2718" y="964"/>
                </a:lnTo>
                <a:lnTo>
                  <a:pt x="2718" y="848"/>
                </a:lnTo>
                <a:lnTo>
                  <a:pt x="2876" y="848"/>
                </a:lnTo>
                <a:lnTo>
                  <a:pt x="2876" y="964"/>
                </a:lnTo>
                <a:moveTo>
                  <a:pt x="2613" y="964"/>
                </a:moveTo>
                <a:lnTo>
                  <a:pt x="2454" y="964"/>
                </a:lnTo>
                <a:lnTo>
                  <a:pt x="2454" y="848"/>
                </a:lnTo>
                <a:lnTo>
                  <a:pt x="2613" y="848"/>
                </a:lnTo>
                <a:lnTo>
                  <a:pt x="2613" y="964"/>
                </a:lnTo>
                <a:moveTo>
                  <a:pt x="2348" y="964"/>
                </a:moveTo>
                <a:lnTo>
                  <a:pt x="2189" y="964"/>
                </a:lnTo>
                <a:lnTo>
                  <a:pt x="2189" y="848"/>
                </a:lnTo>
                <a:lnTo>
                  <a:pt x="2348" y="848"/>
                </a:lnTo>
                <a:lnTo>
                  <a:pt x="2348" y="964"/>
                </a:lnTo>
                <a:moveTo>
                  <a:pt x="2084" y="964"/>
                </a:moveTo>
                <a:lnTo>
                  <a:pt x="1925" y="964"/>
                </a:lnTo>
                <a:lnTo>
                  <a:pt x="1925" y="848"/>
                </a:lnTo>
                <a:lnTo>
                  <a:pt x="2084" y="848"/>
                </a:lnTo>
                <a:lnTo>
                  <a:pt x="2084" y="964"/>
                </a:lnTo>
                <a:moveTo>
                  <a:pt x="1820" y="964"/>
                </a:moveTo>
                <a:lnTo>
                  <a:pt x="1662" y="964"/>
                </a:lnTo>
                <a:lnTo>
                  <a:pt x="1662" y="848"/>
                </a:lnTo>
                <a:lnTo>
                  <a:pt x="1820" y="848"/>
                </a:lnTo>
                <a:lnTo>
                  <a:pt x="1820" y="964"/>
                </a:lnTo>
                <a:moveTo>
                  <a:pt x="1557" y="964"/>
                </a:moveTo>
                <a:lnTo>
                  <a:pt x="1398" y="964"/>
                </a:lnTo>
                <a:lnTo>
                  <a:pt x="1398" y="848"/>
                </a:lnTo>
                <a:lnTo>
                  <a:pt x="1557" y="848"/>
                </a:lnTo>
                <a:lnTo>
                  <a:pt x="1557" y="964"/>
                </a:lnTo>
                <a:moveTo>
                  <a:pt x="1293" y="964"/>
                </a:moveTo>
                <a:lnTo>
                  <a:pt x="1134" y="964"/>
                </a:lnTo>
                <a:lnTo>
                  <a:pt x="1134" y="848"/>
                </a:lnTo>
                <a:lnTo>
                  <a:pt x="1293" y="848"/>
                </a:lnTo>
                <a:lnTo>
                  <a:pt x="1293" y="964"/>
                </a:lnTo>
                <a:moveTo>
                  <a:pt x="1029" y="964"/>
                </a:moveTo>
                <a:lnTo>
                  <a:pt x="871" y="964"/>
                </a:lnTo>
                <a:lnTo>
                  <a:pt x="871" y="848"/>
                </a:lnTo>
                <a:lnTo>
                  <a:pt x="1029" y="848"/>
                </a:lnTo>
                <a:lnTo>
                  <a:pt x="1029" y="964"/>
                </a:lnTo>
                <a:moveTo>
                  <a:pt x="766" y="964"/>
                </a:moveTo>
                <a:lnTo>
                  <a:pt x="607" y="964"/>
                </a:lnTo>
                <a:lnTo>
                  <a:pt x="607" y="848"/>
                </a:lnTo>
                <a:lnTo>
                  <a:pt x="766" y="848"/>
                </a:lnTo>
                <a:lnTo>
                  <a:pt x="766" y="964"/>
                </a:lnTo>
                <a:moveTo>
                  <a:pt x="502" y="964"/>
                </a:moveTo>
                <a:lnTo>
                  <a:pt x="481" y="964"/>
                </a:lnTo>
                <a:cubicBezTo>
                  <a:pt x="428" y="964"/>
                  <a:pt x="377" y="956"/>
                  <a:pt x="327" y="939"/>
                </a:cubicBezTo>
                <a:lnTo>
                  <a:pt x="364" y="829"/>
                </a:lnTo>
                <a:cubicBezTo>
                  <a:pt x="402" y="842"/>
                  <a:pt x="441" y="848"/>
                  <a:pt x="481" y="848"/>
                </a:cubicBezTo>
                <a:lnTo>
                  <a:pt x="502" y="848"/>
                </a:lnTo>
                <a:lnTo>
                  <a:pt x="502" y="964"/>
                </a:lnTo>
                <a:moveTo>
                  <a:pt x="219" y="887"/>
                </a:moveTo>
                <a:cubicBezTo>
                  <a:pt x="167" y="853"/>
                  <a:pt x="123" y="811"/>
                  <a:pt x="87" y="760"/>
                </a:cubicBezTo>
                <a:lnTo>
                  <a:pt x="183" y="693"/>
                </a:lnTo>
                <a:cubicBezTo>
                  <a:pt x="210" y="731"/>
                  <a:pt x="243" y="764"/>
                  <a:pt x="282" y="789"/>
                </a:cubicBezTo>
                <a:lnTo>
                  <a:pt x="219" y="887"/>
                </a:lnTo>
                <a:moveTo>
                  <a:pt x="31" y="655"/>
                </a:moveTo>
                <a:cubicBezTo>
                  <a:pt x="10" y="598"/>
                  <a:pt x="0" y="541"/>
                  <a:pt x="0" y="482"/>
                </a:cubicBezTo>
                <a:cubicBezTo>
                  <a:pt x="0" y="480"/>
                  <a:pt x="0" y="478"/>
                  <a:pt x="0" y="477"/>
                </a:cubicBezTo>
                <a:lnTo>
                  <a:pt x="116" y="478"/>
                </a:lnTo>
                <a:cubicBezTo>
                  <a:pt x="116" y="479"/>
                  <a:pt x="116" y="481"/>
                  <a:pt x="116" y="482"/>
                </a:cubicBezTo>
                <a:cubicBezTo>
                  <a:pt x="116" y="527"/>
                  <a:pt x="124" y="570"/>
                  <a:pt x="140" y="612"/>
                </a:cubicBezTo>
                <a:lnTo>
                  <a:pt x="31" y="655"/>
                </a:lnTo>
                <a:moveTo>
                  <a:pt x="15" y="360"/>
                </a:moveTo>
                <a:cubicBezTo>
                  <a:pt x="31" y="300"/>
                  <a:pt x="57" y="245"/>
                  <a:pt x="94" y="196"/>
                </a:cubicBezTo>
                <a:lnTo>
                  <a:pt x="188" y="265"/>
                </a:lnTo>
                <a:cubicBezTo>
                  <a:pt x="160" y="302"/>
                  <a:pt x="140" y="344"/>
                  <a:pt x="128" y="389"/>
                </a:cubicBezTo>
                <a:lnTo>
                  <a:pt x="15" y="360"/>
                </a:lnTo>
                <a:moveTo>
                  <a:pt x="178" y="108"/>
                </a:moveTo>
                <a:cubicBezTo>
                  <a:pt x="226" y="69"/>
                  <a:pt x="279" y="40"/>
                  <a:pt x="338" y="22"/>
                </a:cubicBezTo>
                <a:lnTo>
                  <a:pt x="373" y="133"/>
                </a:lnTo>
                <a:cubicBezTo>
                  <a:pt x="328" y="147"/>
                  <a:pt x="288" y="169"/>
                  <a:pt x="251" y="198"/>
                </a:cubicBezTo>
                <a:lnTo>
                  <a:pt x="178" y="108"/>
                </a:lnTo>
                <a:moveTo>
                  <a:pt x="456" y="1"/>
                </a:moveTo>
                <a:cubicBezTo>
                  <a:pt x="464" y="1"/>
                  <a:pt x="473" y="0"/>
                  <a:pt x="481" y="0"/>
                </a:cubicBezTo>
                <a:lnTo>
                  <a:pt x="640" y="0"/>
                </a:lnTo>
                <a:lnTo>
                  <a:pt x="640" y="117"/>
                </a:lnTo>
                <a:lnTo>
                  <a:pt x="481" y="117"/>
                </a:lnTo>
                <a:cubicBezTo>
                  <a:pt x="475" y="117"/>
                  <a:pt x="468" y="117"/>
                  <a:pt x="462" y="117"/>
                </a:cubicBezTo>
                <a:lnTo>
                  <a:pt x="456" y="1"/>
                </a:ln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" name=""/>
          <p:cNvSpPr txBox="1"/>
          <p:nvPr/>
        </p:nvSpPr>
        <p:spPr>
          <a:xfrm>
            <a:off x="3409560" y="3499200"/>
            <a:ext cx="14151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hogesnelheidstrein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6701040" y="3499200"/>
            <a:ext cx="12045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3b4550"/>
                </a:solidFill>
                <a:latin typeface="Arial"/>
                <a:ea typeface="Arial"/>
              </a:rPr>
              <a:t>wat hierna komt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4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5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6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1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2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5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06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1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5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6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7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8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3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7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8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3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4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8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9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0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1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2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8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1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2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3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4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5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6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7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8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9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0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1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2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3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4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5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6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7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68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69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0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1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2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3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4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5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6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7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78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79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0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1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82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3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4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5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6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7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8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89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0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1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2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3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4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5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6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7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98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99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0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1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2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3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4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5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6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7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08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09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0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1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2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3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4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5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6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7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18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19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0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1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2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3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4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5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6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7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28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29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0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1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2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3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4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5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36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7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8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39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0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1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2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3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4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5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46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7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8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49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0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1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2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3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4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5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6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7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58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59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0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1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2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3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4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5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6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7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68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69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0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1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2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3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4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5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76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7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8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79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0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1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2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3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4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5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6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7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88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89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0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1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2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3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4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5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6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7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298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299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0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1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2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3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4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5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6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7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08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09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0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1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2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3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4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5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6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7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18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19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0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1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2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3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4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5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26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7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8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29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0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1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2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3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4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5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36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7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8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39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0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1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2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3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4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5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46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7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8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49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0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1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2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3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4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5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6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7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58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59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0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1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2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3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4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5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6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7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68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69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0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1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72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3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4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5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6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7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8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79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0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1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2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3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4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5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6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7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88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89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0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1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2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3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4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5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6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7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398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399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0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1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2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3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4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5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06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7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8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09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0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1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2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3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4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5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16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7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8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19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0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1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2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3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4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5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6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7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28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29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0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1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2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3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4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5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6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7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38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39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0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1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2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3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4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5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6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7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48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49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0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1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2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3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4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5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6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7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58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59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0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1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2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3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4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5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66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7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8" name=""/>
          <p:cNvSpPr/>
          <p:nvPr/>
        </p:nvSpPr>
        <p:spPr>
          <a:xfrm>
            <a:off x="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69" name=""/>
          <p:cNvSpPr/>
          <p:nvPr/>
        </p:nvSpPr>
        <p:spPr>
          <a:xfrm>
            <a:off x="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0" name=""/>
          <p:cNvSpPr/>
          <p:nvPr/>
        </p:nvSpPr>
        <p:spPr>
          <a:xfrm>
            <a:off x="233352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1" name=""/>
          <p:cNvSpPr/>
          <p:nvPr/>
        </p:nvSpPr>
        <p:spPr>
          <a:xfrm>
            <a:off x="233352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2" name=""/>
          <p:cNvSpPr/>
          <p:nvPr/>
        </p:nvSpPr>
        <p:spPr>
          <a:xfrm>
            <a:off x="3500280" y="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3" name=""/>
          <p:cNvSpPr/>
          <p:nvPr/>
        </p:nvSpPr>
        <p:spPr>
          <a:xfrm>
            <a:off x="3500280" y="1641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4" name=""/>
          <p:cNvSpPr/>
          <p:nvPr/>
        </p:nvSpPr>
        <p:spPr>
          <a:xfrm>
            <a:off x="379188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5" name=""/>
          <p:cNvSpPr/>
          <p:nvPr/>
        </p:nvSpPr>
        <p:spPr>
          <a:xfrm>
            <a:off x="379188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6" name=""/>
          <p:cNvSpPr/>
          <p:nvPr/>
        </p:nvSpPr>
        <p:spPr>
          <a:xfrm>
            <a:off x="3937680" y="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7" name=""/>
          <p:cNvSpPr/>
          <p:nvPr/>
        </p:nvSpPr>
        <p:spPr>
          <a:xfrm>
            <a:off x="3937680" y="82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78" name=""/>
          <p:cNvSpPr/>
          <p:nvPr/>
        </p:nvSpPr>
        <p:spPr>
          <a:xfrm>
            <a:off x="379188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79" name=""/>
          <p:cNvSpPr/>
          <p:nvPr/>
        </p:nvSpPr>
        <p:spPr>
          <a:xfrm>
            <a:off x="379188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0" name=""/>
          <p:cNvSpPr/>
          <p:nvPr/>
        </p:nvSpPr>
        <p:spPr>
          <a:xfrm>
            <a:off x="3937680" y="164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1" name=""/>
          <p:cNvSpPr/>
          <p:nvPr/>
        </p:nvSpPr>
        <p:spPr>
          <a:xfrm>
            <a:off x="3937680" y="246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2" name=""/>
          <p:cNvSpPr/>
          <p:nvPr/>
        </p:nvSpPr>
        <p:spPr>
          <a:xfrm>
            <a:off x="3500280" y="3283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3" name=""/>
          <p:cNvSpPr/>
          <p:nvPr/>
        </p:nvSpPr>
        <p:spPr>
          <a:xfrm>
            <a:off x="3500280" y="4928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4" name=""/>
          <p:cNvSpPr/>
          <p:nvPr/>
        </p:nvSpPr>
        <p:spPr>
          <a:xfrm>
            <a:off x="379188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5" name=""/>
          <p:cNvSpPr/>
          <p:nvPr/>
        </p:nvSpPr>
        <p:spPr>
          <a:xfrm>
            <a:off x="379188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6" name=""/>
          <p:cNvSpPr/>
          <p:nvPr/>
        </p:nvSpPr>
        <p:spPr>
          <a:xfrm>
            <a:off x="3937680" y="3283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7" name=""/>
          <p:cNvSpPr/>
          <p:nvPr/>
        </p:nvSpPr>
        <p:spPr>
          <a:xfrm>
            <a:off x="3937680" y="410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88" name=""/>
          <p:cNvSpPr/>
          <p:nvPr/>
        </p:nvSpPr>
        <p:spPr>
          <a:xfrm>
            <a:off x="379188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89" name=""/>
          <p:cNvSpPr/>
          <p:nvPr/>
        </p:nvSpPr>
        <p:spPr>
          <a:xfrm>
            <a:off x="379188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0" name=""/>
          <p:cNvSpPr/>
          <p:nvPr/>
        </p:nvSpPr>
        <p:spPr>
          <a:xfrm>
            <a:off x="3937680" y="492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1" name=""/>
          <p:cNvSpPr/>
          <p:nvPr/>
        </p:nvSpPr>
        <p:spPr>
          <a:xfrm>
            <a:off x="3937680" y="574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2" name=""/>
          <p:cNvSpPr/>
          <p:nvPr/>
        </p:nvSpPr>
        <p:spPr>
          <a:xfrm>
            <a:off x="4083840" y="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3" name=""/>
          <p:cNvSpPr/>
          <p:nvPr/>
        </p:nvSpPr>
        <p:spPr>
          <a:xfrm>
            <a:off x="4083840" y="3283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4" name=""/>
          <p:cNvSpPr/>
          <p:nvPr/>
        </p:nvSpPr>
        <p:spPr>
          <a:xfrm>
            <a:off x="3500280" y="6570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5" name=""/>
          <p:cNvSpPr/>
          <p:nvPr/>
        </p:nvSpPr>
        <p:spPr>
          <a:xfrm>
            <a:off x="3500280" y="8215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6" name=""/>
          <p:cNvSpPr/>
          <p:nvPr/>
        </p:nvSpPr>
        <p:spPr>
          <a:xfrm>
            <a:off x="379188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7" name=""/>
          <p:cNvSpPr/>
          <p:nvPr/>
        </p:nvSpPr>
        <p:spPr>
          <a:xfrm>
            <a:off x="379188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498" name=""/>
          <p:cNvSpPr/>
          <p:nvPr/>
        </p:nvSpPr>
        <p:spPr>
          <a:xfrm>
            <a:off x="3937680" y="657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499" name=""/>
          <p:cNvSpPr/>
          <p:nvPr/>
        </p:nvSpPr>
        <p:spPr>
          <a:xfrm>
            <a:off x="3937680" y="7390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0" name=""/>
          <p:cNvSpPr/>
          <p:nvPr/>
        </p:nvSpPr>
        <p:spPr>
          <a:xfrm>
            <a:off x="379188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1" name=""/>
          <p:cNvSpPr/>
          <p:nvPr/>
        </p:nvSpPr>
        <p:spPr>
          <a:xfrm>
            <a:off x="379188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2" name=""/>
          <p:cNvSpPr/>
          <p:nvPr/>
        </p:nvSpPr>
        <p:spPr>
          <a:xfrm>
            <a:off x="3937680" y="821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3" name=""/>
          <p:cNvSpPr/>
          <p:nvPr/>
        </p:nvSpPr>
        <p:spPr>
          <a:xfrm>
            <a:off x="3937680" y="903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4" name=""/>
          <p:cNvSpPr/>
          <p:nvPr/>
        </p:nvSpPr>
        <p:spPr>
          <a:xfrm>
            <a:off x="3500280" y="9856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5" name=""/>
          <p:cNvSpPr/>
          <p:nvPr/>
        </p:nvSpPr>
        <p:spPr>
          <a:xfrm>
            <a:off x="3500280" y="11498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6" name=""/>
          <p:cNvSpPr/>
          <p:nvPr/>
        </p:nvSpPr>
        <p:spPr>
          <a:xfrm>
            <a:off x="379188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7" name=""/>
          <p:cNvSpPr/>
          <p:nvPr/>
        </p:nvSpPr>
        <p:spPr>
          <a:xfrm>
            <a:off x="379188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08" name=""/>
          <p:cNvSpPr/>
          <p:nvPr/>
        </p:nvSpPr>
        <p:spPr>
          <a:xfrm>
            <a:off x="3937680" y="985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09" name=""/>
          <p:cNvSpPr/>
          <p:nvPr/>
        </p:nvSpPr>
        <p:spPr>
          <a:xfrm>
            <a:off x="3937680" y="1067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0" name=""/>
          <p:cNvSpPr/>
          <p:nvPr/>
        </p:nvSpPr>
        <p:spPr>
          <a:xfrm>
            <a:off x="379188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1" name=""/>
          <p:cNvSpPr/>
          <p:nvPr/>
        </p:nvSpPr>
        <p:spPr>
          <a:xfrm>
            <a:off x="379188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2" name=""/>
          <p:cNvSpPr/>
          <p:nvPr/>
        </p:nvSpPr>
        <p:spPr>
          <a:xfrm>
            <a:off x="3937680" y="11498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3" name=""/>
          <p:cNvSpPr/>
          <p:nvPr/>
        </p:nvSpPr>
        <p:spPr>
          <a:xfrm>
            <a:off x="3937680" y="1232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4" name=""/>
          <p:cNvSpPr/>
          <p:nvPr/>
        </p:nvSpPr>
        <p:spPr>
          <a:xfrm>
            <a:off x="4083840" y="6570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5" name=""/>
          <p:cNvSpPr/>
          <p:nvPr/>
        </p:nvSpPr>
        <p:spPr>
          <a:xfrm>
            <a:off x="4083840" y="9856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6" name=""/>
          <p:cNvSpPr/>
          <p:nvPr/>
        </p:nvSpPr>
        <p:spPr>
          <a:xfrm>
            <a:off x="233352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7" name=""/>
          <p:cNvSpPr/>
          <p:nvPr/>
        </p:nvSpPr>
        <p:spPr>
          <a:xfrm>
            <a:off x="233352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18" name=""/>
          <p:cNvSpPr/>
          <p:nvPr/>
        </p:nvSpPr>
        <p:spPr>
          <a:xfrm>
            <a:off x="3500280" y="13143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19" name=""/>
          <p:cNvSpPr/>
          <p:nvPr/>
        </p:nvSpPr>
        <p:spPr>
          <a:xfrm>
            <a:off x="3500280" y="14785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0" name=""/>
          <p:cNvSpPr/>
          <p:nvPr/>
        </p:nvSpPr>
        <p:spPr>
          <a:xfrm>
            <a:off x="379188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1" name=""/>
          <p:cNvSpPr/>
          <p:nvPr/>
        </p:nvSpPr>
        <p:spPr>
          <a:xfrm>
            <a:off x="379188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2" name=""/>
          <p:cNvSpPr/>
          <p:nvPr/>
        </p:nvSpPr>
        <p:spPr>
          <a:xfrm>
            <a:off x="3937680" y="1314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3" name=""/>
          <p:cNvSpPr/>
          <p:nvPr/>
        </p:nvSpPr>
        <p:spPr>
          <a:xfrm>
            <a:off x="3937680" y="1396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4" name=""/>
          <p:cNvSpPr/>
          <p:nvPr/>
        </p:nvSpPr>
        <p:spPr>
          <a:xfrm>
            <a:off x="379188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5" name=""/>
          <p:cNvSpPr/>
          <p:nvPr/>
        </p:nvSpPr>
        <p:spPr>
          <a:xfrm>
            <a:off x="379188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6" name=""/>
          <p:cNvSpPr/>
          <p:nvPr/>
        </p:nvSpPr>
        <p:spPr>
          <a:xfrm>
            <a:off x="3937680" y="1478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7" name=""/>
          <p:cNvSpPr/>
          <p:nvPr/>
        </p:nvSpPr>
        <p:spPr>
          <a:xfrm>
            <a:off x="3937680" y="15606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28" name=""/>
          <p:cNvSpPr/>
          <p:nvPr/>
        </p:nvSpPr>
        <p:spPr>
          <a:xfrm>
            <a:off x="3500280" y="16430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29" name=""/>
          <p:cNvSpPr/>
          <p:nvPr/>
        </p:nvSpPr>
        <p:spPr>
          <a:xfrm>
            <a:off x="3500280" y="18072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0" name=""/>
          <p:cNvSpPr/>
          <p:nvPr/>
        </p:nvSpPr>
        <p:spPr>
          <a:xfrm>
            <a:off x="379188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1" name=""/>
          <p:cNvSpPr/>
          <p:nvPr/>
        </p:nvSpPr>
        <p:spPr>
          <a:xfrm>
            <a:off x="379188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2" name=""/>
          <p:cNvSpPr/>
          <p:nvPr/>
        </p:nvSpPr>
        <p:spPr>
          <a:xfrm>
            <a:off x="3937680" y="1643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3" name=""/>
          <p:cNvSpPr/>
          <p:nvPr/>
        </p:nvSpPr>
        <p:spPr>
          <a:xfrm>
            <a:off x="3937680" y="1725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4" name=""/>
          <p:cNvSpPr/>
          <p:nvPr/>
        </p:nvSpPr>
        <p:spPr>
          <a:xfrm>
            <a:off x="379188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5" name=""/>
          <p:cNvSpPr/>
          <p:nvPr/>
        </p:nvSpPr>
        <p:spPr>
          <a:xfrm>
            <a:off x="379188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36" name=""/>
          <p:cNvSpPr/>
          <p:nvPr/>
        </p:nvSpPr>
        <p:spPr>
          <a:xfrm>
            <a:off x="3937680" y="1807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7" name=""/>
          <p:cNvSpPr/>
          <p:nvPr/>
        </p:nvSpPr>
        <p:spPr>
          <a:xfrm>
            <a:off x="3937680" y="1889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8" name=""/>
          <p:cNvSpPr/>
          <p:nvPr/>
        </p:nvSpPr>
        <p:spPr>
          <a:xfrm>
            <a:off x="4083840" y="1314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39" name=""/>
          <p:cNvSpPr/>
          <p:nvPr/>
        </p:nvSpPr>
        <p:spPr>
          <a:xfrm>
            <a:off x="4083840" y="164304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0" name=""/>
          <p:cNvSpPr/>
          <p:nvPr/>
        </p:nvSpPr>
        <p:spPr>
          <a:xfrm>
            <a:off x="3500280" y="19713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1" name=""/>
          <p:cNvSpPr/>
          <p:nvPr/>
        </p:nvSpPr>
        <p:spPr>
          <a:xfrm>
            <a:off x="3500280" y="21358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2" name=""/>
          <p:cNvSpPr/>
          <p:nvPr/>
        </p:nvSpPr>
        <p:spPr>
          <a:xfrm>
            <a:off x="379188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3" name=""/>
          <p:cNvSpPr/>
          <p:nvPr/>
        </p:nvSpPr>
        <p:spPr>
          <a:xfrm>
            <a:off x="379188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4" name=""/>
          <p:cNvSpPr/>
          <p:nvPr/>
        </p:nvSpPr>
        <p:spPr>
          <a:xfrm>
            <a:off x="3937680" y="1971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5" name=""/>
          <p:cNvSpPr/>
          <p:nvPr/>
        </p:nvSpPr>
        <p:spPr>
          <a:xfrm>
            <a:off x="3937680" y="2053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6" name=""/>
          <p:cNvSpPr/>
          <p:nvPr/>
        </p:nvSpPr>
        <p:spPr>
          <a:xfrm>
            <a:off x="379188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7" name=""/>
          <p:cNvSpPr/>
          <p:nvPr/>
        </p:nvSpPr>
        <p:spPr>
          <a:xfrm>
            <a:off x="379188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48" name=""/>
          <p:cNvSpPr/>
          <p:nvPr/>
        </p:nvSpPr>
        <p:spPr>
          <a:xfrm>
            <a:off x="3937680" y="21358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49" name=""/>
          <p:cNvSpPr/>
          <p:nvPr/>
        </p:nvSpPr>
        <p:spPr>
          <a:xfrm>
            <a:off x="3937680" y="22179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0" name=""/>
          <p:cNvSpPr/>
          <p:nvPr/>
        </p:nvSpPr>
        <p:spPr>
          <a:xfrm>
            <a:off x="3500280" y="230004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1" name=""/>
          <p:cNvSpPr/>
          <p:nvPr/>
        </p:nvSpPr>
        <p:spPr>
          <a:xfrm>
            <a:off x="3500280" y="24645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2" name=""/>
          <p:cNvSpPr/>
          <p:nvPr/>
        </p:nvSpPr>
        <p:spPr>
          <a:xfrm>
            <a:off x="379188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3" name=""/>
          <p:cNvSpPr/>
          <p:nvPr/>
        </p:nvSpPr>
        <p:spPr>
          <a:xfrm>
            <a:off x="379188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4" name=""/>
          <p:cNvSpPr/>
          <p:nvPr/>
        </p:nvSpPr>
        <p:spPr>
          <a:xfrm>
            <a:off x="3937680" y="23000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5" name=""/>
          <p:cNvSpPr/>
          <p:nvPr/>
        </p:nvSpPr>
        <p:spPr>
          <a:xfrm>
            <a:off x="3937680" y="23821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6" name=""/>
          <p:cNvSpPr/>
          <p:nvPr/>
        </p:nvSpPr>
        <p:spPr>
          <a:xfrm>
            <a:off x="379188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7" name=""/>
          <p:cNvSpPr/>
          <p:nvPr/>
        </p:nvSpPr>
        <p:spPr>
          <a:xfrm>
            <a:off x="379188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58" name=""/>
          <p:cNvSpPr/>
          <p:nvPr/>
        </p:nvSpPr>
        <p:spPr>
          <a:xfrm>
            <a:off x="3937680" y="2464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59" name=""/>
          <p:cNvSpPr/>
          <p:nvPr/>
        </p:nvSpPr>
        <p:spPr>
          <a:xfrm>
            <a:off x="3937680" y="25466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0" name=""/>
          <p:cNvSpPr/>
          <p:nvPr/>
        </p:nvSpPr>
        <p:spPr>
          <a:xfrm>
            <a:off x="4083840" y="19713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1" name=""/>
          <p:cNvSpPr/>
          <p:nvPr/>
        </p:nvSpPr>
        <p:spPr>
          <a:xfrm>
            <a:off x="4083840" y="23000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4" name=""/>
          <p:cNvSpPr/>
          <p:nvPr/>
        </p:nvSpPr>
        <p:spPr>
          <a:xfrm>
            <a:off x="233352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5" name=""/>
          <p:cNvSpPr/>
          <p:nvPr/>
        </p:nvSpPr>
        <p:spPr>
          <a:xfrm>
            <a:off x="233352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66" name=""/>
          <p:cNvSpPr/>
          <p:nvPr/>
        </p:nvSpPr>
        <p:spPr>
          <a:xfrm>
            <a:off x="3500280" y="26287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7" name=""/>
          <p:cNvSpPr/>
          <p:nvPr/>
        </p:nvSpPr>
        <p:spPr>
          <a:xfrm>
            <a:off x="3500280" y="27928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8" name=""/>
          <p:cNvSpPr/>
          <p:nvPr/>
        </p:nvSpPr>
        <p:spPr>
          <a:xfrm>
            <a:off x="379188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69" name=""/>
          <p:cNvSpPr/>
          <p:nvPr/>
        </p:nvSpPr>
        <p:spPr>
          <a:xfrm>
            <a:off x="379188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0" name=""/>
          <p:cNvSpPr/>
          <p:nvPr/>
        </p:nvSpPr>
        <p:spPr>
          <a:xfrm>
            <a:off x="3937680" y="26287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1" name=""/>
          <p:cNvSpPr/>
          <p:nvPr/>
        </p:nvSpPr>
        <p:spPr>
          <a:xfrm>
            <a:off x="3937680" y="27108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2" name=""/>
          <p:cNvSpPr/>
          <p:nvPr/>
        </p:nvSpPr>
        <p:spPr>
          <a:xfrm>
            <a:off x="379188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3" name=""/>
          <p:cNvSpPr/>
          <p:nvPr/>
        </p:nvSpPr>
        <p:spPr>
          <a:xfrm>
            <a:off x="379188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4" name=""/>
          <p:cNvSpPr/>
          <p:nvPr/>
        </p:nvSpPr>
        <p:spPr>
          <a:xfrm>
            <a:off x="3937680" y="27928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5" name=""/>
          <p:cNvSpPr/>
          <p:nvPr/>
        </p:nvSpPr>
        <p:spPr>
          <a:xfrm>
            <a:off x="3937680" y="2875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76" name=""/>
          <p:cNvSpPr/>
          <p:nvPr/>
        </p:nvSpPr>
        <p:spPr>
          <a:xfrm>
            <a:off x="3500280" y="29574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7" name=""/>
          <p:cNvSpPr/>
          <p:nvPr/>
        </p:nvSpPr>
        <p:spPr>
          <a:xfrm>
            <a:off x="3500280" y="312156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8" name=""/>
          <p:cNvSpPr/>
          <p:nvPr/>
        </p:nvSpPr>
        <p:spPr>
          <a:xfrm>
            <a:off x="379188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79" name=""/>
          <p:cNvSpPr/>
          <p:nvPr/>
        </p:nvSpPr>
        <p:spPr>
          <a:xfrm>
            <a:off x="379188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0" name=""/>
          <p:cNvSpPr/>
          <p:nvPr/>
        </p:nvSpPr>
        <p:spPr>
          <a:xfrm>
            <a:off x="3937680" y="29574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1" name=""/>
          <p:cNvSpPr/>
          <p:nvPr/>
        </p:nvSpPr>
        <p:spPr>
          <a:xfrm>
            <a:off x="3937680" y="30394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2" name=""/>
          <p:cNvSpPr/>
          <p:nvPr/>
        </p:nvSpPr>
        <p:spPr>
          <a:xfrm>
            <a:off x="379188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3" name=""/>
          <p:cNvSpPr/>
          <p:nvPr/>
        </p:nvSpPr>
        <p:spPr>
          <a:xfrm>
            <a:off x="379188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4" name=""/>
          <p:cNvSpPr/>
          <p:nvPr/>
        </p:nvSpPr>
        <p:spPr>
          <a:xfrm>
            <a:off x="3937680" y="31215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5" name=""/>
          <p:cNvSpPr/>
          <p:nvPr/>
        </p:nvSpPr>
        <p:spPr>
          <a:xfrm>
            <a:off x="3937680" y="320364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6" name=""/>
          <p:cNvSpPr/>
          <p:nvPr/>
        </p:nvSpPr>
        <p:spPr>
          <a:xfrm>
            <a:off x="4083840" y="26287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7" name=""/>
          <p:cNvSpPr/>
          <p:nvPr/>
        </p:nvSpPr>
        <p:spPr>
          <a:xfrm>
            <a:off x="4083840" y="2957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88" name=""/>
          <p:cNvSpPr/>
          <p:nvPr/>
        </p:nvSpPr>
        <p:spPr>
          <a:xfrm>
            <a:off x="3500280" y="328608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89" name=""/>
          <p:cNvSpPr/>
          <p:nvPr/>
        </p:nvSpPr>
        <p:spPr>
          <a:xfrm>
            <a:off x="3500280" y="34502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0" name=""/>
          <p:cNvSpPr/>
          <p:nvPr/>
        </p:nvSpPr>
        <p:spPr>
          <a:xfrm>
            <a:off x="379188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1" name=""/>
          <p:cNvSpPr/>
          <p:nvPr/>
        </p:nvSpPr>
        <p:spPr>
          <a:xfrm>
            <a:off x="379188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2" name=""/>
          <p:cNvSpPr/>
          <p:nvPr/>
        </p:nvSpPr>
        <p:spPr>
          <a:xfrm>
            <a:off x="3937680" y="3286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3" name=""/>
          <p:cNvSpPr/>
          <p:nvPr/>
        </p:nvSpPr>
        <p:spPr>
          <a:xfrm>
            <a:off x="3937680" y="33681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4" name=""/>
          <p:cNvSpPr/>
          <p:nvPr/>
        </p:nvSpPr>
        <p:spPr>
          <a:xfrm>
            <a:off x="379188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5" name=""/>
          <p:cNvSpPr/>
          <p:nvPr/>
        </p:nvSpPr>
        <p:spPr>
          <a:xfrm>
            <a:off x="379188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6" name=""/>
          <p:cNvSpPr/>
          <p:nvPr/>
        </p:nvSpPr>
        <p:spPr>
          <a:xfrm>
            <a:off x="3937680" y="34502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7" name=""/>
          <p:cNvSpPr/>
          <p:nvPr/>
        </p:nvSpPr>
        <p:spPr>
          <a:xfrm>
            <a:off x="3937680" y="35323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598" name=""/>
          <p:cNvSpPr/>
          <p:nvPr/>
        </p:nvSpPr>
        <p:spPr>
          <a:xfrm>
            <a:off x="3500280" y="36144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599" name=""/>
          <p:cNvSpPr/>
          <p:nvPr/>
        </p:nvSpPr>
        <p:spPr>
          <a:xfrm>
            <a:off x="3500280" y="37789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0" name=""/>
          <p:cNvSpPr/>
          <p:nvPr/>
        </p:nvSpPr>
        <p:spPr>
          <a:xfrm>
            <a:off x="379188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1" name=""/>
          <p:cNvSpPr/>
          <p:nvPr/>
        </p:nvSpPr>
        <p:spPr>
          <a:xfrm>
            <a:off x="379188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2" name=""/>
          <p:cNvSpPr/>
          <p:nvPr/>
        </p:nvSpPr>
        <p:spPr>
          <a:xfrm>
            <a:off x="3937680" y="361440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3" name=""/>
          <p:cNvSpPr/>
          <p:nvPr/>
        </p:nvSpPr>
        <p:spPr>
          <a:xfrm>
            <a:off x="3937680" y="3696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4" name=""/>
          <p:cNvSpPr/>
          <p:nvPr/>
        </p:nvSpPr>
        <p:spPr>
          <a:xfrm>
            <a:off x="379188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5" name=""/>
          <p:cNvSpPr/>
          <p:nvPr/>
        </p:nvSpPr>
        <p:spPr>
          <a:xfrm>
            <a:off x="379188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06" name=""/>
          <p:cNvSpPr/>
          <p:nvPr/>
        </p:nvSpPr>
        <p:spPr>
          <a:xfrm>
            <a:off x="3937680" y="37789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7" name=""/>
          <p:cNvSpPr/>
          <p:nvPr/>
        </p:nvSpPr>
        <p:spPr>
          <a:xfrm>
            <a:off x="3937680" y="38610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8" name=""/>
          <p:cNvSpPr/>
          <p:nvPr/>
        </p:nvSpPr>
        <p:spPr>
          <a:xfrm>
            <a:off x="4083840" y="3286080"/>
            <a:ext cx="583560" cy="328680"/>
          </a:xfrm>
          <a:custGeom>
            <a:avLst/>
            <a:gdLst/>
            <a:ahLst/>
            <a:rect l="0" t="0" r="r" b="b"/>
            <a:pathLst>
              <a:path w="1621" h="913">
                <a:moveTo>
                  <a:pt x="0" y="0"/>
                </a:moveTo>
                <a:lnTo>
                  <a:pt x="1621" y="0"/>
                </a:lnTo>
                <a:lnTo>
                  <a:pt x="1621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09" name=""/>
          <p:cNvSpPr/>
          <p:nvPr/>
        </p:nvSpPr>
        <p:spPr>
          <a:xfrm>
            <a:off x="4083840" y="361440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0" name=""/>
          <p:cNvSpPr/>
          <p:nvPr/>
        </p:nvSpPr>
        <p:spPr>
          <a:xfrm>
            <a:off x="233352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1" name=""/>
          <p:cNvSpPr/>
          <p:nvPr/>
        </p:nvSpPr>
        <p:spPr>
          <a:xfrm>
            <a:off x="233352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2" name=""/>
          <p:cNvSpPr/>
          <p:nvPr/>
        </p:nvSpPr>
        <p:spPr>
          <a:xfrm>
            <a:off x="3500280" y="39430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3" name=""/>
          <p:cNvSpPr/>
          <p:nvPr/>
        </p:nvSpPr>
        <p:spPr>
          <a:xfrm>
            <a:off x="3500280" y="410760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4" name=""/>
          <p:cNvSpPr/>
          <p:nvPr/>
        </p:nvSpPr>
        <p:spPr>
          <a:xfrm>
            <a:off x="379188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5" name=""/>
          <p:cNvSpPr/>
          <p:nvPr/>
        </p:nvSpPr>
        <p:spPr>
          <a:xfrm>
            <a:off x="379188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6" name=""/>
          <p:cNvSpPr/>
          <p:nvPr/>
        </p:nvSpPr>
        <p:spPr>
          <a:xfrm>
            <a:off x="3937680" y="39430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7" name=""/>
          <p:cNvSpPr/>
          <p:nvPr/>
        </p:nvSpPr>
        <p:spPr>
          <a:xfrm>
            <a:off x="3937680" y="40251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18" name=""/>
          <p:cNvSpPr/>
          <p:nvPr/>
        </p:nvSpPr>
        <p:spPr>
          <a:xfrm>
            <a:off x="379188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19" name=""/>
          <p:cNvSpPr/>
          <p:nvPr/>
        </p:nvSpPr>
        <p:spPr>
          <a:xfrm>
            <a:off x="379188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0" name=""/>
          <p:cNvSpPr/>
          <p:nvPr/>
        </p:nvSpPr>
        <p:spPr>
          <a:xfrm>
            <a:off x="3937680" y="4107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1" name=""/>
          <p:cNvSpPr/>
          <p:nvPr/>
        </p:nvSpPr>
        <p:spPr>
          <a:xfrm>
            <a:off x="3937680" y="41896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2" name=""/>
          <p:cNvSpPr/>
          <p:nvPr/>
        </p:nvSpPr>
        <p:spPr>
          <a:xfrm>
            <a:off x="3500280" y="427176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3" name=""/>
          <p:cNvSpPr/>
          <p:nvPr/>
        </p:nvSpPr>
        <p:spPr>
          <a:xfrm>
            <a:off x="3500280" y="443592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4" name=""/>
          <p:cNvSpPr/>
          <p:nvPr/>
        </p:nvSpPr>
        <p:spPr>
          <a:xfrm>
            <a:off x="379188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5" name=""/>
          <p:cNvSpPr/>
          <p:nvPr/>
        </p:nvSpPr>
        <p:spPr>
          <a:xfrm>
            <a:off x="379188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6" name=""/>
          <p:cNvSpPr/>
          <p:nvPr/>
        </p:nvSpPr>
        <p:spPr>
          <a:xfrm>
            <a:off x="3937680" y="42717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7" name=""/>
          <p:cNvSpPr/>
          <p:nvPr/>
        </p:nvSpPr>
        <p:spPr>
          <a:xfrm>
            <a:off x="3937680" y="43538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28" name=""/>
          <p:cNvSpPr/>
          <p:nvPr/>
        </p:nvSpPr>
        <p:spPr>
          <a:xfrm>
            <a:off x="379188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29" name=""/>
          <p:cNvSpPr/>
          <p:nvPr/>
        </p:nvSpPr>
        <p:spPr>
          <a:xfrm>
            <a:off x="379188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0" name=""/>
          <p:cNvSpPr/>
          <p:nvPr/>
        </p:nvSpPr>
        <p:spPr>
          <a:xfrm>
            <a:off x="3937680" y="443592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1" name=""/>
          <p:cNvSpPr/>
          <p:nvPr/>
        </p:nvSpPr>
        <p:spPr>
          <a:xfrm>
            <a:off x="3937680" y="451836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2" name=""/>
          <p:cNvSpPr/>
          <p:nvPr/>
        </p:nvSpPr>
        <p:spPr>
          <a:xfrm>
            <a:off x="4083840" y="394308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3" name=""/>
          <p:cNvSpPr/>
          <p:nvPr/>
        </p:nvSpPr>
        <p:spPr>
          <a:xfrm>
            <a:off x="4083840" y="427176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4" name=""/>
          <p:cNvSpPr/>
          <p:nvPr/>
        </p:nvSpPr>
        <p:spPr>
          <a:xfrm>
            <a:off x="3500280" y="460044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5" name=""/>
          <p:cNvSpPr/>
          <p:nvPr/>
        </p:nvSpPr>
        <p:spPr>
          <a:xfrm>
            <a:off x="3500280" y="476460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6" name=""/>
          <p:cNvSpPr/>
          <p:nvPr/>
        </p:nvSpPr>
        <p:spPr>
          <a:xfrm>
            <a:off x="379188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7" name=""/>
          <p:cNvSpPr/>
          <p:nvPr/>
        </p:nvSpPr>
        <p:spPr>
          <a:xfrm>
            <a:off x="379188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38" name=""/>
          <p:cNvSpPr/>
          <p:nvPr/>
        </p:nvSpPr>
        <p:spPr>
          <a:xfrm>
            <a:off x="3937680" y="460044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39" name=""/>
          <p:cNvSpPr/>
          <p:nvPr/>
        </p:nvSpPr>
        <p:spPr>
          <a:xfrm>
            <a:off x="3937680" y="46825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0" name=""/>
          <p:cNvSpPr/>
          <p:nvPr/>
        </p:nvSpPr>
        <p:spPr>
          <a:xfrm>
            <a:off x="379188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1" name=""/>
          <p:cNvSpPr/>
          <p:nvPr/>
        </p:nvSpPr>
        <p:spPr>
          <a:xfrm>
            <a:off x="379188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2" name=""/>
          <p:cNvSpPr/>
          <p:nvPr/>
        </p:nvSpPr>
        <p:spPr>
          <a:xfrm>
            <a:off x="3937680" y="47646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3" name=""/>
          <p:cNvSpPr/>
          <p:nvPr/>
        </p:nvSpPr>
        <p:spPr>
          <a:xfrm>
            <a:off x="3937680" y="484668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4" name=""/>
          <p:cNvSpPr/>
          <p:nvPr/>
        </p:nvSpPr>
        <p:spPr>
          <a:xfrm>
            <a:off x="3500280" y="4929120"/>
            <a:ext cx="291960" cy="164520"/>
          </a:xfrm>
          <a:custGeom>
            <a:avLst/>
            <a:gdLst/>
            <a:ahLst/>
            <a:rect l="0" t="0" r="r" b="b"/>
            <a:pathLst>
              <a:path w="811" h="457">
                <a:moveTo>
                  <a:pt x="0" y="0"/>
                </a:moveTo>
                <a:lnTo>
                  <a:pt x="811" y="0"/>
                </a:lnTo>
                <a:lnTo>
                  <a:pt x="811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5" name=""/>
          <p:cNvSpPr/>
          <p:nvPr/>
        </p:nvSpPr>
        <p:spPr>
          <a:xfrm>
            <a:off x="3500280" y="5093280"/>
            <a:ext cx="291960" cy="164880"/>
          </a:xfrm>
          <a:custGeom>
            <a:avLst/>
            <a:gdLst/>
            <a:ahLst/>
            <a:rect l="0" t="0" r="r" b="b"/>
            <a:pathLst>
              <a:path w="811" h="458">
                <a:moveTo>
                  <a:pt x="0" y="0"/>
                </a:moveTo>
                <a:lnTo>
                  <a:pt x="811" y="0"/>
                </a:lnTo>
                <a:lnTo>
                  <a:pt x="811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6" name=""/>
          <p:cNvSpPr/>
          <p:nvPr/>
        </p:nvSpPr>
        <p:spPr>
          <a:xfrm>
            <a:off x="379188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7" name=""/>
          <p:cNvSpPr/>
          <p:nvPr/>
        </p:nvSpPr>
        <p:spPr>
          <a:xfrm>
            <a:off x="379188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48" name=""/>
          <p:cNvSpPr/>
          <p:nvPr/>
        </p:nvSpPr>
        <p:spPr>
          <a:xfrm>
            <a:off x="3937680" y="492912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49" name=""/>
          <p:cNvSpPr/>
          <p:nvPr/>
        </p:nvSpPr>
        <p:spPr>
          <a:xfrm>
            <a:off x="3937680" y="501120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0" name=""/>
          <p:cNvSpPr/>
          <p:nvPr/>
        </p:nvSpPr>
        <p:spPr>
          <a:xfrm>
            <a:off x="379188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1" name=""/>
          <p:cNvSpPr/>
          <p:nvPr/>
        </p:nvSpPr>
        <p:spPr>
          <a:xfrm>
            <a:off x="379188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52" name=""/>
          <p:cNvSpPr/>
          <p:nvPr/>
        </p:nvSpPr>
        <p:spPr>
          <a:xfrm>
            <a:off x="3937680" y="5093280"/>
            <a:ext cx="146520" cy="82440"/>
          </a:xfrm>
          <a:custGeom>
            <a:avLst/>
            <a:gdLst/>
            <a:ahLst/>
            <a:rect l="0" t="0" r="r" b="b"/>
            <a:pathLst>
              <a:path w="407" h="229">
                <a:moveTo>
                  <a:pt x="0" y="0"/>
                </a:moveTo>
                <a:lnTo>
                  <a:pt x="407" y="0"/>
                </a:lnTo>
                <a:lnTo>
                  <a:pt x="407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3" name=""/>
          <p:cNvSpPr/>
          <p:nvPr/>
        </p:nvSpPr>
        <p:spPr>
          <a:xfrm>
            <a:off x="3937680" y="5175360"/>
            <a:ext cx="146520" cy="82800"/>
          </a:xfrm>
          <a:custGeom>
            <a:avLst/>
            <a:gdLst/>
            <a:ahLst/>
            <a:rect l="0" t="0" r="r" b="b"/>
            <a:pathLst>
              <a:path w="407" h="230">
                <a:moveTo>
                  <a:pt x="0" y="0"/>
                </a:moveTo>
                <a:lnTo>
                  <a:pt x="407" y="0"/>
                </a:lnTo>
                <a:lnTo>
                  <a:pt x="407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4" name=""/>
          <p:cNvSpPr/>
          <p:nvPr/>
        </p:nvSpPr>
        <p:spPr>
          <a:xfrm>
            <a:off x="4083840" y="460044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5" name=""/>
          <p:cNvSpPr/>
          <p:nvPr/>
        </p:nvSpPr>
        <p:spPr>
          <a:xfrm>
            <a:off x="4083840" y="4929120"/>
            <a:ext cx="583560" cy="329040"/>
          </a:xfrm>
          <a:custGeom>
            <a:avLst/>
            <a:gdLst/>
            <a:ahLst/>
            <a:rect l="0" t="0" r="r" b="b"/>
            <a:pathLst>
              <a:path w="1621" h="914">
                <a:moveTo>
                  <a:pt x="0" y="0"/>
                </a:moveTo>
                <a:lnTo>
                  <a:pt x="1621" y="0"/>
                </a:lnTo>
                <a:lnTo>
                  <a:pt x="1621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6" name=""/>
          <p:cNvSpPr/>
          <p:nvPr/>
        </p:nvSpPr>
        <p:spPr>
          <a:xfrm>
            <a:off x="4667040" y="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7" name=""/>
          <p:cNvSpPr/>
          <p:nvPr/>
        </p:nvSpPr>
        <p:spPr>
          <a:xfrm>
            <a:off x="4667040" y="131436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8" name=""/>
          <p:cNvSpPr/>
          <p:nvPr/>
        </p:nvSpPr>
        <p:spPr>
          <a:xfrm>
            <a:off x="7000560" y="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59" name=""/>
          <p:cNvSpPr/>
          <p:nvPr/>
        </p:nvSpPr>
        <p:spPr>
          <a:xfrm>
            <a:off x="7000560" y="3283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0" name=""/>
          <p:cNvSpPr/>
          <p:nvPr/>
        </p:nvSpPr>
        <p:spPr>
          <a:xfrm>
            <a:off x="75841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1" name=""/>
          <p:cNvSpPr/>
          <p:nvPr/>
        </p:nvSpPr>
        <p:spPr>
          <a:xfrm>
            <a:off x="75841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2" name=""/>
          <p:cNvSpPr/>
          <p:nvPr/>
        </p:nvSpPr>
        <p:spPr>
          <a:xfrm>
            <a:off x="7729920" y="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3" name=""/>
          <p:cNvSpPr/>
          <p:nvPr/>
        </p:nvSpPr>
        <p:spPr>
          <a:xfrm>
            <a:off x="7729920" y="82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4" name=""/>
          <p:cNvSpPr/>
          <p:nvPr/>
        </p:nvSpPr>
        <p:spPr>
          <a:xfrm>
            <a:off x="75841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5" name=""/>
          <p:cNvSpPr/>
          <p:nvPr/>
        </p:nvSpPr>
        <p:spPr>
          <a:xfrm>
            <a:off x="75841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66" name=""/>
          <p:cNvSpPr/>
          <p:nvPr/>
        </p:nvSpPr>
        <p:spPr>
          <a:xfrm>
            <a:off x="7729920" y="164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7" name=""/>
          <p:cNvSpPr/>
          <p:nvPr/>
        </p:nvSpPr>
        <p:spPr>
          <a:xfrm>
            <a:off x="7729920" y="246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8" name=""/>
          <p:cNvSpPr/>
          <p:nvPr/>
        </p:nvSpPr>
        <p:spPr>
          <a:xfrm>
            <a:off x="7875720" y="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69" name=""/>
          <p:cNvSpPr/>
          <p:nvPr/>
        </p:nvSpPr>
        <p:spPr>
          <a:xfrm>
            <a:off x="7875720" y="1641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0" name=""/>
          <p:cNvSpPr/>
          <p:nvPr/>
        </p:nvSpPr>
        <p:spPr>
          <a:xfrm>
            <a:off x="75841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1" name=""/>
          <p:cNvSpPr/>
          <p:nvPr/>
        </p:nvSpPr>
        <p:spPr>
          <a:xfrm>
            <a:off x="75841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2" name=""/>
          <p:cNvSpPr/>
          <p:nvPr/>
        </p:nvSpPr>
        <p:spPr>
          <a:xfrm>
            <a:off x="7729920" y="3283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3" name=""/>
          <p:cNvSpPr/>
          <p:nvPr/>
        </p:nvSpPr>
        <p:spPr>
          <a:xfrm>
            <a:off x="7729920" y="410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4" name=""/>
          <p:cNvSpPr/>
          <p:nvPr/>
        </p:nvSpPr>
        <p:spPr>
          <a:xfrm>
            <a:off x="75841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5" name=""/>
          <p:cNvSpPr/>
          <p:nvPr/>
        </p:nvSpPr>
        <p:spPr>
          <a:xfrm>
            <a:off x="75841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76" name=""/>
          <p:cNvSpPr/>
          <p:nvPr/>
        </p:nvSpPr>
        <p:spPr>
          <a:xfrm>
            <a:off x="7729920" y="492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7" name=""/>
          <p:cNvSpPr/>
          <p:nvPr/>
        </p:nvSpPr>
        <p:spPr>
          <a:xfrm>
            <a:off x="7729920" y="574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8" name=""/>
          <p:cNvSpPr/>
          <p:nvPr/>
        </p:nvSpPr>
        <p:spPr>
          <a:xfrm>
            <a:off x="7875720" y="3283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79" name=""/>
          <p:cNvSpPr/>
          <p:nvPr/>
        </p:nvSpPr>
        <p:spPr>
          <a:xfrm>
            <a:off x="7875720" y="4928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0" name=""/>
          <p:cNvSpPr/>
          <p:nvPr/>
        </p:nvSpPr>
        <p:spPr>
          <a:xfrm>
            <a:off x="7000560" y="6570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1" name=""/>
          <p:cNvSpPr/>
          <p:nvPr/>
        </p:nvSpPr>
        <p:spPr>
          <a:xfrm>
            <a:off x="7000560" y="9856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2" name=""/>
          <p:cNvSpPr/>
          <p:nvPr/>
        </p:nvSpPr>
        <p:spPr>
          <a:xfrm>
            <a:off x="75841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3" name=""/>
          <p:cNvSpPr/>
          <p:nvPr/>
        </p:nvSpPr>
        <p:spPr>
          <a:xfrm>
            <a:off x="75841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4" name=""/>
          <p:cNvSpPr/>
          <p:nvPr/>
        </p:nvSpPr>
        <p:spPr>
          <a:xfrm>
            <a:off x="7729920" y="657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5" name=""/>
          <p:cNvSpPr/>
          <p:nvPr/>
        </p:nvSpPr>
        <p:spPr>
          <a:xfrm>
            <a:off x="7729920" y="7390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6" name=""/>
          <p:cNvSpPr/>
          <p:nvPr/>
        </p:nvSpPr>
        <p:spPr>
          <a:xfrm>
            <a:off x="75841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7" name=""/>
          <p:cNvSpPr/>
          <p:nvPr/>
        </p:nvSpPr>
        <p:spPr>
          <a:xfrm>
            <a:off x="75841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88" name=""/>
          <p:cNvSpPr/>
          <p:nvPr/>
        </p:nvSpPr>
        <p:spPr>
          <a:xfrm>
            <a:off x="7729920" y="821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89" name=""/>
          <p:cNvSpPr/>
          <p:nvPr/>
        </p:nvSpPr>
        <p:spPr>
          <a:xfrm>
            <a:off x="7729920" y="903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0" name=""/>
          <p:cNvSpPr/>
          <p:nvPr/>
        </p:nvSpPr>
        <p:spPr>
          <a:xfrm>
            <a:off x="7875720" y="6570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1" name=""/>
          <p:cNvSpPr/>
          <p:nvPr/>
        </p:nvSpPr>
        <p:spPr>
          <a:xfrm>
            <a:off x="7875720" y="8215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2" name=""/>
          <p:cNvSpPr/>
          <p:nvPr/>
        </p:nvSpPr>
        <p:spPr>
          <a:xfrm>
            <a:off x="75841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3" name=""/>
          <p:cNvSpPr/>
          <p:nvPr/>
        </p:nvSpPr>
        <p:spPr>
          <a:xfrm>
            <a:off x="75841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4" name=""/>
          <p:cNvSpPr/>
          <p:nvPr/>
        </p:nvSpPr>
        <p:spPr>
          <a:xfrm>
            <a:off x="7729920" y="985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5" name=""/>
          <p:cNvSpPr/>
          <p:nvPr/>
        </p:nvSpPr>
        <p:spPr>
          <a:xfrm>
            <a:off x="7729920" y="1067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6" name=""/>
          <p:cNvSpPr/>
          <p:nvPr/>
        </p:nvSpPr>
        <p:spPr>
          <a:xfrm>
            <a:off x="75841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7" name=""/>
          <p:cNvSpPr/>
          <p:nvPr/>
        </p:nvSpPr>
        <p:spPr>
          <a:xfrm>
            <a:off x="75841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698" name=""/>
          <p:cNvSpPr/>
          <p:nvPr/>
        </p:nvSpPr>
        <p:spPr>
          <a:xfrm>
            <a:off x="7729920" y="11498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699" name=""/>
          <p:cNvSpPr/>
          <p:nvPr/>
        </p:nvSpPr>
        <p:spPr>
          <a:xfrm>
            <a:off x="7729920" y="1232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0" name=""/>
          <p:cNvSpPr/>
          <p:nvPr/>
        </p:nvSpPr>
        <p:spPr>
          <a:xfrm>
            <a:off x="7875720" y="9856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1" name=""/>
          <p:cNvSpPr/>
          <p:nvPr/>
        </p:nvSpPr>
        <p:spPr>
          <a:xfrm>
            <a:off x="7875720" y="11498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2" name=""/>
          <p:cNvSpPr/>
          <p:nvPr/>
        </p:nvSpPr>
        <p:spPr>
          <a:xfrm>
            <a:off x="8167680" y="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3" name=""/>
          <p:cNvSpPr/>
          <p:nvPr/>
        </p:nvSpPr>
        <p:spPr>
          <a:xfrm>
            <a:off x="8167680" y="65700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4" name=""/>
          <p:cNvSpPr/>
          <p:nvPr/>
        </p:nvSpPr>
        <p:spPr>
          <a:xfrm>
            <a:off x="7000560" y="1314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5" name=""/>
          <p:cNvSpPr/>
          <p:nvPr/>
        </p:nvSpPr>
        <p:spPr>
          <a:xfrm>
            <a:off x="7000560" y="164304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6" name=""/>
          <p:cNvSpPr/>
          <p:nvPr/>
        </p:nvSpPr>
        <p:spPr>
          <a:xfrm>
            <a:off x="75841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7" name=""/>
          <p:cNvSpPr/>
          <p:nvPr/>
        </p:nvSpPr>
        <p:spPr>
          <a:xfrm>
            <a:off x="75841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08" name=""/>
          <p:cNvSpPr/>
          <p:nvPr/>
        </p:nvSpPr>
        <p:spPr>
          <a:xfrm>
            <a:off x="7729920" y="1314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09" name=""/>
          <p:cNvSpPr/>
          <p:nvPr/>
        </p:nvSpPr>
        <p:spPr>
          <a:xfrm>
            <a:off x="7729920" y="1396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0" name=""/>
          <p:cNvSpPr/>
          <p:nvPr/>
        </p:nvSpPr>
        <p:spPr>
          <a:xfrm>
            <a:off x="75841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1" name=""/>
          <p:cNvSpPr/>
          <p:nvPr/>
        </p:nvSpPr>
        <p:spPr>
          <a:xfrm>
            <a:off x="75841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2" name=""/>
          <p:cNvSpPr/>
          <p:nvPr/>
        </p:nvSpPr>
        <p:spPr>
          <a:xfrm>
            <a:off x="7729920" y="1478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3" name=""/>
          <p:cNvSpPr/>
          <p:nvPr/>
        </p:nvSpPr>
        <p:spPr>
          <a:xfrm>
            <a:off x="7729920" y="15606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4" name=""/>
          <p:cNvSpPr/>
          <p:nvPr/>
        </p:nvSpPr>
        <p:spPr>
          <a:xfrm>
            <a:off x="7875720" y="13143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5" name=""/>
          <p:cNvSpPr/>
          <p:nvPr/>
        </p:nvSpPr>
        <p:spPr>
          <a:xfrm>
            <a:off x="7875720" y="14785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6" name=""/>
          <p:cNvSpPr/>
          <p:nvPr/>
        </p:nvSpPr>
        <p:spPr>
          <a:xfrm>
            <a:off x="75841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7" name=""/>
          <p:cNvSpPr/>
          <p:nvPr/>
        </p:nvSpPr>
        <p:spPr>
          <a:xfrm>
            <a:off x="75841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18" name=""/>
          <p:cNvSpPr/>
          <p:nvPr/>
        </p:nvSpPr>
        <p:spPr>
          <a:xfrm>
            <a:off x="7729920" y="1643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19" name=""/>
          <p:cNvSpPr/>
          <p:nvPr/>
        </p:nvSpPr>
        <p:spPr>
          <a:xfrm>
            <a:off x="7729920" y="1725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0" name=""/>
          <p:cNvSpPr/>
          <p:nvPr/>
        </p:nvSpPr>
        <p:spPr>
          <a:xfrm>
            <a:off x="75841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1" name=""/>
          <p:cNvSpPr/>
          <p:nvPr/>
        </p:nvSpPr>
        <p:spPr>
          <a:xfrm>
            <a:off x="75841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2" name=""/>
          <p:cNvSpPr/>
          <p:nvPr/>
        </p:nvSpPr>
        <p:spPr>
          <a:xfrm>
            <a:off x="7729920" y="1807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3" name=""/>
          <p:cNvSpPr/>
          <p:nvPr/>
        </p:nvSpPr>
        <p:spPr>
          <a:xfrm>
            <a:off x="7729920" y="1889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4" name=""/>
          <p:cNvSpPr/>
          <p:nvPr/>
        </p:nvSpPr>
        <p:spPr>
          <a:xfrm>
            <a:off x="7875720" y="16430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5" name=""/>
          <p:cNvSpPr/>
          <p:nvPr/>
        </p:nvSpPr>
        <p:spPr>
          <a:xfrm>
            <a:off x="7875720" y="18072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26" name=""/>
          <p:cNvSpPr/>
          <p:nvPr/>
        </p:nvSpPr>
        <p:spPr>
          <a:xfrm>
            <a:off x="7000560" y="19713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7" name=""/>
          <p:cNvSpPr/>
          <p:nvPr/>
        </p:nvSpPr>
        <p:spPr>
          <a:xfrm>
            <a:off x="7000560" y="23000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8" name=""/>
          <p:cNvSpPr/>
          <p:nvPr/>
        </p:nvSpPr>
        <p:spPr>
          <a:xfrm>
            <a:off x="75841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29" name=""/>
          <p:cNvSpPr/>
          <p:nvPr/>
        </p:nvSpPr>
        <p:spPr>
          <a:xfrm>
            <a:off x="75841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0" name=""/>
          <p:cNvSpPr/>
          <p:nvPr/>
        </p:nvSpPr>
        <p:spPr>
          <a:xfrm>
            <a:off x="7729920" y="1971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1" name=""/>
          <p:cNvSpPr/>
          <p:nvPr/>
        </p:nvSpPr>
        <p:spPr>
          <a:xfrm>
            <a:off x="7729920" y="2053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2" name=""/>
          <p:cNvSpPr/>
          <p:nvPr/>
        </p:nvSpPr>
        <p:spPr>
          <a:xfrm>
            <a:off x="75841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3" name=""/>
          <p:cNvSpPr/>
          <p:nvPr/>
        </p:nvSpPr>
        <p:spPr>
          <a:xfrm>
            <a:off x="75841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4" name=""/>
          <p:cNvSpPr/>
          <p:nvPr/>
        </p:nvSpPr>
        <p:spPr>
          <a:xfrm>
            <a:off x="7729920" y="21358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5" name=""/>
          <p:cNvSpPr/>
          <p:nvPr/>
        </p:nvSpPr>
        <p:spPr>
          <a:xfrm>
            <a:off x="7729920" y="22179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6" name=""/>
          <p:cNvSpPr/>
          <p:nvPr/>
        </p:nvSpPr>
        <p:spPr>
          <a:xfrm>
            <a:off x="7875720" y="19713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7" name=""/>
          <p:cNvSpPr/>
          <p:nvPr/>
        </p:nvSpPr>
        <p:spPr>
          <a:xfrm>
            <a:off x="7875720" y="21358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38" name=""/>
          <p:cNvSpPr/>
          <p:nvPr/>
        </p:nvSpPr>
        <p:spPr>
          <a:xfrm>
            <a:off x="75841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39" name=""/>
          <p:cNvSpPr/>
          <p:nvPr/>
        </p:nvSpPr>
        <p:spPr>
          <a:xfrm>
            <a:off x="75841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0" name=""/>
          <p:cNvSpPr/>
          <p:nvPr/>
        </p:nvSpPr>
        <p:spPr>
          <a:xfrm>
            <a:off x="7729920" y="23000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1" name=""/>
          <p:cNvSpPr/>
          <p:nvPr/>
        </p:nvSpPr>
        <p:spPr>
          <a:xfrm>
            <a:off x="7729920" y="23821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2" name=""/>
          <p:cNvSpPr/>
          <p:nvPr/>
        </p:nvSpPr>
        <p:spPr>
          <a:xfrm>
            <a:off x="75841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3" name=""/>
          <p:cNvSpPr/>
          <p:nvPr/>
        </p:nvSpPr>
        <p:spPr>
          <a:xfrm>
            <a:off x="75841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4" name=""/>
          <p:cNvSpPr/>
          <p:nvPr/>
        </p:nvSpPr>
        <p:spPr>
          <a:xfrm>
            <a:off x="7729920" y="2464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5" name=""/>
          <p:cNvSpPr/>
          <p:nvPr/>
        </p:nvSpPr>
        <p:spPr>
          <a:xfrm>
            <a:off x="7729920" y="25466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6" name=""/>
          <p:cNvSpPr/>
          <p:nvPr/>
        </p:nvSpPr>
        <p:spPr>
          <a:xfrm>
            <a:off x="7875720" y="230004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7" name=""/>
          <p:cNvSpPr/>
          <p:nvPr/>
        </p:nvSpPr>
        <p:spPr>
          <a:xfrm>
            <a:off x="7875720" y="24645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48" name=""/>
          <p:cNvSpPr/>
          <p:nvPr/>
        </p:nvSpPr>
        <p:spPr>
          <a:xfrm>
            <a:off x="8167680" y="131436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49" name=""/>
          <p:cNvSpPr/>
          <p:nvPr/>
        </p:nvSpPr>
        <p:spPr>
          <a:xfrm>
            <a:off x="8167680" y="197136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0" name=""/>
          <p:cNvSpPr/>
          <p:nvPr/>
        </p:nvSpPr>
        <p:spPr>
          <a:xfrm>
            <a:off x="4667040" y="2628720"/>
            <a:ext cx="2333880" cy="1314720"/>
          </a:xfrm>
          <a:custGeom>
            <a:avLst/>
            <a:gdLst/>
            <a:ahLst/>
            <a:rect l="0" t="0" r="r" b="b"/>
            <a:pathLst>
              <a:path w="6483" h="3652">
                <a:moveTo>
                  <a:pt x="0" y="0"/>
                </a:moveTo>
                <a:lnTo>
                  <a:pt x="6483" y="0"/>
                </a:lnTo>
                <a:lnTo>
                  <a:pt x="6483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1" name=""/>
          <p:cNvSpPr/>
          <p:nvPr/>
        </p:nvSpPr>
        <p:spPr>
          <a:xfrm>
            <a:off x="4667040" y="3943080"/>
            <a:ext cx="2333880" cy="1315080"/>
          </a:xfrm>
          <a:custGeom>
            <a:avLst/>
            <a:gdLst/>
            <a:ahLst/>
            <a:rect l="0" t="0" r="r" b="b"/>
            <a:pathLst>
              <a:path w="6483" h="3653">
                <a:moveTo>
                  <a:pt x="0" y="0"/>
                </a:moveTo>
                <a:lnTo>
                  <a:pt x="6483" y="0"/>
                </a:lnTo>
                <a:lnTo>
                  <a:pt x="6483" y="3653"/>
                </a:lnTo>
                <a:lnTo>
                  <a:pt x="0" y="365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2" name=""/>
          <p:cNvSpPr/>
          <p:nvPr/>
        </p:nvSpPr>
        <p:spPr>
          <a:xfrm>
            <a:off x="7000560" y="26287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3" name=""/>
          <p:cNvSpPr/>
          <p:nvPr/>
        </p:nvSpPr>
        <p:spPr>
          <a:xfrm>
            <a:off x="7000560" y="2957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4" name=""/>
          <p:cNvSpPr/>
          <p:nvPr/>
        </p:nvSpPr>
        <p:spPr>
          <a:xfrm>
            <a:off x="75841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5" name=""/>
          <p:cNvSpPr/>
          <p:nvPr/>
        </p:nvSpPr>
        <p:spPr>
          <a:xfrm>
            <a:off x="75841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6" name=""/>
          <p:cNvSpPr/>
          <p:nvPr/>
        </p:nvSpPr>
        <p:spPr>
          <a:xfrm>
            <a:off x="7729920" y="26287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7" name=""/>
          <p:cNvSpPr/>
          <p:nvPr/>
        </p:nvSpPr>
        <p:spPr>
          <a:xfrm>
            <a:off x="7729920" y="27108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58" name=""/>
          <p:cNvSpPr/>
          <p:nvPr/>
        </p:nvSpPr>
        <p:spPr>
          <a:xfrm>
            <a:off x="75841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59" name=""/>
          <p:cNvSpPr/>
          <p:nvPr/>
        </p:nvSpPr>
        <p:spPr>
          <a:xfrm>
            <a:off x="75841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0" name=""/>
          <p:cNvSpPr/>
          <p:nvPr/>
        </p:nvSpPr>
        <p:spPr>
          <a:xfrm>
            <a:off x="7729920" y="27928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1" name=""/>
          <p:cNvSpPr/>
          <p:nvPr/>
        </p:nvSpPr>
        <p:spPr>
          <a:xfrm>
            <a:off x="7729920" y="2875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2" name=""/>
          <p:cNvSpPr/>
          <p:nvPr/>
        </p:nvSpPr>
        <p:spPr>
          <a:xfrm>
            <a:off x="7875720" y="26287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3" name=""/>
          <p:cNvSpPr/>
          <p:nvPr/>
        </p:nvSpPr>
        <p:spPr>
          <a:xfrm>
            <a:off x="7875720" y="27928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4" name=""/>
          <p:cNvSpPr/>
          <p:nvPr/>
        </p:nvSpPr>
        <p:spPr>
          <a:xfrm>
            <a:off x="75841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5" name=""/>
          <p:cNvSpPr/>
          <p:nvPr/>
        </p:nvSpPr>
        <p:spPr>
          <a:xfrm>
            <a:off x="75841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6" name=""/>
          <p:cNvSpPr/>
          <p:nvPr/>
        </p:nvSpPr>
        <p:spPr>
          <a:xfrm>
            <a:off x="7729920" y="29574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7" name=""/>
          <p:cNvSpPr/>
          <p:nvPr/>
        </p:nvSpPr>
        <p:spPr>
          <a:xfrm>
            <a:off x="7729920" y="30394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68" name=""/>
          <p:cNvSpPr/>
          <p:nvPr/>
        </p:nvSpPr>
        <p:spPr>
          <a:xfrm>
            <a:off x="75841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69" name=""/>
          <p:cNvSpPr/>
          <p:nvPr/>
        </p:nvSpPr>
        <p:spPr>
          <a:xfrm>
            <a:off x="75841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0" name=""/>
          <p:cNvSpPr/>
          <p:nvPr/>
        </p:nvSpPr>
        <p:spPr>
          <a:xfrm>
            <a:off x="7729920" y="31215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1" name=""/>
          <p:cNvSpPr/>
          <p:nvPr/>
        </p:nvSpPr>
        <p:spPr>
          <a:xfrm>
            <a:off x="7729920" y="320364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2" name=""/>
          <p:cNvSpPr/>
          <p:nvPr/>
        </p:nvSpPr>
        <p:spPr>
          <a:xfrm>
            <a:off x="7875720" y="29574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3" name=""/>
          <p:cNvSpPr/>
          <p:nvPr/>
        </p:nvSpPr>
        <p:spPr>
          <a:xfrm>
            <a:off x="7875720" y="312156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4" name=""/>
          <p:cNvSpPr/>
          <p:nvPr/>
        </p:nvSpPr>
        <p:spPr>
          <a:xfrm>
            <a:off x="7000560" y="3286080"/>
            <a:ext cx="583920" cy="328680"/>
          </a:xfrm>
          <a:custGeom>
            <a:avLst/>
            <a:gdLst/>
            <a:ahLst/>
            <a:rect l="0" t="0" r="r" b="b"/>
            <a:pathLst>
              <a:path w="1622" h="913">
                <a:moveTo>
                  <a:pt x="0" y="0"/>
                </a:moveTo>
                <a:lnTo>
                  <a:pt x="1622" y="0"/>
                </a:lnTo>
                <a:lnTo>
                  <a:pt x="1622" y="913"/>
                </a:lnTo>
                <a:lnTo>
                  <a:pt x="0" y="913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5" name=""/>
          <p:cNvSpPr/>
          <p:nvPr/>
        </p:nvSpPr>
        <p:spPr>
          <a:xfrm>
            <a:off x="7000560" y="361440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6" name=""/>
          <p:cNvSpPr/>
          <p:nvPr/>
        </p:nvSpPr>
        <p:spPr>
          <a:xfrm>
            <a:off x="75841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7" name=""/>
          <p:cNvSpPr/>
          <p:nvPr/>
        </p:nvSpPr>
        <p:spPr>
          <a:xfrm>
            <a:off x="75841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78" name=""/>
          <p:cNvSpPr/>
          <p:nvPr/>
        </p:nvSpPr>
        <p:spPr>
          <a:xfrm>
            <a:off x="7729920" y="3286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79" name=""/>
          <p:cNvSpPr/>
          <p:nvPr/>
        </p:nvSpPr>
        <p:spPr>
          <a:xfrm>
            <a:off x="7729920" y="33681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0" name=""/>
          <p:cNvSpPr/>
          <p:nvPr/>
        </p:nvSpPr>
        <p:spPr>
          <a:xfrm>
            <a:off x="75841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1" name=""/>
          <p:cNvSpPr/>
          <p:nvPr/>
        </p:nvSpPr>
        <p:spPr>
          <a:xfrm>
            <a:off x="75841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2" name=""/>
          <p:cNvSpPr/>
          <p:nvPr/>
        </p:nvSpPr>
        <p:spPr>
          <a:xfrm>
            <a:off x="7729920" y="34502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3" name=""/>
          <p:cNvSpPr/>
          <p:nvPr/>
        </p:nvSpPr>
        <p:spPr>
          <a:xfrm>
            <a:off x="7729920" y="35323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4" name=""/>
          <p:cNvSpPr/>
          <p:nvPr/>
        </p:nvSpPr>
        <p:spPr>
          <a:xfrm>
            <a:off x="7875720" y="328608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5" name=""/>
          <p:cNvSpPr/>
          <p:nvPr/>
        </p:nvSpPr>
        <p:spPr>
          <a:xfrm>
            <a:off x="7875720" y="34502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6" name=""/>
          <p:cNvSpPr/>
          <p:nvPr/>
        </p:nvSpPr>
        <p:spPr>
          <a:xfrm>
            <a:off x="75841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7" name=""/>
          <p:cNvSpPr/>
          <p:nvPr/>
        </p:nvSpPr>
        <p:spPr>
          <a:xfrm>
            <a:off x="75841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88" name=""/>
          <p:cNvSpPr/>
          <p:nvPr/>
        </p:nvSpPr>
        <p:spPr>
          <a:xfrm>
            <a:off x="7729920" y="361440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89" name=""/>
          <p:cNvSpPr/>
          <p:nvPr/>
        </p:nvSpPr>
        <p:spPr>
          <a:xfrm>
            <a:off x="7729920" y="3696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0" name=""/>
          <p:cNvSpPr/>
          <p:nvPr/>
        </p:nvSpPr>
        <p:spPr>
          <a:xfrm>
            <a:off x="75841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1" name=""/>
          <p:cNvSpPr/>
          <p:nvPr/>
        </p:nvSpPr>
        <p:spPr>
          <a:xfrm>
            <a:off x="75841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2" name=""/>
          <p:cNvSpPr/>
          <p:nvPr/>
        </p:nvSpPr>
        <p:spPr>
          <a:xfrm>
            <a:off x="7729920" y="37789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3" name=""/>
          <p:cNvSpPr/>
          <p:nvPr/>
        </p:nvSpPr>
        <p:spPr>
          <a:xfrm>
            <a:off x="7729920" y="38610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4" name=""/>
          <p:cNvSpPr/>
          <p:nvPr/>
        </p:nvSpPr>
        <p:spPr>
          <a:xfrm>
            <a:off x="7875720" y="36144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5" name=""/>
          <p:cNvSpPr/>
          <p:nvPr/>
        </p:nvSpPr>
        <p:spPr>
          <a:xfrm>
            <a:off x="7875720" y="37789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796" name=""/>
          <p:cNvSpPr/>
          <p:nvPr/>
        </p:nvSpPr>
        <p:spPr>
          <a:xfrm>
            <a:off x="8167680" y="262872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7" name=""/>
          <p:cNvSpPr/>
          <p:nvPr/>
        </p:nvSpPr>
        <p:spPr>
          <a:xfrm>
            <a:off x="8167680" y="3286080"/>
            <a:ext cx="1167120" cy="657360"/>
          </a:xfrm>
          <a:custGeom>
            <a:avLst/>
            <a:gdLst/>
            <a:ahLst/>
            <a:rect l="0" t="0" r="r" b="b"/>
            <a:pathLst>
              <a:path w="3242" h="1826">
                <a:moveTo>
                  <a:pt x="0" y="0"/>
                </a:moveTo>
                <a:lnTo>
                  <a:pt x="3242" y="0"/>
                </a:lnTo>
                <a:lnTo>
                  <a:pt x="3242" y="1826"/>
                </a:lnTo>
                <a:lnTo>
                  <a:pt x="0" y="1826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8" name=""/>
          <p:cNvSpPr/>
          <p:nvPr/>
        </p:nvSpPr>
        <p:spPr>
          <a:xfrm>
            <a:off x="7000560" y="394308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799" name=""/>
          <p:cNvSpPr/>
          <p:nvPr/>
        </p:nvSpPr>
        <p:spPr>
          <a:xfrm>
            <a:off x="7000560" y="427176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0" name=""/>
          <p:cNvSpPr/>
          <p:nvPr/>
        </p:nvSpPr>
        <p:spPr>
          <a:xfrm>
            <a:off x="75841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1" name=""/>
          <p:cNvSpPr/>
          <p:nvPr/>
        </p:nvSpPr>
        <p:spPr>
          <a:xfrm>
            <a:off x="75841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2" name=""/>
          <p:cNvSpPr/>
          <p:nvPr/>
        </p:nvSpPr>
        <p:spPr>
          <a:xfrm>
            <a:off x="7729920" y="39430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3" name=""/>
          <p:cNvSpPr/>
          <p:nvPr/>
        </p:nvSpPr>
        <p:spPr>
          <a:xfrm>
            <a:off x="7729920" y="40251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4" name=""/>
          <p:cNvSpPr/>
          <p:nvPr/>
        </p:nvSpPr>
        <p:spPr>
          <a:xfrm>
            <a:off x="75841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5" name=""/>
          <p:cNvSpPr/>
          <p:nvPr/>
        </p:nvSpPr>
        <p:spPr>
          <a:xfrm>
            <a:off x="75841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06" name=""/>
          <p:cNvSpPr/>
          <p:nvPr/>
        </p:nvSpPr>
        <p:spPr>
          <a:xfrm>
            <a:off x="7729920" y="4107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7" name=""/>
          <p:cNvSpPr/>
          <p:nvPr/>
        </p:nvSpPr>
        <p:spPr>
          <a:xfrm>
            <a:off x="7729920" y="41896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8" name=""/>
          <p:cNvSpPr/>
          <p:nvPr/>
        </p:nvSpPr>
        <p:spPr>
          <a:xfrm>
            <a:off x="7875720" y="39430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09" name=""/>
          <p:cNvSpPr/>
          <p:nvPr/>
        </p:nvSpPr>
        <p:spPr>
          <a:xfrm>
            <a:off x="7875720" y="410760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0" name=""/>
          <p:cNvSpPr/>
          <p:nvPr/>
        </p:nvSpPr>
        <p:spPr>
          <a:xfrm>
            <a:off x="75841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1" name=""/>
          <p:cNvSpPr/>
          <p:nvPr/>
        </p:nvSpPr>
        <p:spPr>
          <a:xfrm>
            <a:off x="75841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2" name=""/>
          <p:cNvSpPr/>
          <p:nvPr/>
        </p:nvSpPr>
        <p:spPr>
          <a:xfrm>
            <a:off x="7729920" y="42717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3" name=""/>
          <p:cNvSpPr/>
          <p:nvPr/>
        </p:nvSpPr>
        <p:spPr>
          <a:xfrm>
            <a:off x="7729920" y="43538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4" name=""/>
          <p:cNvSpPr/>
          <p:nvPr/>
        </p:nvSpPr>
        <p:spPr>
          <a:xfrm>
            <a:off x="75841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5" name=""/>
          <p:cNvSpPr/>
          <p:nvPr/>
        </p:nvSpPr>
        <p:spPr>
          <a:xfrm>
            <a:off x="75841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16" name=""/>
          <p:cNvSpPr/>
          <p:nvPr/>
        </p:nvSpPr>
        <p:spPr>
          <a:xfrm>
            <a:off x="7729920" y="443592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7" name=""/>
          <p:cNvSpPr/>
          <p:nvPr/>
        </p:nvSpPr>
        <p:spPr>
          <a:xfrm>
            <a:off x="7729920" y="451836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8" name=""/>
          <p:cNvSpPr/>
          <p:nvPr/>
        </p:nvSpPr>
        <p:spPr>
          <a:xfrm>
            <a:off x="7875720" y="427176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19" name=""/>
          <p:cNvSpPr/>
          <p:nvPr/>
        </p:nvSpPr>
        <p:spPr>
          <a:xfrm>
            <a:off x="7875720" y="443592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0" name=""/>
          <p:cNvSpPr/>
          <p:nvPr/>
        </p:nvSpPr>
        <p:spPr>
          <a:xfrm>
            <a:off x="7000560" y="460044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1" name=""/>
          <p:cNvSpPr/>
          <p:nvPr/>
        </p:nvSpPr>
        <p:spPr>
          <a:xfrm>
            <a:off x="7000560" y="4929120"/>
            <a:ext cx="583920" cy="329040"/>
          </a:xfrm>
          <a:custGeom>
            <a:avLst/>
            <a:gdLst/>
            <a:ahLst/>
            <a:rect l="0" t="0" r="r" b="b"/>
            <a:pathLst>
              <a:path w="1622" h="914">
                <a:moveTo>
                  <a:pt x="0" y="0"/>
                </a:moveTo>
                <a:lnTo>
                  <a:pt x="1622" y="0"/>
                </a:lnTo>
                <a:lnTo>
                  <a:pt x="1622" y="914"/>
                </a:lnTo>
                <a:lnTo>
                  <a:pt x="0" y="914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2" name=""/>
          <p:cNvSpPr/>
          <p:nvPr/>
        </p:nvSpPr>
        <p:spPr>
          <a:xfrm>
            <a:off x="75841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3" name=""/>
          <p:cNvSpPr/>
          <p:nvPr/>
        </p:nvSpPr>
        <p:spPr>
          <a:xfrm>
            <a:off x="75841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4" name=""/>
          <p:cNvSpPr/>
          <p:nvPr/>
        </p:nvSpPr>
        <p:spPr>
          <a:xfrm>
            <a:off x="7729920" y="460044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5" name=""/>
          <p:cNvSpPr/>
          <p:nvPr/>
        </p:nvSpPr>
        <p:spPr>
          <a:xfrm>
            <a:off x="7729920" y="46825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6" name=""/>
          <p:cNvSpPr/>
          <p:nvPr/>
        </p:nvSpPr>
        <p:spPr>
          <a:xfrm>
            <a:off x="75841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7" name=""/>
          <p:cNvSpPr/>
          <p:nvPr/>
        </p:nvSpPr>
        <p:spPr>
          <a:xfrm>
            <a:off x="75841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28" name=""/>
          <p:cNvSpPr/>
          <p:nvPr/>
        </p:nvSpPr>
        <p:spPr>
          <a:xfrm>
            <a:off x="7729920" y="47646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29" name=""/>
          <p:cNvSpPr/>
          <p:nvPr/>
        </p:nvSpPr>
        <p:spPr>
          <a:xfrm>
            <a:off x="7729920" y="484668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0" name=""/>
          <p:cNvSpPr/>
          <p:nvPr/>
        </p:nvSpPr>
        <p:spPr>
          <a:xfrm>
            <a:off x="7875720" y="460044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1" name=""/>
          <p:cNvSpPr/>
          <p:nvPr/>
        </p:nvSpPr>
        <p:spPr>
          <a:xfrm>
            <a:off x="7875720" y="476460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2" name=""/>
          <p:cNvSpPr/>
          <p:nvPr/>
        </p:nvSpPr>
        <p:spPr>
          <a:xfrm>
            <a:off x="75841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3" name=""/>
          <p:cNvSpPr/>
          <p:nvPr/>
        </p:nvSpPr>
        <p:spPr>
          <a:xfrm>
            <a:off x="75841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4" name=""/>
          <p:cNvSpPr/>
          <p:nvPr/>
        </p:nvSpPr>
        <p:spPr>
          <a:xfrm>
            <a:off x="7729920" y="492912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5" name=""/>
          <p:cNvSpPr/>
          <p:nvPr/>
        </p:nvSpPr>
        <p:spPr>
          <a:xfrm>
            <a:off x="7729920" y="501120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6" name=""/>
          <p:cNvSpPr/>
          <p:nvPr/>
        </p:nvSpPr>
        <p:spPr>
          <a:xfrm>
            <a:off x="75841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7" name=""/>
          <p:cNvSpPr/>
          <p:nvPr/>
        </p:nvSpPr>
        <p:spPr>
          <a:xfrm>
            <a:off x="75841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38" name=""/>
          <p:cNvSpPr/>
          <p:nvPr/>
        </p:nvSpPr>
        <p:spPr>
          <a:xfrm>
            <a:off x="7729920" y="5093280"/>
            <a:ext cx="146160" cy="82440"/>
          </a:xfrm>
          <a:custGeom>
            <a:avLst/>
            <a:gdLst/>
            <a:ahLst/>
            <a:rect l="0" t="0" r="r" b="b"/>
            <a:pathLst>
              <a:path w="406" h="229">
                <a:moveTo>
                  <a:pt x="0" y="0"/>
                </a:moveTo>
                <a:lnTo>
                  <a:pt x="406" y="0"/>
                </a:lnTo>
                <a:lnTo>
                  <a:pt x="406" y="229"/>
                </a:lnTo>
                <a:lnTo>
                  <a:pt x="0" y="229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39" name=""/>
          <p:cNvSpPr/>
          <p:nvPr/>
        </p:nvSpPr>
        <p:spPr>
          <a:xfrm>
            <a:off x="7729920" y="5175360"/>
            <a:ext cx="146160" cy="82800"/>
          </a:xfrm>
          <a:custGeom>
            <a:avLst/>
            <a:gdLst/>
            <a:ahLst/>
            <a:rect l="0" t="0" r="r" b="b"/>
            <a:pathLst>
              <a:path w="406" h="230">
                <a:moveTo>
                  <a:pt x="0" y="0"/>
                </a:moveTo>
                <a:lnTo>
                  <a:pt x="406" y="0"/>
                </a:lnTo>
                <a:lnTo>
                  <a:pt x="406" y="230"/>
                </a:lnTo>
                <a:lnTo>
                  <a:pt x="0" y="230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0" name=""/>
          <p:cNvSpPr/>
          <p:nvPr/>
        </p:nvSpPr>
        <p:spPr>
          <a:xfrm>
            <a:off x="7875720" y="4929120"/>
            <a:ext cx="292320" cy="164520"/>
          </a:xfrm>
          <a:custGeom>
            <a:avLst/>
            <a:gdLst/>
            <a:ahLst/>
            <a:rect l="0" t="0" r="r" b="b"/>
            <a:pathLst>
              <a:path w="812" h="457">
                <a:moveTo>
                  <a:pt x="0" y="0"/>
                </a:moveTo>
                <a:lnTo>
                  <a:pt x="812" y="0"/>
                </a:lnTo>
                <a:lnTo>
                  <a:pt x="812" y="457"/>
                </a:lnTo>
                <a:lnTo>
                  <a:pt x="0" y="457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1" name=""/>
          <p:cNvSpPr/>
          <p:nvPr/>
        </p:nvSpPr>
        <p:spPr>
          <a:xfrm>
            <a:off x="7875720" y="5093280"/>
            <a:ext cx="292320" cy="164880"/>
          </a:xfrm>
          <a:custGeom>
            <a:avLst/>
            <a:gdLst/>
            <a:ahLst/>
            <a:rect l="0" t="0" r="r" b="b"/>
            <a:pathLst>
              <a:path w="812" h="458">
                <a:moveTo>
                  <a:pt x="0" y="0"/>
                </a:moveTo>
                <a:lnTo>
                  <a:pt x="812" y="0"/>
                </a:lnTo>
                <a:lnTo>
                  <a:pt x="812" y="458"/>
                </a:lnTo>
                <a:lnTo>
                  <a:pt x="0" y="458"/>
                </a:lnTo>
                <a:lnTo>
                  <a:pt x="0" y="0"/>
                </a:lnTo>
                <a:close/>
              </a:path>
            </a:pathLst>
          </a:custGeom>
          <a:solidFill>
            <a:srgbClr val="b98b6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2" name=""/>
          <p:cNvSpPr/>
          <p:nvPr/>
        </p:nvSpPr>
        <p:spPr>
          <a:xfrm>
            <a:off x="8167680" y="394308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3" name=""/>
          <p:cNvSpPr/>
          <p:nvPr/>
        </p:nvSpPr>
        <p:spPr>
          <a:xfrm>
            <a:off x="8167680" y="4600440"/>
            <a:ext cx="1167120" cy="657720"/>
          </a:xfrm>
          <a:custGeom>
            <a:avLst/>
            <a:gdLst/>
            <a:ahLst/>
            <a:rect l="0" t="0" r="r" b="b"/>
            <a:pathLst>
              <a:path w="3242" h="1827">
                <a:moveTo>
                  <a:pt x="0" y="0"/>
                </a:moveTo>
                <a:lnTo>
                  <a:pt x="3242" y="0"/>
                </a:lnTo>
                <a:lnTo>
                  <a:pt x="3242" y="1827"/>
                </a:lnTo>
                <a:lnTo>
                  <a:pt x="0" y="1827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44" name=""/>
          <p:cNvSpPr/>
          <p:nvPr/>
        </p:nvSpPr>
        <p:spPr>
          <a:xfrm>
            <a:off x="456840" y="3828960"/>
            <a:ext cx="7410960" cy="38520"/>
          </a:xfrm>
          <a:custGeom>
            <a:avLst/>
            <a:gdLst/>
            <a:ahLst/>
            <a:rect l="0" t="0" r="r" b="b"/>
            <a:pathLst>
              <a:path w="20586" h="107">
                <a:moveTo>
                  <a:pt x="0" y="54"/>
                </a:moveTo>
                <a:cubicBezTo>
                  <a:pt x="0" y="47"/>
                  <a:pt x="2" y="40"/>
                  <a:pt x="5" y="33"/>
                </a:cubicBezTo>
                <a:cubicBezTo>
                  <a:pt x="7" y="27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7"/>
                  <a:pt x="20582" y="33"/>
                </a:cubicBezTo>
                <a:cubicBezTo>
                  <a:pt x="20585" y="40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3"/>
                </a:cubicBezTo>
                <a:cubicBezTo>
                  <a:pt x="20547" y="105"/>
                  <a:pt x="20540" y="107"/>
                  <a:pt x="20533" y="107"/>
                </a:cubicBezTo>
                <a:lnTo>
                  <a:pt x="53" y="107"/>
                </a:lnTo>
                <a:cubicBezTo>
                  <a:pt x="46" y="107"/>
                  <a:pt x="40" y="105"/>
                  <a:pt x="33" y="103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5" name=""/>
          <p:cNvSpPr/>
          <p:nvPr/>
        </p:nvSpPr>
        <p:spPr>
          <a:xfrm>
            <a:off x="456840" y="3971880"/>
            <a:ext cx="7410960" cy="38160"/>
          </a:xfrm>
          <a:custGeom>
            <a:avLst/>
            <a:gdLst/>
            <a:ahLst/>
            <a:rect l="0" t="0" r="r" b="b"/>
            <a:pathLst>
              <a:path w="20586" h="106">
                <a:moveTo>
                  <a:pt x="0" y="54"/>
                </a:moveTo>
                <a:cubicBezTo>
                  <a:pt x="0" y="47"/>
                  <a:pt x="2" y="39"/>
                  <a:pt x="5" y="32"/>
                </a:cubicBezTo>
                <a:cubicBezTo>
                  <a:pt x="7" y="26"/>
                  <a:pt x="11" y="20"/>
                  <a:pt x="16" y="15"/>
                </a:cubicBezTo>
                <a:cubicBezTo>
                  <a:pt x="21" y="10"/>
                  <a:pt x="27" y="6"/>
                  <a:pt x="33" y="4"/>
                </a:cubicBezTo>
                <a:cubicBezTo>
                  <a:pt x="40" y="1"/>
                  <a:pt x="46" y="0"/>
                  <a:pt x="53" y="0"/>
                </a:cubicBezTo>
                <a:lnTo>
                  <a:pt x="20533" y="0"/>
                </a:lnTo>
                <a:cubicBezTo>
                  <a:pt x="20540" y="0"/>
                  <a:pt x="20547" y="1"/>
                  <a:pt x="20553" y="4"/>
                </a:cubicBezTo>
                <a:cubicBezTo>
                  <a:pt x="20560" y="6"/>
                  <a:pt x="20566" y="10"/>
                  <a:pt x="20571" y="15"/>
                </a:cubicBezTo>
                <a:cubicBezTo>
                  <a:pt x="20576" y="20"/>
                  <a:pt x="20579" y="26"/>
                  <a:pt x="20582" y="32"/>
                </a:cubicBezTo>
                <a:cubicBezTo>
                  <a:pt x="20585" y="39"/>
                  <a:pt x="20586" y="47"/>
                  <a:pt x="20586" y="54"/>
                </a:cubicBezTo>
                <a:cubicBezTo>
                  <a:pt x="20586" y="61"/>
                  <a:pt x="20585" y="67"/>
                  <a:pt x="20582" y="74"/>
                </a:cubicBezTo>
                <a:cubicBezTo>
                  <a:pt x="20579" y="80"/>
                  <a:pt x="20576" y="86"/>
                  <a:pt x="20571" y="91"/>
                </a:cubicBezTo>
                <a:cubicBezTo>
                  <a:pt x="20566" y="96"/>
                  <a:pt x="20560" y="100"/>
                  <a:pt x="20553" y="102"/>
                </a:cubicBezTo>
                <a:cubicBezTo>
                  <a:pt x="20547" y="105"/>
                  <a:pt x="20540" y="106"/>
                  <a:pt x="20533" y="106"/>
                </a:cubicBezTo>
                <a:lnTo>
                  <a:pt x="53" y="106"/>
                </a:lnTo>
                <a:cubicBezTo>
                  <a:pt x="46" y="106"/>
                  <a:pt x="40" y="105"/>
                  <a:pt x="33" y="102"/>
                </a:cubicBezTo>
                <a:cubicBezTo>
                  <a:pt x="27" y="100"/>
                  <a:pt x="21" y="96"/>
                  <a:pt x="16" y="91"/>
                </a:cubicBezTo>
                <a:cubicBezTo>
                  <a:pt x="11" y="86"/>
                  <a:pt x="7" y="80"/>
                  <a:pt x="5" y="74"/>
                </a:cubicBezTo>
                <a:cubicBezTo>
                  <a:pt x="2" y="67"/>
                  <a:pt x="0" y="61"/>
                  <a:pt x="0" y="54"/>
                </a:cubicBezTo>
                <a:close/>
              </a:path>
            </a:pathLst>
          </a:custGeom>
          <a:solidFill>
            <a:srgbClr val="5b667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7" name=""/>
          <p:cNvSpPr txBox="1"/>
          <p:nvPr/>
        </p:nvSpPr>
        <p:spPr>
          <a:xfrm>
            <a:off x="1471320" y="4146840"/>
            <a:ext cx="5950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Dezelfde spoorbreedte, afgesproken in de negentiende eeuw, draagt de trein van vandaag.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4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85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85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855" name=""/>
          <p:cNvSpPr txBox="1"/>
          <p:nvPr/>
        </p:nvSpPr>
        <p:spPr>
          <a:xfrm>
            <a:off x="439920" y="805680"/>
            <a:ext cx="84362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Waarom we met informatiestromen werken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6" name=""/>
          <p:cNvSpPr txBox="1"/>
          <p:nvPr/>
        </p:nvSpPr>
        <p:spPr>
          <a:xfrm>
            <a:off x="457200" y="1370880"/>
            <a:ext cx="422388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Elke golf zette er een laag bij. Geen enkele haalde er een weg.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7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8" name=""/>
          <p:cNvSpPr/>
          <p:nvPr/>
        </p:nvSpPr>
        <p:spPr>
          <a:xfrm>
            <a:off x="4618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59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0" name=""/>
          <p:cNvSpPr/>
          <p:nvPr/>
        </p:nvSpPr>
        <p:spPr>
          <a:xfrm>
            <a:off x="4618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1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2" name=""/>
          <p:cNvSpPr/>
          <p:nvPr/>
        </p:nvSpPr>
        <p:spPr>
          <a:xfrm>
            <a:off x="4618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3" name=""/>
          <p:cNvSpPr txBox="1"/>
          <p:nvPr/>
        </p:nvSpPr>
        <p:spPr>
          <a:xfrm>
            <a:off x="457200" y="1727640"/>
            <a:ext cx="10598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94a3b0"/>
                </a:solidFill>
                <a:latin typeface="Arial"/>
                <a:ea typeface="Arial"/>
              </a:rPr>
              <a:t>Jaren 80 en 90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4" name=""/>
          <p:cNvSpPr txBox="1"/>
          <p:nvPr/>
        </p:nvSpPr>
        <p:spPr>
          <a:xfrm>
            <a:off x="102564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5" name=""/>
          <p:cNvSpPr txBox="1"/>
          <p:nvPr/>
        </p:nvSpPr>
        <p:spPr>
          <a:xfrm>
            <a:off x="113508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6" name=""/>
          <p:cNvSpPr txBox="1"/>
          <p:nvPr/>
        </p:nvSpPr>
        <p:spPr>
          <a:xfrm>
            <a:off x="123516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7" name=""/>
          <p:cNvSpPr txBox="1"/>
          <p:nvPr/>
        </p:nvSpPr>
        <p:spPr>
          <a:xfrm>
            <a:off x="457200" y="4151520"/>
            <a:ext cx="18828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Een systeem op een server in de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8" name=""/>
          <p:cNvSpPr txBox="1"/>
          <p:nvPr/>
        </p:nvSpPr>
        <p:spPr>
          <a:xfrm>
            <a:off x="457200" y="4304160"/>
            <a:ext cx="2106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kelder. Alles binnen dezelfde muren.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69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0" name=""/>
          <p:cNvSpPr/>
          <p:nvPr/>
        </p:nvSpPr>
        <p:spPr>
          <a:xfrm>
            <a:off x="25192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1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2" name=""/>
          <p:cNvSpPr/>
          <p:nvPr/>
        </p:nvSpPr>
        <p:spPr>
          <a:xfrm>
            <a:off x="25192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3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4" name=""/>
          <p:cNvSpPr/>
          <p:nvPr/>
        </p:nvSpPr>
        <p:spPr>
          <a:xfrm>
            <a:off x="25192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5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6" name=""/>
          <p:cNvSpPr/>
          <p:nvPr/>
        </p:nvSpPr>
        <p:spPr>
          <a:xfrm>
            <a:off x="25192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7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8" name=""/>
          <p:cNvSpPr/>
          <p:nvPr/>
        </p:nvSpPr>
        <p:spPr>
          <a:xfrm>
            <a:off x="25192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79" name=""/>
          <p:cNvSpPr txBox="1"/>
          <p:nvPr/>
        </p:nvSpPr>
        <p:spPr>
          <a:xfrm>
            <a:off x="251208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Jaren 2000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0" name=""/>
          <p:cNvSpPr txBox="1"/>
          <p:nvPr/>
        </p:nvSpPr>
        <p:spPr>
          <a:xfrm>
            <a:off x="3080880" y="2031840"/>
            <a:ext cx="8542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Gebruikersschil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1" name=""/>
          <p:cNvSpPr txBox="1"/>
          <p:nvPr/>
        </p:nvSpPr>
        <p:spPr>
          <a:xfrm>
            <a:off x="319032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2" name=""/>
          <p:cNvSpPr txBox="1"/>
          <p:nvPr/>
        </p:nvSpPr>
        <p:spPr>
          <a:xfrm>
            <a:off x="329040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3" name=""/>
          <p:cNvSpPr txBox="1"/>
          <p:nvPr/>
        </p:nvSpPr>
        <p:spPr>
          <a:xfrm>
            <a:off x="306648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4" name=""/>
          <p:cNvSpPr txBox="1"/>
          <p:nvPr/>
        </p:nvSpPr>
        <p:spPr>
          <a:xfrm>
            <a:off x="3099960" y="3155760"/>
            <a:ext cx="8283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5" name=""/>
          <p:cNvSpPr txBox="1"/>
          <p:nvPr/>
        </p:nvSpPr>
        <p:spPr>
          <a:xfrm>
            <a:off x="2512080" y="4151520"/>
            <a:ext cx="19011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Systemen gaan elkaar bevragen.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6" name=""/>
          <p:cNvSpPr txBox="1"/>
          <p:nvPr/>
        </p:nvSpPr>
        <p:spPr>
          <a:xfrm>
            <a:off x="2512080" y="4304160"/>
            <a:ext cx="15109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Het koppelvlak komt erbij.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7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8" name=""/>
          <p:cNvSpPr/>
          <p:nvPr/>
        </p:nvSpPr>
        <p:spPr>
          <a:xfrm>
            <a:off x="4576680" y="196668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7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89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0" name=""/>
          <p:cNvSpPr/>
          <p:nvPr/>
        </p:nvSpPr>
        <p:spPr>
          <a:xfrm>
            <a:off x="4576680" y="225252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3" y="47"/>
                  <a:pt x="35" y="36"/>
                </a:cubicBezTo>
                <a:cubicBezTo>
                  <a:pt x="46" y="25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5"/>
                  <a:pt x="5258" y="36"/>
                </a:cubicBezTo>
                <a:cubicBezTo>
                  <a:pt x="5269" y="47"/>
                  <a:pt x="5277" y="60"/>
                  <a:pt x="5283" y="74"/>
                </a:cubicBezTo>
                <a:cubicBezTo>
                  <a:pt x="5289" y="89"/>
                  <a:pt x="5292" y="104"/>
                  <a:pt x="5292" y="120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7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1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2" name=""/>
          <p:cNvSpPr/>
          <p:nvPr/>
        </p:nvSpPr>
        <p:spPr>
          <a:xfrm>
            <a:off x="4576680" y="252864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8"/>
                  <a:pt x="5289" y="574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3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4" name=""/>
          <p:cNvSpPr/>
          <p:nvPr/>
        </p:nvSpPr>
        <p:spPr>
          <a:xfrm>
            <a:off x="4576680" y="281448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3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5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6" name=""/>
          <p:cNvSpPr/>
          <p:nvPr/>
        </p:nvSpPr>
        <p:spPr>
          <a:xfrm>
            <a:off x="4576680" y="3090600"/>
            <a:ext cx="1905120" cy="238680"/>
          </a:xfrm>
          <a:custGeom>
            <a:avLst/>
            <a:gdLst/>
            <a:ahLst/>
            <a:rect l="0" t="0" r="r" b="b"/>
            <a:pathLst>
              <a:path w="5292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4"/>
                </a:cubicBezTo>
                <a:cubicBezTo>
                  <a:pt x="5289" y="88"/>
                  <a:pt x="5292" y="104"/>
                  <a:pt x="5292" y="119"/>
                </a:cubicBezTo>
                <a:lnTo>
                  <a:pt x="5292" y="544"/>
                </a:lnTo>
                <a:cubicBezTo>
                  <a:pt x="5292" y="559"/>
                  <a:pt x="5289" y="575"/>
                  <a:pt x="5283" y="589"/>
                </a:cubicBezTo>
                <a:cubicBezTo>
                  <a:pt x="5277" y="604"/>
                  <a:pt x="5269" y="617"/>
                  <a:pt x="5258" y="628"/>
                </a:cubicBezTo>
                <a:cubicBezTo>
                  <a:pt x="5246" y="639"/>
                  <a:pt x="5233" y="648"/>
                  <a:pt x="5219" y="654"/>
                </a:cubicBezTo>
                <a:cubicBezTo>
                  <a:pt x="5204" y="660"/>
                  <a:pt x="5189" y="663"/>
                  <a:pt x="5173" y="663"/>
                </a:cubicBezTo>
                <a:lnTo>
                  <a:pt x="119" y="663"/>
                </a:lnTo>
                <a:cubicBezTo>
                  <a:pt x="103" y="663"/>
                  <a:pt x="88" y="660"/>
                  <a:pt x="73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3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7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8" name=""/>
          <p:cNvSpPr/>
          <p:nvPr/>
        </p:nvSpPr>
        <p:spPr>
          <a:xfrm>
            <a:off x="4576680" y="3376440"/>
            <a:ext cx="1905120" cy="238320"/>
          </a:xfrm>
          <a:custGeom>
            <a:avLst/>
            <a:gdLst/>
            <a:ahLst/>
            <a:rect l="0" t="0" r="r" b="b"/>
            <a:pathLst>
              <a:path w="5292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3" y="46"/>
                  <a:pt x="35" y="35"/>
                </a:cubicBezTo>
                <a:cubicBezTo>
                  <a:pt x="46" y="24"/>
                  <a:pt x="59" y="15"/>
                  <a:pt x="73" y="9"/>
                </a:cubicBezTo>
                <a:cubicBezTo>
                  <a:pt x="88" y="3"/>
                  <a:pt x="103" y="0"/>
                  <a:pt x="119" y="0"/>
                </a:cubicBezTo>
                <a:lnTo>
                  <a:pt x="5173" y="0"/>
                </a:lnTo>
                <a:cubicBezTo>
                  <a:pt x="5189" y="0"/>
                  <a:pt x="5204" y="3"/>
                  <a:pt x="5219" y="9"/>
                </a:cubicBezTo>
                <a:cubicBezTo>
                  <a:pt x="5233" y="15"/>
                  <a:pt x="5246" y="24"/>
                  <a:pt x="5258" y="35"/>
                </a:cubicBezTo>
                <a:cubicBezTo>
                  <a:pt x="5269" y="46"/>
                  <a:pt x="5277" y="59"/>
                  <a:pt x="5283" y="73"/>
                </a:cubicBezTo>
                <a:cubicBezTo>
                  <a:pt x="5289" y="88"/>
                  <a:pt x="5292" y="103"/>
                  <a:pt x="5292" y="119"/>
                </a:cubicBezTo>
                <a:lnTo>
                  <a:pt x="5292" y="543"/>
                </a:lnTo>
                <a:cubicBezTo>
                  <a:pt x="5292" y="559"/>
                  <a:pt x="5289" y="574"/>
                  <a:pt x="5283" y="589"/>
                </a:cubicBezTo>
                <a:cubicBezTo>
                  <a:pt x="5277" y="604"/>
                  <a:pt x="5269" y="616"/>
                  <a:pt x="5258" y="628"/>
                </a:cubicBezTo>
                <a:cubicBezTo>
                  <a:pt x="5246" y="639"/>
                  <a:pt x="5233" y="647"/>
                  <a:pt x="5219" y="653"/>
                </a:cubicBezTo>
                <a:cubicBezTo>
                  <a:pt x="5204" y="659"/>
                  <a:pt x="5189" y="662"/>
                  <a:pt x="5173" y="662"/>
                </a:cubicBezTo>
                <a:lnTo>
                  <a:pt x="119" y="662"/>
                </a:lnTo>
                <a:cubicBezTo>
                  <a:pt x="103" y="662"/>
                  <a:pt x="88" y="659"/>
                  <a:pt x="73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3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899" name=""/>
          <p:cNvSpPr txBox="1"/>
          <p:nvPr/>
        </p:nvSpPr>
        <p:spPr>
          <a:xfrm>
            <a:off x="4567320" y="1727640"/>
            <a:ext cx="786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Jaren 2010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0" name=""/>
          <p:cNvSpPr txBox="1"/>
          <p:nvPr/>
        </p:nvSpPr>
        <p:spPr>
          <a:xfrm>
            <a:off x="5164200" y="203184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1" name=""/>
          <p:cNvSpPr txBox="1"/>
          <p:nvPr/>
        </p:nvSpPr>
        <p:spPr>
          <a:xfrm>
            <a:off x="5245200" y="230796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2" name=""/>
          <p:cNvSpPr txBox="1"/>
          <p:nvPr/>
        </p:nvSpPr>
        <p:spPr>
          <a:xfrm>
            <a:off x="5345280" y="259380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3" name=""/>
          <p:cNvSpPr txBox="1"/>
          <p:nvPr/>
        </p:nvSpPr>
        <p:spPr>
          <a:xfrm>
            <a:off x="5121360" y="286992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4" name=""/>
          <p:cNvSpPr txBox="1"/>
          <p:nvPr/>
        </p:nvSpPr>
        <p:spPr>
          <a:xfrm>
            <a:off x="5216760" y="315576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5" name=""/>
          <p:cNvSpPr txBox="1"/>
          <p:nvPr/>
        </p:nvSpPr>
        <p:spPr>
          <a:xfrm>
            <a:off x="5064480" y="343188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6" name=""/>
          <p:cNvSpPr txBox="1"/>
          <p:nvPr/>
        </p:nvSpPr>
        <p:spPr>
          <a:xfrm>
            <a:off x="4567320" y="4008600"/>
            <a:ext cx="1920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Niet meer een systeem maar een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7" name=""/>
          <p:cNvSpPr txBox="1"/>
          <p:nvPr/>
        </p:nvSpPr>
        <p:spPr>
          <a:xfrm>
            <a:off x="4567320" y="4151520"/>
            <a:ext cx="1635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ecosysteem, dat aan andere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8" name=""/>
          <p:cNvSpPr txBox="1"/>
          <p:nvPr/>
        </p:nvSpPr>
        <p:spPr>
          <a:xfrm>
            <a:off x="4567320" y="4304160"/>
            <a:ext cx="116496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ecosystemen hangt.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09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0" name=""/>
          <p:cNvSpPr/>
          <p:nvPr/>
        </p:nvSpPr>
        <p:spPr>
          <a:xfrm>
            <a:off x="6624360" y="196668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7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1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2" name=""/>
          <p:cNvSpPr/>
          <p:nvPr/>
        </p:nvSpPr>
        <p:spPr>
          <a:xfrm>
            <a:off x="6624360" y="225252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20"/>
                </a:lnTo>
                <a:cubicBezTo>
                  <a:pt x="0" y="104"/>
                  <a:pt x="3" y="89"/>
                  <a:pt x="9" y="74"/>
                </a:cubicBezTo>
                <a:cubicBezTo>
                  <a:pt x="15" y="60"/>
                  <a:pt x="24" y="47"/>
                  <a:pt x="35" y="36"/>
                </a:cubicBezTo>
                <a:cubicBezTo>
                  <a:pt x="46" y="25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5"/>
                  <a:pt x="5285" y="36"/>
                </a:cubicBezTo>
                <a:cubicBezTo>
                  <a:pt x="5296" y="47"/>
                  <a:pt x="5304" y="60"/>
                  <a:pt x="5310" y="74"/>
                </a:cubicBezTo>
                <a:cubicBezTo>
                  <a:pt x="5316" y="89"/>
                  <a:pt x="5319" y="104"/>
                  <a:pt x="5319" y="120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7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7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3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4" name=""/>
          <p:cNvSpPr/>
          <p:nvPr/>
        </p:nvSpPr>
        <p:spPr>
          <a:xfrm>
            <a:off x="6624360" y="252864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8"/>
                  <a:pt x="5316" y="574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4"/>
                  <a:pt x="0" y="558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5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6" name=""/>
          <p:cNvSpPr/>
          <p:nvPr/>
        </p:nvSpPr>
        <p:spPr>
          <a:xfrm>
            <a:off x="6624360" y="281448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3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3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7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8" name=""/>
          <p:cNvSpPr/>
          <p:nvPr/>
        </p:nvSpPr>
        <p:spPr>
          <a:xfrm>
            <a:off x="6624360" y="309060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19"/>
                </a:lnTo>
                <a:cubicBezTo>
                  <a:pt x="0" y="104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4"/>
                  <a:pt x="5319" y="119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19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0" name=""/>
          <p:cNvSpPr/>
          <p:nvPr/>
        </p:nvSpPr>
        <p:spPr>
          <a:xfrm>
            <a:off x="6624360" y="3376440"/>
            <a:ext cx="1914840" cy="238320"/>
          </a:xfrm>
          <a:custGeom>
            <a:avLst/>
            <a:gdLst/>
            <a:ahLst/>
            <a:rect l="0" t="0" r="r" b="b"/>
            <a:pathLst>
              <a:path w="5319" h="662">
                <a:moveTo>
                  <a:pt x="0" y="543"/>
                </a:moveTo>
                <a:lnTo>
                  <a:pt x="0" y="119"/>
                </a:lnTo>
                <a:cubicBezTo>
                  <a:pt x="0" y="103"/>
                  <a:pt x="3" y="88"/>
                  <a:pt x="9" y="73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3"/>
                </a:cubicBezTo>
                <a:cubicBezTo>
                  <a:pt x="5316" y="88"/>
                  <a:pt x="5319" y="103"/>
                  <a:pt x="5319" y="119"/>
                </a:cubicBezTo>
                <a:lnTo>
                  <a:pt x="5319" y="543"/>
                </a:lnTo>
                <a:cubicBezTo>
                  <a:pt x="5319" y="559"/>
                  <a:pt x="5316" y="574"/>
                  <a:pt x="5310" y="589"/>
                </a:cubicBezTo>
                <a:cubicBezTo>
                  <a:pt x="5304" y="604"/>
                  <a:pt x="5296" y="616"/>
                  <a:pt x="5285" y="628"/>
                </a:cubicBezTo>
                <a:cubicBezTo>
                  <a:pt x="5273" y="639"/>
                  <a:pt x="5260" y="647"/>
                  <a:pt x="5246" y="653"/>
                </a:cubicBezTo>
                <a:cubicBezTo>
                  <a:pt x="5231" y="659"/>
                  <a:pt x="5216" y="662"/>
                  <a:pt x="5200" y="662"/>
                </a:cubicBezTo>
                <a:lnTo>
                  <a:pt x="119" y="662"/>
                </a:lnTo>
                <a:cubicBezTo>
                  <a:pt x="104" y="662"/>
                  <a:pt x="88" y="659"/>
                  <a:pt x="74" y="653"/>
                </a:cubicBezTo>
                <a:cubicBezTo>
                  <a:pt x="59" y="647"/>
                  <a:pt x="46" y="639"/>
                  <a:pt x="35" y="628"/>
                </a:cubicBezTo>
                <a:cubicBezTo>
                  <a:pt x="24" y="616"/>
                  <a:pt x="15" y="604"/>
                  <a:pt x="9" y="589"/>
                </a:cubicBezTo>
                <a:cubicBezTo>
                  <a:pt x="3" y="574"/>
                  <a:pt x="0" y="559"/>
                  <a:pt x="0" y="543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1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2" name=""/>
          <p:cNvSpPr/>
          <p:nvPr/>
        </p:nvSpPr>
        <p:spPr>
          <a:xfrm>
            <a:off x="6624360" y="3652560"/>
            <a:ext cx="1914840" cy="238680"/>
          </a:xfrm>
          <a:custGeom>
            <a:avLst/>
            <a:gdLst/>
            <a:ahLst/>
            <a:rect l="0" t="0" r="r" b="b"/>
            <a:pathLst>
              <a:path w="5319" h="663">
                <a:moveTo>
                  <a:pt x="0" y="544"/>
                </a:moveTo>
                <a:lnTo>
                  <a:pt x="0" y="120"/>
                </a:lnTo>
                <a:cubicBezTo>
                  <a:pt x="0" y="105"/>
                  <a:pt x="3" y="88"/>
                  <a:pt x="9" y="74"/>
                </a:cubicBezTo>
                <a:cubicBezTo>
                  <a:pt x="15" y="59"/>
                  <a:pt x="24" y="46"/>
                  <a:pt x="35" y="35"/>
                </a:cubicBezTo>
                <a:cubicBezTo>
                  <a:pt x="46" y="24"/>
                  <a:pt x="59" y="15"/>
                  <a:pt x="74" y="9"/>
                </a:cubicBezTo>
                <a:cubicBezTo>
                  <a:pt x="88" y="3"/>
                  <a:pt x="104" y="0"/>
                  <a:pt x="119" y="0"/>
                </a:cubicBezTo>
                <a:lnTo>
                  <a:pt x="5200" y="0"/>
                </a:lnTo>
                <a:cubicBezTo>
                  <a:pt x="5216" y="0"/>
                  <a:pt x="5231" y="3"/>
                  <a:pt x="5246" y="9"/>
                </a:cubicBezTo>
                <a:cubicBezTo>
                  <a:pt x="5260" y="15"/>
                  <a:pt x="5273" y="24"/>
                  <a:pt x="5285" y="35"/>
                </a:cubicBezTo>
                <a:cubicBezTo>
                  <a:pt x="5296" y="46"/>
                  <a:pt x="5304" y="59"/>
                  <a:pt x="5310" y="74"/>
                </a:cubicBezTo>
                <a:cubicBezTo>
                  <a:pt x="5316" y="88"/>
                  <a:pt x="5319" y="105"/>
                  <a:pt x="5319" y="120"/>
                </a:cubicBezTo>
                <a:lnTo>
                  <a:pt x="5319" y="544"/>
                </a:lnTo>
                <a:cubicBezTo>
                  <a:pt x="5319" y="559"/>
                  <a:pt x="5316" y="575"/>
                  <a:pt x="5310" y="589"/>
                </a:cubicBezTo>
                <a:cubicBezTo>
                  <a:pt x="5304" y="604"/>
                  <a:pt x="5296" y="617"/>
                  <a:pt x="5285" y="628"/>
                </a:cubicBezTo>
                <a:cubicBezTo>
                  <a:pt x="5273" y="639"/>
                  <a:pt x="5260" y="648"/>
                  <a:pt x="5246" y="654"/>
                </a:cubicBezTo>
                <a:cubicBezTo>
                  <a:pt x="5231" y="660"/>
                  <a:pt x="5216" y="663"/>
                  <a:pt x="5200" y="663"/>
                </a:cubicBezTo>
                <a:lnTo>
                  <a:pt x="119" y="663"/>
                </a:lnTo>
                <a:cubicBezTo>
                  <a:pt x="104" y="663"/>
                  <a:pt x="88" y="660"/>
                  <a:pt x="74" y="654"/>
                </a:cubicBezTo>
                <a:cubicBezTo>
                  <a:pt x="59" y="648"/>
                  <a:pt x="46" y="639"/>
                  <a:pt x="35" y="628"/>
                </a:cubicBezTo>
                <a:cubicBezTo>
                  <a:pt x="24" y="617"/>
                  <a:pt x="15" y="604"/>
                  <a:pt x="9" y="589"/>
                </a:cubicBezTo>
                <a:cubicBezTo>
                  <a:pt x="3" y="575"/>
                  <a:pt x="0" y="559"/>
                  <a:pt x="0" y="544"/>
                </a:cubicBezTo>
                <a:close/>
              </a:path>
            </a:pathLst>
          </a:custGeom>
          <a:noFill/>
          <a:ln w="9360">
            <a:solidFill>
              <a:srgbClr val="c9d8e6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3" name=""/>
          <p:cNvSpPr txBox="1"/>
          <p:nvPr/>
        </p:nvSpPr>
        <p:spPr>
          <a:xfrm>
            <a:off x="6622560" y="1727640"/>
            <a:ext cx="777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Nu, met AI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4" name=""/>
          <p:cNvSpPr txBox="1"/>
          <p:nvPr/>
        </p:nvSpPr>
        <p:spPr>
          <a:xfrm>
            <a:off x="7052760" y="2031840"/>
            <a:ext cx="11865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Agent (slaat niets op)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5" name=""/>
          <p:cNvSpPr txBox="1"/>
          <p:nvPr/>
        </p:nvSpPr>
        <p:spPr>
          <a:xfrm>
            <a:off x="7219440" y="2307960"/>
            <a:ext cx="82512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Web en mobiel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6" name=""/>
          <p:cNvSpPr txBox="1"/>
          <p:nvPr/>
        </p:nvSpPr>
        <p:spPr>
          <a:xfrm>
            <a:off x="7300440" y="2593800"/>
            <a:ext cx="6256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Verwerking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7" name=""/>
          <p:cNvSpPr txBox="1"/>
          <p:nvPr/>
        </p:nvSpPr>
        <p:spPr>
          <a:xfrm>
            <a:off x="7400160" y="2869920"/>
            <a:ext cx="38340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Opslag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8" name=""/>
          <p:cNvSpPr txBox="1"/>
          <p:nvPr/>
        </p:nvSpPr>
        <p:spPr>
          <a:xfrm>
            <a:off x="7176600" y="3155760"/>
            <a:ext cx="89676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Koppelvlak (API)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29" name=""/>
          <p:cNvSpPr txBox="1"/>
          <p:nvPr/>
        </p:nvSpPr>
        <p:spPr>
          <a:xfrm>
            <a:off x="7271640" y="3431880"/>
            <a:ext cx="6530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Clouddienst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0" name=""/>
          <p:cNvSpPr txBox="1"/>
          <p:nvPr/>
        </p:nvSpPr>
        <p:spPr>
          <a:xfrm>
            <a:off x="7119360" y="3717720"/>
            <a:ext cx="102348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60" spc="-1" strike="noStrike">
                <a:solidFill>
                  <a:srgbClr val="1a1a2e"/>
                </a:solidFill>
                <a:latin typeface="Arial"/>
                <a:ea typeface="Arial"/>
              </a:rPr>
              <a:t>Ander ecosysteem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1" name=""/>
          <p:cNvSpPr txBox="1"/>
          <p:nvPr/>
        </p:nvSpPr>
        <p:spPr>
          <a:xfrm>
            <a:off x="6622560" y="4008600"/>
            <a:ext cx="191808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 komt een laag bij die zelf niets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2" name=""/>
          <p:cNvSpPr txBox="1"/>
          <p:nvPr/>
        </p:nvSpPr>
        <p:spPr>
          <a:xfrm>
            <a:off x="6622560" y="4151520"/>
            <a:ext cx="17305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bewaart en alles van de lagen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4" name=""/>
          <p:cNvSpPr txBox="1"/>
          <p:nvPr/>
        </p:nvSpPr>
        <p:spPr>
          <a:xfrm>
            <a:off x="6622560" y="4304160"/>
            <a:ext cx="93960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00" spc="-1" strike="noStrike">
                <a:solidFill>
                  <a:srgbClr val="6b7280"/>
                </a:solidFill>
                <a:latin typeface="Arial"/>
                <a:ea typeface="Arial"/>
              </a:rPr>
              <a:t>eronder betrekt.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42" name=""/>
          <p:cNvSpPr txBox="1"/>
          <p:nvPr/>
        </p:nvSpPr>
        <p:spPr>
          <a:xfrm>
            <a:off x="439920" y="986760"/>
            <a:ext cx="69318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Steeds meer lagen om te verbinden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3" name=""/>
          <p:cNvSpPr txBox="1"/>
          <p:nvPr/>
        </p:nvSpPr>
        <p:spPr>
          <a:xfrm>
            <a:off x="457200" y="1780200"/>
            <a:ext cx="8853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Geteld in de vier platen hiervoor: het aantal blokken groeide, maar het aantal informatiestromen ertussen groeide harder.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4" name=""/>
          <p:cNvSpPr txBox="1"/>
          <p:nvPr/>
        </p:nvSpPr>
        <p:spPr>
          <a:xfrm>
            <a:off x="457200" y="2298600"/>
            <a:ext cx="1027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80 en 90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5" name=""/>
          <p:cNvSpPr/>
          <p:nvPr/>
        </p:nvSpPr>
        <p:spPr>
          <a:xfrm>
            <a:off x="3428640" y="2295360"/>
            <a:ext cx="1238760" cy="162360"/>
          </a:xfrm>
          <a:custGeom>
            <a:avLst/>
            <a:gdLst/>
            <a:ahLst/>
            <a:rect l="0" t="0" r="r" b="b"/>
            <a:pathLst>
              <a:path w="3441" h="451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9"/>
                  <a:pt x="7" y="49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3362" y="0"/>
                </a:lnTo>
                <a:cubicBezTo>
                  <a:pt x="3372" y="0"/>
                  <a:pt x="3382" y="2"/>
                  <a:pt x="3392" y="6"/>
                </a:cubicBezTo>
                <a:cubicBezTo>
                  <a:pt x="3402" y="10"/>
                  <a:pt x="3410" y="16"/>
                  <a:pt x="3418" y="23"/>
                </a:cubicBezTo>
                <a:cubicBezTo>
                  <a:pt x="3425" y="31"/>
                  <a:pt x="3431" y="39"/>
                  <a:pt x="3435" y="49"/>
                </a:cubicBezTo>
                <a:cubicBezTo>
                  <a:pt x="3439" y="59"/>
                  <a:pt x="3441" y="69"/>
                  <a:pt x="3441" y="79"/>
                </a:cubicBezTo>
                <a:lnTo>
                  <a:pt x="3441" y="371"/>
                </a:lnTo>
                <a:cubicBezTo>
                  <a:pt x="3441" y="382"/>
                  <a:pt x="3439" y="392"/>
                  <a:pt x="3435" y="402"/>
                </a:cubicBezTo>
                <a:cubicBezTo>
                  <a:pt x="3431" y="411"/>
                  <a:pt x="3425" y="420"/>
                  <a:pt x="3418" y="428"/>
                </a:cubicBezTo>
                <a:cubicBezTo>
                  <a:pt x="3410" y="435"/>
                  <a:pt x="3402" y="441"/>
                  <a:pt x="3392" y="445"/>
                </a:cubicBezTo>
                <a:cubicBezTo>
                  <a:pt x="3382" y="449"/>
                  <a:pt x="3372" y="451"/>
                  <a:pt x="3362" y="451"/>
                </a:cubicBezTo>
                <a:lnTo>
                  <a:pt x="80" y="451"/>
                </a:lnTo>
                <a:cubicBezTo>
                  <a:pt x="69" y="451"/>
                  <a:pt x="59" y="449"/>
                  <a:pt x="49" y="445"/>
                </a:cubicBezTo>
                <a:cubicBezTo>
                  <a:pt x="40" y="441"/>
                  <a:pt x="31" y="435"/>
                  <a:pt x="24" y="428"/>
                </a:cubicBezTo>
                <a:cubicBezTo>
                  <a:pt x="16" y="420"/>
                  <a:pt x="11" y="411"/>
                  <a:pt x="7" y="402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94a3b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6" name=""/>
          <p:cNvSpPr txBox="1"/>
          <p:nvPr/>
        </p:nvSpPr>
        <p:spPr>
          <a:xfrm>
            <a:off x="2438280" y="229896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4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7" name=""/>
          <p:cNvSpPr txBox="1"/>
          <p:nvPr/>
        </p:nvSpPr>
        <p:spPr>
          <a:xfrm>
            <a:off x="4762800" y="230148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94a3b0"/>
                </a:solidFill>
                <a:latin typeface="Arial"/>
                <a:ea typeface="Arial"/>
              </a:rPr>
              <a:t>6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8" name=""/>
          <p:cNvSpPr txBox="1"/>
          <p:nvPr/>
        </p:nvSpPr>
        <p:spPr>
          <a:xfrm>
            <a:off x="457200" y="258444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2000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49" name=""/>
          <p:cNvSpPr/>
          <p:nvPr/>
        </p:nvSpPr>
        <p:spPr>
          <a:xfrm>
            <a:off x="3428640" y="2581200"/>
            <a:ext cx="1867320" cy="162000"/>
          </a:xfrm>
          <a:custGeom>
            <a:avLst/>
            <a:gdLst/>
            <a:ahLst/>
            <a:rect l="0" t="0" r="r" b="b"/>
            <a:pathLst>
              <a:path w="5187" h="450">
                <a:moveTo>
                  <a:pt x="0" y="371"/>
                </a:moveTo>
                <a:lnTo>
                  <a:pt x="0" y="79"/>
                </a:lnTo>
                <a:cubicBezTo>
                  <a:pt x="0" y="69"/>
                  <a:pt x="3" y="58"/>
                  <a:pt x="7" y="49"/>
                </a:cubicBezTo>
                <a:cubicBezTo>
                  <a:pt x="11" y="39"/>
                  <a:pt x="16" y="30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5108" y="0"/>
                </a:lnTo>
                <a:cubicBezTo>
                  <a:pt x="5118" y="0"/>
                  <a:pt x="5129" y="2"/>
                  <a:pt x="5138" y="6"/>
                </a:cubicBezTo>
                <a:cubicBezTo>
                  <a:pt x="5148" y="10"/>
                  <a:pt x="5157" y="16"/>
                  <a:pt x="5164" y="23"/>
                </a:cubicBezTo>
                <a:cubicBezTo>
                  <a:pt x="5172" y="30"/>
                  <a:pt x="5177" y="39"/>
                  <a:pt x="5181" y="49"/>
                </a:cubicBezTo>
                <a:cubicBezTo>
                  <a:pt x="5185" y="58"/>
                  <a:pt x="5187" y="69"/>
                  <a:pt x="5187" y="79"/>
                </a:cubicBezTo>
                <a:lnTo>
                  <a:pt x="5187" y="371"/>
                </a:lnTo>
                <a:cubicBezTo>
                  <a:pt x="5187" y="382"/>
                  <a:pt x="5185" y="392"/>
                  <a:pt x="5181" y="401"/>
                </a:cubicBezTo>
                <a:cubicBezTo>
                  <a:pt x="5177" y="411"/>
                  <a:pt x="5172" y="420"/>
                  <a:pt x="5164" y="427"/>
                </a:cubicBezTo>
                <a:cubicBezTo>
                  <a:pt x="5157" y="435"/>
                  <a:pt x="5148" y="440"/>
                  <a:pt x="5138" y="444"/>
                </a:cubicBezTo>
                <a:cubicBezTo>
                  <a:pt x="5129" y="448"/>
                  <a:pt x="5118" y="450"/>
                  <a:pt x="5108" y="450"/>
                </a:cubicBezTo>
                <a:lnTo>
                  <a:pt x="80" y="450"/>
                </a:lnTo>
                <a:cubicBezTo>
                  <a:pt x="69" y="450"/>
                  <a:pt x="59" y="448"/>
                  <a:pt x="49" y="444"/>
                </a:cubicBezTo>
                <a:cubicBezTo>
                  <a:pt x="40" y="440"/>
                  <a:pt x="31" y="435"/>
                  <a:pt x="24" y="427"/>
                </a:cubicBezTo>
                <a:cubicBezTo>
                  <a:pt x="16" y="420"/>
                  <a:pt x="11" y="411"/>
                  <a:pt x="7" y="401"/>
                </a:cubicBezTo>
                <a:cubicBezTo>
                  <a:pt x="3" y="392"/>
                  <a:pt x="0" y="382"/>
                  <a:pt x="0" y="371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0" name=""/>
          <p:cNvSpPr txBox="1"/>
          <p:nvPr/>
        </p:nvSpPr>
        <p:spPr>
          <a:xfrm>
            <a:off x="2438280" y="2584800"/>
            <a:ext cx="633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7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1" name=""/>
          <p:cNvSpPr txBox="1"/>
          <p:nvPr/>
        </p:nvSpPr>
        <p:spPr>
          <a:xfrm>
            <a:off x="5384160" y="2587320"/>
            <a:ext cx="7869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2e86c1"/>
                </a:solidFill>
                <a:latin typeface="Arial"/>
                <a:ea typeface="Arial"/>
              </a:rPr>
              <a:t>9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2" name=""/>
          <p:cNvSpPr txBox="1"/>
          <p:nvPr/>
        </p:nvSpPr>
        <p:spPr>
          <a:xfrm>
            <a:off x="457200" y="2870280"/>
            <a:ext cx="764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Jaren 2010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3" name=""/>
          <p:cNvSpPr/>
          <p:nvPr/>
        </p:nvSpPr>
        <p:spPr>
          <a:xfrm>
            <a:off x="3428640" y="2866680"/>
            <a:ext cx="2667600" cy="172080"/>
          </a:xfrm>
          <a:custGeom>
            <a:avLst/>
            <a:gdLst/>
            <a:ahLst/>
            <a:rect l="0" t="0" r="r" b="b"/>
            <a:pathLst>
              <a:path w="7410" h="478">
                <a:moveTo>
                  <a:pt x="0" y="398"/>
                </a:moveTo>
                <a:lnTo>
                  <a:pt x="0" y="80"/>
                </a:lnTo>
                <a:cubicBezTo>
                  <a:pt x="0" y="69"/>
                  <a:pt x="3" y="59"/>
                  <a:pt x="7" y="49"/>
                </a:cubicBezTo>
                <a:cubicBezTo>
                  <a:pt x="11" y="40"/>
                  <a:pt x="16" y="31"/>
                  <a:pt x="24" y="24"/>
                </a:cubicBezTo>
                <a:cubicBezTo>
                  <a:pt x="31" y="16"/>
                  <a:pt x="40" y="11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7330" y="0"/>
                </a:lnTo>
                <a:cubicBezTo>
                  <a:pt x="7341" y="0"/>
                  <a:pt x="7351" y="2"/>
                  <a:pt x="7361" y="6"/>
                </a:cubicBezTo>
                <a:cubicBezTo>
                  <a:pt x="7371" y="11"/>
                  <a:pt x="7379" y="16"/>
                  <a:pt x="7387" y="24"/>
                </a:cubicBezTo>
                <a:cubicBezTo>
                  <a:pt x="7394" y="31"/>
                  <a:pt x="7400" y="40"/>
                  <a:pt x="7404" y="49"/>
                </a:cubicBezTo>
                <a:cubicBezTo>
                  <a:pt x="7408" y="59"/>
                  <a:pt x="7410" y="69"/>
                  <a:pt x="7410" y="80"/>
                </a:cubicBezTo>
                <a:lnTo>
                  <a:pt x="7410" y="398"/>
                </a:lnTo>
                <a:cubicBezTo>
                  <a:pt x="7410" y="409"/>
                  <a:pt x="7408" y="419"/>
                  <a:pt x="7404" y="429"/>
                </a:cubicBezTo>
                <a:cubicBezTo>
                  <a:pt x="7400" y="438"/>
                  <a:pt x="7394" y="447"/>
                  <a:pt x="7387" y="454"/>
                </a:cubicBezTo>
                <a:cubicBezTo>
                  <a:pt x="7379" y="462"/>
                  <a:pt x="7371" y="468"/>
                  <a:pt x="7361" y="472"/>
                </a:cubicBezTo>
                <a:cubicBezTo>
                  <a:pt x="7351" y="476"/>
                  <a:pt x="7341" y="478"/>
                  <a:pt x="7330" y="478"/>
                </a:cubicBezTo>
                <a:lnTo>
                  <a:pt x="80" y="478"/>
                </a:lnTo>
                <a:cubicBezTo>
                  <a:pt x="69" y="478"/>
                  <a:pt x="59" y="476"/>
                  <a:pt x="49" y="472"/>
                </a:cubicBezTo>
                <a:cubicBezTo>
                  <a:pt x="40" y="468"/>
                  <a:pt x="31" y="462"/>
                  <a:pt x="24" y="454"/>
                </a:cubicBezTo>
                <a:cubicBezTo>
                  <a:pt x="16" y="447"/>
                  <a:pt x="11" y="438"/>
                  <a:pt x="7" y="429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4" name=""/>
          <p:cNvSpPr txBox="1"/>
          <p:nvPr/>
        </p:nvSpPr>
        <p:spPr>
          <a:xfrm>
            <a:off x="2438280" y="288000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10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5" name=""/>
          <p:cNvSpPr txBox="1"/>
          <p:nvPr/>
        </p:nvSpPr>
        <p:spPr>
          <a:xfrm>
            <a:off x="6183000" y="287316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0e9e7e"/>
                </a:solidFill>
                <a:latin typeface="Arial"/>
                <a:ea typeface="Arial"/>
              </a:rPr>
              <a:t>13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6" name=""/>
          <p:cNvSpPr txBox="1"/>
          <p:nvPr/>
        </p:nvSpPr>
        <p:spPr>
          <a:xfrm>
            <a:off x="457200" y="3156120"/>
            <a:ext cx="7430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Nu, met AI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7" name=""/>
          <p:cNvSpPr/>
          <p:nvPr/>
        </p:nvSpPr>
        <p:spPr>
          <a:xfrm>
            <a:off x="3428640" y="3152520"/>
            <a:ext cx="3191400" cy="171720"/>
          </a:xfrm>
          <a:custGeom>
            <a:avLst/>
            <a:gdLst/>
            <a:ahLst/>
            <a:rect l="0" t="0" r="r" b="b"/>
            <a:pathLst>
              <a:path w="8865" h="477">
                <a:moveTo>
                  <a:pt x="0" y="398"/>
                </a:moveTo>
                <a:lnTo>
                  <a:pt x="0" y="81"/>
                </a:lnTo>
                <a:cubicBezTo>
                  <a:pt x="0" y="70"/>
                  <a:pt x="3" y="60"/>
                  <a:pt x="7" y="50"/>
                </a:cubicBezTo>
                <a:cubicBezTo>
                  <a:pt x="11" y="39"/>
                  <a:pt x="16" y="31"/>
                  <a:pt x="24" y="23"/>
                </a:cubicBezTo>
                <a:cubicBezTo>
                  <a:pt x="31" y="16"/>
                  <a:pt x="40" y="10"/>
                  <a:pt x="49" y="6"/>
                </a:cubicBezTo>
                <a:cubicBezTo>
                  <a:pt x="59" y="2"/>
                  <a:pt x="69" y="0"/>
                  <a:pt x="80" y="0"/>
                </a:cubicBezTo>
                <a:lnTo>
                  <a:pt x="8786" y="0"/>
                </a:lnTo>
                <a:cubicBezTo>
                  <a:pt x="8796" y="0"/>
                  <a:pt x="8806" y="2"/>
                  <a:pt x="8816" y="6"/>
                </a:cubicBezTo>
                <a:cubicBezTo>
                  <a:pt x="8826" y="10"/>
                  <a:pt x="8834" y="16"/>
                  <a:pt x="8842" y="23"/>
                </a:cubicBezTo>
                <a:cubicBezTo>
                  <a:pt x="8849" y="31"/>
                  <a:pt x="8855" y="39"/>
                  <a:pt x="8859" y="50"/>
                </a:cubicBezTo>
                <a:cubicBezTo>
                  <a:pt x="8863" y="60"/>
                  <a:pt x="8865" y="70"/>
                  <a:pt x="8865" y="81"/>
                </a:cubicBezTo>
                <a:lnTo>
                  <a:pt x="8865" y="398"/>
                </a:lnTo>
                <a:cubicBezTo>
                  <a:pt x="8865" y="409"/>
                  <a:pt x="8863" y="419"/>
                  <a:pt x="8859" y="428"/>
                </a:cubicBezTo>
                <a:cubicBezTo>
                  <a:pt x="8855" y="438"/>
                  <a:pt x="8849" y="447"/>
                  <a:pt x="8842" y="454"/>
                </a:cubicBezTo>
                <a:cubicBezTo>
                  <a:pt x="8834" y="462"/>
                  <a:pt x="8826" y="467"/>
                  <a:pt x="8816" y="471"/>
                </a:cubicBezTo>
                <a:cubicBezTo>
                  <a:pt x="8806" y="475"/>
                  <a:pt x="8796" y="477"/>
                  <a:pt x="8786" y="477"/>
                </a:cubicBezTo>
                <a:lnTo>
                  <a:pt x="80" y="477"/>
                </a:lnTo>
                <a:cubicBezTo>
                  <a:pt x="69" y="477"/>
                  <a:pt x="59" y="475"/>
                  <a:pt x="49" y="471"/>
                </a:cubicBezTo>
                <a:cubicBezTo>
                  <a:pt x="40" y="467"/>
                  <a:pt x="31" y="462"/>
                  <a:pt x="24" y="454"/>
                </a:cubicBezTo>
                <a:cubicBezTo>
                  <a:pt x="16" y="447"/>
                  <a:pt x="11" y="438"/>
                  <a:pt x="7" y="428"/>
                </a:cubicBezTo>
                <a:cubicBezTo>
                  <a:pt x="3" y="419"/>
                  <a:pt x="0" y="409"/>
                  <a:pt x="0" y="39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8" name=""/>
          <p:cNvSpPr txBox="1"/>
          <p:nvPr/>
        </p:nvSpPr>
        <p:spPr>
          <a:xfrm>
            <a:off x="2438280" y="3165840"/>
            <a:ext cx="7153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11 blokken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59" name=""/>
          <p:cNvSpPr/>
          <p:nvPr/>
        </p:nvSpPr>
        <p:spPr>
          <a:xfrm>
            <a:off x="456840" y="3476520"/>
            <a:ext cx="7744320" cy="790920"/>
          </a:xfrm>
          <a:custGeom>
            <a:avLst/>
            <a:gdLst/>
            <a:ahLst/>
            <a:rect l="0" t="0" r="r" b="b"/>
            <a:pathLst>
              <a:path w="21512" h="2197">
                <a:moveTo>
                  <a:pt x="0" y="0"/>
                </a:moveTo>
                <a:lnTo>
                  <a:pt x="21512" y="0"/>
                </a:lnTo>
                <a:lnTo>
                  <a:pt x="21512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0" name=""/>
          <p:cNvSpPr/>
          <p:nvPr/>
        </p:nvSpPr>
        <p:spPr>
          <a:xfrm>
            <a:off x="456840" y="3476520"/>
            <a:ext cx="7744320" cy="38520"/>
          </a:xfrm>
          <a:custGeom>
            <a:avLst/>
            <a:gdLst/>
            <a:ahLst/>
            <a:rect l="0" t="0" r="r" b="b"/>
            <a:pathLst>
              <a:path w="21512" h="107">
                <a:moveTo>
                  <a:pt x="0" y="0"/>
                </a:moveTo>
                <a:lnTo>
                  <a:pt x="21512" y="0"/>
                </a:lnTo>
                <a:lnTo>
                  <a:pt x="21512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1" name=""/>
          <p:cNvSpPr/>
          <p:nvPr/>
        </p:nvSpPr>
        <p:spPr>
          <a:xfrm>
            <a:off x="456840" y="4257360"/>
            <a:ext cx="7744320" cy="10080"/>
          </a:xfrm>
          <a:custGeom>
            <a:avLst/>
            <a:gdLst/>
            <a:ahLst/>
            <a:rect l="0" t="0" r="r" b="b"/>
            <a:pathLst>
              <a:path w="21512" h="28">
                <a:moveTo>
                  <a:pt x="0" y="0"/>
                </a:moveTo>
                <a:lnTo>
                  <a:pt x="21512" y="0"/>
                </a:lnTo>
                <a:lnTo>
                  <a:pt x="21512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2" name=""/>
          <p:cNvSpPr/>
          <p:nvPr/>
        </p:nvSpPr>
        <p:spPr>
          <a:xfrm>
            <a:off x="8191440" y="3476520"/>
            <a:ext cx="9720" cy="790920"/>
          </a:xfrm>
          <a:custGeom>
            <a:avLst/>
            <a:gdLst/>
            <a:ahLst/>
            <a:rect l="0" t="0" r="r" b="b"/>
            <a:pathLst>
              <a:path w="27" h="2197">
                <a:moveTo>
                  <a:pt x="0" y="106"/>
                </a:moveTo>
                <a:lnTo>
                  <a:pt x="0" y="2197"/>
                </a:lnTo>
                <a:lnTo>
                  <a:pt x="27" y="2197"/>
                </a:lnTo>
                <a:lnTo>
                  <a:pt x="27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3" name=""/>
          <p:cNvSpPr/>
          <p:nvPr/>
        </p:nvSpPr>
        <p:spPr>
          <a:xfrm>
            <a:off x="456840" y="347652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4" name=""/>
          <p:cNvSpPr txBox="1"/>
          <p:nvPr/>
        </p:nvSpPr>
        <p:spPr>
          <a:xfrm>
            <a:off x="6715440" y="3159000"/>
            <a:ext cx="8830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80" spc="-1" strike="noStrike">
                <a:solidFill>
                  <a:srgbClr val="e8912b"/>
                </a:solidFill>
                <a:latin typeface="Arial"/>
                <a:ea typeface="Arial"/>
              </a:rPr>
              <a:t>17 stromen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5" name=""/>
          <p:cNvSpPr txBox="1"/>
          <p:nvPr/>
        </p:nvSpPr>
        <p:spPr>
          <a:xfrm>
            <a:off x="634320" y="3685320"/>
            <a:ext cx="798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En dat is nog binnen een organisatie. Zet er de koppelingen tussen organisaties naast en het loopt hard op. AI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6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7" name=""/>
          <p:cNvSpPr txBox="1"/>
          <p:nvPr/>
        </p:nvSpPr>
        <p:spPr>
          <a:xfrm>
            <a:off x="634320" y="3904200"/>
            <a:ext cx="7495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verwerkt informatie makkelijker dan ooit, en vergroot daarmee de vraag naar wat er te verwerken valt.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6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972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974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975" name=""/>
          <p:cNvSpPr txBox="1"/>
          <p:nvPr/>
        </p:nvSpPr>
        <p:spPr>
          <a:xfrm>
            <a:off x="439920" y="443880"/>
            <a:ext cx="84420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er gebeurde toen de afspraak er kwam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6" name=""/>
          <p:cNvSpPr txBox="1"/>
          <p:nvPr/>
        </p:nvSpPr>
        <p:spPr>
          <a:xfrm>
            <a:off x="457200" y="1003680"/>
            <a:ext cx="39142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Drie keer bestond de techniek al. Wat ontbrak was de maat.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7" name=""/>
          <p:cNvSpPr txBox="1"/>
          <p:nvPr/>
        </p:nvSpPr>
        <p:spPr>
          <a:xfrm>
            <a:off x="457200" y="1427040"/>
            <a:ext cx="9684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Spoorbreedte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8" name=""/>
          <p:cNvSpPr txBox="1"/>
          <p:nvPr/>
        </p:nvSpPr>
        <p:spPr>
          <a:xfrm>
            <a:off x="457200" y="1589040"/>
            <a:ext cx="1126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Verenigde Staten,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79" name=""/>
          <p:cNvSpPr/>
          <p:nvPr/>
        </p:nvSpPr>
        <p:spPr>
          <a:xfrm>
            <a:off x="2327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0" name=""/>
          <p:cNvSpPr/>
          <p:nvPr/>
        </p:nvSpPr>
        <p:spPr>
          <a:xfrm>
            <a:off x="24418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1" name=""/>
          <p:cNvSpPr/>
          <p:nvPr/>
        </p:nvSpPr>
        <p:spPr>
          <a:xfrm>
            <a:off x="25556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2" name=""/>
          <p:cNvSpPr/>
          <p:nvPr/>
        </p:nvSpPr>
        <p:spPr>
          <a:xfrm>
            <a:off x="26697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3" name=""/>
          <p:cNvSpPr/>
          <p:nvPr/>
        </p:nvSpPr>
        <p:spPr>
          <a:xfrm>
            <a:off x="2783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4" name=""/>
          <p:cNvSpPr/>
          <p:nvPr/>
        </p:nvSpPr>
        <p:spPr>
          <a:xfrm>
            <a:off x="2897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5" name=""/>
          <p:cNvSpPr/>
          <p:nvPr/>
        </p:nvSpPr>
        <p:spPr>
          <a:xfrm>
            <a:off x="3011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6" name=""/>
          <p:cNvSpPr/>
          <p:nvPr/>
        </p:nvSpPr>
        <p:spPr>
          <a:xfrm>
            <a:off x="2275200" y="17384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7" name=""/>
          <p:cNvSpPr/>
          <p:nvPr/>
        </p:nvSpPr>
        <p:spPr>
          <a:xfrm>
            <a:off x="2275200" y="1860840"/>
            <a:ext cx="80640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8" name=""/>
          <p:cNvSpPr/>
          <p:nvPr/>
        </p:nvSpPr>
        <p:spPr>
          <a:xfrm>
            <a:off x="355464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89" name=""/>
          <p:cNvSpPr/>
          <p:nvPr/>
        </p:nvSpPr>
        <p:spPr>
          <a:xfrm>
            <a:off x="3668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0" name=""/>
          <p:cNvSpPr/>
          <p:nvPr/>
        </p:nvSpPr>
        <p:spPr>
          <a:xfrm>
            <a:off x="37825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1" name=""/>
          <p:cNvSpPr/>
          <p:nvPr/>
        </p:nvSpPr>
        <p:spPr>
          <a:xfrm>
            <a:off x="389628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2" name=""/>
          <p:cNvSpPr/>
          <p:nvPr/>
        </p:nvSpPr>
        <p:spPr>
          <a:xfrm>
            <a:off x="401040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3" name=""/>
          <p:cNvSpPr/>
          <p:nvPr/>
        </p:nvSpPr>
        <p:spPr>
          <a:xfrm>
            <a:off x="412416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4" name=""/>
          <p:cNvSpPr/>
          <p:nvPr/>
        </p:nvSpPr>
        <p:spPr>
          <a:xfrm>
            <a:off x="4237920" y="1729440"/>
            <a:ext cx="0" cy="14040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5" name=""/>
          <p:cNvSpPr/>
          <p:nvPr/>
        </p:nvSpPr>
        <p:spPr>
          <a:xfrm>
            <a:off x="3502080" y="176472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6" name=""/>
          <p:cNvSpPr/>
          <p:nvPr/>
        </p:nvSpPr>
        <p:spPr>
          <a:xfrm>
            <a:off x="3502080" y="1834560"/>
            <a:ext cx="8060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7" name=""/>
          <p:cNvSpPr/>
          <p:nvPr/>
        </p:nvSpPr>
        <p:spPr>
          <a:xfrm>
            <a:off x="3282840" y="1598040"/>
            <a:ext cx="18000" cy="333360"/>
          </a:xfrm>
          <a:custGeom>
            <a:avLst/>
            <a:gdLst/>
            <a:ahLst/>
            <a:rect l="0" t="0" r="r" b="b"/>
            <a:pathLst>
              <a:path w="50" h="926">
                <a:moveTo>
                  <a:pt x="50" y="0"/>
                </a:moveTo>
                <a:lnTo>
                  <a:pt x="50" y="97"/>
                </a:lnTo>
                <a:lnTo>
                  <a:pt x="0" y="97"/>
                </a:lnTo>
                <a:lnTo>
                  <a:pt x="0" y="0"/>
                </a:lnTo>
                <a:lnTo>
                  <a:pt x="50" y="0"/>
                </a:lnTo>
                <a:moveTo>
                  <a:pt x="50" y="171"/>
                </a:moveTo>
                <a:lnTo>
                  <a:pt x="50" y="268"/>
                </a:lnTo>
                <a:lnTo>
                  <a:pt x="0" y="268"/>
                </a:lnTo>
                <a:lnTo>
                  <a:pt x="0" y="171"/>
                </a:lnTo>
                <a:lnTo>
                  <a:pt x="50" y="171"/>
                </a:lnTo>
                <a:moveTo>
                  <a:pt x="50" y="341"/>
                </a:moveTo>
                <a:lnTo>
                  <a:pt x="50" y="438"/>
                </a:lnTo>
                <a:lnTo>
                  <a:pt x="0" y="438"/>
                </a:lnTo>
                <a:lnTo>
                  <a:pt x="0" y="341"/>
                </a:lnTo>
                <a:lnTo>
                  <a:pt x="50" y="341"/>
                </a:lnTo>
                <a:moveTo>
                  <a:pt x="50" y="511"/>
                </a:moveTo>
                <a:lnTo>
                  <a:pt x="50" y="609"/>
                </a:lnTo>
                <a:lnTo>
                  <a:pt x="0" y="609"/>
                </a:lnTo>
                <a:lnTo>
                  <a:pt x="0" y="511"/>
                </a:lnTo>
                <a:lnTo>
                  <a:pt x="50" y="511"/>
                </a:lnTo>
                <a:moveTo>
                  <a:pt x="50" y="683"/>
                </a:moveTo>
                <a:lnTo>
                  <a:pt x="50" y="780"/>
                </a:lnTo>
                <a:lnTo>
                  <a:pt x="0" y="780"/>
                </a:lnTo>
                <a:lnTo>
                  <a:pt x="0" y="683"/>
                </a:lnTo>
                <a:lnTo>
                  <a:pt x="50" y="683"/>
                </a:lnTo>
                <a:moveTo>
                  <a:pt x="50" y="853"/>
                </a:moveTo>
                <a:lnTo>
                  <a:pt x="50" y="926"/>
                </a:lnTo>
                <a:lnTo>
                  <a:pt x="0" y="926"/>
                </a:lnTo>
                <a:lnTo>
                  <a:pt x="0" y="853"/>
                </a:lnTo>
                <a:lnTo>
                  <a:pt x="50" y="853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8" name=""/>
          <p:cNvSpPr/>
          <p:nvPr/>
        </p:nvSpPr>
        <p:spPr>
          <a:xfrm>
            <a:off x="3073680" y="1476000"/>
            <a:ext cx="436320" cy="196920"/>
          </a:xfrm>
          <a:custGeom>
            <a:avLst/>
            <a:gdLst/>
            <a:ahLst/>
            <a:rect l="0" t="0" r="r" b="b"/>
            <a:pathLst>
              <a:path w="1212" h="547">
                <a:moveTo>
                  <a:pt x="0" y="522"/>
                </a:moveTo>
                <a:cubicBezTo>
                  <a:pt x="18" y="490"/>
                  <a:pt x="36" y="460"/>
                  <a:pt x="54" y="432"/>
                </a:cubicBezTo>
                <a:lnTo>
                  <a:pt x="95" y="458"/>
                </a:lnTo>
                <a:cubicBezTo>
                  <a:pt x="78" y="486"/>
                  <a:pt x="60" y="515"/>
                  <a:pt x="43" y="547"/>
                </a:cubicBezTo>
                <a:lnTo>
                  <a:pt x="0" y="522"/>
                </a:lnTo>
                <a:moveTo>
                  <a:pt x="95" y="370"/>
                </a:moveTo>
                <a:cubicBezTo>
                  <a:pt x="113" y="344"/>
                  <a:pt x="131" y="319"/>
                  <a:pt x="149" y="295"/>
                </a:cubicBezTo>
                <a:lnTo>
                  <a:pt x="187" y="324"/>
                </a:lnTo>
                <a:cubicBezTo>
                  <a:pt x="170" y="347"/>
                  <a:pt x="152" y="372"/>
                  <a:pt x="135" y="397"/>
                </a:cubicBezTo>
                <a:lnTo>
                  <a:pt x="95" y="370"/>
                </a:lnTo>
                <a:moveTo>
                  <a:pt x="199" y="233"/>
                </a:moveTo>
                <a:cubicBezTo>
                  <a:pt x="221" y="207"/>
                  <a:pt x="244" y="183"/>
                  <a:pt x="266" y="161"/>
                </a:cubicBezTo>
                <a:lnTo>
                  <a:pt x="300" y="196"/>
                </a:lnTo>
                <a:cubicBezTo>
                  <a:pt x="279" y="217"/>
                  <a:pt x="257" y="240"/>
                  <a:pt x="236" y="265"/>
                </a:cubicBezTo>
                <a:lnTo>
                  <a:pt x="199" y="233"/>
                </a:lnTo>
                <a:moveTo>
                  <a:pt x="321" y="112"/>
                </a:moveTo>
                <a:cubicBezTo>
                  <a:pt x="350" y="89"/>
                  <a:pt x="378" y="70"/>
                  <a:pt x="406" y="54"/>
                </a:cubicBezTo>
                <a:lnTo>
                  <a:pt x="430" y="97"/>
                </a:lnTo>
                <a:cubicBezTo>
                  <a:pt x="404" y="111"/>
                  <a:pt x="378" y="129"/>
                  <a:pt x="352" y="150"/>
                </a:cubicBezTo>
                <a:lnTo>
                  <a:pt x="321" y="112"/>
                </a:lnTo>
                <a:moveTo>
                  <a:pt x="474" y="23"/>
                </a:moveTo>
                <a:cubicBezTo>
                  <a:pt x="508" y="10"/>
                  <a:pt x="543" y="3"/>
                  <a:pt x="577" y="0"/>
                </a:cubicBezTo>
                <a:lnTo>
                  <a:pt x="581" y="48"/>
                </a:lnTo>
                <a:cubicBezTo>
                  <a:pt x="551" y="51"/>
                  <a:pt x="521" y="57"/>
                  <a:pt x="491" y="68"/>
                </a:cubicBezTo>
                <a:lnTo>
                  <a:pt x="474" y="23"/>
                </a:lnTo>
                <a:moveTo>
                  <a:pt x="653" y="1"/>
                </a:moveTo>
                <a:cubicBezTo>
                  <a:pt x="687" y="6"/>
                  <a:pt x="721" y="15"/>
                  <a:pt x="754" y="29"/>
                </a:cubicBezTo>
                <a:lnTo>
                  <a:pt x="736" y="74"/>
                </a:lnTo>
                <a:cubicBezTo>
                  <a:pt x="706" y="62"/>
                  <a:pt x="676" y="53"/>
                  <a:pt x="647" y="50"/>
                </a:cubicBezTo>
                <a:lnTo>
                  <a:pt x="653" y="1"/>
                </a:lnTo>
                <a:moveTo>
                  <a:pt x="820" y="62"/>
                </a:moveTo>
                <a:cubicBezTo>
                  <a:pt x="848" y="79"/>
                  <a:pt x="876" y="99"/>
                  <a:pt x="904" y="123"/>
                </a:cubicBezTo>
                <a:lnTo>
                  <a:pt x="873" y="160"/>
                </a:lnTo>
                <a:cubicBezTo>
                  <a:pt x="847" y="138"/>
                  <a:pt x="821" y="119"/>
                  <a:pt x="795" y="104"/>
                </a:cubicBezTo>
                <a:lnTo>
                  <a:pt x="820" y="62"/>
                </a:lnTo>
                <a:moveTo>
                  <a:pt x="957" y="172"/>
                </a:moveTo>
                <a:cubicBezTo>
                  <a:pt x="979" y="194"/>
                  <a:pt x="1002" y="219"/>
                  <a:pt x="1024" y="245"/>
                </a:cubicBezTo>
                <a:lnTo>
                  <a:pt x="987" y="277"/>
                </a:lnTo>
                <a:cubicBezTo>
                  <a:pt x="965" y="251"/>
                  <a:pt x="944" y="227"/>
                  <a:pt x="923" y="206"/>
                </a:cubicBezTo>
                <a:lnTo>
                  <a:pt x="957" y="172"/>
                </a:lnTo>
                <a:moveTo>
                  <a:pt x="1072" y="306"/>
                </a:moveTo>
                <a:cubicBezTo>
                  <a:pt x="1090" y="330"/>
                  <a:pt x="1108" y="356"/>
                  <a:pt x="1126" y="383"/>
                </a:cubicBezTo>
                <a:lnTo>
                  <a:pt x="1086" y="410"/>
                </a:lnTo>
                <a:cubicBezTo>
                  <a:pt x="1068" y="384"/>
                  <a:pt x="1051" y="359"/>
                  <a:pt x="1033" y="335"/>
                </a:cubicBezTo>
                <a:lnTo>
                  <a:pt x="1072" y="306"/>
                </a:lnTo>
                <a:moveTo>
                  <a:pt x="1167" y="446"/>
                </a:moveTo>
                <a:cubicBezTo>
                  <a:pt x="1182" y="470"/>
                  <a:pt x="1197" y="495"/>
                  <a:pt x="1212" y="522"/>
                </a:cubicBezTo>
                <a:lnTo>
                  <a:pt x="1170" y="547"/>
                </a:lnTo>
                <a:cubicBezTo>
                  <a:pt x="1155" y="520"/>
                  <a:pt x="1140" y="495"/>
                  <a:pt x="1125" y="471"/>
                </a:cubicBezTo>
                <a:lnTo>
                  <a:pt x="1167" y="446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999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0" name=""/>
          <p:cNvSpPr/>
          <p:nvPr/>
        </p:nvSpPr>
        <p:spPr>
          <a:xfrm>
            <a:off x="3186720" y="130032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3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3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1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2" name=""/>
          <p:cNvSpPr/>
          <p:nvPr/>
        </p:nvSpPr>
        <p:spPr>
          <a:xfrm>
            <a:off x="4019040" y="134388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8"/>
                </a:moveTo>
                <a:cubicBezTo>
                  <a:pt x="536" y="287"/>
                  <a:pt x="535" y="304"/>
                  <a:pt x="531" y="321"/>
                </a:cubicBezTo>
                <a:cubicBezTo>
                  <a:pt x="528" y="338"/>
                  <a:pt x="523" y="355"/>
                  <a:pt x="516" y="371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2" y="432"/>
                  <a:pt x="470" y="446"/>
                  <a:pt x="458" y="458"/>
                </a:cubicBezTo>
                <a:cubicBezTo>
                  <a:pt x="446" y="471"/>
                  <a:pt x="432" y="482"/>
                  <a:pt x="417" y="492"/>
                </a:cubicBezTo>
                <a:cubicBezTo>
                  <a:pt x="403" y="501"/>
                  <a:pt x="387" y="510"/>
                  <a:pt x="371" y="516"/>
                </a:cubicBezTo>
                <a:cubicBezTo>
                  <a:pt x="355" y="523"/>
                  <a:pt x="337" y="528"/>
                  <a:pt x="320" y="532"/>
                </a:cubicBezTo>
                <a:cubicBezTo>
                  <a:pt x="303" y="535"/>
                  <a:pt x="285" y="537"/>
                  <a:pt x="268" y="537"/>
                </a:cubicBezTo>
                <a:cubicBezTo>
                  <a:pt x="250" y="537"/>
                  <a:pt x="233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4" y="501"/>
                  <a:pt x="119" y="492"/>
                </a:cubicBezTo>
                <a:cubicBezTo>
                  <a:pt x="104" y="482"/>
                  <a:pt x="91" y="471"/>
                  <a:pt x="78" y="458"/>
                </a:cubicBezTo>
                <a:cubicBezTo>
                  <a:pt x="66" y="446"/>
                  <a:pt x="55" y="432"/>
                  <a:pt x="45" y="418"/>
                </a:cubicBezTo>
                <a:cubicBezTo>
                  <a:pt x="35" y="403"/>
                  <a:pt x="27" y="388"/>
                  <a:pt x="20" y="371"/>
                </a:cubicBezTo>
                <a:cubicBezTo>
                  <a:pt x="14" y="355"/>
                  <a:pt x="9" y="338"/>
                  <a:pt x="5" y="321"/>
                </a:cubicBezTo>
                <a:cubicBezTo>
                  <a:pt x="2" y="304"/>
                  <a:pt x="0" y="287"/>
                  <a:pt x="0" y="268"/>
                </a:cubicBezTo>
                <a:cubicBezTo>
                  <a:pt x="0" y="250"/>
                  <a:pt x="2" y="233"/>
                  <a:pt x="5" y="216"/>
                </a:cubicBezTo>
                <a:cubicBezTo>
                  <a:pt x="9" y="199"/>
                  <a:pt x="14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6"/>
                  <a:pt x="149" y="27"/>
                  <a:pt x="165" y="21"/>
                </a:cubicBezTo>
                <a:cubicBezTo>
                  <a:pt x="181" y="14"/>
                  <a:pt x="198" y="9"/>
                  <a:pt x="215" y="5"/>
                </a:cubicBezTo>
                <a:cubicBezTo>
                  <a:pt x="233" y="2"/>
                  <a:pt x="250" y="0"/>
                  <a:pt x="268" y="0"/>
                </a:cubicBezTo>
                <a:cubicBezTo>
                  <a:pt x="285" y="0"/>
                  <a:pt x="303" y="2"/>
                  <a:pt x="320" y="5"/>
                </a:cubicBezTo>
                <a:cubicBezTo>
                  <a:pt x="337" y="9"/>
                  <a:pt x="355" y="14"/>
                  <a:pt x="371" y="21"/>
                </a:cubicBezTo>
                <a:cubicBezTo>
                  <a:pt x="387" y="27"/>
                  <a:pt x="403" y="36"/>
                  <a:pt x="417" y="45"/>
                </a:cubicBezTo>
                <a:cubicBezTo>
                  <a:pt x="432" y="55"/>
                  <a:pt x="446" y="66"/>
                  <a:pt x="458" y="79"/>
                </a:cubicBezTo>
                <a:cubicBezTo>
                  <a:pt x="470" y="91"/>
                  <a:pt x="482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3" y="182"/>
                  <a:pt x="528" y="199"/>
                  <a:pt x="531" y="216"/>
                </a:cubicBezTo>
                <a:cubicBezTo>
                  <a:pt x="535" y="233"/>
                  <a:pt x="536" y="250"/>
                  <a:pt x="536" y="268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3" name=""/>
          <p:cNvSpPr/>
          <p:nvPr/>
        </p:nvSpPr>
        <p:spPr>
          <a:xfrm>
            <a:off x="4115520" y="138780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4" name=""/>
          <p:cNvSpPr txBox="1"/>
          <p:nvPr/>
        </p:nvSpPr>
        <p:spPr>
          <a:xfrm>
            <a:off x="457200" y="1751040"/>
            <a:ext cx="3178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1886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5" name=""/>
          <p:cNvSpPr txBox="1"/>
          <p:nvPr/>
        </p:nvSpPr>
        <p:spPr>
          <a:xfrm>
            <a:off x="2670840" y="1949040"/>
            <a:ext cx="14850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overladen bij elke overgang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6" name=""/>
          <p:cNvSpPr txBox="1"/>
          <p:nvPr/>
        </p:nvSpPr>
        <p:spPr>
          <a:xfrm>
            <a:off x="5013720" y="151344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7" name=""/>
          <p:cNvSpPr/>
          <p:nvPr/>
        </p:nvSpPr>
        <p:spPr>
          <a:xfrm>
            <a:off x="63475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8" name=""/>
          <p:cNvSpPr/>
          <p:nvPr/>
        </p:nvSpPr>
        <p:spPr>
          <a:xfrm>
            <a:off x="6461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09" name=""/>
          <p:cNvSpPr/>
          <p:nvPr/>
        </p:nvSpPr>
        <p:spPr>
          <a:xfrm>
            <a:off x="65754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0" name=""/>
          <p:cNvSpPr/>
          <p:nvPr/>
        </p:nvSpPr>
        <p:spPr>
          <a:xfrm>
            <a:off x="6689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1" name=""/>
          <p:cNvSpPr/>
          <p:nvPr/>
        </p:nvSpPr>
        <p:spPr>
          <a:xfrm>
            <a:off x="68032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2" name=""/>
          <p:cNvSpPr/>
          <p:nvPr/>
        </p:nvSpPr>
        <p:spPr>
          <a:xfrm>
            <a:off x="69170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3" name=""/>
          <p:cNvSpPr/>
          <p:nvPr/>
        </p:nvSpPr>
        <p:spPr>
          <a:xfrm>
            <a:off x="70311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4" name=""/>
          <p:cNvSpPr/>
          <p:nvPr/>
        </p:nvSpPr>
        <p:spPr>
          <a:xfrm>
            <a:off x="71449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5" name=""/>
          <p:cNvSpPr/>
          <p:nvPr/>
        </p:nvSpPr>
        <p:spPr>
          <a:xfrm>
            <a:off x="7258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6" name=""/>
          <p:cNvSpPr/>
          <p:nvPr/>
        </p:nvSpPr>
        <p:spPr>
          <a:xfrm>
            <a:off x="73728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7" name=""/>
          <p:cNvSpPr/>
          <p:nvPr/>
        </p:nvSpPr>
        <p:spPr>
          <a:xfrm>
            <a:off x="74865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8" name=""/>
          <p:cNvSpPr/>
          <p:nvPr/>
        </p:nvSpPr>
        <p:spPr>
          <a:xfrm>
            <a:off x="76006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19" name=""/>
          <p:cNvSpPr/>
          <p:nvPr/>
        </p:nvSpPr>
        <p:spPr>
          <a:xfrm>
            <a:off x="771444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0" name=""/>
          <p:cNvSpPr/>
          <p:nvPr/>
        </p:nvSpPr>
        <p:spPr>
          <a:xfrm>
            <a:off x="7828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1" name=""/>
          <p:cNvSpPr/>
          <p:nvPr/>
        </p:nvSpPr>
        <p:spPr>
          <a:xfrm>
            <a:off x="794232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2" name=""/>
          <p:cNvSpPr/>
          <p:nvPr/>
        </p:nvSpPr>
        <p:spPr>
          <a:xfrm>
            <a:off x="805608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3" name=""/>
          <p:cNvSpPr/>
          <p:nvPr/>
        </p:nvSpPr>
        <p:spPr>
          <a:xfrm>
            <a:off x="817020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4" name=""/>
          <p:cNvSpPr/>
          <p:nvPr/>
        </p:nvSpPr>
        <p:spPr>
          <a:xfrm>
            <a:off x="8283960" y="1703160"/>
            <a:ext cx="0" cy="192960"/>
          </a:xfrm>
          <a:prstGeom prst="line">
            <a:avLst/>
          </a:prstGeom>
          <a:ln w="3492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5" name=""/>
          <p:cNvSpPr/>
          <p:nvPr/>
        </p:nvSpPr>
        <p:spPr>
          <a:xfrm>
            <a:off x="6294960" y="17384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6" name=""/>
          <p:cNvSpPr/>
          <p:nvPr/>
        </p:nvSpPr>
        <p:spPr>
          <a:xfrm>
            <a:off x="6294960" y="186084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7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8" name=""/>
          <p:cNvSpPr/>
          <p:nvPr/>
        </p:nvSpPr>
        <p:spPr>
          <a:xfrm>
            <a:off x="7013520" y="1475280"/>
            <a:ext cx="596160" cy="228240"/>
          </a:xfrm>
          <a:custGeom>
            <a:avLst/>
            <a:gdLst/>
            <a:ahLst/>
            <a:rect l="0" t="0" r="r" b="b"/>
            <a:pathLst>
              <a:path w="1656" h="634">
                <a:moveTo>
                  <a:pt x="73" y="0"/>
                </a:moveTo>
                <a:lnTo>
                  <a:pt x="1583" y="0"/>
                </a:lnTo>
                <a:cubicBezTo>
                  <a:pt x="1593" y="0"/>
                  <a:pt x="1602" y="2"/>
                  <a:pt x="1611" y="6"/>
                </a:cubicBezTo>
                <a:cubicBezTo>
                  <a:pt x="1620" y="11"/>
                  <a:pt x="1628" y="16"/>
                  <a:pt x="1635" y="23"/>
                </a:cubicBezTo>
                <a:cubicBezTo>
                  <a:pt x="1641" y="30"/>
                  <a:pt x="1647" y="38"/>
                  <a:pt x="1650" y="46"/>
                </a:cubicBezTo>
                <a:cubicBezTo>
                  <a:pt x="1654" y="55"/>
                  <a:pt x="1656" y="65"/>
                  <a:pt x="1656" y="74"/>
                </a:cubicBezTo>
                <a:lnTo>
                  <a:pt x="1656" y="561"/>
                </a:lnTo>
                <a:cubicBezTo>
                  <a:pt x="1656" y="571"/>
                  <a:pt x="1654" y="580"/>
                  <a:pt x="1650" y="589"/>
                </a:cubicBezTo>
                <a:cubicBezTo>
                  <a:pt x="1647" y="598"/>
                  <a:pt x="1641" y="606"/>
                  <a:pt x="1635" y="613"/>
                </a:cubicBezTo>
                <a:cubicBezTo>
                  <a:pt x="1628" y="620"/>
                  <a:pt x="1620" y="625"/>
                  <a:pt x="1611" y="629"/>
                </a:cubicBezTo>
                <a:cubicBezTo>
                  <a:pt x="1602" y="632"/>
                  <a:pt x="1593" y="634"/>
                  <a:pt x="1583" y="634"/>
                </a:cubicBezTo>
                <a:lnTo>
                  <a:pt x="73" y="634"/>
                </a:lnTo>
                <a:cubicBezTo>
                  <a:pt x="63" y="634"/>
                  <a:pt x="54" y="632"/>
                  <a:pt x="45" y="629"/>
                </a:cubicBezTo>
                <a:cubicBezTo>
                  <a:pt x="36" y="625"/>
                  <a:pt x="28" y="620"/>
                  <a:pt x="21" y="613"/>
                </a:cubicBezTo>
                <a:cubicBezTo>
                  <a:pt x="14" y="606"/>
                  <a:pt x="9" y="598"/>
                  <a:pt x="5" y="589"/>
                </a:cubicBezTo>
                <a:cubicBezTo>
                  <a:pt x="2" y="580"/>
                  <a:pt x="0" y="571"/>
                  <a:pt x="0" y="561"/>
                </a:cubicBezTo>
                <a:lnTo>
                  <a:pt x="0" y="74"/>
                </a:lnTo>
                <a:cubicBezTo>
                  <a:pt x="0" y="65"/>
                  <a:pt x="2" y="55"/>
                  <a:pt x="5" y="46"/>
                </a:cubicBezTo>
                <a:cubicBezTo>
                  <a:pt x="9" y="38"/>
                  <a:pt x="14" y="30"/>
                  <a:pt x="21" y="23"/>
                </a:cubicBezTo>
                <a:cubicBezTo>
                  <a:pt x="28" y="16"/>
                  <a:pt x="36" y="11"/>
                  <a:pt x="45" y="6"/>
                </a:cubicBezTo>
                <a:cubicBezTo>
                  <a:pt x="54" y="2"/>
                  <a:pt x="63" y="0"/>
                  <a:pt x="73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29" name=""/>
          <p:cNvSpPr/>
          <p:nvPr/>
        </p:nvSpPr>
        <p:spPr>
          <a:xfrm>
            <a:off x="7661880" y="1589400"/>
            <a:ext cx="40320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0" name=""/>
          <p:cNvSpPr/>
          <p:nvPr/>
        </p:nvSpPr>
        <p:spPr>
          <a:xfrm>
            <a:off x="8012520" y="1536840"/>
            <a:ext cx="70200" cy="105480"/>
          </a:xfrm>
          <a:custGeom>
            <a:avLst/>
            <a:gdLst/>
            <a:ahLst/>
            <a:rect l="0" t="0" r="r" b="b"/>
            <a:pathLst>
              <a:path w="195" h="293">
                <a:moveTo>
                  <a:pt x="0" y="0"/>
                </a:moveTo>
                <a:lnTo>
                  <a:pt x="195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1" name=""/>
          <p:cNvSpPr txBox="1"/>
          <p:nvPr/>
        </p:nvSpPr>
        <p:spPr>
          <a:xfrm>
            <a:off x="5240880" y="16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2" name=""/>
          <p:cNvSpPr txBox="1"/>
          <p:nvPr/>
        </p:nvSpPr>
        <p:spPr>
          <a:xfrm>
            <a:off x="6666480" y="1949040"/>
            <a:ext cx="15217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doorgaand over het hele net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3" name=""/>
          <p:cNvSpPr txBox="1"/>
          <p:nvPr/>
        </p:nvSpPr>
        <p:spPr>
          <a:xfrm>
            <a:off x="457200" y="2408040"/>
            <a:ext cx="930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Zeecontainer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4" name=""/>
          <p:cNvSpPr/>
          <p:nvPr/>
        </p:nvSpPr>
        <p:spPr>
          <a:xfrm>
            <a:off x="227520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5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6" name=""/>
          <p:cNvSpPr/>
          <p:nvPr/>
        </p:nvSpPr>
        <p:spPr>
          <a:xfrm>
            <a:off x="2327760" y="2563560"/>
            <a:ext cx="298440" cy="192960"/>
          </a:xfrm>
          <a:custGeom>
            <a:avLst/>
            <a:gdLst/>
            <a:ahLst/>
            <a:rect l="0" t="0" r="r" b="b"/>
            <a:pathLst>
              <a:path w="829" h="536">
                <a:moveTo>
                  <a:pt x="49" y="0"/>
                </a:moveTo>
                <a:lnTo>
                  <a:pt x="780" y="0"/>
                </a:lnTo>
                <a:cubicBezTo>
                  <a:pt x="787" y="0"/>
                  <a:pt x="793" y="1"/>
                  <a:pt x="799" y="4"/>
                </a:cubicBezTo>
                <a:cubicBezTo>
                  <a:pt x="805" y="6"/>
                  <a:pt x="810" y="10"/>
                  <a:pt x="815" y="14"/>
                </a:cubicBezTo>
                <a:cubicBezTo>
                  <a:pt x="819" y="19"/>
                  <a:pt x="823" y="24"/>
                  <a:pt x="825" y="30"/>
                </a:cubicBezTo>
                <a:cubicBezTo>
                  <a:pt x="828" y="36"/>
                  <a:pt x="829" y="42"/>
                  <a:pt x="829" y="49"/>
                </a:cubicBezTo>
                <a:lnTo>
                  <a:pt x="829" y="488"/>
                </a:lnTo>
                <a:cubicBezTo>
                  <a:pt x="829" y="494"/>
                  <a:pt x="828" y="500"/>
                  <a:pt x="825" y="506"/>
                </a:cubicBezTo>
                <a:cubicBezTo>
                  <a:pt x="823" y="512"/>
                  <a:pt x="819" y="518"/>
                  <a:pt x="815" y="522"/>
                </a:cubicBezTo>
                <a:cubicBezTo>
                  <a:pt x="810" y="527"/>
                  <a:pt x="805" y="530"/>
                  <a:pt x="799" y="533"/>
                </a:cubicBezTo>
                <a:cubicBezTo>
                  <a:pt x="793" y="535"/>
                  <a:pt x="787" y="536"/>
                  <a:pt x="780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7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8" name=""/>
          <p:cNvSpPr/>
          <p:nvPr/>
        </p:nvSpPr>
        <p:spPr>
          <a:xfrm>
            <a:off x="2660760" y="2633760"/>
            <a:ext cx="193320" cy="122760"/>
          </a:xfrm>
          <a:custGeom>
            <a:avLst/>
            <a:gdLst/>
            <a:ahLst/>
            <a:rect l="0" t="0" r="r" b="b"/>
            <a:pathLst>
              <a:path w="537" h="341">
                <a:moveTo>
                  <a:pt x="49" y="0"/>
                </a:moveTo>
                <a:lnTo>
                  <a:pt x="488" y="0"/>
                </a:lnTo>
                <a:cubicBezTo>
                  <a:pt x="495" y="0"/>
                  <a:pt x="501" y="1"/>
                  <a:pt x="507" y="3"/>
                </a:cubicBezTo>
                <a:cubicBezTo>
                  <a:pt x="513" y="6"/>
                  <a:pt x="518" y="9"/>
                  <a:pt x="523" y="14"/>
                </a:cubicBezTo>
                <a:cubicBezTo>
                  <a:pt x="527" y="18"/>
                  <a:pt x="531" y="24"/>
                  <a:pt x="533" y="30"/>
                </a:cubicBezTo>
                <a:cubicBezTo>
                  <a:pt x="536" y="36"/>
                  <a:pt x="537" y="42"/>
                  <a:pt x="537" y="48"/>
                </a:cubicBezTo>
                <a:lnTo>
                  <a:pt x="537" y="292"/>
                </a:lnTo>
                <a:cubicBezTo>
                  <a:pt x="537" y="298"/>
                  <a:pt x="536" y="304"/>
                  <a:pt x="533" y="310"/>
                </a:cubicBezTo>
                <a:cubicBezTo>
                  <a:pt x="531" y="316"/>
                  <a:pt x="527" y="322"/>
                  <a:pt x="523" y="326"/>
                </a:cubicBezTo>
                <a:cubicBezTo>
                  <a:pt x="518" y="331"/>
                  <a:pt x="513" y="335"/>
                  <a:pt x="507" y="338"/>
                </a:cubicBezTo>
                <a:cubicBezTo>
                  <a:pt x="501" y="340"/>
                  <a:pt x="495" y="341"/>
                  <a:pt x="488" y="341"/>
                </a:cubicBezTo>
                <a:lnTo>
                  <a:pt x="49" y="341"/>
                </a:lnTo>
                <a:cubicBezTo>
                  <a:pt x="43" y="341"/>
                  <a:pt x="36" y="340"/>
                  <a:pt x="30" y="338"/>
                </a:cubicBezTo>
                <a:cubicBezTo>
                  <a:pt x="24" y="335"/>
                  <a:pt x="19" y="331"/>
                  <a:pt x="15" y="326"/>
                </a:cubicBezTo>
                <a:cubicBezTo>
                  <a:pt x="10" y="322"/>
                  <a:pt x="6" y="316"/>
                  <a:pt x="4" y="310"/>
                </a:cubicBezTo>
                <a:cubicBezTo>
                  <a:pt x="2" y="304"/>
                  <a:pt x="0" y="298"/>
                  <a:pt x="0" y="292"/>
                </a:cubicBezTo>
                <a:lnTo>
                  <a:pt x="0" y="48"/>
                </a:lnTo>
                <a:cubicBezTo>
                  <a:pt x="0" y="42"/>
                  <a:pt x="2" y="36"/>
                  <a:pt x="4" y="30"/>
                </a:cubicBezTo>
                <a:cubicBezTo>
                  <a:pt x="6" y="24"/>
                  <a:pt x="10" y="18"/>
                  <a:pt x="15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39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0" name=""/>
          <p:cNvSpPr/>
          <p:nvPr/>
        </p:nvSpPr>
        <p:spPr>
          <a:xfrm>
            <a:off x="2888640" y="2511000"/>
            <a:ext cx="245880" cy="245520"/>
          </a:xfrm>
          <a:custGeom>
            <a:avLst/>
            <a:gdLst/>
            <a:ahLst/>
            <a:rect l="0" t="0" r="r" b="b"/>
            <a:pathLst>
              <a:path w="683" h="682">
                <a:moveTo>
                  <a:pt x="49" y="0"/>
                </a:moveTo>
                <a:lnTo>
                  <a:pt x="634" y="0"/>
                </a:lnTo>
                <a:cubicBezTo>
                  <a:pt x="640" y="0"/>
                  <a:pt x="647" y="1"/>
                  <a:pt x="653" y="4"/>
                </a:cubicBezTo>
                <a:cubicBezTo>
                  <a:pt x="659" y="6"/>
                  <a:pt x="664" y="10"/>
                  <a:pt x="668" y="14"/>
                </a:cubicBezTo>
                <a:cubicBezTo>
                  <a:pt x="673" y="19"/>
                  <a:pt x="676" y="24"/>
                  <a:pt x="679" y="30"/>
                </a:cubicBezTo>
                <a:cubicBezTo>
                  <a:pt x="681" y="36"/>
                  <a:pt x="683" y="42"/>
                  <a:pt x="683" y="49"/>
                </a:cubicBezTo>
                <a:lnTo>
                  <a:pt x="683" y="634"/>
                </a:lnTo>
                <a:cubicBezTo>
                  <a:pt x="683" y="640"/>
                  <a:pt x="681" y="646"/>
                  <a:pt x="679" y="652"/>
                </a:cubicBezTo>
                <a:cubicBezTo>
                  <a:pt x="676" y="658"/>
                  <a:pt x="673" y="664"/>
                  <a:pt x="668" y="668"/>
                </a:cubicBezTo>
                <a:cubicBezTo>
                  <a:pt x="664" y="673"/>
                  <a:pt x="659" y="676"/>
                  <a:pt x="653" y="679"/>
                </a:cubicBezTo>
                <a:cubicBezTo>
                  <a:pt x="647" y="681"/>
                  <a:pt x="640" y="682"/>
                  <a:pt x="634" y="682"/>
                </a:cubicBezTo>
                <a:lnTo>
                  <a:pt x="49" y="682"/>
                </a:lnTo>
                <a:cubicBezTo>
                  <a:pt x="42" y="682"/>
                  <a:pt x="36" y="681"/>
                  <a:pt x="30" y="679"/>
                </a:cubicBezTo>
                <a:cubicBezTo>
                  <a:pt x="24" y="676"/>
                  <a:pt x="19" y="673"/>
                  <a:pt x="14" y="668"/>
                </a:cubicBezTo>
                <a:cubicBezTo>
                  <a:pt x="10" y="664"/>
                  <a:pt x="6" y="658"/>
                  <a:pt x="4" y="652"/>
                </a:cubicBezTo>
                <a:cubicBezTo>
                  <a:pt x="1" y="646"/>
                  <a:pt x="0" y="640"/>
                  <a:pt x="0" y="634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1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2" name=""/>
          <p:cNvSpPr/>
          <p:nvPr/>
        </p:nvSpPr>
        <p:spPr>
          <a:xfrm>
            <a:off x="3554640" y="2598480"/>
            <a:ext cx="228240" cy="158040"/>
          </a:xfrm>
          <a:custGeom>
            <a:avLst/>
            <a:gdLst/>
            <a:ahLst/>
            <a:rect l="0" t="0" r="r" b="b"/>
            <a:pathLst>
              <a:path w="634" h="439">
                <a:moveTo>
                  <a:pt x="49" y="0"/>
                </a:moveTo>
                <a:lnTo>
                  <a:pt x="585" y="0"/>
                </a:lnTo>
                <a:cubicBezTo>
                  <a:pt x="592" y="0"/>
                  <a:pt x="598" y="2"/>
                  <a:pt x="604" y="4"/>
                </a:cubicBezTo>
                <a:cubicBezTo>
                  <a:pt x="610" y="6"/>
                  <a:pt x="615" y="11"/>
                  <a:pt x="620" y="16"/>
                </a:cubicBezTo>
                <a:cubicBezTo>
                  <a:pt x="624" y="20"/>
                  <a:pt x="628" y="25"/>
                  <a:pt x="630" y="31"/>
                </a:cubicBezTo>
                <a:cubicBezTo>
                  <a:pt x="633" y="37"/>
                  <a:pt x="634" y="44"/>
                  <a:pt x="634" y="50"/>
                </a:cubicBezTo>
                <a:lnTo>
                  <a:pt x="634" y="391"/>
                </a:lnTo>
                <a:cubicBezTo>
                  <a:pt x="634" y="397"/>
                  <a:pt x="633" y="403"/>
                  <a:pt x="630" y="409"/>
                </a:cubicBezTo>
                <a:cubicBezTo>
                  <a:pt x="628" y="415"/>
                  <a:pt x="624" y="421"/>
                  <a:pt x="620" y="425"/>
                </a:cubicBezTo>
                <a:cubicBezTo>
                  <a:pt x="615" y="430"/>
                  <a:pt x="610" y="433"/>
                  <a:pt x="604" y="436"/>
                </a:cubicBezTo>
                <a:cubicBezTo>
                  <a:pt x="598" y="438"/>
                  <a:pt x="592" y="439"/>
                  <a:pt x="585" y="439"/>
                </a:cubicBezTo>
                <a:lnTo>
                  <a:pt x="49" y="439"/>
                </a:lnTo>
                <a:cubicBezTo>
                  <a:pt x="42" y="439"/>
                  <a:pt x="36" y="438"/>
                  <a:pt x="30" y="436"/>
                </a:cubicBezTo>
                <a:cubicBezTo>
                  <a:pt x="24" y="433"/>
                  <a:pt x="19" y="430"/>
                  <a:pt x="14" y="425"/>
                </a:cubicBezTo>
                <a:cubicBezTo>
                  <a:pt x="10" y="421"/>
                  <a:pt x="6" y="415"/>
                  <a:pt x="4" y="409"/>
                </a:cubicBezTo>
                <a:cubicBezTo>
                  <a:pt x="1" y="403"/>
                  <a:pt x="0" y="397"/>
                  <a:pt x="0" y="391"/>
                </a:cubicBezTo>
                <a:lnTo>
                  <a:pt x="0" y="50"/>
                </a:lnTo>
                <a:cubicBezTo>
                  <a:pt x="0" y="44"/>
                  <a:pt x="1" y="37"/>
                  <a:pt x="4" y="31"/>
                </a:cubicBezTo>
                <a:cubicBezTo>
                  <a:pt x="6" y="25"/>
                  <a:pt x="10" y="20"/>
                  <a:pt x="14" y="16"/>
                </a:cubicBezTo>
                <a:cubicBezTo>
                  <a:pt x="19" y="11"/>
                  <a:pt x="24" y="6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3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4" name=""/>
          <p:cNvSpPr/>
          <p:nvPr/>
        </p:nvSpPr>
        <p:spPr>
          <a:xfrm>
            <a:off x="3817440" y="2528640"/>
            <a:ext cx="280800" cy="227880"/>
          </a:xfrm>
          <a:custGeom>
            <a:avLst/>
            <a:gdLst/>
            <a:ahLst/>
            <a:rect l="0" t="0" r="r" b="b"/>
            <a:pathLst>
              <a:path w="780" h="633">
                <a:moveTo>
                  <a:pt x="49" y="0"/>
                </a:moveTo>
                <a:lnTo>
                  <a:pt x="731" y="0"/>
                </a:lnTo>
                <a:cubicBezTo>
                  <a:pt x="738" y="0"/>
                  <a:pt x="744" y="1"/>
                  <a:pt x="750" y="3"/>
                </a:cubicBezTo>
                <a:cubicBezTo>
                  <a:pt x="756" y="6"/>
                  <a:pt x="761" y="9"/>
                  <a:pt x="766" y="14"/>
                </a:cubicBezTo>
                <a:cubicBezTo>
                  <a:pt x="770" y="18"/>
                  <a:pt x="774" y="24"/>
                  <a:pt x="776" y="30"/>
                </a:cubicBezTo>
                <a:cubicBezTo>
                  <a:pt x="779" y="36"/>
                  <a:pt x="780" y="42"/>
                  <a:pt x="780" y="48"/>
                </a:cubicBezTo>
                <a:lnTo>
                  <a:pt x="780" y="585"/>
                </a:lnTo>
                <a:cubicBezTo>
                  <a:pt x="780" y="591"/>
                  <a:pt x="779" y="597"/>
                  <a:pt x="776" y="603"/>
                </a:cubicBezTo>
                <a:cubicBezTo>
                  <a:pt x="774" y="609"/>
                  <a:pt x="770" y="615"/>
                  <a:pt x="766" y="619"/>
                </a:cubicBezTo>
                <a:cubicBezTo>
                  <a:pt x="761" y="624"/>
                  <a:pt x="756" y="627"/>
                  <a:pt x="750" y="630"/>
                </a:cubicBezTo>
                <a:cubicBezTo>
                  <a:pt x="744" y="632"/>
                  <a:pt x="738" y="633"/>
                  <a:pt x="731" y="633"/>
                </a:cubicBezTo>
                <a:lnTo>
                  <a:pt x="49" y="633"/>
                </a:lnTo>
                <a:cubicBezTo>
                  <a:pt x="42" y="633"/>
                  <a:pt x="36" y="632"/>
                  <a:pt x="30" y="630"/>
                </a:cubicBezTo>
                <a:cubicBezTo>
                  <a:pt x="24" y="627"/>
                  <a:pt x="19" y="624"/>
                  <a:pt x="14" y="619"/>
                </a:cubicBezTo>
                <a:cubicBezTo>
                  <a:pt x="10" y="615"/>
                  <a:pt x="6" y="609"/>
                  <a:pt x="4" y="603"/>
                </a:cubicBezTo>
                <a:cubicBezTo>
                  <a:pt x="1" y="597"/>
                  <a:pt x="0" y="591"/>
                  <a:pt x="0" y="585"/>
                </a:cubicBezTo>
                <a:lnTo>
                  <a:pt x="0" y="48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8"/>
                  <a:pt x="14" y="14"/>
                </a:cubicBezTo>
                <a:cubicBezTo>
                  <a:pt x="19" y="9"/>
                  <a:pt x="24" y="6"/>
                  <a:pt x="30" y="3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5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6" name=""/>
          <p:cNvSpPr/>
          <p:nvPr/>
        </p:nvSpPr>
        <p:spPr>
          <a:xfrm>
            <a:off x="4132800" y="2651040"/>
            <a:ext cx="158040" cy="105480"/>
          </a:xfrm>
          <a:custGeom>
            <a:avLst/>
            <a:gdLst/>
            <a:ahLst/>
            <a:rect l="0" t="0" r="r" b="b"/>
            <a:pathLst>
              <a:path w="439" h="293">
                <a:moveTo>
                  <a:pt x="49" y="0"/>
                </a:moveTo>
                <a:lnTo>
                  <a:pt x="391" y="0"/>
                </a:lnTo>
                <a:cubicBezTo>
                  <a:pt x="397" y="0"/>
                  <a:pt x="403" y="2"/>
                  <a:pt x="409" y="4"/>
                </a:cubicBezTo>
                <a:cubicBezTo>
                  <a:pt x="415" y="6"/>
                  <a:pt x="421" y="10"/>
                  <a:pt x="425" y="15"/>
                </a:cubicBezTo>
                <a:cubicBezTo>
                  <a:pt x="430" y="19"/>
                  <a:pt x="433" y="24"/>
                  <a:pt x="436" y="30"/>
                </a:cubicBezTo>
                <a:cubicBezTo>
                  <a:pt x="438" y="36"/>
                  <a:pt x="439" y="43"/>
                  <a:pt x="439" y="49"/>
                </a:cubicBezTo>
                <a:lnTo>
                  <a:pt x="439" y="245"/>
                </a:lnTo>
                <a:cubicBezTo>
                  <a:pt x="439" y="251"/>
                  <a:pt x="438" y="257"/>
                  <a:pt x="436" y="263"/>
                </a:cubicBezTo>
                <a:cubicBezTo>
                  <a:pt x="433" y="269"/>
                  <a:pt x="430" y="275"/>
                  <a:pt x="425" y="279"/>
                </a:cubicBezTo>
                <a:cubicBezTo>
                  <a:pt x="421" y="284"/>
                  <a:pt x="415" y="287"/>
                  <a:pt x="409" y="290"/>
                </a:cubicBezTo>
                <a:cubicBezTo>
                  <a:pt x="403" y="292"/>
                  <a:pt x="397" y="293"/>
                  <a:pt x="391" y="293"/>
                </a:cubicBezTo>
                <a:lnTo>
                  <a:pt x="49" y="293"/>
                </a:lnTo>
                <a:cubicBezTo>
                  <a:pt x="43" y="293"/>
                  <a:pt x="36" y="292"/>
                  <a:pt x="30" y="290"/>
                </a:cubicBezTo>
                <a:cubicBezTo>
                  <a:pt x="24" y="287"/>
                  <a:pt x="19" y="284"/>
                  <a:pt x="15" y="279"/>
                </a:cubicBezTo>
                <a:cubicBezTo>
                  <a:pt x="10" y="275"/>
                  <a:pt x="7" y="269"/>
                  <a:pt x="4" y="263"/>
                </a:cubicBezTo>
                <a:cubicBezTo>
                  <a:pt x="2" y="257"/>
                  <a:pt x="0" y="251"/>
                  <a:pt x="0" y="245"/>
                </a:cubicBezTo>
                <a:lnTo>
                  <a:pt x="0" y="49"/>
                </a:lnTo>
                <a:cubicBezTo>
                  <a:pt x="0" y="43"/>
                  <a:pt x="2" y="36"/>
                  <a:pt x="4" y="30"/>
                </a:cubicBezTo>
                <a:cubicBezTo>
                  <a:pt x="7" y="24"/>
                  <a:pt x="10" y="19"/>
                  <a:pt x="15" y="15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2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7" name=""/>
          <p:cNvSpPr/>
          <p:nvPr/>
        </p:nvSpPr>
        <p:spPr>
          <a:xfrm>
            <a:off x="3291840" y="2195640"/>
            <a:ext cx="0" cy="21024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8" name=""/>
          <p:cNvSpPr/>
          <p:nvPr/>
        </p:nvSpPr>
        <p:spPr>
          <a:xfrm>
            <a:off x="315144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49" name=""/>
          <p:cNvSpPr/>
          <p:nvPr/>
        </p:nvSpPr>
        <p:spPr>
          <a:xfrm>
            <a:off x="3282840" y="2405880"/>
            <a:ext cx="18000" cy="70560"/>
          </a:xfrm>
          <a:custGeom>
            <a:avLst/>
            <a:gdLst/>
            <a:ahLst/>
            <a:rect l="0" t="0" r="r" b="b"/>
            <a:pathLst>
              <a:path w="50" h="196">
                <a:moveTo>
                  <a:pt x="50" y="0"/>
                </a:moveTo>
                <a:lnTo>
                  <a:pt x="50" y="74"/>
                </a:lnTo>
                <a:lnTo>
                  <a:pt x="0" y="74"/>
                </a:lnTo>
                <a:lnTo>
                  <a:pt x="0" y="0"/>
                </a:lnTo>
                <a:lnTo>
                  <a:pt x="50" y="0"/>
                </a:lnTo>
                <a:moveTo>
                  <a:pt x="50" y="147"/>
                </a:moveTo>
                <a:lnTo>
                  <a:pt x="50" y="196"/>
                </a:lnTo>
                <a:lnTo>
                  <a:pt x="0" y="196"/>
                </a:lnTo>
                <a:lnTo>
                  <a:pt x="0" y="147"/>
                </a:lnTo>
                <a:lnTo>
                  <a:pt x="50" y="147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0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1" name=""/>
          <p:cNvSpPr/>
          <p:nvPr/>
        </p:nvSpPr>
        <p:spPr>
          <a:xfrm>
            <a:off x="3186720" y="2476080"/>
            <a:ext cx="210600" cy="158040"/>
          </a:xfrm>
          <a:custGeom>
            <a:avLst/>
            <a:gdLst/>
            <a:ahLst/>
            <a:rect l="0" t="0" r="r" b="b"/>
            <a:pathLst>
              <a:path w="585" h="439">
                <a:moveTo>
                  <a:pt x="48" y="0"/>
                </a:moveTo>
                <a:lnTo>
                  <a:pt x="536" y="0"/>
                </a:lnTo>
                <a:cubicBezTo>
                  <a:pt x="543" y="0"/>
                  <a:pt x="549" y="1"/>
                  <a:pt x="555" y="3"/>
                </a:cubicBezTo>
                <a:cubicBezTo>
                  <a:pt x="561" y="6"/>
                  <a:pt x="566" y="9"/>
                  <a:pt x="571" y="14"/>
                </a:cubicBezTo>
                <a:cubicBezTo>
                  <a:pt x="575" y="18"/>
                  <a:pt x="579" y="24"/>
                  <a:pt x="581" y="30"/>
                </a:cubicBezTo>
                <a:cubicBezTo>
                  <a:pt x="584" y="36"/>
                  <a:pt x="585" y="42"/>
                  <a:pt x="585" y="48"/>
                </a:cubicBezTo>
                <a:lnTo>
                  <a:pt x="585" y="390"/>
                </a:lnTo>
                <a:cubicBezTo>
                  <a:pt x="585" y="396"/>
                  <a:pt x="584" y="403"/>
                  <a:pt x="581" y="409"/>
                </a:cubicBezTo>
                <a:cubicBezTo>
                  <a:pt x="579" y="415"/>
                  <a:pt x="575" y="420"/>
                  <a:pt x="571" y="424"/>
                </a:cubicBezTo>
                <a:cubicBezTo>
                  <a:pt x="566" y="429"/>
                  <a:pt x="561" y="432"/>
                  <a:pt x="555" y="435"/>
                </a:cubicBezTo>
                <a:cubicBezTo>
                  <a:pt x="549" y="437"/>
                  <a:pt x="543" y="439"/>
                  <a:pt x="536" y="439"/>
                </a:cubicBezTo>
                <a:lnTo>
                  <a:pt x="48" y="439"/>
                </a:lnTo>
                <a:cubicBezTo>
                  <a:pt x="42" y="439"/>
                  <a:pt x="36" y="437"/>
                  <a:pt x="30" y="435"/>
                </a:cubicBezTo>
                <a:cubicBezTo>
                  <a:pt x="24" y="432"/>
                  <a:pt x="18" y="429"/>
                  <a:pt x="14" y="424"/>
                </a:cubicBezTo>
                <a:cubicBezTo>
                  <a:pt x="9" y="420"/>
                  <a:pt x="6" y="415"/>
                  <a:pt x="3" y="409"/>
                </a:cubicBezTo>
                <a:cubicBezTo>
                  <a:pt x="1" y="403"/>
                  <a:pt x="0" y="396"/>
                  <a:pt x="0" y="390"/>
                </a:cubicBezTo>
                <a:lnTo>
                  <a:pt x="0" y="48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8"/>
                  <a:pt x="14" y="14"/>
                </a:cubicBezTo>
                <a:cubicBezTo>
                  <a:pt x="18" y="9"/>
                  <a:pt x="24" y="6"/>
                  <a:pt x="30" y="3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2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3" name=""/>
          <p:cNvSpPr/>
          <p:nvPr/>
        </p:nvSpPr>
        <p:spPr>
          <a:xfrm>
            <a:off x="4019040" y="2221920"/>
            <a:ext cx="192960" cy="192960"/>
          </a:xfrm>
          <a:custGeom>
            <a:avLst/>
            <a:gdLst/>
            <a:ahLst/>
            <a:rect l="0" t="0" r="r" b="b"/>
            <a:pathLst>
              <a:path w="536" h="536">
                <a:moveTo>
                  <a:pt x="536" y="267"/>
                </a:moveTo>
                <a:cubicBezTo>
                  <a:pt x="536" y="285"/>
                  <a:pt x="535" y="302"/>
                  <a:pt x="531" y="320"/>
                </a:cubicBezTo>
                <a:cubicBezTo>
                  <a:pt x="528" y="337"/>
                  <a:pt x="523" y="354"/>
                  <a:pt x="516" y="370"/>
                </a:cubicBezTo>
                <a:cubicBezTo>
                  <a:pt x="509" y="386"/>
                  <a:pt x="501" y="402"/>
                  <a:pt x="491" y="416"/>
                </a:cubicBezTo>
                <a:cubicBezTo>
                  <a:pt x="482" y="431"/>
                  <a:pt x="470" y="444"/>
                  <a:pt x="458" y="457"/>
                </a:cubicBezTo>
                <a:cubicBezTo>
                  <a:pt x="446" y="469"/>
                  <a:pt x="432" y="480"/>
                  <a:pt x="417" y="490"/>
                </a:cubicBezTo>
                <a:cubicBezTo>
                  <a:pt x="403" y="500"/>
                  <a:pt x="387" y="508"/>
                  <a:pt x="371" y="515"/>
                </a:cubicBezTo>
                <a:cubicBezTo>
                  <a:pt x="355" y="522"/>
                  <a:pt x="337" y="528"/>
                  <a:pt x="320" y="531"/>
                </a:cubicBezTo>
                <a:cubicBezTo>
                  <a:pt x="303" y="534"/>
                  <a:pt x="285" y="536"/>
                  <a:pt x="268" y="536"/>
                </a:cubicBezTo>
                <a:cubicBezTo>
                  <a:pt x="250" y="536"/>
                  <a:pt x="233" y="534"/>
                  <a:pt x="215" y="531"/>
                </a:cubicBezTo>
                <a:cubicBezTo>
                  <a:pt x="198" y="528"/>
                  <a:pt x="181" y="522"/>
                  <a:pt x="165" y="515"/>
                </a:cubicBezTo>
                <a:cubicBezTo>
                  <a:pt x="149" y="508"/>
                  <a:pt x="134" y="500"/>
                  <a:pt x="119" y="490"/>
                </a:cubicBezTo>
                <a:cubicBezTo>
                  <a:pt x="104" y="480"/>
                  <a:pt x="91" y="469"/>
                  <a:pt x="78" y="457"/>
                </a:cubicBezTo>
                <a:cubicBezTo>
                  <a:pt x="66" y="444"/>
                  <a:pt x="55" y="431"/>
                  <a:pt x="45" y="416"/>
                </a:cubicBezTo>
                <a:cubicBezTo>
                  <a:pt x="35" y="402"/>
                  <a:pt x="27" y="386"/>
                  <a:pt x="20" y="370"/>
                </a:cubicBezTo>
                <a:cubicBezTo>
                  <a:pt x="14" y="354"/>
                  <a:pt x="9" y="337"/>
                  <a:pt x="5" y="320"/>
                </a:cubicBezTo>
                <a:cubicBezTo>
                  <a:pt x="2" y="302"/>
                  <a:pt x="0" y="285"/>
                  <a:pt x="0" y="267"/>
                </a:cubicBezTo>
                <a:cubicBezTo>
                  <a:pt x="0" y="250"/>
                  <a:pt x="2" y="232"/>
                  <a:pt x="5" y="215"/>
                </a:cubicBezTo>
                <a:cubicBezTo>
                  <a:pt x="9" y="198"/>
                  <a:pt x="14" y="181"/>
                  <a:pt x="20" y="165"/>
                </a:cubicBezTo>
                <a:cubicBezTo>
                  <a:pt x="27" y="149"/>
                  <a:pt x="35" y="133"/>
                  <a:pt x="45" y="119"/>
                </a:cubicBezTo>
                <a:cubicBezTo>
                  <a:pt x="55" y="104"/>
                  <a:pt x="66" y="91"/>
                  <a:pt x="78" y="78"/>
                </a:cubicBezTo>
                <a:cubicBezTo>
                  <a:pt x="91" y="66"/>
                  <a:pt x="104" y="55"/>
                  <a:pt x="119" y="45"/>
                </a:cubicBezTo>
                <a:cubicBezTo>
                  <a:pt x="134" y="35"/>
                  <a:pt x="149" y="27"/>
                  <a:pt x="165" y="20"/>
                </a:cubicBezTo>
                <a:cubicBezTo>
                  <a:pt x="181" y="13"/>
                  <a:pt x="198" y="8"/>
                  <a:pt x="215" y="5"/>
                </a:cubicBezTo>
                <a:cubicBezTo>
                  <a:pt x="233" y="1"/>
                  <a:pt x="250" y="0"/>
                  <a:pt x="268" y="0"/>
                </a:cubicBezTo>
                <a:cubicBezTo>
                  <a:pt x="285" y="0"/>
                  <a:pt x="303" y="1"/>
                  <a:pt x="320" y="5"/>
                </a:cubicBezTo>
                <a:cubicBezTo>
                  <a:pt x="337" y="8"/>
                  <a:pt x="355" y="13"/>
                  <a:pt x="371" y="20"/>
                </a:cubicBezTo>
                <a:cubicBezTo>
                  <a:pt x="387" y="27"/>
                  <a:pt x="403" y="35"/>
                  <a:pt x="417" y="45"/>
                </a:cubicBezTo>
                <a:cubicBezTo>
                  <a:pt x="432" y="55"/>
                  <a:pt x="446" y="66"/>
                  <a:pt x="458" y="78"/>
                </a:cubicBezTo>
                <a:cubicBezTo>
                  <a:pt x="470" y="91"/>
                  <a:pt x="482" y="104"/>
                  <a:pt x="491" y="119"/>
                </a:cubicBezTo>
                <a:cubicBezTo>
                  <a:pt x="501" y="133"/>
                  <a:pt x="509" y="149"/>
                  <a:pt x="516" y="165"/>
                </a:cubicBezTo>
                <a:cubicBezTo>
                  <a:pt x="523" y="181"/>
                  <a:pt x="528" y="198"/>
                  <a:pt x="531" y="215"/>
                </a:cubicBezTo>
                <a:cubicBezTo>
                  <a:pt x="535" y="232"/>
                  <a:pt x="536" y="250"/>
                  <a:pt x="536" y="267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4" name=""/>
          <p:cNvSpPr/>
          <p:nvPr/>
        </p:nvSpPr>
        <p:spPr>
          <a:xfrm>
            <a:off x="4115520" y="2265480"/>
            <a:ext cx="43920" cy="79200"/>
          </a:xfrm>
          <a:custGeom>
            <a:avLst/>
            <a:gdLst/>
            <a:ahLst/>
            <a:rect l="0" t="0" r="r" b="b"/>
            <a:pathLst>
              <a:path fill="none" w="122" h="220">
                <a:moveTo>
                  <a:pt x="0" y="0"/>
                </a:moveTo>
                <a:lnTo>
                  <a:pt x="0" y="146"/>
                </a:lnTo>
                <a:lnTo>
                  <a:pt x="122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5" name=""/>
          <p:cNvSpPr txBox="1"/>
          <p:nvPr/>
        </p:nvSpPr>
        <p:spPr>
          <a:xfrm>
            <a:off x="457200" y="2570040"/>
            <a:ext cx="8114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ISO, jaren 60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6" name=""/>
          <p:cNvSpPr txBox="1"/>
          <p:nvPr/>
        </p:nvSpPr>
        <p:spPr>
          <a:xfrm>
            <a:off x="2675520" y="2844360"/>
            <a:ext cx="146988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elke rederij een eigen maat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7" name=""/>
          <p:cNvSpPr txBox="1"/>
          <p:nvPr/>
        </p:nvSpPr>
        <p:spPr>
          <a:xfrm>
            <a:off x="5013720" y="240876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8" name=""/>
          <p:cNvSpPr/>
          <p:nvPr/>
        </p:nvSpPr>
        <p:spPr>
          <a:xfrm>
            <a:off x="6294960" y="2773800"/>
            <a:ext cx="203292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59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0" name=""/>
          <p:cNvSpPr/>
          <p:nvPr/>
        </p:nvSpPr>
        <p:spPr>
          <a:xfrm>
            <a:off x="63824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6" y="1"/>
                  <a:pt x="702" y="4"/>
                </a:cubicBezTo>
                <a:cubicBezTo>
                  <a:pt x="707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7" y="530"/>
                  <a:pt x="702" y="533"/>
                </a:cubicBezTo>
                <a:cubicBezTo>
                  <a:pt x="696" y="535"/>
                  <a:pt x="689" y="536"/>
                  <a:pt x="683" y="536"/>
                </a:cubicBezTo>
                <a:lnTo>
                  <a:pt x="49" y="536"/>
                </a:lnTo>
                <a:cubicBezTo>
                  <a:pt x="43" y="536"/>
                  <a:pt x="36" y="535"/>
                  <a:pt x="30" y="533"/>
                </a:cubicBezTo>
                <a:cubicBezTo>
                  <a:pt x="24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1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2" name=""/>
          <p:cNvSpPr/>
          <p:nvPr/>
        </p:nvSpPr>
        <p:spPr>
          <a:xfrm>
            <a:off x="66805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3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4" name=""/>
          <p:cNvSpPr/>
          <p:nvPr/>
        </p:nvSpPr>
        <p:spPr>
          <a:xfrm>
            <a:off x="6978240" y="2563560"/>
            <a:ext cx="263520" cy="192960"/>
          </a:xfrm>
          <a:custGeom>
            <a:avLst/>
            <a:gdLst/>
            <a:ahLst/>
            <a:rect l="0" t="0" r="r" b="b"/>
            <a:pathLst>
              <a:path w="732" h="536">
                <a:moveTo>
                  <a:pt x="49" y="0"/>
                </a:moveTo>
                <a:lnTo>
                  <a:pt x="682" y="0"/>
                </a:lnTo>
                <a:cubicBezTo>
                  <a:pt x="688" y="0"/>
                  <a:pt x="696" y="1"/>
                  <a:pt x="702" y="4"/>
                </a:cubicBezTo>
                <a:cubicBezTo>
                  <a:pt x="708" y="6"/>
                  <a:pt x="713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2" y="42"/>
                  <a:pt x="732" y="49"/>
                </a:cubicBezTo>
                <a:lnTo>
                  <a:pt x="732" y="488"/>
                </a:lnTo>
                <a:cubicBezTo>
                  <a:pt x="732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3" y="527"/>
                  <a:pt x="708" y="530"/>
                  <a:pt x="702" y="533"/>
                </a:cubicBezTo>
                <a:cubicBezTo>
                  <a:pt x="696" y="535"/>
                  <a:pt x="688" y="536"/>
                  <a:pt x="682" y="536"/>
                </a:cubicBezTo>
                <a:lnTo>
                  <a:pt x="49" y="536"/>
                </a:lnTo>
                <a:cubicBezTo>
                  <a:pt x="43" y="536"/>
                  <a:pt x="36" y="535"/>
                  <a:pt x="31" y="533"/>
                </a:cubicBezTo>
                <a:cubicBezTo>
                  <a:pt x="25" y="530"/>
                  <a:pt x="19" y="527"/>
                  <a:pt x="15" y="522"/>
                </a:cubicBezTo>
                <a:cubicBezTo>
                  <a:pt x="10" y="518"/>
                  <a:pt x="7" y="512"/>
                  <a:pt x="4" y="506"/>
                </a:cubicBezTo>
                <a:cubicBezTo>
                  <a:pt x="2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2" y="36"/>
                  <a:pt x="4" y="30"/>
                </a:cubicBezTo>
                <a:cubicBezTo>
                  <a:pt x="7" y="24"/>
                  <a:pt x="10" y="19"/>
                  <a:pt x="15" y="14"/>
                </a:cubicBezTo>
                <a:cubicBezTo>
                  <a:pt x="19" y="10"/>
                  <a:pt x="25" y="6"/>
                  <a:pt x="31" y="4"/>
                </a:cubicBezTo>
                <a:cubicBezTo>
                  <a:pt x="36" y="1"/>
                  <a:pt x="43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5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6" name=""/>
          <p:cNvSpPr/>
          <p:nvPr/>
        </p:nvSpPr>
        <p:spPr>
          <a:xfrm>
            <a:off x="757440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8" y="0"/>
                </a:moveTo>
                <a:lnTo>
                  <a:pt x="682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6" y="14"/>
                </a:cubicBezTo>
                <a:cubicBezTo>
                  <a:pt x="721" y="19"/>
                  <a:pt x="725" y="24"/>
                  <a:pt x="727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7" y="506"/>
                </a:cubicBezTo>
                <a:cubicBezTo>
                  <a:pt x="725" y="512"/>
                  <a:pt x="721" y="518"/>
                  <a:pt x="716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2" y="536"/>
                </a:cubicBezTo>
                <a:lnTo>
                  <a:pt x="48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8" y="527"/>
                  <a:pt x="14" y="522"/>
                </a:cubicBezTo>
                <a:cubicBezTo>
                  <a:pt x="9" y="518"/>
                  <a:pt x="6" y="512"/>
                  <a:pt x="3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3" y="30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4" y="6"/>
                  <a:pt x="30" y="4"/>
                </a:cubicBezTo>
                <a:cubicBezTo>
                  <a:pt x="36" y="1"/>
                  <a:pt x="42" y="0"/>
                  <a:pt x="48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7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8" name=""/>
          <p:cNvSpPr/>
          <p:nvPr/>
        </p:nvSpPr>
        <p:spPr>
          <a:xfrm>
            <a:off x="7872120" y="2563560"/>
            <a:ext cx="263160" cy="192960"/>
          </a:xfrm>
          <a:custGeom>
            <a:avLst/>
            <a:gdLst/>
            <a:ahLst/>
            <a:rect l="0" t="0" r="r" b="b"/>
            <a:pathLst>
              <a:path w="731" h="536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1"/>
                  <a:pt x="701" y="4"/>
                </a:cubicBezTo>
                <a:cubicBezTo>
                  <a:pt x="707" y="6"/>
                  <a:pt x="712" y="10"/>
                  <a:pt x="717" y="14"/>
                </a:cubicBezTo>
                <a:cubicBezTo>
                  <a:pt x="722" y="19"/>
                  <a:pt x="725" y="24"/>
                  <a:pt x="728" y="30"/>
                </a:cubicBezTo>
                <a:cubicBezTo>
                  <a:pt x="730" y="36"/>
                  <a:pt x="731" y="42"/>
                  <a:pt x="731" y="49"/>
                </a:cubicBezTo>
                <a:lnTo>
                  <a:pt x="731" y="488"/>
                </a:lnTo>
                <a:cubicBezTo>
                  <a:pt x="731" y="494"/>
                  <a:pt x="730" y="500"/>
                  <a:pt x="728" y="506"/>
                </a:cubicBezTo>
                <a:cubicBezTo>
                  <a:pt x="725" y="512"/>
                  <a:pt x="722" y="518"/>
                  <a:pt x="717" y="522"/>
                </a:cubicBezTo>
                <a:cubicBezTo>
                  <a:pt x="712" y="527"/>
                  <a:pt x="707" y="530"/>
                  <a:pt x="701" y="533"/>
                </a:cubicBezTo>
                <a:cubicBezTo>
                  <a:pt x="695" y="535"/>
                  <a:pt x="689" y="536"/>
                  <a:pt x="683" y="536"/>
                </a:cubicBezTo>
                <a:lnTo>
                  <a:pt x="49" y="536"/>
                </a:lnTo>
                <a:cubicBezTo>
                  <a:pt x="42" y="536"/>
                  <a:pt x="36" y="535"/>
                  <a:pt x="30" y="533"/>
                </a:cubicBezTo>
                <a:cubicBezTo>
                  <a:pt x="24" y="530"/>
                  <a:pt x="19" y="527"/>
                  <a:pt x="14" y="522"/>
                </a:cubicBezTo>
                <a:cubicBezTo>
                  <a:pt x="10" y="518"/>
                  <a:pt x="6" y="512"/>
                  <a:pt x="4" y="506"/>
                </a:cubicBezTo>
                <a:cubicBezTo>
                  <a:pt x="1" y="500"/>
                  <a:pt x="0" y="494"/>
                  <a:pt x="0" y="488"/>
                </a:cubicBezTo>
                <a:lnTo>
                  <a:pt x="0" y="49"/>
                </a:lnTo>
                <a:cubicBezTo>
                  <a:pt x="0" y="42"/>
                  <a:pt x="1" y="36"/>
                  <a:pt x="4" y="30"/>
                </a:cubicBezTo>
                <a:cubicBezTo>
                  <a:pt x="6" y="24"/>
                  <a:pt x="10" y="19"/>
                  <a:pt x="14" y="14"/>
                </a:cubicBezTo>
                <a:cubicBezTo>
                  <a:pt x="19" y="10"/>
                  <a:pt x="24" y="6"/>
                  <a:pt x="30" y="4"/>
                </a:cubicBezTo>
                <a:cubicBezTo>
                  <a:pt x="36" y="1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69" name=""/>
          <p:cNvSpPr/>
          <p:nvPr/>
        </p:nvSpPr>
        <p:spPr>
          <a:xfrm>
            <a:off x="7381440" y="2195640"/>
            <a:ext cx="0" cy="17496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0" name=""/>
          <p:cNvSpPr/>
          <p:nvPr/>
        </p:nvSpPr>
        <p:spPr>
          <a:xfrm>
            <a:off x="7241400" y="2195640"/>
            <a:ext cx="280440" cy="0"/>
          </a:xfrm>
          <a:prstGeom prst="line">
            <a:avLst/>
          </a:prstGeom>
          <a:ln w="2628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1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2" name=""/>
          <p:cNvSpPr/>
          <p:nvPr/>
        </p:nvSpPr>
        <p:spPr>
          <a:xfrm>
            <a:off x="7250040" y="2370600"/>
            <a:ext cx="263160" cy="193320"/>
          </a:xfrm>
          <a:custGeom>
            <a:avLst/>
            <a:gdLst/>
            <a:ahLst/>
            <a:rect l="0" t="0" r="r" b="b"/>
            <a:pathLst>
              <a:path w="731" h="537">
                <a:moveTo>
                  <a:pt x="49" y="0"/>
                </a:moveTo>
                <a:lnTo>
                  <a:pt x="683" y="0"/>
                </a:lnTo>
                <a:cubicBezTo>
                  <a:pt x="689" y="0"/>
                  <a:pt x="695" y="2"/>
                  <a:pt x="701" y="4"/>
                </a:cubicBezTo>
                <a:cubicBezTo>
                  <a:pt x="707" y="7"/>
                  <a:pt x="712" y="10"/>
                  <a:pt x="717" y="15"/>
                </a:cubicBezTo>
                <a:cubicBezTo>
                  <a:pt x="721" y="19"/>
                  <a:pt x="725" y="25"/>
                  <a:pt x="727" y="31"/>
                </a:cubicBezTo>
                <a:cubicBezTo>
                  <a:pt x="730" y="36"/>
                  <a:pt x="731" y="43"/>
                  <a:pt x="731" y="49"/>
                </a:cubicBezTo>
                <a:lnTo>
                  <a:pt x="731" y="488"/>
                </a:lnTo>
                <a:cubicBezTo>
                  <a:pt x="731" y="495"/>
                  <a:pt x="730" y="501"/>
                  <a:pt x="727" y="507"/>
                </a:cubicBezTo>
                <a:cubicBezTo>
                  <a:pt x="725" y="513"/>
                  <a:pt x="721" y="518"/>
                  <a:pt x="717" y="523"/>
                </a:cubicBezTo>
                <a:cubicBezTo>
                  <a:pt x="712" y="527"/>
                  <a:pt x="707" y="531"/>
                  <a:pt x="701" y="533"/>
                </a:cubicBezTo>
                <a:cubicBezTo>
                  <a:pt x="695" y="536"/>
                  <a:pt x="689" y="537"/>
                  <a:pt x="683" y="537"/>
                </a:cubicBezTo>
                <a:lnTo>
                  <a:pt x="49" y="537"/>
                </a:lnTo>
                <a:cubicBezTo>
                  <a:pt x="42" y="537"/>
                  <a:pt x="36" y="536"/>
                  <a:pt x="30" y="533"/>
                </a:cubicBezTo>
                <a:cubicBezTo>
                  <a:pt x="24" y="531"/>
                  <a:pt x="19" y="527"/>
                  <a:pt x="14" y="523"/>
                </a:cubicBezTo>
                <a:cubicBezTo>
                  <a:pt x="10" y="518"/>
                  <a:pt x="6" y="513"/>
                  <a:pt x="4" y="507"/>
                </a:cubicBezTo>
                <a:cubicBezTo>
                  <a:pt x="1" y="501"/>
                  <a:pt x="0" y="495"/>
                  <a:pt x="0" y="488"/>
                </a:cubicBezTo>
                <a:lnTo>
                  <a:pt x="0" y="49"/>
                </a:lnTo>
                <a:cubicBezTo>
                  <a:pt x="0" y="43"/>
                  <a:pt x="1" y="36"/>
                  <a:pt x="4" y="31"/>
                </a:cubicBezTo>
                <a:cubicBezTo>
                  <a:pt x="6" y="25"/>
                  <a:pt x="10" y="19"/>
                  <a:pt x="14" y="15"/>
                </a:cubicBezTo>
                <a:cubicBezTo>
                  <a:pt x="19" y="10"/>
                  <a:pt x="24" y="7"/>
                  <a:pt x="30" y="4"/>
                </a:cubicBezTo>
                <a:cubicBezTo>
                  <a:pt x="36" y="2"/>
                  <a:pt x="42" y="0"/>
                  <a:pt x="49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3" name=""/>
          <p:cNvSpPr/>
          <p:nvPr/>
        </p:nvSpPr>
        <p:spPr>
          <a:xfrm>
            <a:off x="7574400" y="2283120"/>
            <a:ext cx="40284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4" name=""/>
          <p:cNvSpPr/>
          <p:nvPr/>
        </p:nvSpPr>
        <p:spPr>
          <a:xfrm>
            <a:off x="7924680" y="223056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7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5" name=""/>
          <p:cNvSpPr txBox="1"/>
          <p:nvPr/>
        </p:nvSpPr>
        <p:spPr>
          <a:xfrm>
            <a:off x="5240880" y="253512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6" name=""/>
          <p:cNvSpPr txBox="1"/>
          <p:nvPr/>
        </p:nvSpPr>
        <p:spPr>
          <a:xfrm>
            <a:off x="6661440" y="2844360"/>
            <a:ext cx="149112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past op schip, trein en truck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7" name=""/>
          <p:cNvSpPr txBox="1"/>
          <p:nvPr/>
        </p:nvSpPr>
        <p:spPr>
          <a:xfrm>
            <a:off x="457200" y="3313080"/>
            <a:ext cx="453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80" spc="-1" strike="noStrike">
                <a:solidFill>
                  <a:srgbClr val="3d68ec"/>
                </a:solidFill>
                <a:latin typeface="Arial"/>
                <a:ea typeface="Arial"/>
              </a:rPr>
              <a:t>TCP/IP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8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79" name=""/>
          <p:cNvSpPr/>
          <p:nvPr/>
        </p:nvSpPr>
        <p:spPr>
          <a:xfrm>
            <a:off x="229284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0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1" name=""/>
          <p:cNvSpPr/>
          <p:nvPr/>
        </p:nvSpPr>
        <p:spPr>
          <a:xfrm>
            <a:off x="3046320" y="3327480"/>
            <a:ext cx="123120" cy="263160"/>
          </a:xfrm>
          <a:custGeom>
            <a:avLst/>
            <a:gdLst/>
            <a:ahLst/>
            <a:rect l="0" t="0" r="r" b="b"/>
            <a:pathLst>
              <a:path w="342" h="731">
                <a:moveTo>
                  <a:pt x="0" y="122"/>
                </a:moveTo>
                <a:lnTo>
                  <a:pt x="342" y="0"/>
                </a:lnTo>
                <a:lnTo>
                  <a:pt x="342" y="731"/>
                </a:lnTo>
                <a:lnTo>
                  <a:pt x="0" y="608"/>
                </a:lnTo>
                <a:lnTo>
                  <a:pt x="0" y="122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2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3" name=""/>
          <p:cNvSpPr/>
          <p:nvPr/>
        </p:nvSpPr>
        <p:spPr>
          <a:xfrm>
            <a:off x="3537000" y="3283560"/>
            <a:ext cx="753840" cy="351000"/>
          </a:xfrm>
          <a:custGeom>
            <a:avLst/>
            <a:gdLst/>
            <a:ahLst/>
            <a:rect l="0" t="0" r="r" b="b"/>
            <a:pathLst>
              <a:path w="2094" h="975">
                <a:moveTo>
                  <a:pt x="122" y="0"/>
                </a:moveTo>
                <a:lnTo>
                  <a:pt x="1973" y="0"/>
                </a:lnTo>
                <a:cubicBezTo>
                  <a:pt x="1989" y="0"/>
                  <a:pt x="2004" y="3"/>
                  <a:pt x="2019" y="9"/>
                </a:cubicBezTo>
                <a:cubicBezTo>
                  <a:pt x="2034" y="16"/>
                  <a:pt x="2047" y="24"/>
                  <a:pt x="2059" y="36"/>
                </a:cubicBezTo>
                <a:cubicBezTo>
                  <a:pt x="2070" y="47"/>
                  <a:pt x="2079" y="60"/>
                  <a:pt x="2085" y="75"/>
                </a:cubicBezTo>
                <a:cubicBezTo>
                  <a:pt x="2091" y="90"/>
                  <a:pt x="2094" y="106"/>
                  <a:pt x="2094" y="122"/>
                </a:cubicBezTo>
                <a:lnTo>
                  <a:pt x="2094" y="853"/>
                </a:lnTo>
                <a:cubicBezTo>
                  <a:pt x="2094" y="869"/>
                  <a:pt x="2091" y="885"/>
                  <a:pt x="2085" y="900"/>
                </a:cubicBezTo>
                <a:cubicBezTo>
                  <a:pt x="2079" y="915"/>
                  <a:pt x="2070" y="928"/>
                  <a:pt x="2059" y="939"/>
                </a:cubicBezTo>
                <a:cubicBezTo>
                  <a:pt x="2047" y="951"/>
                  <a:pt x="2034" y="959"/>
                  <a:pt x="2019" y="966"/>
                </a:cubicBezTo>
                <a:cubicBezTo>
                  <a:pt x="2004" y="972"/>
                  <a:pt x="1989" y="975"/>
                  <a:pt x="1973" y="975"/>
                </a:cubicBezTo>
                <a:lnTo>
                  <a:pt x="122" y="975"/>
                </a:lnTo>
                <a:cubicBezTo>
                  <a:pt x="106" y="975"/>
                  <a:pt x="90" y="972"/>
                  <a:pt x="75" y="966"/>
                </a:cubicBezTo>
                <a:cubicBezTo>
                  <a:pt x="60" y="959"/>
                  <a:pt x="47" y="951"/>
                  <a:pt x="36" y="939"/>
                </a:cubicBezTo>
                <a:cubicBezTo>
                  <a:pt x="24" y="928"/>
                  <a:pt x="16" y="915"/>
                  <a:pt x="10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10" y="75"/>
                </a:cubicBezTo>
                <a:cubicBezTo>
                  <a:pt x="16" y="60"/>
                  <a:pt x="24" y="47"/>
                  <a:pt x="36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6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4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5" name=""/>
          <p:cNvSpPr/>
          <p:nvPr/>
        </p:nvSpPr>
        <p:spPr>
          <a:xfrm>
            <a:off x="3449520" y="3371400"/>
            <a:ext cx="87840" cy="175320"/>
          </a:xfrm>
          <a:custGeom>
            <a:avLst/>
            <a:gdLst/>
            <a:ahLst/>
            <a:rect l="0" t="0" r="r" b="b"/>
            <a:pathLst>
              <a:path w="244" h="487">
                <a:moveTo>
                  <a:pt x="244" y="0"/>
                </a:moveTo>
                <a:cubicBezTo>
                  <a:pt x="228" y="0"/>
                  <a:pt x="212" y="1"/>
                  <a:pt x="197" y="4"/>
                </a:cubicBezTo>
                <a:cubicBezTo>
                  <a:pt x="181" y="7"/>
                  <a:pt x="166" y="12"/>
                  <a:pt x="151" y="18"/>
                </a:cubicBezTo>
                <a:cubicBezTo>
                  <a:pt x="136" y="24"/>
                  <a:pt x="122" y="32"/>
                  <a:pt x="109" y="41"/>
                </a:cubicBezTo>
                <a:cubicBezTo>
                  <a:pt x="96" y="50"/>
                  <a:pt x="83" y="60"/>
                  <a:pt x="72" y="71"/>
                </a:cubicBezTo>
                <a:cubicBezTo>
                  <a:pt x="61" y="82"/>
                  <a:pt x="51" y="94"/>
                  <a:pt x="42" y="108"/>
                </a:cubicBezTo>
                <a:cubicBezTo>
                  <a:pt x="33" y="122"/>
                  <a:pt x="26" y="136"/>
                  <a:pt x="19" y="151"/>
                </a:cubicBezTo>
                <a:cubicBezTo>
                  <a:pt x="12" y="166"/>
                  <a:pt x="8" y="181"/>
                  <a:pt x="5" y="197"/>
                </a:cubicBezTo>
                <a:cubicBezTo>
                  <a:pt x="1" y="212"/>
                  <a:pt x="0" y="228"/>
                  <a:pt x="0" y="244"/>
                </a:cubicBezTo>
                <a:cubicBezTo>
                  <a:pt x="0" y="260"/>
                  <a:pt x="1" y="276"/>
                  <a:pt x="5" y="291"/>
                </a:cubicBezTo>
                <a:cubicBezTo>
                  <a:pt x="8" y="307"/>
                  <a:pt x="12" y="322"/>
                  <a:pt x="19" y="337"/>
                </a:cubicBezTo>
                <a:cubicBezTo>
                  <a:pt x="26" y="352"/>
                  <a:pt x="33" y="366"/>
                  <a:pt x="42" y="379"/>
                </a:cubicBezTo>
                <a:cubicBezTo>
                  <a:pt x="51" y="393"/>
                  <a:pt x="61" y="405"/>
                  <a:pt x="72" y="416"/>
                </a:cubicBezTo>
                <a:cubicBezTo>
                  <a:pt x="83" y="427"/>
                  <a:pt x="96" y="438"/>
                  <a:pt x="109" y="446"/>
                </a:cubicBezTo>
                <a:cubicBezTo>
                  <a:pt x="122" y="455"/>
                  <a:pt x="136" y="463"/>
                  <a:pt x="151" y="469"/>
                </a:cubicBezTo>
                <a:cubicBezTo>
                  <a:pt x="166" y="475"/>
                  <a:pt x="181" y="480"/>
                  <a:pt x="197" y="483"/>
                </a:cubicBezTo>
                <a:cubicBezTo>
                  <a:pt x="212" y="486"/>
                  <a:pt x="228" y="487"/>
                  <a:pt x="244" y="487"/>
                </a:cubicBezTo>
                <a:lnTo>
                  <a:pt x="244" y="0"/>
                </a:lnTo>
                <a:close/>
              </a:path>
            </a:pathLst>
          </a:custGeom>
          <a:noFill/>
          <a:ln w="17280">
            <a:solidFill>
              <a:srgbClr val="5b6670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6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7" name=""/>
          <p:cNvSpPr/>
          <p:nvPr/>
        </p:nvSpPr>
        <p:spPr>
          <a:xfrm>
            <a:off x="3230280" y="3345120"/>
            <a:ext cx="228240" cy="227880"/>
          </a:xfrm>
          <a:custGeom>
            <a:avLst/>
            <a:gdLst/>
            <a:ahLst/>
            <a:rect l="0" t="0" r="r" b="b"/>
            <a:pathLst>
              <a:path w="634" h="633">
                <a:moveTo>
                  <a:pt x="634" y="316"/>
                </a:moveTo>
                <a:cubicBezTo>
                  <a:pt x="634" y="337"/>
                  <a:pt x="632" y="357"/>
                  <a:pt x="628" y="378"/>
                </a:cubicBezTo>
                <a:cubicBezTo>
                  <a:pt x="624" y="398"/>
                  <a:pt x="618" y="418"/>
                  <a:pt x="610" y="437"/>
                </a:cubicBezTo>
                <a:cubicBezTo>
                  <a:pt x="602" y="456"/>
                  <a:pt x="592" y="475"/>
                  <a:pt x="581" y="492"/>
                </a:cubicBezTo>
                <a:cubicBezTo>
                  <a:pt x="569" y="510"/>
                  <a:pt x="556" y="526"/>
                  <a:pt x="542" y="541"/>
                </a:cubicBezTo>
                <a:cubicBezTo>
                  <a:pt x="527" y="555"/>
                  <a:pt x="511" y="569"/>
                  <a:pt x="494" y="580"/>
                </a:cubicBezTo>
                <a:cubicBezTo>
                  <a:pt x="476" y="592"/>
                  <a:pt x="458" y="601"/>
                  <a:pt x="439" y="609"/>
                </a:cubicBezTo>
                <a:cubicBezTo>
                  <a:pt x="420" y="617"/>
                  <a:pt x="400" y="623"/>
                  <a:pt x="380" y="627"/>
                </a:cubicBezTo>
                <a:cubicBezTo>
                  <a:pt x="359" y="631"/>
                  <a:pt x="339" y="633"/>
                  <a:pt x="318" y="633"/>
                </a:cubicBezTo>
                <a:cubicBezTo>
                  <a:pt x="297" y="633"/>
                  <a:pt x="276" y="631"/>
                  <a:pt x="256" y="627"/>
                </a:cubicBezTo>
                <a:cubicBezTo>
                  <a:pt x="236" y="623"/>
                  <a:pt x="216" y="617"/>
                  <a:pt x="197" y="609"/>
                </a:cubicBezTo>
                <a:cubicBezTo>
                  <a:pt x="177" y="601"/>
                  <a:pt x="158" y="592"/>
                  <a:pt x="141" y="580"/>
                </a:cubicBezTo>
                <a:cubicBezTo>
                  <a:pt x="124" y="569"/>
                  <a:pt x="108" y="555"/>
                  <a:pt x="93" y="541"/>
                </a:cubicBezTo>
                <a:cubicBezTo>
                  <a:pt x="78" y="526"/>
                  <a:pt x="65" y="510"/>
                  <a:pt x="54" y="492"/>
                </a:cubicBezTo>
                <a:cubicBezTo>
                  <a:pt x="42" y="475"/>
                  <a:pt x="32" y="456"/>
                  <a:pt x="24" y="437"/>
                </a:cubicBezTo>
                <a:cubicBezTo>
                  <a:pt x="17" y="418"/>
                  <a:pt x="11" y="398"/>
                  <a:pt x="6" y="378"/>
                </a:cubicBezTo>
                <a:cubicBezTo>
                  <a:pt x="2" y="357"/>
                  <a:pt x="0" y="337"/>
                  <a:pt x="0" y="316"/>
                </a:cubicBezTo>
                <a:cubicBezTo>
                  <a:pt x="0" y="295"/>
                  <a:pt x="2" y="275"/>
                  <a:pt x="6" y="254"/>
                </a:cubicBezTo>
                <a:cubicBezTo>
                  <a:pt x="11" y="234"/>
                  <a:pt x="17" y="214"/>
                  <a:pt x="24" y="195"/>
                </a:cubicBezTo>
                <a:cubicBezTo>
                  <a:pt x="32" y="176"/>
                  <a:pt x="42" y="157"/>
                  <a:pt x="54" y="140"/>
                </a:cubicBezTo>
                <a:cubicBezTo>
                  <a:pt x="65" y="123"/>
                  <a:pt x="78" y="107"/>
                  <a:pt x="93" y="92"/>
                </a:cubicBezTo>
                <a:cubicBezTo>
                  <a:pt x="108" y="78"/>
                  <a:pt x="124" y="64"/>
                  <a:pt x="141" y="53"/>
                </a:cubicBezTo>
                <a:cubicBezTo>
                  <a:pt x="158" y="41"/>
                  <a:pt x="177" y="32"/>
                  <a:pt x="197" y="24"/>
                </a:cubicBezTo>
                <a:cubicBezTo>
                  <a:pt x="216" y="16"/>
                  <a:pt x="236" y="10"/>
                  <a:pt x="256" y="6"/>
                </a:cubicBezTo>
                <a:cubicBezTo>
                  <a:pt x="276" y="2"/>
                  <a:pt x="297" y="0"/>
                  <a:pt x="318" y="0"/>
                </a:cubicBezTo>
                <a:cubicBezTo>
                  <a:pt x="339" y="0"/>
                  <a:pt x="359" y="2"/>
                  <a:pt x="380" y="6"/>
                </a:cubicBezTo>
                <a:cubicBezTo>
                  <a:pt x="400" y="10"/>
                  <a:pt x="420" y="16"/>
                  <a:pt x="439" y="24"/>
                </a:cubicBezTo>
                <a:cubicBezTo>
                  <a:pt x="458" y="32"/>
                  <a:pt x="476" y="41"/>
                  <a:pt x="494" y="53"/>
                </a:cubicBezTo>
                <a:cubicBezTo>
                  <a:pt x="511" y="64"/>
                  <a:pt x="527" y="78"/>
                  <a:pt x="542" y="92"/>
                </a:cubicBezTo>
                <a:cubicBezTo>
                  <a:pt x="556" y="107"/>
                  <a:pt x="569" y="123"/>
                  <a:pt x="581" y="140"/>
                </a:cubicBezTo>
                <a:cubicBezTo>
                  <a:pt x="592" y="157"/>
                  <a:pt x="602" y="176"/>
                  <a:pt x="610" y="195"/>
                </a:cubicBezTo>
                <a:cubicBezTo>
                  <a:pt x="618" y="214"/>
                  <a:pt x="624" y="234"/>
                  <a:pt x="628" y="254"/>
                </a:cubicBezTo>
                <a:cubicBezTo>
                  <a:pt x="632" y="275"/>
                  <a:pt x="634" y="295"/>
                  <a:pt x="634" y="316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8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89" name=""/>
          <p:cNvSpPr/>
          <p:nvPr/>
        </p:nvSpPr>
        <p:spPr>
          <a:xfrm>
            <a:off x="3309120" y="3423960"/>
            <a:ext cx="70560" cy="70200"/>
          </a:xfrm>
          <a:custGeom>
            <a:avLst/>
            <a:gdLst/>
            <a:ahLst/>
            <a:rect l="0" t="0" r="r" b="b"/>
            <a:pathLst>
              <a:path w="196" h="195">
                <a:moveTo>
                  <a:pt x="196" y="98"/>
                </a:moveTo>
                <a:cubicBezTo>
                  <a:pt x="196" y="111"/>
                  <a:pt x="194" y="123"/>
                  <a:pt x="189" y="135"/>
                </a:cubicBezTo>
                <a:cubicBezTo>
                  <a:pt x="184" y="147"/>
                  <a:pt x="177" y="158"/>
                  <a:pt x="168" y="167"/>
                </a:cubicBezTo>
                <a:cubicBezTo>
                  <a:pt x="158" y="176"/>
                  <a:pt x="148" y="183"/>
                  <a:pt x="136" y="188"/>
                </a:cubicBezTo>
                <a:cubicBezTo>
                  <a:pt x="124" y="193"/>
                  <a:pt x="112" y="195"/>
                  <a:pt x="99" y="195"/>
                </a:cubicBezTo>
                <a:cubicBezTo>
                  <a:pt x="86" y="195"/>
                  <a:pt x="73" y="193"/>
                  <a:pt x="62" y="188"/>
                </a:cubicBezTo>
                <a:cubicBezTo>
                  <a:pt x="50" y="183"/>
                  <a:pt x="39" y="176"/>
                  <a:pt x="30" y="167"/>
                </a:cubicBezTo>
                <a:cubicBezTo>
                  <a:pt x="20" y="158"/>
                  <a:pt x="13" y="147"/>
                  <a:pt x="8" y="135"/>
                </a:cubicBezTo>
                <a:cubicBezTo>
                  <a:pt x="3" y="123"/>
                  <a:pt x="0" y="111"/>
                  <a:pt x="0" y="98"/>
                </a:cubicBezTo>
                <a:cubicBezTo>
                  <a:pt x="0" y="84"/>
                  <a:pt x="3" y="72"/>
                  <a:pt x="8" y="60"/>
                </a:cubicBezTo>
                <a:cubicBezTo>
                  <a:pt x="13" y="48"/>
                  <a:pt x="20" y="37"/>
                  <a:pt x="30" y="28"/>
                </a:cubicBezTo>
                <a:cubicBezTo>
                  <a:pt x="39" y="19"/>
                  <a:pt x="50" y="12"/>
                  <a:pt x="62" y="7"/>
                </a:cubicBezTo>
                <a:cubicBezTo>
                  <a:pt x="73" y="2"/>
                  <a:pt x="86" y="0"/>
                  <a:pt x="99" y="0"/>
                </a:cubicBezTo>
                <a:cubicBezTo>
                  <a:pt x="112" y="0"/>
                  <a:pt x="124" y="2"/>
                  <a:pt x="136" y="7"/>
                </a:cubicBezTo>
                <a:cubicBezTo>
                  <a:pt x="148" y="12"/>
                  <a:pt x="158" y="19"/>
                  <a:pt x="168" y="28"/>
                </a:cubicBezTo>
                <a:cubicBezTo>
                  <a:pt x="177" y="37"/>
                  <a:pt x="184" y="48"/>
                  <a:pt x="189" y="60"/>
                </a:cubicBezTo>
                <a:cubicBezTo>
                  <a:pt x="194" y="72"/>
                  <a:pt x="196" y="84"/>
                  <a:pt x="196" y="98"/>
                </a:cubicBezTo>
                <a:close/>
              </a:path>
            </a:pathLst>
          </a:custGeom>
          <a:noFill/>
          <a:ln w="17280">
            <a:solidFill>
              <a:srgbClr val="8a5a12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0" name=""/>
          <p:cNvSpPr/>
          <p:nvPr/>
        </p:nvSpPr>
        <p:spPr>
          <a:xfrm>
            <a:off x="334440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1" name=""/>
          <p:cNvSpPr/>
          <p:nvPr/>
        </p:nvSpPr>
        <p:spPr>
          <a:xfrm>
            <a:off x="334440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2" name=""/>
          <p:cNvSpPr/>
          <p:nvPr/>
        </p:nvSpPr>
        <p:spPr>
          <a:xfrm flipH="1">
            <a:off x="3269880" y="345888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3" name=""/>
          <p:cNvSpPr/>
          <p:nvPr/>
        </p:nvSpPr>
        <p:spPr>
          <a:xfrm flipH="1">
            <a:off x="3195360" y="3458880"/>
            <a:ext cx="149040" cy="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4" name=""/>
          <p:cNvSpPr/>
          <p:nvPr/>
        </p:nvSpPr>
        <p:spPr>
          <a:xfrm flipH="1" flipV="1">
            <a:off x="326988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5" name=""/>
          <p:cNvSpPr/>
          <p:nvPr/>
        </p:nvSpPr>
        <p:spPr>
          <a:xfrm flipV="1">
            <a:off x="3344400" y="3330000"/>
            <a:ext cx="74880" cy="129240"/>
          </a:xfrm>
          <a:prstGeom prst="line">
            <a:avLst/>
          </a:prstGeom>
          <a:ln w="2628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12960" bIns="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6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7" name=""/>
          <p:cNvSpPr/>
          <p:nvPr/>
        </p:nvSpPr>
        <p:spPr>
          <a:xfrm>
            <a:off x="4036680" y="3081960"/>
            <a:ext cx="192960" cy="193320"/>
          </a:xfrm>
          <a:custGeom>
            <a:avLst/>
            <a:gdLst/>
            <a:ahLst/>
            <a:rect l="0" t="0" r="r" b="b"/>
            <a:pathLst>
              <a:path w="536" h="537">
                <a:moveTo>
                  <a:pt x="536" y="269"/>
                </a:moveTo>
                <a:cubicBezTo>
                  <a:pt x="536" y="287"/>
                  <a:pt x="534" y="304"/>
                  <a:pt x="531" y="321"/>
                </a:cubicBezTo>
                <a:cubicBezTo>
                  <a:pt x="528" y="339"/>
                  <a:pt x="522" y="355"/>
                  <a:pt x="516" y="372"/>
                </a:cubicBezTo>
                <a:cubicBezTo>
                  <a:pt x="509" y="388"/>
                  <a:pt x="501" y="403"/>
                  <a:pt x="491" y="418"/>
                </a:cubicBezTo>
                <a:cubicBezTo>
                  <a:pt x="481" y="433"/>
                  <a:pt x="470" y="446"/>
                  <a:pt x="458" y="458"/>
                </a:cubicBezTo>
                <a:cubicBezTo>
                  <a:pt x="445" y="471"/>
                  <a:pt x="432" y="482"/>
                  <a:pt x="417" y="492"/>
                </a:cubicBezTo>
                <a:cubicBezTo>
                  <a:pt x="402" y="502"/>
                  <a:pt x="387" y="510"/>
                  <a:pt x="371" y="516"/>
                </a:cubicBezTo>
                <a:cubicBezTo>
                  <a:pt x="355" y="523"/>
                  <a:pt x="338" y="528"/>
                  <a:pt x="321" y="532"/>
                </a:cubicBezTo>
                <a:cubicBezTo>
                  <a:pt x="303" y="535"/>
                  <a:pt x="285" y="537"/>
                  <a:pt x="267" y="537"/>
                </a:cubicBezTo>
                <a:cubicBezTo>
                  <a:pt x="250" y="537"/>
                  <a:pt x="232" y="535"/>
                  <a:pt x="215" y="532"/>
                </a:cubicBezTo>
                <a:cubicBezTo>
                  <a:pt x="198" y="528"/>
                  <a:pt x="181" y="523"/>
                  <a:pt x="165" y="516"/>
                </a:cubicBezTo>
                <a:cubicBezTo>
                  <a:pt x="149" y="510"/>
                  <a:pt x="133" y="502"/>
                  <a:pt x="119" y="492"/>
                </a:cubicBezTo>
                <a:cubicBezTo>
                  <a:pt x="104" y="482"/>
                  <a:pt x="90" y="471"/>
                  <a:pt x="78" y="458"/>
                </a:cubicBezTo>
                <a:cubicBezTo>
                  <a:pt x="66" y="446"/>
                  <a:pt x="55" y="433"/>
                  <a:pt x="45" y="418"/>
                </a:cubicBezTo>
                <a:cubicBezTo>
                  <a:pt x="35" y="403"/>
                  <a:pt x="27" y="388"/>
                  <a:pt x="20" y="372"/>
                </a:cubicBezTo>
                <a:cubicBezTo>
                  <a:pt x="13" y="355"/>
                  <a:pt x="8" y="339"/>
                  <a:pt x="5" y="321"/>
                </a:cubicBezTo>
                <a:cubicBezTo>
                  <a:pt x="1" y="304"/>
                  <a:pt x="0" y="287"/>
                  <a:pt x="0" y="269"/>
                </a:cubicBezTo>
                <a:cubicBezTo>
                  <a:pt x="0" y="251"/>
                  <a:pt x="1" y="233"/>
                  <a:pt x="5" y="216"/>
                </a:cubicBezTo>
                <a:cubicBezTo>
                  <a:pt x="8" y="199"/>
                  <a:pt x="13" y="182"/>
                  <a:pt x="20" y="166"/>
                </a:cubicBezTo>
                <a:cubicBezTo>
                  <a:pt x="27" y="149"/>
                  <a:pt x="35" y="134"/>
                  <a:pt x="45" y="119"/>
                </a:cubicBezTo>
                <a:cubicBezTo>
                  <a:pt x="55" y="105"/>
                  <a:pt x="66" y="91"/>
                  <a:pt x="78" y="79"/>
                </a:cubicBezTo>
                <a:cubicBezTo>
                  <a:pt x="90" y="66"/>
                  <a:pt x="104" y="55"/>
                  <a:pt x="119" y="46"/>
                </a:cubicBezTo>
                <a:cubicBezTo>
                  <a:pt x="133" y="36"/>
                  <a:pt x="149" y="28"/>
                  <a:pt x="165" y="21"/>
                </a:cubicBezTo>
                <a:cubicBezTo>
                  <a:pt x="181" y="14"/>
                  <a:pt x="198" y="9"/>
                  <a:pt x="215" y="6"/>
                </a:cubicBezTo>
                <a:cubicBezTo>
                  <a:pt x="232" y="2"/>
                  <a:pt x="250" y="0"/>
                  <a:pt x="267" y="0"/>
                </a:cubicBezTo>
                <a:cubicBezTo>
                  <a:pt x="285" y="0"/>
                  <a:pt x="303" y="2"/>
                  <a:pt x="321" y="6"/>
                </a:cubicBezTo>
                <a:cubicBezTo>
                  <a:pt x="338" y="9"/>
                  <a:pt x="355" y="14"/>
                  <a:pt x="371" y="21"/>
                </a:cubicBezTo>
                <a:cubicBezTo>
                  <a:pt x="387" y="28"/>
                  <a:pt x="402" y="36"/>
                  <a:pt x="417" y="46"/>
                </a:cubicBezTo>
                <a:cubicBezTo>
                  <a:pt x="432" y="55"/>
                  <a:pt x="445" y="66"/>
                  <a:pt x="458" y="79"/>
                </a:cubicBezTo>
                <a:cubicBezTo>
                  <a:pt x="470" y="91"/>
                  <a:pt x="481" y="105"/>
                  <a:pt x="491" y="119"/>
                </a:cubicBezTo>
                <a:cubicBezTo>
                  <a:pt x="501" y="134"/>
                  <a:pt x="509" y="149"/>
                  <a:pt x="516" y="166"/>
                </a:cubicBezTo>
                <a:cubicBezTo>
                  <a:pt x="522" y="182"/>
                  <a:pt x="528" y="199"/>
                  <a:pt x="531" y="216"/>
                </a:cubicBezTo>
                <a:cubicBezTo>
                  <a:pt x="534" y="233"/>
                  <a:pt x="536" y="251"/>
                  <a:pt x="536" y="269"/>
                </a:cubicBezTo>
                <a:close/>
              </a:path>
            </a:pathLst>
          </a:custGeom>
          <a:noFill/>
          <a:ln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8" name=""/>
          <p:cNvSpPr/>
          <p:nvPr/>
        </p:nvSpPr>
        <p:spPr>
          <a:xfrm>
            <a:off x="4132800" y="3125880"/>
            <a:ext cx="44280" cy="79200"/>
          </a:xfrm>
          <a:custGeom>
            <a:avLst/>
            <a:gdLst/>
            <a:ahLst/>
            <a:rect l="0" t="0" r="r" b="b"/>
            <a:pathLst>
              <a:path fill="none" w="123" h="220">
                <a:moveTo>
                  <a:pt x="0" y="0"/>
                </a:moveTo>
                <a:lnTo>
                  <a:pt x="0" y="146"/>
                </a:lnTo>
                <a:lnTo>
                  <a:pt x="123" y="220"/>
                </a:lnTo>
              </a:path>
            </a:pathLst>
          </a:custGeom>
          <a:ln cap="rnd" w="17280">
            <a:solidFill>
              <a:srgbClr val="a8481f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099" name=""/>
          <p:cNvSpPr txBox="1"/>
          <p:nvPr/>
        </p:nvSpPr>
        <p:spPr>
          <a:xfrm>
            <a:off x="457200" y="3475080"/>
            <a:ext cx="5173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6b7280"/>
                </a:solidFill>
                <a:latin typeface="Arial"/>
                <a:ea typeface="Arial"/>
              </a:rPr>
              <a:t>jaren 80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0" name=""/>
          <p:cNvSpPr txBox="1"/>
          <p:nvPr/>
        </p:nvSpPr>
        <p:spPr>
          <a:xfrm>
            <a:off x="2613600" y="3739680"/>
            <a:ext cx="158580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a8481f"/>
                </a:solidFill>
                <a:latin typeface="Arial"/>
                <a:ea typeface="Arial"/>
              </a:rPr>
              <a:t>per koppeling een vertaalslag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1" name=""/>
          <p:cNvSpPr txBox="1"/>
          <p:nvPr/>
        </p:nvSpPr>
        <p:spPr>
          <a:xfrm>
            <a:off x="5013720" y="3313800"/>
            <a:ext cx="6940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de afspraak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2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3" name=""/>
          <p:cNvSpPr/>
          <p:nvPr/>
        </p:nvSpPr>
        <p:spPr>
          <a:xfrm>
            <a:off x="631260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1" y="0"/>
                </a:moveTo>
                <a:lnTo>
                  <a:pt x="2264" y="0"/>
                </a:lnTo>
                <a:cubicBezTo>
                  <a:pt x="2280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0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0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0" y="975"/>
                  <a:pt x="2264" y="975"/>
                </a:cubicBezTo>
                <a:lnTo>
                  <a:pt x="121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1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4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5" name=""/>
          <p:cNvSpPr/>
          <p:nvPr/>
        </p:nvSpPr>
        <p:spPr>
          <a:xfrm>
            <a:off x="7451640" y="3283560"/>
            <a:ext cx="858960" cy="351000"/>
          </a:xfrm>
          <a:custGeom>
            <a:avLst/>
            <a:gdLst/>
            <a:ahLst/>
            <a:rect l="0" t="0" r="r" b="b"/>
            <a:pathLst>
              <a:path w="2386" h="975">
                <a:moveTo>
                  <a:pt x="122" y="0"/>
                </a:moveTo>
                <a:lnTo>
                  <a:pt x="2264" y="0"/>
                </a:lnTo>
                <a:cubicBezTo>
                  <a:pt x="2281" y="0"/>
                  <a:pt x="2296" y="3"/>
                  <a:pt x="2311" y="9"/>
                </a:cubicBezTo>
                <a:cubicBezTo>
                  <a:pt x="2326" y="16"/>
                  <a:pt x="2339" y="24"/>
                  <a:pt x="2350" y="36"/>
                </a:cubicBezTo>
                <a:cubicBezTo>
                  <a:pt x="2362" y="47"/>
                  <a:pt x="2371" y="60"/>
                  <a:pt x="2377" y="75"/>
                </a:cubicBezTo>
                <a:cubicBezTo>
                  <a:pt x="2383" y="90"/>
                  <a:pt x="2386" y="106"/>
                  <a:pt x="2386" y="122"/>
                </a:cubicBezTo>
                <a:lnTo>
                  <a:pt x="2386" y="853"/>
                </a:lnTo>
                <a:cubicBezTo>
                  <a:pt x="2386" y="869"/>
                  <a:pt x="2383" y="885"/>
                  <a:pt x="2377" y="900"/>
                </a:cubicBezTo>
                <a:cubicBezTo>
                  <a:pt x="2371" y="915"/>
                  <a:pt x="2362" y="928"/>
                  <a:pt x="2350" y="939"/>
                </a:cubicBezTo>
                <a:cubicBezTo>
                  <a:pt x="2339" y="951"/>
                  <a:pt x="2326" y="959"/>
                  <a:pt x="2311" y="966"/>
                </a:cubicBezTo>
                <a:cubicBezTo>
                  <a:pt x="2296" y="972"/>
                  <a:pt x="2281" y="975"/>
                  <a:pt x="2264" y="975"/>
                </a:cubicBezTo>
                <a:lnTo>
                  <a:pt x="122" y="975"/>
                </a:lnTo>
                <a:cubicBezTo>
                  <a:pt x="105" y="975"/>
                  <a:pt x="90" y="972"/>
                  <a:pt x="75" y="966"/>
                </a:cubicBezTo>
                <a:cubicBezTo>
                  <a:pt x="60" y="959"/>
                  <a:pt x="47" y="951"/>
                  <a:pt x="35" y="939"/>
                </a:cubicBezTo>
                <a:cubicBezTo>
                  <a:pt x="24" y="928"/>
                  <a:pt x="15" y="915"/>
                  <a:pt x="9" y="900"/>
                </a:cubicBezTo>
                <a:cubicBezTo>
                  <a:pt x="3" y="885"/>
                  <a:pt x="0" y="869"/>
                  <a:pt x="0" y="853"/>
                </a:cubicBezTo>
                <a:lnTo>
                  <a:pt x="0" y="122"/>
                </a:lnTo>
                <a:cubicBezTo>
                  <a:pt x="0" y="106"/>
                  <a:pt x="3" y="90"/>
                  <a:pt x="9" y="75"/>
                </a:cubicBezTo>
                <a:cubicBezTo>
                  <a:pt x="15" y="60"/>
                  <a:pt x="24" y="47"/>
                  <a:pt x="35" y="36"/>
                </a:cubicBezTo>
                <a:cubicBezTo>
                  <a:pt x="47" y="24"/>
                  <a:pt x="60" y="16"/>
                  <a:pt x="75" y="9"/>
                </a:cubicBezTo>
                <a:cubicBezTo>
                  <a:pt x="90" y="3"/>
                  <a:pt x="105" y="0"/>
                  <a:pt x="122" y="0"/>
                </a:cubicBez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6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7" name=""/>
          <p:cNvSpPr/>
          <p:nvPr/>
        </p:nvSpPr>
        <p:spPr>
          <a:xfrm>
            <a:off x="7171200" y="3406320"/>
            <a:ext cx="280800" cy="105480"/>
          </a:xfrm>
          <a:custGeom>
            <a:avLst/>
            <a:gdLst/>
            <a:ahLst/>
            <a:rect l="0" t="0" r="r" b="b"/>
            <a:pathLst>
              <a:path w="780" h="293">
                <a:moveTo>
                  <a:pt x="0" y="0"/>
                </a:moveTo>
                <a:lnTo>
                  <a:pt x="780" y="0"/>
                </a:lnTo>
                <a:lnTo>
                  <a:pt x="780" y="293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noFill/>
          <a:ln w="17280">
            <a:solidFill>
              <a:srgbClr val="0e9e7e"/>
            </a:solidFill>
            <a:miter/>
          </a:ln>
        </p:spPr>
        <p:txBody>
          <a:bodyPr lIns="8640" rIns="8640" tIns="8640" bIns="864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8" name=""/>
          <p:cNvSpPr/>
          <p:nvPr/>
        </p:nvSpPr>
        <p:spPr>
          <a:xfrm>
            <a:off x="6610320" y="3160800"/>
            <a:ext cx="1314360" cy="0"/>
          </a:xfrm>
          <a:prstGeom prst="line">
            <a:avLst/>
          </a:prstGeom>
          <a:ln w="2628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960" rIns="12960" tIns="-12960" bIns="-129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09" name=""/>
          <p:cNvSpPr/>
          <p:nvPr/>
        </p:nvSpPr>
        <p:spPr>
          <a:xfrm>
            <a:off x="7872120" y="3108240"/>
            <a:ext cx="70560" cy="105480"/>
          </a:xfrm>
          <a:custGeom>
            <a:avLst/>
            <a:gdLst/>
            <a:ahLst/>
            <a:rect l="0" t="0" r="r" b="b"/>
            <a:pathLst>
              <a:path w="196" h="293">
                <a:moveTo>
                  <a:pt x="0" y="0"/>
                </a:moveTo>
                <a:lnTo>
                  <a:pt x="196" y="146"/>
                </a:lnTo>
                <a:lnTo>
                  <a:pt x="0" y="293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0" name=""/>
          <p:cNvSpPr txBox="1"/>
          <p:nvPr/>
        </p:nvSpPr>
        <p:spPr>
          <a:xfrm>
            <a:off x="5240880" y="3439800"/>
            <a:ext cx="151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DejaVuSans"/>
                <a:ea typeface="DejaVuSans"/>
              </a:rPr>
              <a:t>▶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1" name=""/>
          <p:cNvSpPr/>
          <p:nvPr/>
        </p:nvSpPr>
        <p:spPr>
          <a:xfrm>
            <a:off x="456840" y="401940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2" name=""/>
          <p:cNvSpPr/>
          <p:nvPr/>
        </p:nvSpPr>
        <p:spPr>
          <a:xfrm>
            <a:off x="456840" y="401940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3" name=""/>
          <p:cNvSpPr/>
          <p:nvPr/>
        </p:nvSpPr>
        <p:spPr>
          <a:xfrm>
            <a:off x="456840" y="4800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4" name=""/>
          <p:cNvSpPr/>
          <p:nvPr/>
        </p:nvSpPr>
        <p:spPr>
          <a:xfrm>
            <a:off x="853416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5" name=""/>
          <p:cNvSpPr/>
          <p:nvPr/>
        </p:nvSpPr>
        <p:spPr>
          <a:xfrm>
            <a:off x="456840" y="401940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6" name=""/>
          <p:cNvSpPr txBox="1"/>
          <p:nvPr/>
        </p:nvSpPr>
        <p:spPr>
          <a:xfrm>
            <a:off x="6780600" y="3739680"/>
            <a:ext cx="1248840" cy="125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839" spc="-1" strike="noStrike">
                <a:solidFill>
                  <a:srgbClr val="0e9e7e"/>
                </a:solidFill>
                <a:latin typeface="Arial"/>
                <a:ea typeface="Arial"/>
              </a:rPr>
              <a:t>netwerken lezen elkaar</a:t>
            </a:r>
            <a:endParaRPr b="0" lang="en-US" sz="8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7" name=""/>
          <p:cNvSpPr txBox="1"/>
          <p:nvPr/>
        </p:nvSpPr>
        <p:spPr>
          <a:xfrm>
            <a:off x="634320" y="4228200"/>
            <a:ext cx="88783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Overladen kost tijd, en tijd is waar de groei op stukliep. </a:t>
            </a:r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komt straks op zulke afspraken te staan. Wij kunnen die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8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19" name=""/>
          <p:cNvSpPr txBox="1"/>
          <p:nvPr/>
        </p:nvSpPr>
        <p:spPr>
          <a:xfrm>
            <a:off x="634320" y="4447080"/>
            <a:ext cx="1107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afspraak zijn.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124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126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127" name=""/>
          <p:cNvSpPr/>
          <p:nvPr/>
        </p:nvSpPr>
        <p:spPr>
          <a:xfrm>
            <a:off x="4568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8" name=""/>
          <p:cNvSpPr txBox="1"/>
          <p:nvPr/>
        </p:nvSpPr>
        <p:spPr>
          <a:xfrm>
            <a:off x="439920" y="510480"/>
            <a:ext cx="772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Maar wat als AI alles anders gaat doen?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29" name=""/>
          <p:cNvSpPr/>
          <p:nvPr/>
        </p:nvSpPr>
        <p:spPr>
          <a:xfrm>
            <a:off x="8118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0" name=""/>
          <p:cNvSpPr/>
          <p:nvPr/>
        </p:nvSpPr>
        <p:spPr>
          <a:xfrm>
            <a:off x="92340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1" name=""/>
          <p:cNvSpPr/>
          <p:nvPr/>
        </p:nvSpPr>
        <p:spPr>
          <a:xfrm>
            <a:off x="10346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2" name=""/>
          <p:cNvSpPr/>
          <p:nvPr/>
        </p:nvSpPr>
        <p:spPr>
          <a:xfrm>
            <a:off x="114624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3" name=""/>
          <p:cNvSpPr/>
          <p:nvPr/>
        </p:nvSpPr>
        <p:spPr>
          <a:xfrm>
            <a:off x="12574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4" name=""/>
          <p:cNvSpPr/>
          <p:nvPr/>
        </p:nvSpPr>
        <p:spPr>
          <a:xfrm>
            <a:off x="1369080" y="1636200"/>
            <a:ext cx="0" cy="20556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5" name=""/>
          <p:cNvSpPr/>
          <p:nvPr/>
        </p:nvSpPr>
        <p:spPr>
          <a:xfrm>
            <a:off x="760320" y="16704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6" name=""/>
          <p:cNvSpPr/>
          <p:nvPr/>
        </p:nvSpPr>
        <p:spPr>
          <a:xfrm>
            <a:off x="760320" y="180756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7" name=""/>
          <p:cNvSpPr/>
          <p:nvPr/>
        </p:nvSpPr>
        <p:spPr>
          <a:xfrm>
            <a:off x="160056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8" name=""/>
          <p:cNvSpPr/>
          <p:nvPr/>
        </p:nvSpPr>
        <p:spPr>
          <a:xfrm>
            <a:off x="17118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39" name=""/>
          <p:cNvSpPr/>
          <p:nvPr/>
        </p:nvSpPr>
        <p:spPr>
          <a:xfrm>
            <a:off x="182340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0" name=""/>
          <p:cNvSpPr/>
          <p:nvPr/>
        </p:nvSpPr>
        <p:spPr>
          <a:xfrm>
            <a:off x="19346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1" name=""/>
          <p:cNvSpPr/>
          <p:nvPr/>
        </p:nvSpPr>
        <p:spPr>
          <a:xfrm>
            <a:off x="20462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2" name=""/>
          <p:cNvSpPr/>
          <p:nvPr/>
        </p:nvSpPr>
        <p:spPr>
          <a:xfrm>
            <a:off x="2157840" y="192780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3" name=""/>
          <p:cNvSpPr/>
          <p:nvPr/>
        </p:nvSpPr>
        <p:spPr>
          <a:xfrm>
            <a:off x="1549080" y="196200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4" name=""/>
          <p:cNvSpPr/>
          <p:nvPr/>
        </p:nvSpPr>
        <p:spPr>
          <a:xfrm>
            <a:off x="1549080" y="2047680"/>
            <a:ext cx="6343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5" name=""/>
          <p:cNvSpPr/>
          <p:nvPr/>
        </p:nvSpPr>
        <p:spPr>
          <a:xfrm>
            <a:off x="206352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6" name=""/>
          <p:cNvSpPr/>
          <p:nvPr/>
        </p:nvSpPr>
        <p:spPr>
          <a:xfrm>
            <a:off x="21747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7" name=""/>
          <p:cNvSpPr/>
          <p:nvPr/>
        </p:nvSpPr>
        <p:spPr>
          <a:xfrm>
            <a:off x="228636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8" name=""/>
          <p:cNvSpPr/>
          <p:nvPr/>
        </p:nvSpPr>
        <p:spPr>
          <a:xfrm>
            <a:off x="23976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49" name=""/>
          <p:cNvSpPr/>
          <p:nvPr/>
        </p:nvSpPr>
        <p:spPr>
          <a:xfrm>
            <a:off x="250920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0" name=""/>
          <p:cNvSpPr/>
          <p:nvPr/>
        </p:nvSpPr>
        <p:spPr>
          <a:xfrm>
            <a:off x="26204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1" name=""/>
          <p:cNvSpPr/>
          <p:nvPr/>
        </p:nvSpPr>
        <p:spPr>
          <a:xfrm>
            <a:off x="2732040" y="2167560"/>
            <a:ext cx="0" cy="1886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2" name=""/>
          <p:cNvSpPr/>
          <p:nvPr/>
        </p:nvSpPr>
        <p:spPr>
          <a:xfrm>
            <a:off x="2012040" y="220176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3" name=""/>
          <p:cNvSpPr/>
          <p:nvPr/>
        </p:nvSpPr>
        <p:spPr>
          <a:xfrm>
            <a:off x="2012040" y="2322000"/>
            <a:ext cx="73692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4" name=""/>
          <p:cNvSpPr/>
          <p:nvPr/>
        </p:nvSpPr>
        <p:spPr>
          <a:xfrm>
            <a:off x="1454760" y="1618920"/>
            <a:ext cx="17640" cy="214920"/>
          </a:xfrm>
          <a:custGeom>
            <a:avLst/>
            <a:gdLst/>
            <a:ahLst/>
            <a:rect l="0" t="0" r="r" b="b"/>
            <a:pathLst>
              <a:path w="49" h="597">
                <a:moveTo>
                  <a:pt x="49" y="0"/>
                </a:moveTo>
                <a:lnTo>
                  <a:pt x="49" y="96"/>
                </a:lnTo>
                <a:lnTo>
                  <a:pt x="0" y="96"/>
                </a:lnTo>
                <a:lnTo>
                  <a:pt x="0" y="0"/>
                </a:lnTo>
                <a:lnTo>
                  <a:pt x="49" y="0"/>
                </a:lnTo>
                <a:moveTo>
                  <a:pt x="49" y="167"/>
                </a:moveTo>
                <a:lnTo>
                  <a:pt x="49" y="262"/>
                </a:lnTo>
                <a:lnTo>
                  <a:pt x="0" y="262"/>
                </a:lnTo>
                <a:lnTo>
                  <a:pt x="0" y="167"/>
                </a:lnTo>
                <a:lnTo>
                  <a:pt x="49" y="167"/>
                </a:lnTo>
                <a:moveTo>
                  <a:pt x="49" y="334"/>
                </a:moveTo>
                <a:lnTo>
                  <a:pt x="49" y="429"/>
                </a:lnTo>
                <a:lnTo>
                  <a:pt x="0" y="429"/>
                </a:lnTo>
                <a:lnTo>
                  <a:pt x="0" y="334"/>
                </a:lnTo>
                <a:lnTo>
                  <a:pt x="49" y="334"/>
                </a:lnTo>
                <a:moveTo>
                  <a:pt x="49" y="500"/>
                </a:moveTo>
                <a:lnTo>
                  <a:pt x="49" y="597"/>
                </a:lnTo>
                <a:lnTo>
                  <a:pt x="0" y="597"/>
                </a:lnTo>
                <a:lnTo>
                  <a:pt x="0" y="500"/>
                </a:lnTo>
                <a:lnTo>
                  <a:pt x="49" y="50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5" name=""/>
          <p:cNvSpPr/>
          <p:nvPr/>
        </p:nvSpPr>
        <p:spPr>
          <a:xfrm>
            <a:off x="2243520" y="1910520"/>
            <a:ext cx="17280" cy="189000"/>
          </a:xfrm>
          <a:custGeom>
            <a:avLst/>
            <a:gdLst/>
            <a:ahLst/>
            <a:rect l="0" t="0" r="r" b="b"/>
            <a:pathLst>
              <a:path w="48" h="525">
                <a:moveTo>
                  <a:pt x="48" y="0"/>
                </a:moveTo>
                <a:lnTo>
                  <a:pt x="48" y="95"/>
                </a:lnTo>
                <a:lnTo>
                  <a:pt x="0" y="95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30"/>
                </a:lnTo>
                <a:lnTo>
                  <a:pt x="0" y="430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25"/>
                </a:lnTo>
                <a:lnTo>
                  <a:pt x="0" y="525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6" name=""/>
          <p:cNvSpPr/>
          <p:nvPr/>
        </p:nvSpPr>
        <p:spPr>
          <a:xfrm>
            <a:off x="1917720" y="2150640"/>
            <a:ext cx="17280" cy="205920"/>
          </a:xfrm>
          <a:custGeom>
            <a:avLst/>
            <a:gdLst/>
            <a:ahLst/>
            <a:rect l="0" t="0" r="r" b="b"/>
            <a:pathLst>
              <a:path w="48" h="572">
                <a:moveTo>
                  <a:pt x="48" y="0"/>
                </a:moveTo>
                <a:lnTo>
                  <a:pt x="48" y="96"/>
                </a:lnTo>
                <a:lnTo>
                  <a:pt x="0" y="96"/>
                </a:lnTo>
                <a:lnTo>
                  <a:pt x="0" y="0"/>
                </a:lnTo>
                <a:lnTo>
                  <a:pt x="48" y="0"/>
                </a:lnTo>
                <a:moveTo>
                  <a:pt x="48" y="167"/>
                </a:moveTo>
                <a:lnTo>
                  <a:pt x="48" y="263"/>
                </a:lnTo>
                <a:lnTo>
                  <a:pt x="0" y="263"/>
                </a:lnTo>
                <a:lnTo>
                  <a:pt x="0" y="167"/>
                </a:lnTo>
                <a:lnTo>
                  <a:pt x="48" y="167"/>
                </a:lnTo>
                <a:moveTo>
                  <a:pt x="48" y="334"/>
                </a:moveTo>
                <a:lnTo>
                  <a:pt x="48" y="429"/>
                </a:lnTo>
                <a:lnTo>
                  <a:pt x="0" y="429"/>
                </a:lnTo>
                <a:lnTo>
                  <a:pt x="0" y="334"/>
                </a:lnTo>
                <a:lnTo>
                  <a:pt x="48" y="334"/>
                </a:lnTo>
                <a:moveTo>
                  <a:pt x="48" y="501"/>
                </a:moveTo>
                <a:lnTo>
                  <a:pt x="48" y="572"/>
                </a:lnTo>
                <a:lnTo>
                  <a:pt x="0" y="572"/>
                </a:lnTo>
                <a:lnTo>
                  <a:pt x="0" y="501"/>
                </a:lnTo>
                <a:lnTo>
                  <a:pt x="48" y="501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7" name=""/>
          <p:cNvSpPr txBox="1"/>
          <p:nvPr/>
        </p:nvSpPr>
        <p:spPr>
          <a:xfrm>
            <a:off x="991800" y="1298520"/>
            <a:ext cx="183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Overal ligt ander spoor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8" name=""/>
          <p:cNvSpPr txBox="1"/>
          <p:nvPr/>
        </p:nvSpPr>
        <p:spPr>
          <a:xfrm>
            <a:off x="620640" y="2417760"/>
            <a:ext cx="2638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Elke instelling en elke leverancier legt zijn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59" name=""/>
          <p:cNvSpPr/>
          <p:nvPr/>
        </p:nvSpPr>
        <p:spPr>
          <a:xfrm>
            <a:off x="3200040" y="1152360"/>
            <a:ext cx="2601000" cy="2029320"/>
          </a:xfrm>
          <a:custGeom>
            <a:avLst/>
            <a:gdLst/>
            <a:ahLst/>
            <a:rect l="0" t="0" r="r" b="b"/>
            <a:pathLst>
              <a:path w="7225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5" y="103"/>
                  <a:pt x="66" y="90"/>
                  <a:pt x="78" y="77"/>
                </a:cubicBezTo>
                <a:cubicBezTo>
                  <a:pt x="90" y="65"/>
                  <a:pt x="104" y="54"/>
                  <a:pt x="118" y="45"/>
                </a:cubicBezTo>
                <a:cubicBezTo>
                  <a:pt x="133" y="35"/>
                  <a:pt x="148" y="27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2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2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7"/>
                  <a:pt x="7093" y="35"/>
                  <a:pt x="7107" y="45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3"/>
                  <a:pt x="7180" y="118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5"/>
                </a:cubicBezTo>
                <a:lnTo>
                  <a:pt x="7225" y="5372"/>
                </a:lnTo>
                <a:cubicBezTo>
                  <a:pt x="7225" y="5389"/>
                  <a:pt x="7223" y="5407"/>
                  <a:pt x="7220" y="5424"/>
                </a:cubicBezTo>
                <a:cubicBezTo>
                  <a:pt x="7216" y="5441"/>
                  <a:pt x="7211" y="5457"/>
                  <a:pt x="7204" y="5473"/>
                </a:cubicBezTo>
                <a:cubicBezTo>
                  <a:pt x="7198" y="5489"/>
                  <a:pt x="7190" y="5505"/>
                  <a:pt x="7180" y="5519"/>
                </a:cubicBezTo>
                <a:cubicBezTo>
                  <a:pt x="7170" y="5533"/>
                  <a:pt x="7159" y="5547"/>
                  <a:pt x="7147" y="5559"/>
                </a:cubicBezTo>
                <a:cubicBezTo>
                  <a:pt x="7135" y="5571"/>
                  <a:pt x="7121" y="5582"/>
                  <a:pt x="7107" y="5592"/>
                </a:cubicBezTo>
                <a:cubicBezTo>
                  <a:pt x="7093" y="5602"/>
                  <a:pt x="7077" y="5610"/>
                  <a:pt x="7061" y="5616"/>
                </a:cubicBezTo>
                <a:cubicBezTo>
                  <a:pt x="7045" y="5623"/>
                  <a:pt x="7029" y="5628"/>
                  <a:pt x="7012" y="5631"/>
                </a:cubicBezTo>
                <a:cubicBezTo>
                  <a:pt x="6995" y="5635"/>
                  <a:pt x="6977" y="5637"/>
                  <a:pt x="6960" y="5637"/>
                </a:cubicBezTo>
                <a:lnTo>
                  <a:pt x="265" y="5637"/>
                </a:lnTo>
                <a:cubicBezTo>
                  <a:pt x="248" y="5637"/>
                  <a:pt x="231" y="5635"/>
                  <a:pt x="213" y="5631"/>
                </a:cubicBezTo>
                <a:cubicBezTo>
                  <a:pt x="196" y="5628"/>
                  <a:pt x="180" y="5623"/>
                  <a:pt x="164" y="5616"/>
                </a:cubicBezTo>
                <a:cubicBezTo>
                  <a:pt x="148" y="5610"/>
                  <a:pt x="133" y="5602"/>
                  <a:pt x="118" y="5592"/>
                </a:cubicBezTo>
                <a:cubicBezTo>
                  <a:pt x="104" y="5582"/>
                  <a:pt x="90" y="5571"/>
                  <a:pt x="78" y="5559"/>
                </a:cubicBezTo>
                <a:cubicBezTo>
                  <a:pt x="66" y="5547"/>
                  <a:pt x="55" y="5533"/>
                  <a:pt x="45" y="5519"/>
                </a:cubicBezTo>
                <a:cubicBezTo>
                  <a:pt x="35" y="5505"/>
                  <a:pt x="27" y="5489"/>
                  <a:pt x="21" y="5473"/>
                </a:cubicBezTo>
                <a:cubicBezTo>
                  <a:pt x="14" y="5457"/>
                  <a:pt x="9" y="5441"/>
                  <a:pt x="6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0" name=""/>
          <p:cNvSpPr txBox="1"/>
          <p:nvPr/>
        </p:nvSpPr>
        <p:spPr>
          <a:xfrm>
            <a:off x="1429920" y="2579760"/>
            <a:ext cx="74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eigen maat.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1" name=""/>
          <p:cNvSpPr/>
          <p:nvPr/>
        </p:nvSpPr>
        <p:spPr>
          <a:xfrm>
            <a:off x="35550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2" name=""/>
          <p:cNvSpPr/>
          <p:nvPr/>
        </p:nvSpPr>
        <p:spPr>
          <a:xfrm>
            <a:off x="36666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3" name=""/>
          <p:cNvSpPr/>
          <p:nvPr/>
        </p:nvSpPr>
        <p:spPr>
          <a:xfrm>
            <a:off x="37778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4" name=""/>
          <p:cNvSpPr/>
          <p:nvPr/>
        </p:nvSpPr>
        <p:spPr>
          <a:xfrm>
            <a:off x="38894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5" name=""/>
          <p:cNvSpPr/>
          <p:nvPr/>
        </p:nvSpPr>
        <p:spPr>
          <a:xfrm>
            <a:off x="40006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6" name=""/>
          <p:cNvSpPr/>
          <p:nvPr/>
        </p:nvSpPr>
        <p:spPr>
          <a:xfrm>
            <a:off x="41122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7" name=""/>
          <p:cNvSpPr/>
          <p:nvPr/>
        </p:nvSpPr>
        <p:spPr>
          <a:xfrm>
            <a:off x="42238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8" name=""/>
          <p:cNvSpPr/>
          <p:nvPr/>
        </p:nvSpPr>
        <p:spPr>
          <a:xfrm>
            <a:off x="43351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69" name=""/>
          <p:cNvSpPr/>
          <p:nvPr/>
        </p:nvSpPr>
        <p:spPr>
          <a:xfrm>
            <a:off x="44467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0" name=""/>
          <p:cNvSpPr/>
          <p:nvPr/>
        </p:nvSpPr>
        <p:spPr>
          <a:xfrm>
            <a:off x="45579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1" name=""/>
          <p:cNvSpPr/>
          <p:nvPr/>
        </p:nvSpPr>
        <p:spPr>
          <a:xfrm>
            <a:off x="466956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2" name=""/>
          <p:cNvSpPr/>
          <p:nvPr/>
        </p:nvSpPr>
        <p:spPr>
          <a:xfrm>
            <a:off x="47808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3" name=""/>
          <p:cNvSpPr/>
          <p:nvPr/>
        </p:nvSpPr>
        <p:spPr>
          <a:xfrm>
            <a:off x="489240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4" name=""/>
          <p:cNvSpPr/>
          <p:nvPr/>
        </p:nvSpPr>
        <p:spPr>
          <a:xfrm>
            <a:off x="50036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5" name=""/>
          <p:cNvSpPr/>
          <p:nvPr/>
        </p:nvSpPr>
        <p:spPr>
          <a:xfrm>
            <a:off x="511524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6" name=""/>
          <p:cNvSpPr/>
          <p:nvPr/>
        </p:nvSpPr>
        <p:spPr>
          <a:xfrm>
            <a:off x="52264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7" name=""/>
          <p:cNvSpPr/>
          <p:nvPr/>
        </p:nvSpPr>
        <p:spPr>
          <a:xfrm>
            <a:off x="533808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8" name=""/>
          <p:cNvSpPr/>
          <p:nvPr/>
        </p:nvSpPr>
        <p:spPr>
          <a:xfrm>
            <a:off x="5449320" y="1841760"/>
            <a:ext cx="0" cy="29160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79" name=""/>
          <p:cNvSpPr/>
          <p:nvPr/>
        </p:nvSpPr>
        <p:spPr>
          <a:xfrm>
            <a:off x="3503520" y="187632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0" name=""/>
          <p:cNvSpPr/>
          <p:nvPr/>
        </p:nvSpPr>
        <p:spPr>
          <a:xfrm>
            <a:off x="3503520" y="2099160"/>
            <a:ext cx="198864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1" name=""/>
          <p:cNvSpPr/>
          <p:nvPr/>
        </p:nvSpPr>
        <p:spPr>
          <a:xfrm>
            <a:off x="3863880" y="1876320"/>
            <a:ext cx="0" cy="222840"/>
          </a:xfrm>
          <a:prstGeom prst="line">
            <a:avLst/>
          </a:prstGeom>
          <a:ln w="16920">
            <a:solidFill>
              <a:srgbClr val="a8481f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2" name=""/>
          <p:cNvSpPr/>
          <p:nvPr/>
        </p:nvSpPr>
        <p:spPr>
          <a:xfrm>
            <a:off x="3829320" y="187632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144"/>
                </a:moveTo>
                <a:lnTo>
                  <a:pt x="96" y="0"/>
                </a:lnTo>
                <a:lnTo>
                  <a:pt x="192" y="144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3" name=""/>
          <p:cNvSpPr/>
          <p:nvPr/>
        </p:nvSpPr>
        <p:spPr>
          <a:xfrm>
            <a:off x="3829320" y="2047680"/>
            <a:ext cx="69120" cy="51840"/>
          </a:xfrm>
          <a:custGeom>
            <a:avLst/>
            <a:gdLst/>
            <a:ahLst/>
            <a:rect l="0" t="0" r="r" b="b"/>
            <a:pathLst>
              <a:path fill="none" w="192" h="144">
                <a:moveTo>
                  <a:pt x="0" y="0"/>
                </a:moveTo>
                <a:lnTo>
                  <a:pt x="96" y="144"/>
                </a:lnTo>
                <a:lnTo>
                  <a:pt x="192" y="0"/>
                </a:lnTo>
              </a:path>
            </a:pathLst>
          </a:custGeom>
          <a:ln w="16920">
            <a:solidFill>
              <a:srgbClr val="a8481f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4" name=""/>
          <p:cNvSpPr/>
          <p:nvPr/>
        </p:nvSpPr>
        <p:spPr>
          <a:xfrm>
            <a:off x="5149440" y="2088360"/>
            <a:ext cx="269280" cy="195480"/>
          </a:xfrm>
          <a:custGeom>
            <a:avLst/>
            <a:gdLst/>
            <a:ahLst/>
            <a:rect l="0" t="0" r="r" b="b"/>
            <a:pathLst>
              <a:path w="748" h="543">
                <a:moveTo>
                  <a:pt x="0" y="471"/>
                </a:moveTo>
                <a:cubicBezTo>
                  <a:pt x="44" y="471"/>
                  <a:pt x="86" y="470"/>
                  <a:pt x="126" y="466"/>
                </a:cubicBezTo>
                <a:lnTo>
                  <a:pt x="132" y="537"/>
                </a:lnTo>
                <a:cubicBezTo>
                  <a:pt x="90" y="541"/>
                  <a:pt x="46" y="543"/>
                  <a:pt x="0" y="543"/>
                </a:cubicBezTo>
                <a:lnTo>
                  <a:pt x="0" y="471"/>
                </a:lnTo>
                <a:moveTo>
                  <a:pt x="217" y="455"/>
                </a:moveTo>
                <a:cubicBezTo>
                  <a:pt x="254" y="449"/>
                  <a:pt x="291" y="441"/>
                  <a:pt x="324" y="431"/>
                </a:cubicBezTo>
                <a:lnTo>
                  <a:pt x="344" y="500"/>
                </a:lnTo>
                <a:cubicBezTo>
                  <a:pt x="308" y="510"/>
                  <a:pt x="270" y="519"/>
                  <a:pt x="228" y="526"/>
                </a:cubicBezTo>
                <a:lnTo>
                  <a:pt x="217" y="455"/>
                </a:lnTo>
                <a:moveTo>
                  <a:pt x="412" y="397"/>
                </a:moveTo>
                <a:cubicBezTo>
                  <a:pt x="446" y="382"/>
                  <a:pt x="477" y="364"/>
                  <a:pt x="505" y="343"/>
                </a:cubicBezTo>
                <a:lnTo>
                  <a:pt x="548" y="400"/>
                </a:lnTo>
                <a:cubicBezTo>
                  <a:pt x="516" y="425"/>
                  <a:pt x="481" y="445"/>
                  <a:pt x="442" y="463"/>
                </a:cubicBezTo>
                <a:lnTo>
                  <a:pt x="412" y="397"/>
                </a:lnTo>
                <a:moveTo>
                  <a:pt x="568" y="283"/>
                </a:moveTo>
                <a:cubicBezTo>
                  <a:pt x="592" y="256"/>
                  <a:pt x="612" y="225"/>
                  <a:pt x="629" y="191"/>
                </a:cubicBezTo>
                <a:lnTo>
                  <a:pt x="693" y="222"/>
                </a:lnTo>
                <a:cubicBezTo>
                  <a:pt x="674" y="262"/>
                  <a:pt x="651" y="298"/>
                  <a:pt x="622" y="330"/>
                </a:cubicBezTo>
                <a:lnTo>
                  <a:pt x="568" y="283"/>
                </a:lnTo>
                <a:moveTo>
                  <a:pt x="658" y="112"/>
                </a:moveTo>
                <a:cubicBezTo>
                  <a:pt x="667" y="77"/>
                  <a:pt x="674" y="40"/>
                  <a:pt x="677" y="0"/>
                </a:cubicBezTo>
                <a:lnTo>
                  <a:pt x="748" y="6"/>
                </a:lnTo>
                <a:cubicBezTo>
                  <a:pt x="744" y="50"/>
                  <a:pt x="737" y="92"/>
                  <a:pt x="727" y="130"/>
                </a:cubicBezTo>
                <a:lnTo>
                  <a:pt x="658" y="112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5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6" name=""/>
          <p:cNvSpPr/>
          <p:nvPr/>
        </p:nvSpPr>
        <p:spPr>
          <a:xfrm>
            <a:off x="356688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6" y="141"/>
                  <a:pt x="33" y="126"/>
                  <a:pt x="43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6" y="33"/>
                  <a:pt x="140" y="25"/>
                  <a:pt x="155" y="19"/>
                </a:cubicBezTo>
                <a:cubicBezTo>
                  <a:pt x="171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7" y="0"/>
                </a:lnTo>
                <a:cubicBezTo>
                  <a:pt x="1273" y="0"/>
                  <a:pt x="1290" y="1"/>
                  <a:pt x="1306" y="5"/>
                </a:cubicBezTo>
                <a:cubicBezTo>
                  <a:pt x="1322" y="8"/>
                  <a:pt x="1338" y="13"/>
                  <a:pt x="1353" y="19"/>
                </a:cubicBezTo>
                <a:cubicBezTo>
                  <a:pt x="1368" y="25"/>
                  <a:pt x="1383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3" y="470"/>
                  <a:pt x="1368" y="478"/>
                  <a:pt x="1353" y="484"/>
                </a:cubicBezTo>
                <a:cubicBezTo>
                  <a:pt x="1338" y="491"/>
                  <a:pt x="1322" y="495"/>
                  <a:pt x="1306" y="499"/>
                </a:cubicBezTo>
                <a:cubicBezTo>
                  <a:pt x="1290" y="502"/>
                  <a:pt x="1273" y="503"/>
                  <a:pt x="1257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1" y="491"/>
                  <a:pt x="155" y="484"/>
                </a:cubicBezTo>
                <a:cubicBezTo>
                  <a:pt x="140" y="478"/>
                  <a:pt x="126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3" y="392"/>
                </a:cubicBezTo>
                <a:cubicBezTo>
                  <a:pt x="33" y="378"/>
                  <a:pt x="26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7" name=""/>
          <p:cNvSpPr txBox="1"/>
          <p:nvPr/>
        </p:nvSpPr>
        <p:spPr>
          <a:xfrm>
            <a:off x="3598560" y="1298520"/>
            <a:ext cx="21326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0e9e7e"/>
                </a:solidFill>
                <a:latin typeface="Arial"/>
                <a:ea typeface="Arial"/>
              </a:rPr>
              <a:t>Wij ontwerpen de afspraak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8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89" name=""/>
          <p:cNvSpPr/>
          <p:nvPr/>
        </p:nvSpPr>
        <p:spPr>
          <a:xfrm>
            <a:off x="4167000" y="2414520"/>
            <a:ext cx="543240" cy="181080"/>
          </a:xfrm>
          <a:custGeom>
            <a:avLst/>
            <a:gdLst/>
            <a:ahLst/>
            <a:rect l="0" t="0" r="r" b="b"/>
            <a:pathLst>
              <a:path w="1509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2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9" y="1"/>
                  <a:pt x="235" y="0"/>
                  <a:pt x="251" y="0"/>
                </a:cubicBezTo>
                <a:lnTo>
                  <a:pt x="1258" y="0"/>
                </a:lnTo>
                <a:cubicBezTo>
                  <a:pt x="1274" y="0"/>
                  <a:pt x="1291" y="1"/>
                  <a:pt x="1307" y="5"/>
                </a:cubicBezTo>
                <a:cubicBezTo>
                  <a:pt x="1323" y="8"/>
                  <a:pt x="1339" y="13"/>
                  <a:pt x="1354" y="19"/>
                </a:cubicBezTo>
                <a:cubicBezTo>
                  <a:pt x="1369" y="25"/>
                  <a:pt x="1384" y="33"/>
                  <a:pt x="1397" y="42"/>
                </a:cubicBezTo>
                <a:cubicBezTo>
                  <a:pt x="1411" y="51"/>
                  <a:pt x="1424" y="62"/>
                  <a:pt x="1436" y="74"/>
                </a:cubicBezTo>
                <a:cubicBezTo>
                  <a:pt x="1447" y="86"/>
                  <a:pt x="1458" y="99"/>
                  <a:pt x="1467" y="112"/>
                </a:cubicBezTo>
                <a:cubicBezTo>
                  <a:pt x="1476" y="126"/>
                  <a:pt x="1484" y="141"/>
                  <a:pt x="1490" y="156"/>
                </a:cubicBezTo>
                <a:cubicBezTo>
                  <a:pt x="1496" y="171"/>
                  <a:pt x="1501" y="187"/>
                  <a:pt x="1504" y="203"/>
                </a:cubicBezTo>
                <a:cubicBezTo>
                  <a:pt x="1508" y="219"/>
                  <a:pt x="1509" y="236"/>
                  <a:pt x="1509" y="252"/>
                </a:cubicBezTo>
                <a:cubicBezTo>
                  <a:pt x="1509" y="269"/>
                  <a:pt x="1508" y="285"/>
                  <a:pt x="1504" y="301"/>
                </a:cubicBezTo>
                <a:cubicBezTo>
                  <a:pt x="1501" y="317"/>
                  <a:pt x="1496" y="333"/>
                  <a:pt x="1490" y="348"/>
                </a:cubicBezTo>
                <a:cubicBezTo>
                  <a:pt x="1484" y="363"/>
                  <a:pt x="1476" y="378"/>
                  <a:pt x="1467" y="392"/>
                </a:cubicBezTo>
                <a:cubicBezTo>
                  <a:pt x="1458" y="405"/>
                  <a:pt x="1447" y="418"/>
                  <a:pt x="1436" y="430"/>
                </a:cubicBezTo>
                <a:cubicBezTo>
                  <a:pt x="1424" y="441"/>
                  <a:pt x="1411" y="452"/>
                  <a:pt x="1397" y="461"/>
                </a:cubicBezTo>
                <a:cubicBezTo>
                  <a:pt x="1384" y="470"/>
                  <a:pt x="1369" y="478"/>
                  <a:pt x="1354" y="484"/>
                </a:cubicBezTo>
                <a:cubicBezTo>
                  <a:pt x="1339" y="491"/>
                  <a:pt x="1323" y="495"/>
                  <a:pt x="1307" y="499"/>
                </a:cubicBezTo>
                <a:cubicBezTo>
                  <a:pt x="1291" y="502"/>
                  <a:pt x="1274" y="503"/>
                  <a:pt x="1258" y="503"/>
                </a:cubicBezTo>
                <a:lnTo>
                  <a:pt x="251" y="503"/>
                </a:lnTo>
                <a:cubicBezTo>
                  <a:pt x="235" y="503"/>
                  <a:pt x="219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2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0" name=""/>
          <p:cNvSpPr txBox="1"/>
          <p:nvPr/>
        </p:nvSpPr>
        <p:spPr>
          <a:xfrm>
            <a:off x="3644640" y="2446920"/>
            <a:ext cx="462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breedte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1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2" name=""/>
          <p:cNvSpPr/>
          <p:nvPr/>
        </p:nvSpPr>
        <p:spPr>
          <a:xfrm>
            <a:off x="4767120" y="2414520"/>
            <a:ext cx="657720" cy="181080"/>
          </a:xfrm>
          <a:custGeom>
            <a:avLst/>
            <a:gdLst/>
            <a:ahLst/>
            <a:rect l="0" t="0" r="r" b="b"/>
            <a:pathLst>
              <a:path w="1827" h="503">
                <a:moveTo>
                  <a:pt x="0" y="252"/>
                </a:moveTo>
                <a:cubicBezTo>
                  <a:pt x="0" y="236"/>
                  <a:pt x="2" y="219"/>
                  <a:pt x="5" y="203"/>
                </a:cubicBezTo>
                <a:cubicBezTo>
                  <a:pt x="8" y="187"/>
                  <a:pt x="13" y="171"/>
                  <a:pt x="19" y="156"/>
                </a:cubicBezTo>
                <a:cubicBezTo>
                  <a:pt x="25" y="141"/>
                  <a:pt x="33" y="126"/>
                  <a:pt x="42" y="112"/>
                </a:cubicBezTo>
                <a:cubicBezTo>
                  <a:pt x="51" y="99"/>
                  <a:pt x="62" y="86"/>
                  <a:pt x="74" y="74"/>
                </a:cubicBezTo>
                <a:cubicBezTo>
                  <a:pt x="85" y="62"/>
                  <a:pt x="98" y="51"/>
                  <a:pt x="112" y="42"/>
                </a:cubicBezTo>
                <a:cubicBezTo>
                  <a:pt x="125" y="33"/>
                  <a:pt x="140" y="25"/>
                  <a:pt x="155" y="19"/>
                </a:cubicBezTo>
                <a:cubicBezTo>
                  <a:pt x="170" y="13"/>
                  <a:pt x="186" y="8"/>
                  <a:pt x="202" y="5"/>
                </a:cubicBezTo>
                <a:cubicBezTo>
                  <a:pt x="218" y="1"/>
                  <a:pt x="235" y="0"/>
                  <a:pt x="251" y="0"/>
                </a:cubicBezTo>
                <a:lnTo>
                  <a:pt x="1575" y="0"/>
                </a:lnTo>
                <a:cubicBezTo>
                  <a:pt x="1592" y="0"/>
                  <a:pt x="1608" y="1"/>
                  <a:pt x="1624" y="5"/>
                </a:cubicBezTo>
                <a:cubicBezTo>
                  <a:pt x="1640" y="8"/>
                  <a:pt x="1656" y="13"/>
                  <a:pt x="1671" y="19"/>
                </a:cubicBezTo>
                <a:cubicBezTo>
                  <a:pt x="1687" y="25"/>
                  <a:pt x="1701" y="33"/>
                  <a:pt x="1715" y="42"/>
                </a:cubicBezTo>
                <a:cubicBezTo>
                  <a:pt x="1729" y="51"/>
                  <a:pt x="1741" y="62"/>
                  <a:pt x="1753" y="74"/>
                </a:cubicBezTo>
                <a:cubicBezTo>
                  <a:pt x="1765" y="86"/>
                  <a:pt x="1775" y="99"/>
                  <a:pt x="1784" y="112"/>
                </a:cubicBezTo>
                <a:cubicBezTo>
                  <a:pt x="1793" y="126"/>
                  <a:pt x="1801" y="141"/>
                  <a:pt x="1807" y="156"/>
                </a:cubicBezTo>
                <a:cubicBezTo>
                  <a:pt x="1814" y="171"/>
                  <a:pt x="1818" y="187"/>
                  <a:pt x="1822" y="203"/>
                </a:cubicBezTo>
                <a:cubicBezTo>
                  <a:pt x="1825" y="219"/>
                  <a:pt x="1827" y="236"/>
                  <a:pt x="1827" y="252"/>
                </a:cubicBezTo>
                <a:cubicBezTo>
                  <a:pt x="1827" y="269"/>
                  <a:pt x="1825" y="285"/>
                  <a:pt x="1822" y="301"/>
                </a:cubicBezTo>
                <a:cubicBezTo>
                  <a:pt x="1818" y="317"/>
                  <a:pt x="1814" y="333"/>
                  <a:pt x="1807" y="348"/>
                </a:cubicBezTo>
                <a:cubicBezTo>
                  <a:pt x="1801" y="363"/>
                  <a:pt x="1793" y="378"/>
                  <a:pt x="1784" y="392"/>
                </a:cubicBezTo>
                <a:cubicBezTo>
                  <a:pt x="1775" y="405"/>
                  <a:pt x="1765" y="418"/>
                  <a:pt x="1753" y="430"/>
                </a:cubicBezTo>
                <a:cubicBezTo>
                  <a:pt x="1741" y="441"/>
                  <a:pt x="1729" y="452"/>
                  <a:pt x="1715" y="461"/>
                </a:cubicBezTo>
                <a:cubicBezTo>
                  <a:pt x="1701" y="470"/>
                  <a:pt x="1687" y="478"/>
                  <a:pt x="1671" y="484"/>
                </a:cubicBezTo>
                <a:cubicBezTo>
                  <a:pt x="1656" y="491"/>
                  <a:pt x="1640" y="495"/>
                  <a:pt x="1624" y="499"/>
                </a:cubicBezTo>
                <a:cubicBezTo>
                  <a:pt x="1608" y="502"/>
                  <a:pt x="1592" y="503"/>
                  <a:pt x="1575" y="503"/>
                </a:cubicBezTo>
                <a:lnTo>
                  <a:pt x="251" y="503"/>
                </a:lnTo>
                <a:cubicBezTo>
                  <a:pt x="235" y="503"/>
                  <a:pt x="218" y="502"/>
                  <a:pt x="202" y="499"/>
                </a:cubicBezTo>
                <a:cubicBezTo>
                  <a:pt x="186" y="495"/>
                  <a:pt x="170" y="491"/>
                  <a:pt x="155" y="484"/>
                </a:cubicBezTo>
                <a:cubicBezTo>
                  <a:pt x="140" y="478"/>
                  <a:pt x="125" y="470"/>
                  <a:pt x="112" y="461"/>
                </a:cubicBezTo>
                <a:cubicBezTo>
                  <a:pt x="98" y="452"/>
                  <a:pt x="85" y="441"/>
                  <a:pt x="74" y="430"/>
                </a:cubicBezTo>
                <a:cubicBezTo>
                  <a:pt x="62" y="418"/>
                  <a:pt x="51" y="405"/>
                  <a:pt x="42" y="392"/>
                </a:cubicBezTo>
                <a:cubicBezTo>
                  <a:pt x="33" y="378"/>
                  <a:pt x="25" y="363"/>
                  <a:pt x="19" y="348"/>
                </a:cubicBezTo>
                <a:cubicBezTo>
                  <a:pt x="13" y="333"/>
                  <a:pt x="8" y="317"/>
                  <a:pt x="5" y="301"/>
                </a:cubicBezTo>
                <a:cubicBezTo>
                  <a:pt x="2" y="285"/>
                  <a:pt x="0" y="269"/>
                  <a:pt x="0" y="25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3" name=""/>
          <p:cNvSpPr txBox="1"/>
          <p:nvPr/>
        </p:nvSpPr>
        <p:spPr>
          <a:xfrm>
            <a:off x="4236840" y="244692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bochten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4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5" name=""/>
          <p:cNvSpPr/>
          <p:nvPr/>
        </p:nvSpPr>
        <p:spPr>
          <a:xfrm>
            <a:off x="4224240" y="2652480"/>
            <a:ext cx="552600" cy="190800"/>
          </a:xfrm>
          <a:custGeom>
            <a:avLst/>
            <a:gdLst/>
            <a:ahLst/>
            <a:rect l="0" t="0" r="r" b="b"/>
            <a:pathLst>
              <a:path w="1535" h="530">
                <a:moveTo>
                  <a:pt x="0" y="265"/>
                </a:moveTo>
                <a:cubicBezTo>
                  <a:pt x="0" y="247"/>
                  <a:pt x="1" y="230"/>
                  <a:pt x="5" y="213"/>
                </a:cubicBezTo>
                <a:cubicBezTo>
                  <a:pt x="8" y="196"/>
                  <a:pt x="13" y="180"/>
                  <a:pt x="20" y="163"/>
                </a:cubicBezTo>
                <a:cubicBezTo>
                  <a:pt x="27" y="147"/>
                  <a:pt x="35" y="132"/>
                  <a:pt x="44" y="118"/>
                </a:cubicBezTo>
                <a:cubicBezTo>
                  <a:pt x="54" y="103"/>
                  <a:pt x="65" y="90"/>
                  <a:pt x="77" y="78"/>
                </a:cubicBezTo>
                <a:cubicBezTo>
                  <a:pt x="90" y="65"/>
                  <a:pt x="103" y="54"/>
                  <a:pt x="117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4"/>
                  <a:pt x="196" y="9"/>
                  <a:pt x="213" y="5"/>
                </a:cubicBezTo>
                <a:cubicBezTo>
                  <a:pt x="230" y="2"/>
                  <a:pt x="247" y="0"/>
                  <a:pt x="264" y="0"/>
                </a:cubicBezTo>
                <a:lnTo>
                  <a:pt x="1270" y="0"/>
                </a:lnTo>
                <a:cubicBezTo>
                  <a:pt x="1287" y="0"/>
                  <a:pt x="1304" y="2"/>
                  <a:pt x="1322" y="5"/>
                </a:cubicBezTo>
                <a:cubicBezTo>
                  <a:pt x="1339" y="9"/>
                  <a:pt x="1356" y="14"/>
                  <a:pt x="1372" y="20"/>
                </a:cubicBezTo>
                <a:cubicBezTo>
                  <a:pt x="1388" y="27"/>
                  <a:pt x="1403" y="35"/>
                  <a:pt x="1418" y="45"/>
                </a:cubicBezTo>
                <a:cubicBezTo>
                  <a:pt x="1432" y="54"/>
                  <a:pt x="1446" y="65"/>
                  <a:pt x="1458" y="78"/>
                </a:cubicBezTo>
                <a:cubicBezTo>
                  <a:pt x="1470" y="90"/>
                  <a:pt x="1481" y="103"/>
                  <a:pt x="1491" y="118"/>
                </a:cubicBezTo>
                <a:cubicBezTo>
                  <a:pt x="1500" y="132"/>
                  <a:pt x="1509" y="147"/>
                  <a:pt x="1515" y="163"/>
                </a:cubicBezTo>
                <a:cubicBezTo>
                  <a:pt x="1522" y="180"/>
                  <a:pt x="1527" y="196"/>
                  <a:pt x="1530" y="213"/>
                </a:cubicBezTo>
                <a:cubicBezTo>
                  <a:pt x="1534" y="230"/>
                  <a:pt x="1535" y="247"/>
                  <a:pt x="1535" y="265"/>
                </a:cubicBezTo>
                <a:cubicBezTo>
                  <a:pt x="1535" y="282"/>
                  <a:pt x="1534" y="299"/>
                  <a:pt x="1530" y="317"/>
                </a:cubicBezTo>
                <a:cubicBezTo>
                  <a:pt x="1527" y="334"/>
                  <a:pt x="1522" y="351"/>
                  <a:pt x="1515" y="367"/>
                </a:cubicBezTo>
                <a:cubicBezTo>
                  <a:pt x="1509" y="383"/>
                  <a:pt x="1500" y="398"/>
                  <a:pt x="1491" y="413"/>
                </a:cubicBezTo>
                <a:cubicBezTo>
                  <a:pt x="1481" y="427"/>
                  <a:pt x="1470" y="441"/>
                  <a:pt x="1458" y="453"/>
                </a:cubicBezTo>
                <a:cubicBezTo>
                  <a:pt x="1446" y="465"/>
                  <a:pt x="1432" y="476"/>
                  <a:pt x="1418" y="486"/>
                </a:cubicBezTo>
                <a:cubicBezTo>
                  <a:pt x="1403" y="495"/>
                  <a:pt x="1388" y="504"/>
                  <a:pt x="1372" y="510"/>
                </a:cubicBezTo>
                <a:cubicBezTo>
                  <a:pt x="1356" y="517"/>
                  <a:pt x="1339" y="522"/>
                  <a:pt x="1322" y="525"/>
                </a:cubicBezTo>
                <a:cubicBezTo>
                  <a:pt x="1304" y="529"/>
                  <a:pt x="1287" y="530"/>
                  <a:pt x="1270" y="530"/>
                </a:cubicBezTo>
                <a:lnTo>
                  <a:pt x="264" y="530"/>
                </a:lnTo>
                <a:cubicBezTo>
                  <a:pt x="247" y="530"/>
                  <a:pt x="230" y="529"/>
                  <a:pt x="213" y="525"/>
                </a:cubicBezTo>
                <a:cubicBezTo>
                  <a:pt x="196" y="522"/>
                  <a:pt x="179" y="517"/>
                  <a:pt x="163" y="510"/>
                </a:cubicBezTo>
                <a:cubicBezTo>
                  <a:pt x="147" y="504"/>
                  <a:pt x="132" y="495"/>
                  <a:pt x="117" y="486"/>
                </a:cubicBezTo>
                <a:cubicBezTo>
                  <a:pt x="103" y="476"/>
                  <a:pt x="90" y="465"/>
                  <a:pt x="77" y="453"/>
                </a:cubicBezTo>
                <a:cubicBezTo>
                  <a:pt x="65" y="441"/>
                  <a:pt x="54" y="427"/>
                  <a:pt x="44" y="413"/>
                </a:cubicBezTo>
                <a:cubicBezTo>
                  <a:pt x="35" y="398"/>
                  <a:pt x="27" y="383"/>
                  <a:pt x="20" y="367"/>
                </a:cubicBezTo>
                <a:cubicBezTo>
                  <a:pt x="13" y="351"/>
                  <a:pt x="8" y="334"/>
                  <a:pt x="5" y="317"/>
                </a:cubicBezTo>
                <a:cubicBezTo>
                  <a:pt x="1" y="299"/>
                  <a:pt x="0" y="282"/>
                  <a:pt x="0" y="265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6" name=""/>
          <p:cNvSpPr txBox="1"/>
          <p:nvPr/>
        </p:nvSpPr>
        <p:spPr>
          <a:xfrm>
            <a:off x="4838400" y="2446920"/>
            <a:ext cx="63468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onderhoud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7" name=""/>
          <p:cNvSpPr txBox="1"/>
          <p:nvPr/>
        </p:nvSpPr>
        <p:spPr>
          <a:xfrm>
            <a:off x="4298760" y="2685240"/>
            <a:ext cx="4748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uitbouw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8" name=""/>
          <p:cNvSpPr/>
          <p:nvPr/>
        </p:nvSpPr>
        <p:spPr>
          <a:xfrm>
            <a:off x="5933880" y="1152360"/>
            <a:ext cx="2610360" cy="2029320"/>
          </a:xfrm>
          <a:custGeom>
            <a:avLst/>
            <a:gdLst/>
            <a:ahLst/>
            <a:rect l="0" t="0" r="r" b="b"/>
            <a:pathLst>
              <a:path w="7251" h="5637">
                <a:moveTo>
                  <a:pt x="0" y="5372"/>
                </a:moveTo>
                <a:lnTo>
                  <a:pt x="0" y="265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8"/>
                </a:cubicBezTo>
                <a:cubicBezTo>
                  <a:pt x="54" y="103"/>
                  <a:pt x="65" y="90"/>
                  <a:pt x="78" y="77"/>
                </a:cubicBezTo>
                <a:cubicBezTo>
                  <a:pt x="90" y="65"/>
                  <a:pt x="103" y="54"/>
                  <a:pt x="118" y="45"/>
                </a:cubicBezTo>
                <a:cubicBezTo>
                  <a:pt x="132" y="35"/>
                  <a:pt x="147" y="27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2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2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7"/>
                  <a:pt x="7119" y="35"/>
                  <a:pt x="7133" y="45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90"/>
                  <a:pt x="7196" y="103"/>
                  <a:pt x="7206" y="118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5"/>
                </a:cubicBezTo>
                <a:lnTo>
                  <a:pt x="7251" y="5372"/>
                </a:lnTo>
                <a:cubicBezTo>
                  <a:pt x="7251" y="5389"/>
                  <a:pt x="7249" y="5407"/>
                  <a:pt x="7246" y="5424"/>
                </a:cubicBezTo>
                <a:cubicBezTo>
                  <a:pt x="7242" y="5441"/>
                  <a:pt x="7237" y="5457"/>
                  <a:pt x="7230" y="5473"/>
                </a:cubicBezTo>
                <a:cubicBezTo>
                  <a:pt x="7224" y="5489"/>
                  <a:pt x="7216" y="5505"/>
                  <a:pt x="7206" y="5519"/>
                </a:cubicBezTo>
                <a:cubicBezTo>
                  <a:pt x="7196" y="5533"/>
                  <a:pt x="7185" y="5547"/>
                  <a:pt x="7173" y="5559"/>
                </a:cubicBezTo>
                <a:cubicBezTo>
                  <a:pt x="7161" y="5571"/>
                  <a:pt x="7147" y="5582"/>
                  <a:pt x="7133" y="5592"/>
                </a:cubicBezTo>
                <a:cubicBezTo>
                  <a:pt x="7119" y="5602"/>
                  <a:pt x="7103" y="5610"/>
                  <a:pt x="7087" y="5616"/>
                </a:cubicBezTo>
                <a:cubicBezTo>
                  <a:pt x="7071" y="5623"/>
                  <a:pt x="7055" y="5628"/>
                  <a:pt x="7038" y="5631"/>
                </a:cubicBezTo>
                <a:cubicBezTo>
                  <a:pt x="7021" y="5635"/>
                  <a:pt x="7003" y="5637"/>
                  <a:pt x="6986" y="5637"/>
                </a:cubicBezTo>
                <a:lnTo>
                  <a:pt x="265" y="5637"/>
                </a:lnTo>
                <a:cubicBezTo>
                  <a:pt x="247" y="5637"/>
                  <a:pt x="230" y="5635"/>
                  <a:pt x="213" y="5631"/>
                </a:cubicBezTo>
                <a:cubicBezTo>
                  <a:pt x="196" y="5628"/>
                  <a:pt x="179" y="5623"/>
                  <a:pt x="163" y="5616"/>
                </a:cubicBezTo>
                <a:cubicBezTo>
                  <a:pt x="147" y="5610"/>
                  <a:pt x="132" y="5602"/>
                  <a:pt x="118" y="5592"/>
                </a:cubicBezTo>
                <a:cubicBezTo>
                  <a:pt x="103" y="5582"/>
                  <a:pt x="90" y="5571"/>
                  <a:pt x="78" y="5559"/>
                </a:cubicBezTo>
                <a:cubicBezTo>
                  <a:pt x="65" y="5547"/>
                  <a:pt x="54" y="5533"/>
                  <a:pt x="45" y="5519"/>
                </a:cubicBezTo>
                <a:cubicBezTo>
                  <a:pt x="35" y="5505"/>
                  <a:pt x="27" y="5489"/>
                  <a:pt x="20" y="5473"/>
                </a:cubicBezTo>
                <a:cubicBezTo>
                  <a:pt x="14" y="5457"/>
                  <a:pt x="9" y="5441"/>
                  <a:pt x="5" y="5424"/>
                </a:cubicBezTo>
                <a:cubicBezTo>
                  <a:pt x="2" y="5407"/>
                  <a:pt x="0" y="5389"/>
                  <a:pt x="0" y="537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199" name=""/>
          <p:cNvSpPr txBox="1"/>
          <p:nvPr/>
        </p:nvSpPr>
        <p:spPr>
          <a:xfrm>
            <a:off x="3503520" y="2903400"/>
            <a:ext cx="2257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Wij leggen vast hoe die maat werkt.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0" name=""/>
          <p:cNvSpPr/>
          <p:nvPr/>
        </p:nvSpPr>
        <p:spPr>
          <a:xfrm>
            <a:off x="6962760" y="1533240"/>
            <a:ext cx="552600" cy="238680"/>
          </a:xfrm>
          <a:custGeom>
            <a:avLst/>
            <a:gdLst/>
            <a:ahLst/>
            <a:rect l="0" t="0" r="r" b="b"/>
            <a:pathLst>
              <a:path w="1535" h="663">
                <a:moveTo>
                  <a:pt x="0" y="504"/>
                </a:moveTo>
                <a:lnTo>
                  <a:pt x="0" y="160"/>
                </a:lnTo>
                <a:cubicBezTo>
                  <a:pt x="0" y="150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90"/>
                  <a:pt x="21" y="81"/>
                  <a:pt x="26" y="72"/>
                </a:cubicBezTo>
                <a:cubicBezTo>
                  <a:pt x="32" y="63"/>
                  <a:pt x="39" y="55"/>
                  <a:pt x="46" y="48"/>
                </a:cubicBezTo>
                <a:cubicBezTo>
                  <a:pt x="53" y="40"/>
                  <a:pt x="61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376" y="0"/>
                </a:lnTo>
                <a:cubicBezTo>
                  <a:pt x="1387" y="0"/>
                  <a:pt x="1397" y="1"/>
                  <a:pt x="1407" y="3"/>
                </a:cubicBezTo>
                <a:cubicBezTo>
                  <a:pt x="1418" y="5"/>
                  <a:pt x="1427" y="8"/>
                  <a:pt x="1437" y="12"/>
                </a:cubicBezTo>
                <a:cubicBezTo>
                  <a:pt x="1447" y="16"/>
                  <a:pt x="1456" y="21"/>
                  <a:pt x="1465" y="27"/>
                </a:cubicBezTo>
                <a:cubicBezTo>
                  <a:pt x="1473" y="33"/>
                  <a:pt x="1481" y="40"/>
                  <a:pt x="1489" y="48"/>
                </a:cubicBezTo>
                <a:cubicBezTo>
                  <a:pt x="1496" y="55"/>
                  <a:pt x="1503" y="63"/>
                  <a:pt x="1508" y="72"/>
                </a:cubicBezTo>
                <a:cubicBezTo>
                  <a:pt x="1514" y="81"/>
                  <a:pt x="1519" y="90"/>
                  <a:pt x="1523" y="99"/>
                </a:cubicBezTo>
                <a:cubicBezTo>
                  <a:pt x="1527" y="109"/>
                  <a:pt x="1530" y="119"/>
                  <a:pt x="1532" y="129"/>
                </a:cubicBezTo>
                <a:cubicBezTo>
                  <a:pt x="1534" y="139"/>
                  <a:pt x="1535" y="150"/>
                  <a:pt x="1535" y="160"/>
                </a:cubicBezTo>
                <a:lnTo>
                  <a:pt x="1535" y="504"/>
                </a:lnTo>
                <a:cubicBezTo>
                  <a:pt x="1535" y="514"/>
                  <a:pt x="1534" y="525"/>
                  <a:pt x="1532" y="535"/>
                </a:cubicBezTo>
                <a:cubicBezTo>
                  <a:pt x="1530" y="545"/>
                  <a:pt x="1527" y="555"/>
                  <a:pt x="1523" y="565"/>
                </a:cubicBezTo>
                <a:cubicBezTo>
                  <a:pt x="1519" y="574"/>
                  <a:pt x="1514" y="584"/>
                  <a:pt x="1508" y="592"/>
                </a:cubicBezTo>
                <a:cubicBezTo>
                  <a:pt x="1503" y="601"/>
                  <a:pt x="1496" y="609"/>
                  <a:pt x="1489" y="616"/>
                </a:cubicBezTo>
                <a:cubicBezTo>
                  <a:pt x="1481" y="624"/>
                  <a:pt x="1473" y="630"/>
                  <a:pt x="1465" y="636"/>
                </a:cubicBezTo>
                <a:cubicBezTo>
                  <a:pt x="1456" y="642"/>
                  <a:pt x="1447" y="647"/>
                  <a:pt x="1437" y="651"/>
                </a:cubicBezTo>
                <a:cubicBezTo>
                  <a:pt x="1427" y="655"/>
                  <a:pt x="1418" y="658"/>
                  <a:pt x="1407" y="660"/>
                </a:cubicBezTo>
                <a:cubicBezTo>
                  <a:pt x="1397" y="662"/>
                  <a:pt x="1387" y="663"/>
                  <a:pt x="1376" y="663"/>
                </a:cubicBezTo>
                <a:lnTo>
                  <a:pt x="158" y="663"/>
                </a:lnTo>
                <a:cubicBezTo>
                  <a:pt x="148" y="663"/>
                  <a:pt x="138" y="662"/>
                  <a:pt x="127" y="660"/>
                </a:cubicBezTo>
                <a:cubicBezTo>
                  <a:pt x="117" y="658"/>
                  <a:pt x="107" y="655"/>
                  <a:pt x="98" y="651"/>
                </a:cubicBezTo>
                <a:cubicBezTo>
                  <a:pt x="88" y="647"/>
                  <a:pt x="79" y="642"/>
                  <a:pt x="70" y="636"/>
                </a:cubicBezTo>
                <a:cubicBezTo>
                  <a:pt x="61" y="630"/>
                  <a:pt x="53" y="624"/>
                  <a:pt x="46" y="616"/>
                </a:cubicBezTo>
                <a:cubicBezTo>
                  <a:pt x="39" y="609"/>
                  <a:pt x="32" y="601"/>
                  <a:pt x="26" y="592"/>
                </a:cubicBezTo>
                <a:cubicBezTo>
                  <a:pt x="21" y="584"/>
                  <a:pt x="16" y="574"/>
                  <a:pt x="12" y="565"/>
                </a:cubicBezTo>
                <a:cubicBezTo>
                  <a:pt x="8" y="555"/>
                  <a:pt x="5" y="545"/>
                  <a:pt x="3" y="535"/>
                </a:cubicBezTo>
                <a:cubicBezTo>
                  <a:pt x="1" y="525"/>
                  <a:pt x="0" y="514"/>
                  <a:pt x="0" y="504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1" name=""/>
          <p:cNvSpPr txBox="1"/>
          <p:nvPr/>
        </p:nvSpPr>
        <p:spPr>
          <a:xfrm>
            <a:off x="6391080" y="1298520"/>
            <a:ext cx="2010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2e86c1"/>
                </a:solidFill>
                <a:latin typeface="Arial"/>
                <a:ea typeface="Arial"/>
              </a:rPr>
              <a:t>AI bouwt om, veel sneller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2" name=""/>
          <p:cNvSpPr/>
          <p:nvPr/>
        </p:nvSpPr>
        <p:spPr>
          <a:xfrm>
            <a:off x="62982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3" name=""/>
          <p:cNvSpPr/>
          <p:nvPr/>
        </p:nvSpPr>
        <p:spPr>
          <a:xfrm>
            <a:off x="640980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4" name=""/>
          <p:cNvSpPr/>
          <p:nvPr/>
        </p:nvSpPr>
        <p:spPr>
          <a:xfrm>
            <a:off x="65210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5" name=""/>
          <p:cNvSpPr/>
          <p:nvPr/>
        </p:nvSpPr>
        <p:spPr>
          <a:xfrm>
            <a:off x="663264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6" name=""/>
          <p:cNvSpPr/>
          <p:nvPr/>
        </p:nvSpPr>
        <p:spPr>
          <a:xfrm>
            <a:off x="67438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7" name=""/>
          <p:cNvSpPr/>
          <p:nvPr/>
        </p:nvSpPr>
        <p:spPr>
          <a:xfrm>
            <a:off x="68554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8" name=""/>
          <p:cNvSpPr/>
          <p:nvPr/>
        </p:nvSpPr>
        <p:spPr>
          <a:xfrm>
            <a:off x="6967080" y="2169720"/>
            <a:ext cx="0" cy="15408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09" name=""/>
          <p:cNvSpPr/>
          <p:nvPr/>
        </p:nvSpPr>
        <p:spPr>
          <a:xfrm>
            <a:off x="6246720" y="220392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0" name=""/>
          <p:cNvSpPr/>
          <p:nvPr/>
        </p:nvSpPr>
        <p:spPr>
          <a:xfrm>
            <a:off x="6246720" y="2289600"/>
            <a:ext cx="788760" cy="0"/>
          </a:xfrm>
          <a:prstGeom prst="line">
            <a:avLst/>
          </a:prstGeom>
          <a:ln w="25560">
            <a:solidFill>
              <a:srgbClr val="5b6670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1" name=""/>
          <p:cNvSpPr/>
          <p:nvPr/>
        </p:nvSpPr>
        <p:spPr>
          <a:xfrm>
            <a:off x="73954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2" name=""/>
          <p:cNvSpPr/>
          <p:nvPr/>
        </p:nvSpPr>
        <p:spPr>
          <a:xfrm>
            <a:off x="750708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3" name=""/>
          <p:cNvSpPr/>
          <p:nvPr/>
        </p:nvSpPr>
        <p:spPr>
          <a:xfrm>
            <a:off x="76183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4" name=""/>
          <p:cNvSpPr/>
          <p:nvPr/>
        </p:nvSpPr>
        <p:spPr>
          <a:xfrm>
            <a:off x="772992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5" name=""/>
          <p:cNvSpPr/>
          <p:nvPr/>
        </p:nvSpPr>
        <p:spPr>
          <a:xfrm>
            <a:off x="78411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6" name=""/>
          <p:cNvSpPr/>
          <p:nvPr/>
        </p:nvSpPr>
        <p:spPr>
          <a:xfrm>
            <a:off x="795276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7" name=""/>
          <p:cNvSpPr/>
          <p:nvPr/>
        </p:nvSpPr>
        <p:spPr>
          <a:xfrm>
            <a:off x="80640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8" name=""/>
          <p:cNvSpPr/>
          <p:nvPr/>
        </p:nvSpPr>
        <p:spPr>
          <a:xfrm>
            <a:off x="8175600" y="2118240"/>
            <a:ext cx="0" cy="291240"/>
          </a:xfrm>
          <a:prstGeom prst="line">
            <a:avLst/>
          </a:prstGeom>
          <a:ln w="34200">
            <a:solidFill>
              <a:srgbClr val="b98b63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6920" rIns="16920" tIns="16920" bIns="169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19" name=""/>
          <p:cNvSpPr/>
          <p:nvPr/>
        </p:nvSpPr>
        <p:spPr>
          <a:xfrm>
            <a:off x="7344000" y="215244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0" name=""/>
          <p:cNvSpPr/>
          <p:nvPr/>
        </p:nvSpPr>
        <p:spPr>
          <a:xfrm>
            <a:off x="7344000" y="2375280"/>
            <a:ext cx="891360" cy="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1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2" name=""/>
          <p:cNvSpPr/>
          <p:nvPr/>
        </p:nvSpPr>
        <p:spPr>
          <a:xfrm>
            <a:off x="7052760" y="2066760"/>
            <a:ext cx="274680" cy="394560"/>
          </a:xfrm>
          <a:custGeom>
            <a:avLst/>
            <a:gdLst/>
            <a:ahLst/>
            <a:rect l="0" t="0" r="r" b="b"/>
            <a:pathLst>
              <a:path w="763" h="1096">
                <a:moveTo>
                  <a:pt x="95" y="0"/>
                </a:moveTo>
                <a:lnTo>
                  <a:pt x="667" y="0"/>
                </a:lnTo>
                <a:cubicBezTo>
                  <a:pt x="680" y="0"/>
                  <a:pt x="692" y="2"/>
                  <a:pt x="704" y="7"/>
                </a:cubicBezTo>
                <a:cubicBezTo>
                  <a:pt x="715" y="12"/>
                  <a:pt x="726" y="19"/>
                  <a:pt x="735" y="28"/>
                </a:cubicBezTo>
                <a:cubicBezTo>
                  <a:pt x="744" y="37"/>
                  <a:pt x="750" y="47"/>
                  <a:pt x="755" y="59"/>
                </a:cubicBezTo>
                <a:cubicBezTo>
                  <a:pt x="760" y="70"/>
                  <a:pt x="763" y="82"/>
                  <a:pt x="763" y="95"/>
                </a:cubicBezTo>
                <a:lnTo>
                  <a:pt x="763" y="1001"/>
                </a:lnTo>
                <a:cubicBezTo>
                  <a:pt x="763" y="1014"/>
                  <a:pt x="760" y="1026"/>
                  <a:pt x="755" y="1037"/>
                </a:cubicBezTo>
                <a:cubicBezTo>
                  <a:pt x="750" y="1049"/>
                  <a:pt x="744" y="1059"/>
                  <a:pt x="735" y="1068"/>
                </a:cubicBezTo>
                <a:cubicBezTo>
                  <a:pt x="726" y="1077"/>
                  <a:pt x="715" y="1084"/>
                  <a:pt x="704" y="1089"/>
                </a:cubicBezTo>
                <a:cubicBezTo>
                  <a:pt x="692" y="1094"/>
                  <a:pt x="680" y="1096"/>
                  <a:pt x="667" y="1096"/>
                </a:cubicBezTo>
                <a:lnTo>
                  <a:pt x="95" y="1096"/>
                </a:lnTo>
                <a:cubicBezTo>
                  <a:pt x="82" y="1096"/>
                  <a:pt x="70" y="1094"/>
                  <a:pt x="58" y="1089"/>
                </a:cubicBezTo>
                <a:cubicBezTo>
                  <a:pt x="47" y="1084"/>
                  <a:pt x="36" y="1077"/>
                  <a:pt x="28" y="1068"/>
                </a:cubicBezTo>
                <a:cubicBezTo>
                  <a:pt x="19" y="1059"/>
                  <a:pt x="12" y="1049"/>
                  <a:pt x="7" y="1037"/>
                </a:cubicBezTo>
                <a:cubicBezTo>
                  <a:pt x="2" y="1026"/>
                  <a:pt x="0" y="1014"/>
                  <a:pt x="0" y="1001"/>
                </a:cubicBezTo>
                <a:lnTo>
                  <a:pt x="0" y="95"/>
                </a:lnTo>
                <a:cubicBezTo>
                  <a:pt x="0" y="82"/>
                  <a:pt x="2" y="70"/>
                  <a:pt x="7" y="59"/>
                </a:cubicBezTo>
                <a:cubicBezTo>
                  <a:pt x="12" y="47"/>
                  <a:pt x="19" y="37"/>
                  <a:pt x="28" y="28"/>
                </a:cubicBezTo>
                <a:cubicBezTo>
                  <a:pt x="36" y="19"/>
                  <a:pt x="47" y="12"/>
                  <a:pt x="58" y="7"/>
                </a:cubicBezTo>
                <a:cubicBezTo>
                  <a:pt x="70" y="2"/>
                  <a:pt x="82" y="0"/>
                  <a:pt x="95" y="0"/>
                </a:cubicBezTo>
                <a:close/>
              </a:path>
            </a:pathLst>
          </a:custGeom>
          <a:noFill/>
          <a:ln w="16920">
            <a:solidFill>
              <a:srgbClr val="8a5a12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3" name=""/>
          <p:cNvSpPr/>
          <p:nvPr/>
        </p:nvSpPr>
        <p:spPr>
          <a:xfrm>
            <a:off x="7103880" y="2264040"/>
            <a:ext cx="171720" cy="0"/>
          </a:xfrm>
          <a:prstGeom prst="line">
            <a:avLst/>
          </a:prstGeom>
          <a:ln w="25560">
            <a:solidFill>
              <a:srgbClr val="8a5a12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-12600" bIns="-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4" name=""/>
          <p:cNvSpPr/>
          <p:nvPr/>
        </p:nvSpPr>
        <p:spPr>
          <a:xfrm>
            <a:off x="7232760" y="2212560"/>
            <a:ext cx="60120" cy="102960"/>
          </a:xfrm>
          <a:custGeom>
            <a:avLst/>
            <a:gdLst/>
            <a:ahLst/>
            <a:rect l="0" t="0" r="r" b="b"/>
            <a:pathLst>
              <a:path w="167" h="286">
                <a:moveTo>
                  <a:pt x="0" y="0"/>
                </a:moveTo>
                <a:lnTo>
                  <a:pt x="167" y="143"/>
                </a:lnTo>
                <a:lnTo>
                  <a:pt x="0" y="286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5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6" name=""/>
          <p:cNvSpPr/>
          <p:nvPr/>
        </p:nvSpPr>
        <p:spPr>
          <a:xfrm>
            <a:off x="7926840" y="1860840"/>
            <a:ext cx="206280" cy="206280"/>
          </a:xfrm>
          <a:custGeom>
            <a:avLst/>
            <a:gdLst/>
            <a:ahLst/>
            <a:rect l="0" t="0" r="r" b="b"/>
            <a:pathLst>
              <a:path w="573" h="573">
                <a:moveTo>
                  <a:pt x="573" y="287"/>
                </a:moveTo>
                <a:cubicBezTo>
                  <a:pt x="573" y="306"/>
                  <a:pt x="571" y="325"/>
                  <a:pt x="567" y="343"/>
                </a:cubicBezTo>
                <a:cubicBezTo>
                  <a:pt x="564" y="361"/>
                  <a:pt x="558" y="379"/>
                  <a:pt x="551" y="397"/>
                </a:cubicBezTo>
                <a:cubicBezTo>
                  <a:pt x="544" y="414"/>
                  <a:pt x="534" y="430"/>
                  <a:pt x="524" y="446"/>
                </a:cubicBezTo>
                <a:cubicBezTo>
                  <a:pt x="513" y="461"/>
                  <a:pt x="501" y="476"/>
                  <a:pt x="488" y="489"/>
                </a:cubicBezTo>
                <a:cubicBezTo>
                  <a:pt x="475" y="502"/>
                  <a:pt x="460" y="514"/>
                  <a:pt x="445" y="525"/>
                </a:cubicBezTo>
                <a:cubicBezTo>
                  <a:pt x="429" y="535"/>
                  <a:pt x="413" y="544"/>
                  <a:pt x="395" y="551"/>
                </a:cubicBezTo>
                <a:cubicBezTo>
                  <a:pt x="378" y="558"/>
                  <a:pt x="360" y="564"/>
                  <a:pt x="342" y="567"/>
                </a:cubicBezTo>
                <a:cubicBezTo>
                  <a:pt x="323" y="571"/>
                  <a:pt x="305" y="573"/>
                  <a:pt x="286" y="573"/>
                </a:cubicBezTo>
                <a:cubicBezTo>
                  <a:pt x="267" y="573"/>
                  <a:pt x="249" y="571"/>
                  <a:pt x="230" y="567"/>
                </a:cubicBezTo>
                <a:cubicBezTo>
                  <a:pt x="212" y="564"/>
                  <a:pt x="194" y="558"/>
                  <a:pt x="177" y="551"/>
                </a:cubicBezTo>
                <a:cubicBezTo>
                  <a:pt x="159" y="544"/>
                  <a:pt x="143" y="535"/>
                  <a:pt x="127" y="525"/>
                </a:cubicBezTo>
                <a:cubicBezTo>
                  <a:pt x="112" y="514"/>
                  <a:pt x="97" y="502"/>
                  <a:pt x="84" y="489"/>
                </a:cubicBezTo>
                <a:cubicBezTo>
                  <a:pt x="71" y="476"/>
                  <a:pt x="59" y="461"/>
                  <a:pt x="48" y="446"/>
                </a:cubicBezTo>
                <a:cubicBezTo>
                  <a:pt x="38" y="430"/>
                  <a:pt x="29" y="414"/>
                  <a:pt x="22" y="397"/>
                </a:cubicBezTo>
                <a:cubicBezTo>
                  <a:pt x="15" y="379"/>
                  <a:pt x="9" y="361"/>
                  <a:pt x="6" y="343"/>
                </a:cubicBezTo>
                <a:cubicBezTo>
                  <a:pt x="2" y="325"/>
                  <a:pt x="0" y="306"/>
                  <a:pt x="0" y="287"/>
                </a:cubicBezTo>
                <a:cubicBezTo>
                  <a:pt x="0" y="268"/>
                  <a:pt x="2" y="249"/>
                  <a:pt x="6" y="230"/>
                </a:cubicBezTo>
                <a:cubicBezTo>
                  <a:pt x="9" y="212"/>
                  <a:pt x="15" y="194"/>
                  <a:pt x="22" y="177"/>
                </a:cubicBezTo>
                <a:cubicBezTo>
                  <a:pt x="29" y="159"/>
                  <a:pt x="38" y="143"/>
                  <a:pt x="48" y="127"/>
                </a:cubicBezTo>
                <a:cubicBezTo>
                  <a:pt x="59" y="112"/>
                  <a:pt x="71" y="97"/>
                  <a:pt x="84" y="84"/>
                </a:cubicBezTo>
                <a:cubicBezTo>
                  <a:pt x="97" y="71"/>
                  <a:pt x="112" y="59"/>
                  <a:pt x="127" y="49"/>
                </a:cubicBezTo>
                <a:cubicBezTo>
                  <a:pt x="143" y="38"/>
                  <a:pt x="159" y="29"/>
                  <a:pt x="177" y="22"/>
                </a:cubicBezTo>
                <a:cubicBezTo>
                  <a:pt x="194" y="15"/>
                  <a:pt x="212" y="10"/>
                  <a:pt x="230" y="6"/>
                </a:cubicBezTo>
                <a:cubicBezTo>
                  <a:pt x="249" y="2"/>
                  <a:pt x="267" y="0"/>
                  <a:pt x="286" y="0"/>
                </a:cubicBezTo>
                <a:cubicBezTo>
                  <a:pt x="305" y="0"/>
                  <a:pt x="323" y="2"/>
                  <a:pt x="342" y="6"/>
                </a:cubicBezTo>
                <a:cubicBezTo>
                  <a:pt x="360" y="10"/>
                  <a:pt x="378" y="15"/>
                  <a:pt x="395" y="22"/>
                </a:cubicBezTo>
                <a:cubicBezTo>
                  <a:pt x="413" y="29"/>
                  <a:pt x="429" y="38"/>
                  <a:pt x="445" y="49"/>
                </a:cubicBezTo>
                <a:cubicBezTo>
                  <a:pt x="460" y="59"/>
                  <a:pt x="475" y="71"/>
                  <a:pt x="488" y="84"/>
                </a:cubicBezTo>
                <a:cubicBezTo>
                  <a:pt x="501" y="97"/>
                  <a:pt x="513" y="112"/>
                  <a:pt x="524" y="127"/>
                </a:cubicBezTo>
                <a:cubicBezTo>
                  <a:pt x="534" y="143"/>
                  <a:pt x="544" y="159"/>
                  <a:pt x="551" y="177"/>
                </a:cubicBezTo>
                <a:cubicBezTo>
                  <a:pt x="558" y="194"/>
                  <a:pt x="564" y="212"/>
                  <a:pt x="567" y="230"/>
                </a:cubicBezTo>
                <a:cubicBezTo>
                  <a:pt x="571" y="249"/>
                  <a:pt x="573" y="268"/>
                  <a:pt x="573" y="287"/>
                </a:cubicBezTo>
                <a:close/>
              </a:path>
            </a:pathLst>
          </a:custGeom>
          <a:noFill/>
          <a:ln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7" name=""/>
          <p:cNvSpPr/>
          <p:nvPr/>
        </p:nvSpPr>
        <p:spPr>
          <a:xfrm>
            <a:off x="8029800" y="1903680"/>
            <a:ext cx="43200" cy="86400"/>
          </a:xfrm>
          <a:custGeom>
            <a:avLst/>
            <a:gdLst/>
            <a:ahLst/>
            <a:rect l="0" t="0" r="r" b="b"/>
            <a:pathLst>
              <a:path fill="none" w="120" h="240">
                <a:moveTo>
                  <a:pt x="0" y="0"/>
                </a:moveTo>
                <a:lnTo>
                  <a:pt x="0" y="168"/>
                </a:lnTo>
                <a:lnTo>
                  <a:pt x="120" y="240"/>
                </a:lnTo>
              </a:path>
            </a:pathLst>
          </a:custGeom>
          <a:ln cap="rnd" w="16920">
            <a:solidFill>
              <a:srgbClr val="0e9e7e"/>
            </a:solidFill>
            <a:miter/>
          </a:ln>
        </p:spPr>
        <p:txBody>
          <a:bodyPr lIns="8280" rIns="8280" tIns="8280" bIns="82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8" name=""/>
          <p:cNvSpPr/>
          <p:nvPr/>
        </p:nvSpPr>
        <p:spPr>
          <a:xfrm>
            <a:off x="7824240" y="1912320"/>
            <a:ext cx="0" cy="102960"/>
          </a:xfrm>
          <a:prstGeom prst="line">
            <a:avLst/>
          </a:prstGeom>
          <a:ln w="25560">
            <a:solidFill>
              <a:srgbClr val="0e9e7e"/>
            </a:solidFill>
            <a:miter/>
          </a:ln>
        </p:spPr>
        <p:style>
          <a:lnRef idx="0"/>
          <a:fillRef idx="0"/>
          <a:effectRef idx="0"/>
          <a:fontRef idx="minor"/>
        </p:style>
        <p:txBody>
          <a:bodyPr lIns="12600" rIns="12600" tIns="12600" bIns="1260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29" name=""/>
          <p:cNvSpPr/>
          <p:nvPr/>
        </p:nvSpPr>
        <p:spPr>
          <a:xfrm>
            <a:off x="7781040" y="1981080"/>
            <a:ext cx="86400" cy="51840"/>
          </a:xfrm>
          <a:custGeom>
            <a:avLst/>
            <a:gdLst/>
            <a:ahLst/>
            <a:rect l="0" t="0" r="r" b="b"/>
            <a:pathLst>
              <a:path w="240" h="144">
                <a:moveTo>
                  <a:pt x="0" y="0"/>
                </a:moveTo>
                <a:lnTo>
                  <a:pt x="120" y="144"/>
                </a:lnTo>
                <a:lnTo>
                  <a:pt x="240" y="0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0" name=""/>
          <p:cNvSpPr txBox="1"/>
          <p:nvPr/>
        </p:nvSpPr>
        <p:spPr>
          <a:xfrm>
            <a:off x="7072200" y="1589400"/>
            <a:ext cx="38484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1" name=""/>
          <p:cNvSpPr txBox="1"/>
          <p:nvPr/>
        </p:nvSpPr>
        <p:spPr>
          <a:xfrm>
            <a:off x="6191280" y="2684520"/>
            <a:ext cx="22791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Omspoorwerk dat mensenwerk was,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2" name=""/>
          <p:cNvSpPr/>
          <p:nvPr/>
        </p:nvSpPr>
        <p:spPr>
          <a:xfrm>
            <a:off x="456840" y="3276360"/>
            <a:ext cx="8087400" cy="552960"/>
          </a:xfrm>
          <a:custGeom>
            <a:avLst/>
            <a:gdLst/>
            <a:ahLst/>
            <a:rect l="0" t="0" r="r" b="b"/>
            <a:pathLst>
              <a:path w="22465" h="1536">
                <a:moveTo>
                  <a:pt x="0" y="0"/>
                </a:moveTo>
                <a:lnTo>
                  <a:pt x="22465" y="0"/>
                </a:lnTo>
                <a:lnTo>
                  <a:pt x="22465" y="1536"/>
                </a:lnTo>
                <a:lnTo>
                  <a:pt x="0" y="153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3" name=""/>
          <p:cNvSpPr/>
          <p:nvPr/>
        </p:nvSpPr>
        <p:spPr>
          <a:xfrm>
            <a:off x="456840" y="3276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4" name=""/>
          <p:cNvSpPr/>
          <p:nvPr/>
        </p:nvSpPr>
        <p:spPr>
          <a:xfrm>
            <a:off x="456840" y="381924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5" name=""/>
          <p:cNvSpPr/>
          <p:nvPr/>
        </p:nvSpPr>
        <p:spPr>
          <a:xfrm>
            <a:off x="853416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106"/>
                </a:moveTo>
                <a:lnTo>
                  <a:pt x="0" y="1536"/>
                </a:lnTo>
                <a:lnTo>
                  <a:pt x="28" y="1536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6" name=""/>
          <p:cNvSpPr/>
          <p:nvPr/>
        </p:nvSpPr>
        <p:spPr>
          <a:xfrm>
            <a:off x="456840" y="3276360"/>
            <a:ext cx="10080" cy="552960"/>
          </a:xfrm>
          <a:custGeom>
            <a:avLst/>
            <a:gdLst/>
            <a:ahLst/>
            <a:rect l="0" t="0" r="r" b="b"/>
            <a:pathLst>
              <a:path w="28" h="1536">
                <a:moveTo>
                  <a:pt x="0" y="0"/>
                </a:moveTo>
                <a:lnTo>
                  <a:pt x="0" y="1536"/>
                </a:lnTo>
                <a:lnTo>
                  <a:pt x="28" y="1536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7" name=""/>
          <p:cNvSpPr txBox="1"/>
          <p:nvPr/>
        </p:nvSpPr>
        <p:spPr>
          <a:xfrm>
            <a:off x="6662520" y="2855880"/>
            <a:ext cx="1276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wordt machinewerk.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8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39" name=""/>
          <p:cNvSpPr/>
          <p:nvPr/>
        </p:nvSpPr>
        <p:spPr>
          <a:xfrm>
            <a:off x="466560" y="3924000"/>
            <a:ext cx="8067960" cy="810000"/>
          </a:xfrm>
          <a:custGeom>
            <a:avLst/>
            <a:gdLst/>
            <a:ahLst/>
            <a:rect l="0" t="0" r="r" b="b"/>
            <a:pathLst>
              <a:path w="22411" h="2250">
                <a:moveTo>
                  <a:pt x="0" y="2012"/>
                </a:moveTo>
                <a:lnTo>
                  <a:pt x="0" y="238"/>
                </a:lnTo>
                <a:cubicBezTo>
                  <a:pt x="0" y="223"/>
                  <a:pt x="1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0"/>
                </a:cubicBezTo>
                <a:cubicBezTo>
                  <a:pt x="119" y="32"/>
                  <a:pt x="133" y="24"/>
                  <a:pt x="147" y="18"/>
                </a:cubicBezTo>
                <a:cubicBezTo>
                  <a:pt x="161" y="12"/>
                  <a:pt x="176" y="8"/>
                  <a:pt x="192" y="5"/>
                </a:cubicBezTo>
                <a:cubicBezTo>
                  <a:pt x="207" y="2"/>
                  <a:pt x="222" y="0"/>
                  <a:pt x="238" y="0"/>
                </a:cubicBezTo>
                <a:lnTo>
                  <a:pt x="22173" y="0"/>
                </a:lnTo>
                <a:cubicBezTo>
                  <a:pt x="22189" y="0"/>
                  <a:pt x="22204" y="2"/>
                  <a:pt x="22219" y="5"/>
                </a:cubicBezTo>
                <a:cubicBezTo>
                  <a:pt x="22235" y="8"/>
                  <a:pt x="22250" y="12"/>
                  <a:pt x="22264" y="18"/>
                </a:cubicBezTo>
                <a:cubicBezTo>
                  <a:pt x="22279" y="24"/>
                  <a:pt x="22292" y="32"/>
                  <a:pt x="22305" y="40"/>
                </a:cubicBezTo>
                <a:cubicBezTo>
                  <a:pt x="22318" y="49"/>
                  <a:pt x="22330" y="59"/>
                  <a:pt x="22341" y="70"/>
                </a:cubicBezTo>
                <a:cubicBezTo>
                  <a:pt x="22352" y="81"/>
                  <a:pt x="22362" y="93"/>
                  <a:pt x="22371" y="106"/>
                </a:cubicBezTo>
                <a:cubicBezTo>
                  <a:pt x="22380" y="119"/>
                  <a:pt x="22387" y="133"/>
                  <a:pt x="22393" y="147"/>
                </a:cubicBezTo>
                <a:cubicBezTo>
                  <a:pt x="22399" y="162"/>
                  <a:pt x="22404" y="177"/>
                  <a:pt x="22407" y="192"/>
                </a:cubicBezTo>
                <a:cubicBezTo>
                  <a:pt x="22410" y="207"/>
                  <a:pt x="22411" y="223"/>
                  <a:pt x="22411" y="238"/>
                </a:cubicBezTo>
                <a:lnTo>
                  <a:pt x="22411" y="2012"/>
                </a:lnTo>
                <a:cubicBezTo>
                  <a:pt x="22411" y="2028"/>
                  <a:pt x="22410" y="2043"/>
                  <a:pt x="22407" y="2059"/>
                </a:cubicBezTo>
                <a:cubicBezTo>
                  <a:pt x="22404" y="2074"/>
                  <a:pt x="22399" y="2089"/>
                  <a:pt x="22393" y="2103"/>
                </a:cubicBezTo>
                <a:cubicBezTo>
                  <a:pt x="22387" y="2118"/>
                  <a:pt x="22380" y="2131"/>
                  <a:pt x="22371" y="2144"/>
                </a:cubicBezTo>
                <a:cubicBezTo>
                  <a:pt x="22362" y="2157"/>
                  <a:pt x="22352" y="2169"/>
                  <a:pt x="22341" y="2181"/>
                </a:cubicBezTo>
                <a:cubicBezTo>
                  <a:pt x="22330" y="2192"/>
                  <a:pt x="22318" y="2201"/>
                  <a:pt x="22305" y="2210"/>
                </a:cubicBezTo>
                <a:cubicBezTo>
                  <a:pt x="22292" y="2219"/>
                  <a:pt x="22279" y="2226"/>
                  <a:pt x="22264" y="2232"/>
                </a:cubicBezTo>
                <a:cubicBezTo>
                  <a:pt x="22250" y="2238"/>
                  <a:pt x="22235" y="2243"/>
                  <a:pt x="22219" y="2246"/>
                </a:cubicBezTo>
                <a:cubicBezTo>
                  <a:pt x="22204" y="2249"/>
                  <a:pt x="22189" y="2250"/>
                  <a:pt x="22173" y="2250"/>
                </a:cubicBezTo>
                <a:lnTo>
                  <a:pt x="238" y="2250"/>
                </a:lnTo>
                <a:cubicBezTo>
                  <a:pt x="222" y="2250"/>
                  <a:pt x="207" y="2249"/>
                  <a:pt x="192" y="2246"/>
                </a:cubicBezTo>
                <a:cubicBezTo>
                  <a:pt x="176" y="2243"/>
                  <a:pt x="161" y="2238"/>
                  <a:pt x="147" y="2232"/>
                </a:cubicBezTo>
                <a:cubicBezTo>
                  <a:pt x="133" y="2226"/>
                  <a:pt x="119" y="2219"/>
                  <a:pt x="106" y="2210"/>
                </a:cubicBezTo>
                <a:cubicBezTo>
                  <a:pt x="93" y="2201"/>
                  <a:pt x="81" y="2192"/>
                  <a:pt x="70" y="2181"/>
                </a:cubicBezTo>
                <a:cubicBezTo>
                  <a:pt x="59" y="2169"/>
                  <a:pt x="49" y="2157"/>
                  <a:pt x="40" y="2144"/>
                </a:cubicBezTo>
                <a:cubicBezTo>
                  <a:pt x="31" y="2131"/>
                  <a:pt x="24" y="2118"/>
                  <a:pt x="18" y="2103"/>
                </a:cubicBezTo>
                <a:cubicBezTo>
                  <a:pt x="12" y="2089"/>
                  <a:pt x="8" y="2074"/>
                  <a:pt x="5" y="2059"/>
                </a:cubicBezTo>
                <a:cubicBezTo>
                  <a:pt x="1" y="2043"/>
                  <a:pt x="0" y="2028"/>
                  <a:pt x="0" y="2012"/>
                </a:cubicBez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0" name=""/>
          <p:cNvSpPr txBox="1"/>
          <p:nvPr/>
        </p:nvSpPr>
        <p:spPr>
          <a:xfrm>
            <a:off x="634320" y="3489480"/>
            <a:ext cx="73998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a8481f"/>
                </a:solidFill>
                <a:latin typeface="Arial"/>
                <a:ea typeface="Arial"/>
              </a:rPr>
              <a:t>Wat AI niet overneemt</a:t>
            </a:r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: komen tot een afspraak, en de verantwoordelijkheid dragen voor die afspraak.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1" name=""/>
          <p:cNvSpPr txBox="1"/>
          <p:nvPr/>
        </p:nvSpPr>
        <p:spPr>
          <a:xfrm>
            <a:off x="674280" y="4078800"/>
            <a:ext cx="6704640" cy="248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679" spc="-1" strike="noStrike">
                <a:solidFill>
                  <a:srgbClr val="0e9e7e"/>
                </a:solidFill>
                <a:latin typeface="Arial"/>
                <a:ea typeface="Arial"/>
              </a:rPr>
              <a:t>OKx is die afspraak. AI rijdt erover, maar legt hem niet.</a:t>
            </a:r>
            <a:endParaRPr b="0" lang="en-US" sz="167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2" name=""/>
          <p:cNvSpPr txBox="1"/>
          <p:nvPr/>
        </p:nvSpPr>
        <p:spPr>
          <a:xfrm>
            <a:off x="674280" y="4399560"/>
            <a:ext cx="475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Mensen maken de afspraak. Systemen en agents gebruiken hem.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24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4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24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250" name=""/>
          <p:cNvSpPr txBox="1"/>
          <p:nvPr/>
        </p:nvSpPr>
        <p:spPr>
          <a:xfrm>
            <a:off x="439920" y="62640"/>
            <a:ext cx="266940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OKx doet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1" name=""/>
          <p:cNvSpPr/>
          <p:nvPr/>
        </p:nvSpPr>
        <p:spPr>
          <a:xfrm>
            <a:off x="2168640" y="1152360"/>
            <a:ext cx="2844360" cy="717840"/>
          </a:xfrm>
          <a:custGeom>
            <a:avLst/>
            <a:gdLst/>
            <a:ahLst/>
            <a:rect l="0" t="0" r="r" b="b"/>
            <a:pathLst>
              <a:path fill="none" w="7901" h="1994">
                <a:moveTo>
                  <a:pt x="0" y="1994"/>
                </a:moveTo>
                <a:lnTo>
                  <a:pt x="732" y="1661"/>
                </a:lnTo>
                <a:cubicBezTo>
                  <a:pt x="1464" y="1329"/>
                  <a:pt x="2927" y="664"/>
                  <a:pt x="4244" y="332"/>
                </a:cubicBezTo>
                <a:cubicBezTo>
                  <a:pt x="5561" y="0"/>
                  <a:pt x="6732" y="0"/>
                  <a:pt x="7317" y="0"/>
                </a:cubicBezTo>
                <a:lnTo>
                  <a:pt x="7901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2" name=""/>
          <p:cNvSpPr/>
          <p:nvPr/>
        </p:nvSpPr>
        <p:spPr>
          <a:xfrm>
            <a:off x="2137320" y="1818000"/>
            <a:ext cx="85680" cy="69840"/>
          </a:xfrm>
          <a:custGeom>
            <a:avLst/>
            <a:gdLst/>
            <a:ahLst/>
            <a:rect l="0" t="0" r="r" b="b"/>
            <a:pathLst>
              <a:path w="238" h="194">
                <a:moveTo>
                  <a:pt x="0" y="185"/>
                </a:moveTo>
                <a:lnTo>
                  <a:pt x="238" y="194"/>
                </a:lnTo>
                <a:lnTo>
                  <a:pt x="150" y="0"/>
                </a:lnTo>
                <a:lnTo>
                  <a:pt x="0" y="18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3" name=""/>
          <p:cNvSpPr/>
          <p:nvPr/>
        </p:nvSpPr>
        <p:spPr>
          <a:xfrm>
            <a:off x="2129760" y="181080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194"/>
                </a:moveTo>
                <a:lnTo>
                  <a:pt x="64" y="195"/>
                </a:lnTo>
                <a:lnTo>
                  <a:pt x="63" y="217"/>
                </a:lnTo>
                <a:lnTo>
                  <a:pt x="42" y="216"/>
                </a:lnTo>
                <a:lnTo>
                  <a:pt x="43" y="194"/>
                </a:lnTo>
                <a:moveTo>
                  <a:pt x="64" y="195"/>
                </a:moveTo>
                <a:lnTo>
                  <a:pt x="85" y="196"/>
                </a:lnTo>
                <a:lnTo>
                  <a:pt x="84" y="218"/>
                </a:lnTo>
                <a:lnTo>
                  <a:pt x="63" y="217"/>
                </a:lnTo>
                <a:lnTo>
                  <a:pt x="64" y="195"/>
                </a:lnTo>
                <a:moveTo>
                  <a:pt x="85" y="196"/>
                </a:moveTo>
                <a:lnTo>
                  <a:pt x="106" y="196"/>
                </a:lnTo>
                <a:lnTo>
                  <a:pt x="106" y="219"/>
                </a:lnTo>
                <a:lnTo>
                  <a:pt x="84" y="218"/>
                </a:lnTo>
                <a:lnTo>
                  <a:pt x="85" y="196"/>
                </a:lnTo>
                <a:moveTo>
                  <a:pt x="106" y="196"/>
                </a:moveTo>
                <a:lnTo>
                  <a:pt x="127" y="197"/>
                </a:lnTo>
                <a:lnTo>
                  <a:pt x="127" y="219"/>
                </a:lnTo>
                <a:lnTo>
                  <a:pt x="106" y="219"/>
                </a:lnTo>
                <a:lnTo>
                  <a:pt x="106" y="196"/>
                </a:lnTo>
                <a:moveTo>
                  <a:pt x="127" y="197"/>
                </a:moveTo>
                <a:lnTo>
                  <a:pt x="149" y="198"/>
                </a:lnTo>
                <a:lnTo>
                  <a:pt x="148" y="220"/>
                </a:lnTo>
                <a:lnTo>
                  <a:pt x="127" y="219"/>
                </a:lnTo>
                <a:lnTo>
                  <a:pt x="127" y="197"/>
                </a:lnTo>
                <a:moveTo>
                  <a:pt x="149" y="198"/>
                </a:moveTo>
                <a:lnTo>
                  <a:pt x="170" y="199"/>
                </a:lnTo>
                <a:lnTo>
                  <a:pt x="169" y="221"/>
                </a:lnTo>
                <a:lnTo>
                  <a:pt x="148" y="220"/>
                </a:lnTo>
                <a:lnTo>
                  <a:pt x="149" y="198"/>
                </a:lnTo>
                <a:moveTo>
                  <a:pt x="170" y="199"/>
                </a:moveTo>
                <a:lnTo>
                  <a:pt x="191" y="200"/>
                </a:lnTo>
                <a:lnTo>
                  <a:pt x="190" y="222"/>
                </a:lnTo>
                <a:lnTo>
                  <a:pt x="169" y="221"/>
                </a:lnTo>
                <a:lnTo>
                  <a:pt x="170" y="199"/>
                </a:lnTo>
                <a:moveTo>
                  <a:pt x="191" y="200"/>
                </a:moveTo>
                <a:lnTo>
                  <a:pt x="212" y="200"/>
                </a:lnTo>
                <a:lnTo>
                  <a:pt x="211" y="223"/>
                </a:lnTo>
                <a:lnTo>
                  <a:pt x="190" y="222"/>
                </a:lnTo>
                <a:lnTo>
                  <a:pt x="191" y="200"/>
                </a:lnTo>
                <a:moveTo>
                  <a:pt x="212" y="200"/>
                </a:moveTo>
                <a:lnTo>
                  <a:pt x="233" y="201"/>
                </a:lnTo>
                <a:lnTo>
                  <a:pt x="232" y="223"/>
                </a:lnTo>
                <a:lnTo>
                  <a:pt x="211" y="223"/>
                </a:lnTo>
                <a:lnTo>
                  <a:pt x="212" y="200"/>
                </a:lnTo>
                <a:moveTo>
                  <a:pt x="233" y="201"/>
                </a:moveTo>
                <a:lnTo>
                  <a:pt x="255" y="202"/>
                </a:lnTo>
                <a:lnTo>
                  <a:pt x="255" y="224"/>
                </a:lnTo>
                <a:lnTo>
                  <a:pt x="232" y="223"/>
                </a:lnTo>
                <a:lnTo>
                  <a:pt x="233" y="201"/>
                </a:lnTo>
                <a:moveTo>
                  <a:pt x="255" y="202"/>
                </a:moveTo>
                <a:lnTo>
                  <a:pt x="259" y="202"/>
                </a:lnTo>
                <a:lnTo>
                  <a:pt x="259" y="214"/>
                </a:lnTo>
                <a:lnTo>
                  <a:pt x="248" y="218"/>
                </a:lnTo>
                <a:lnTo>
                  <a:pt x="241" y="201"/>
                </a:lnTo>
                <a:lnTo>
                  <a:pt x="261" y="193"/>
                </a:lnTo>
                <a:lnTo>
                  <a:pt x="276" y="225"/>
                </a:lnTo>
                <a:lnTo>
                  <a:pt x="255" y="224"/>
                </a:lnTo>
                <a:lnTo>
                  <a:pt x="255" y="202"/>
                </a:lnTo>
                <a:moveTo>
                  <a:pt x="241" y="201"/>
                </a:moveTo>
                <a:lnTo>
                  <a:pt x="232" y="182"/>
                </a:lnTo>
                <a:lnTo>
                  <a:pt x="253" y="173"/>
                </a:lnTo>
                <a:lnTo>
                  <a:pt x="261" y="193"/>
                </a:lnTo>
                <a:lnTo>
                  <a:pt x="241" y="201"/>
                </a:lnTo>
                <a:moveTo>
                  <a:pt x="232" y="182"/>
                </a:moveTo>
                <a:lnTo>
                  <a:pt x="224" y="163"/>
                </a:lnTo>
                <a:lnTo>
                  <a:pt x="243" y="154"/>
                </a:lnTo>
                <a:lnTo>
                  <a:pt x="253" y="173"/>
                </a:lnTo>
                <a:lnTo>
                  <a:pt x="232" y="182"/>
                </a:lnTo>
                <a:moveTo>
                  <a:pt x="224" y="163"/>
                </a:moveTo>
                <a:lnTo>
                  <a:pt x="215" y="143"/>
                </a:lnTo>
                <a:lnTo>
                  <a:pt x="234" y="135"/>
                </a:lnTo>
                <a:lnTo>
                  <a:pt x="243" y="154"/>
                </a:lnTo>
                <a:lnTo>
                  <a:pt x="224" y="163"/>
                </a:lnTo>
                <a:moveTo>
                  <a:pt x="215" y="143"/>
                </a:moveTo>
                <a:lnTo>
                  <a:pt x="206" y="124"/>
                </a:lnTo>
                <a:lnTo>
                  <a:pt x="225" y="115"/>
                </a:lnTo>
                <a:lnTo>
                  <a:pt x="234" y="135"/>
                </a:lnTo>
                <a:lnTo>
                  <a:pt x="215" y="143"/>
                </a:lnTo>
                <a:moveTo>
                  <a:pt x="206" y="124"/>
                </a:moveTo>
                <a:lnTo>
                  <a:pt x="197" y="105"/>
                </a:lnTo>
                <a:lnTo>
                  <a:pt x="217" y="96"/>
                </a:lnTo>
                <a:lnTo>
                  <a:pt x="225" y="115"/>
                </a:lnTo>
                <a:lnTo>
                  <a:pt x="206" y="124"/>
                </a:lnTo>
                <a:moveTo>
                  <a:pt x="197" y="105"/>
                </a:moveTo>
                <a:lnTo>
                  <a:pt x="189" y="86"/>
                </a:lnTo>
                <a:lnTo>
                  <a:pt x="208" y="77"/>
                </a:lnTo>
                <a:lnTo>
                  <a:pt x="217" y="96"/>
                </a:lnTo>
                <a:lnTo>
                  <a:pt x="197" y="105"/>
                </a:lnTo>
                <a:moveTo>
                  <a:pt x="189" y="86"/>
                </a:moveTo>
                <a:lnTo>
                  <a:pt x="180" y="66"/>
                </a:lnTo>
                <a:lnTo>
                  <a:pt x="199" y="58"/>
                </a:lnTo>
                <a:lnTo>
                  <a:pt x="208" y="77"/>
                </a:lnTo>
                <a:lnTo>
                  <a:pt x="189" y="86"/>
                </a:lnTo>
                <a:moveTo>
                  <a:pt x="180" y="66"/>
                </a:moveTo>
                <a:lnTo>
                  <a:pt x="171" y="47"/>
                </a:lnTo>
                <a:lnTo>
                  <a:pt x="190" y="38"/>
                </a:lnTo>
                <a:lnTo>
                  <a:pt x="199" y="58"/>
                </a:lnTo>
                <a:lnTo>
                  <a:pt x="180" y="66"/>
                </a:lnTo>
                <a:moveTo>
                  <a:pt x="171" y="47"/>
                </a:moveTo>
                <a:lnTo>
                  <a:pt x="162" y="28"/>
                </a:lnTo>
                <a:lnTo>
                  <a:pt x="182" y="19"/>
                </a:lnTo>
                <a:lnTo>
                  <a:pt x="190" y="38"/>
                </a:lnTo>
                <a:lnTo>
                  <a:pt x="171" y="47"/>
                </a:lnTo>
                <a:moveTo>
                  <a:pt x="162" y="28"/>
                </a:moveTo>
                <a:lnTo>
                  <a:pt x="161" y="24"/>
                </a:lnTo>
                <a:lnTo>
                  <a:pt x="170" y="20"/>
                </a:lnTo>
                <a:lnTo>
                  <a:pt x="179" y="27"/>
                </a:lnTo>
                <a:lnTo>
                  <a:pt x="168" y="40"/>
                </a:lnTo>
                <a:lnTo>
                  <a:pt x="151" y="27"/>
                </a:lnTo>
                <a:lnTo>
                  <a:pt x="173" y="0"/>
                </a:lnTo>
                <a:lnTo>
                  <a:pt x="182" y="19"/>
                </a:lnTo>
                <a:lnTo>
                  <a:pt x="162" y="28"/>
                </a:lnTo>
                <a:moveTo>
                  <a:pt x="168" y="40"/>
                </a:moveTo>
                <a:lnTo>
                  <a:pt x="154" y="57"/>
                </a:lnTo>
                <a:lnTo>
                  <a:pt x="138" y="43"/>
                </a:lnTo>
                <a:lnTo>
                  <a:pt x="151" y="27"/>
                </a:lnTo>
                <a:lnTo>
                  <a:pt x="168" y="40"/>
                </a:lnTo>
                <a:moveTo>
                  <a:pt x="154" y="57"/>
                </a:moveTo>
                <a:lnTo>
                  <a:pt x="141" y="73"/>
                </a:lnTo>
                <a:lnTo>
                  <a:pt x="125" y="60"/>
                </a:lnTo>
                <a:lnTo>
                  <a:pt x="138" y="43"/>
                </a:lnTo>
                <a:lnTo>
                  <a:pt x="154" y="57"/>
                </a:lnTo>
                <a:moveTo>
                  <a:pt x="141" y="73"/>
                </a:moveTo>
                <a:lnTo>
                  <a:pt x="128" y="89"/>
                </a:lnTo>
                <a:lnTo>
                  <a:pt x="111" y="76"/>
                </a:lnTo>
                <a:lnTo>
                  <a:pt x="125" y="60"/>
                </a:lnTo>
                <a:lnTo>
                  <a:pt x="141" y="73"/>
                </a:lnTo>
                <a:moveTo>
                  <a:pt x="128" y="89"/>
                </a:moveTo>
                <a:lnTo>
                  <a:pt x="114" y="106"/>
                </a:lnTo>
                <a:lnTo>
                  <a:pt x="98" y="93"/>
                </a:lnTo>
                <a:lnTo>
                  <a:pt x="111" y="76"/>
                </a:lnTo>
                <a:lnTo>
                  <a:pt x="128" y="89"/>
                </a:lnTo>
                <a:moveTo>
                  <a:pt x="114" y="106"/>
                </a:moveTo>
                <a:lnTo>
                  <a:pt x="101" y="122"/>
                </a:lnTo>
                <a:lnTo>
                  <a:pt x="85" y="109"/>
                </a:lnTo>
                <a:lnTo>
                  <a:pt x="98" y="93"/>
                </a:lnTo>
                <a:lnTo>
                  <a:pt x="114" y="106"/>
                </a:lnTo>
                <a:moveTo>
                  <a:pt x="101" y="122"/>
                </a:moveTo>
                <a:lnTo>
                  <a:pt x="88" y="139"/>
                </a:lnTo>
                <a:lnTo>
                  <a:pt x="71" y="125"/>
                </a:lnTo>
                <a:lnTo>
                  <a:pt x="85" y="109"/>
                </a:lnTo>
                <a:lnTo>
                  <a:pt x="101" y="122"/>
                </a:lnTo>
                <a:moveTo>
                  <a:pt x="88" y="139"/>
                </a:moveTo>
                <a:lnTo>
                  <a:pt x="74" y="155"/>
                </a:lnTo>
                <a:lnTo>
                  <a:pt x="58" y="142"/>
                </a:lnTo>
                <a:lnTo>
                  <a:pt x="71" y="125"/>
                </a:lnTo>
                <a:lnTo>
                  <a:pt x="88" y="139"/>
                </a:lnTo>
                <a:moveTo>
                  <a:pt x="74" y="155"/>
                </a:moveTo>
                <a:lnTo>
                  <a:pt x="61" y="172"/>
                </a:lnTo>
                <a:lnTo>
                  <a:pt x="45" y="158"/>
                </a:lnTo>
                <a:lnTo>
                  <a:pt x="58" y="142"/>
                </a:lnTo>
                <a:lnTo>
                  <a:pt x="74" y="155"/>
                </a:lnTo>
                <a:moveTo>
                  <a:pt x="61" y="172"/>
                </a:moveTo>
                <a:lnTo>
                  <a:pt x="48" y="188"/>
                </a:lnTo>
                <a:lnTo>
                  <a:pt x="31" y="175"/>
                </a:lnTo>
                <a:lnTo>
                  <a:pt x="45" y="158"/>
                </a:lnTo>
                <a:lnTo>
                  <a:pt x="61" y="172"/>
                </a:lnTo>
                <a:moveTo>
                  <a:pt x="48" y="188"/>
                </a:moveTo>
                <a:lnTo>
                  <a:pt x="34" y="205"/>
                </a:lnTo>
                <a:lnTo>
                  <a:pt x="18" y="191"/>
                </a:lnTo>
                <a:lnTo>
                  <a:pt x="31" y="175"/>
                </a:lnTo>
                <a:lnTo>
                  <a:pt x="48" y="188"/>
                </a:lnTo>
                <a:moveTo>
                  <a:pt x="34" y="205"/>
                </a:moveTo>
                <a:lnTo>
                  <a:pt x="30" y="212"/>
                </a:lnTo>
                <a:lnTo>
                  <a:pt x="21" y="204"/>
                </a:lnTo>
                <a:lnTo>
                  <a:pt x="22" y="193"/>
                </a:lnTo>
                <a:lnTo>
                  <a:pt x="43" y="194"/>
                </a:lnTo>
                <a:lnTo>
                  <a:pt x="42" y="216"/>
                </a:lnTo>
                <a:lnTo>
                  <a:pt x="0" y="215"/>
                </a:lnTo>
                <a:lnTo>
                  <a:pt x="18" y="191"/>
                </a:lnTo>
                <a:lnTo>
                  <a:pt x="34" y="20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4" name=""/>
          <p:cNvSpPr/>
          <p:nvPr/>
        </p:nvSpPr>
        <p:spPr>
          <a:xfrm>
            <a:off x="4974840" y="111420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5" name=""/>
          <p:cNvSpPr/>
          <p:nvPr/>
        </p:nvSpPr>
        <p:spPr>
          <a:xfrm>
            <a:off x="4970880" y="110808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4" y="27"/>
                </a:lnTo>
                <a:lnTo>
                  <a:pt x="45" y="46"/>
                </a:lnTo>
                <a:lnTo>
                  <a:pt x="25" y="36"/>
                </a:lnTo>
                <a:lnTo>
                  <a:pt x="34" y="17"/>
                </a:lnTo>
                <a:moveTo>
                  <a:pt x="54" y="27"/>
                </a:moveTo>
                <a:lnTo>
                  <a:pt x="73" y="36"/>
                </a:lnTo>
                <a:lnTo>
                  <a:pt x="64" y="55"/>
                </a:lnTo>
                <a:lnTo>
                  <a:pt x="45" y="46"/>
                </a:lnTo>
                <a:lnTo>
                  <a:pt x="54" y="27"/>
                </a:lnTo>
                <a:moveTo>
                  <a:pt x="73" y="36"/>
                </a:moveTo>
                <a:lnTo>
                  <a:pt x="92" y="46"/>
                </a:lnTo>
                <a:lnTo>
                  <a:pt x="83" y="64"/>
                </a:lnTo>
                <a:lnTo>
                  <a:pt x="64" y="55"/>
                </a:lnTo>
                <a:lnTo>
                  <a:pt x="73" y="36"/>
                </a:lnTo>
                <a:moveTo>
                  <a:pt x="92" y="46"/>
                </a:moveTo>
                <a:lnTo>
                  <a:pt x="111" y="55"/>
                </a:lnTo>
                <a:lnTo>
                  <a:pt x="102" y="74"/>
                </a:lnTo>
                <a:lnTo>
                  <a:pt x="83" y="64"/>
                </a:lnTo>
                <a:lnTo>
                  <a:pt x="92" y="46"/>
                </a:lnTo>
                <a:moveTo>
                  <a:pt x="111" y="55"/>
                </a:moveTo>
                <a:lnTo>
                  <a:pt x="130" y="64"/>
                </a:lnTo>
                <a:lnTo>
                  <a:pt x="120" y="83"/>
                </a:lnTo>
                <a:lnTo>
                  <a:pt x="102" y="74"/>
                </a:lnTo>
                <a:lnTo>
                  <a:pt x="111" y="55"/>
                </a:lnTo>
                <a:moveTo>
                  <a:pt x="130" y="64"/>
                </a:moveTo>
                <a:lnTo>
                  <a:pt x="149" y="74"/>
                </a:lnTo>
                <a:lnTo>
                  <a:pt x="139" y="93"/>
                </a:lnTo>
                <a:lnTo>
                  <a:pt x="120" y="83"/>
                </a:lnTo>
                <a:lnTo>
                  <a:pt x="130" y="64"/>
                </a:lnTo>
                <a:moveTo>
                  <a:pt x="149" y="74"/>
                </a:moveTo>
                <a:lnTo>
                  <a:pt x="168" y="83"/>
                </a:lnTo>
                <a:lnTo>
                  <a:pt x="158" y="102"/>
                </a:lnTo>
                <a:lnTo>
                  <a:pt x="139" y="93"/>
                </a:lnTo>
                <a:lnTo>
                  <a:pt x="149" y="74"/>
                </a:lnTo>
                <a:moveTo>
                  <a:pt x="168" y="83"/>
                </a:moveTo>
                <a:lnTo>
                  <a:pt x="187" y="93"/>
                </a:lnTo>
                <a:lnTo>
                  <a:pt x="177" y="112"/>
                </a:lnTo>
                <a:lnTo>
                  <a:pt x="158" y="102"/>
                </a:lnTo>
                <a:lnTo>
                  <a:pt x="168" y="83"/>
                </a:lnTo>
                <a:moveTo>
                  <a:pt x="187" y="93"/>
                </a:moveTo>
                <a:lnTo>
                  <a:pt x="206" y="102"/>
                </a:lnTo>
                <a:lnTo>
                  <a:pt x="196" y="121"/>
                </a:lnTo>
                <a:lnTo>
                  <a:pt x="177" y="112"/>
                </a:lnTo>
                <a:lnTo>
                  <a:pt x="187" y="93"/>
                </a:lnTo>
                <a:moveTo>
                  <a:pt x="206" y="102"/>
                </a:moveTo>
                <a:lnTo>
                  <a:pt x="225" y="112"/>
                </a:lnTo>
                <a:lnTo>
                  <a:pt x="215" y="131"/>
                </a:lnTo>
                <a:lnTo>
                  <a:pt x="196" y="121"/>
                </a:lnTo>
                <a:lnTo>
                  <a:pt x="206" y="102"/>
                </a:lnTo>
                <a:moveTo>
                  <a:pt x="225" y="112"/>
                </a:moveTo>
                <a:lnTo>
                  <a:pt x="247" y="123"/>
                </a:lnTo>
                <a:lnTo>
                  <a:pt x="212" y="140"/>
                </a:lnTo>
                <a:lnTo>
                  <a:pt x="203" y="121"/>
                </a:lnTo>
                <a:lnTo>
                  <a:pt x="219" y="113"/>
                </a:lnTo>
                <a:lnTo>
                  <a:pt x="223" y="123"/>
                </a:lnTo>
                <a:lnTo>
                  <a:pt x="219" y="132"/>
                </a:lnTo>
                <a:lnTo>
                  <a:pt x="215" y="131"/>
                </a:lnTo>
                <a:lnTo>
                  <a:pt x="225" y="112"/>
                </a:lnTo>
                <a:moveTo>
                  <a:pt x="212" y="140"/>
                </a:moveTo>
                <a:lnTo>
                  <a:pt x="194" y="150"/>
                </a:lnTo>
                <a:lnTo>
                  <a:pt x="184" y="131"/>
                </a:lnTo>
                <a:lnTo>
                  <a:pt x="203" y="121"/>
                </a:lnTo>
                <a:lnTo>
                  <a:pt x="212" y="140"/>
                </a:lnTo>
                <a:moveTo>
                  <a:pt x="194" y="150"/>
                </a:moveTo>
                <a:lnTo>
                  <a:pt x="175" y="159"/>
                </a:lnTo>
                <a:lnTo>
                  <a:pt x="165" y="140"/>
                </a:lnTo>
                <a:lnTo>
                  <a:pt x="184" y="131"/>
                </a:lnTo>
                <a:lnTo>
                  <a:pt x="194" y="150"/>
                </a:lnTo>
                <a:moveTo>
                  <a:pt x="175" y="159"/>
                </a:moveTo>
                <a:lnTo>
                  <a:pt x="156" y="169"/>
                </a:lnTo>
                <a:lnTo>
                  <a:pt x="146" y="150"/>
                </a:lnTo>
                <a:lnTo>
                  <a:pt x="165" y="140"/>
                </a:lnTo>
                <a:lnTo>
                  <a:pt x="175" y="159"/>
                </a:lnTo>
                <a:moveTo>
                  <a:pt x="156" y="169"/>
                </a:moveTo>
                <a:lnTo>
                  <a:pt x="137" y="178"/>
                </a:lnTo>
                <a:lnTo>
                  <a:pt x="127" y="159"/>
                </a:lnTo>
                <a:lnTo>
                  <a:pt x="146" y="150"/>
                </a:lnTo>
                <a:lnTo>
                  <a:pt x="156" y="169"/>
                </a:lnTo>
                <a:moveTo>
                  <a:pt x="137" y="178"/>
                </a:moveTo>
                <a:lnTo>
                  <a:pt x="118" y="188"/>
                </a:lnTo>
                <a:lnTo>
                  <a:pt x="108" y="169"/>
                </a:lnTo>
                <a:lnTo>
                  <a:pt x="127" y="159"/>
                </a:lnTo>
                <a:lnTo>
                  <a:pt x="137" y="178"/>
                </a:lnTo>
                <a:moveTo>
                  <a:pt x="118" y="188"/>
                </a:moveTo>
                <a:lnTo>
                  <a:pt x="99" y="197"/>
                </a:lnTo>
                <a:lnTo>
                  <a:pt x="89" y="178"/>
                </a:lnTo>
                <a:lnTo>
                  <a:pt x="108" y="169"/>
                </a:lnTo>
                <a:lnTo>
                  <a:pt x="118" y="188"/>
                </a:lnTo>
                <a:moveTo>
                  <a:pt x="99" y="197"/>
                </a:moveTo>
                <a:lnTo>
                  <a:pt x="80" y="206"/>
                </a:lnTo>
                <a:lnTo>
                  <a:pt x="70" y="188"/>
                </a:lnTo>
                <a:lnTo>
                  <a:pt x="89" y="178"/>
                </a:lnTo>
                <a:lnTo>
                  <a:pt x="99" y="197"/>
                </a:lnTo>
                <a:moveTo>
                  <a:pt x="80" y="206"/>
                </a:moveTo>
                <a:lnTo>
                  <a:pt x="61" y="216"/>
                </a:lnTo>
                <a:lnTo>
                  <a:pt x="52" y="197"/>
                </a:lnTo>
                <a:lnTo>
                  <a:pt x="70" y="188"/>
                </a:lnTo>
                <a:lnTo>
                  <a:pt x="80" y="206"/>
                </a:lnTo>
                <a:moveTo>
                  <a:pt x="61" y="216"/>
                </a:moveTo>
                <a:lnTo>
                  <a:pt x="42" y="225"/>
                </a:lnTo>
                <a:lnTo>
                  <a:pt x="32" y="206"/>
                </a:lnTo>
                <a:lnTo>
                  <a:pt x="52" y="197"/>
                </a:lnTo>
                <a:lnTo>
                  <a:pt x="61" y="216"/>
                </a:lnTo>
                <a:moveTo>
                  <a:pt x="42" y="225"/>
                </a:moveTo>
                <a:lnTo>
                  <a:pt x="22" y="236"/>
                </a:lnTo>
                <a:lnTo>
                  <a:pt x="13" y="216"/>
                </a:lnTo>
                <a:lnTo>
                  <a:pt x="32" y="206"/>
                </a:lnTo>
                <a:lnTo>
                  <a:pt x="42" y="225"/>
                </a:lnTo>
                <a:moveTo>
                  <a:pt x="22" y="236"/>
                </a:moveTo>
                <a:lnTo>
                  <a:pt x="0" y="247"/>
                </a:lnTo>
                <a:lnTo>
                  <a:pt x="0" y="215"/>
                </a:lnTo>
                <a:lnTo>
                  <a:pt x="21" y="215"/>
                </a:lnTo>
                <a:lnTo>
                  <a:pt x="21" y="229"/>
                </a:lnTo>
                <a:lnTo>
                  <a:pt x="11" y="229"/>
                </a:lnTo>
                <a:lnTo>
                  <a:pt x="6" y="219"/>
                </a:lnTo>
                <a:lnTo>
                  <a:pt x="13" y="216"/>
                </a:lnTo>
                <a:lnTo>
                  <a:pt x="22" y="236"/>
                </a:lnTo>
                <a:moveTo>
                  <a:pt x="0" y="215"/>
                </a:moveTo>
                <a:lnTo>
                  <a:pt x="0" y="194"/>
                </a:lnTo>
                <a:lnTo>
                  <a:pt x="21" y="194"/>
                </a:lnTo>
                <a:lnTo>
                  <a:pt x="21" y="215"/>
                </a:lnTo>
                <a:lnTo>
                  <a:pt x="0" y="215"/>
                </a:lnTo>
                <a:moveTo>
                  <a:pt x="0" y="194"/>
                </a:moveTo>
                <a:lnTo>
                  <a:pt x="0" y="173"/>
                </a:lnTo>
                <a:lnTo>
                  <a:pt x="21" y="173"/>
                </a:lnTo>
                <a:lnTo>
                  <a:pt x="21" y="194"/>
                </a:lnTo>
                <a:lnTo>
                  <a:pt x="0" y="194"/>
                </a:lnTo>
                <a:moveTo>
                  <a:pt x="0" y="173"/>
                </a:moveTo>
                <a:lnTo>
                  <a:pt x="0" y="152"/>
                </a:lnTo>
                <a:lnTo>
                  <a:pt x="21" y="152"/>
                </a:lnTo>
                <a:lnTo>
                  <a:pt x="21" y="173"/>
                </a:lnTo>
                <a:lnTo>
                  <a:pt x="0" y="173"/>
                </a:lnTo>
                <a:moveTo>
                  <a:pt x="0" y="152"/>
                </a:moveTo>
                <a:lnTo>
                  <a:pt x="0" y="131"/>
                </a:lnTo>
                <a:lnTo>
                  <a:pt x="21" y="131"/>
                </a:lnTo>
                <a:lnTo>
                  <a:pt x="21" y="152"/>
                </a:lnTo>
                <a:lnTo>
                  <a:pt x="0" y="152"/>
                </a:lnTo>
                <a:moveTo>
                  <a:pt x="0" y="131"/>
                </a:moveTo>
                <a:lnTo>
                  <a:pt x="0" y="109"/>
                </a:lnTo>
                <a:lnTo>
                  <a:pt x="21" y="109"/>
                </a:lnTo>
                <a:lnTo>
                  <a:pt x="21" y="131"/>
                </a:lnTo>
                <a:lnTo>
                  <a:pt x="0" y="131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6" name=""/>
          <p:cNvSpPr/>
          <p:nvPr/>
        </p:nvSpPr>
        <p:spPr>
          <a:xfrm>
            <a:off x="2639880" y="2143080"/>
            <a:ext cx="2219040" cy="0"/>
          </a:xfrm>
          <a:custGeom>
            <a:avLst/>
            <a:gdLst/>
            <a:ahLst/>
            <a:rect l="0" t="0" r="r" b="b"/>
            <a:pathLst>
              <a:path fill="none" w="6164" h="0">
                <a:moveTo>
                  <a:pt x="0" y="0"/>
                </a:moveTo>
                <a:lnTo>
                  <a:pt x="514" y="0"/>
                </a:lnTo>
                <a:cubicBezTo>
                  <a:pt x="1027" y="0"/>
                  <a:pt x="2055" y="0"/>
                  <a:pt x="3082" y="0"/>
                </a:cubicBezTo>
                <a:cubicBezTo>
                  <a:pt x="4110" y="0"/>
                  <a:pt x="5137" y="0"/>
                  <a:pt x="5651" y="0"/>
                </a:cubicBezTo>
                <a:lnTo>
                  <a:pt x="6164" y="0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-18720" bIns="-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7" name=""/>
          <p:cNvSpPr/>
          <p:nvPr/>
        </p:nvSpPr>
        <p:spPr>
          <a:xfrm>
            <a:off x="260568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106"/>
                </a:moveTo>
                <a:lnTo>
                  <a:pt x="212" y="212"/>
                </a:lnTo>
                <a:lnTo>
                  <a:pt x="212" y="0"/>
                </a:lnTo>
                <a:lnTo>
                  <a:pt x="0" y="106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8" name=""/>
          <p:cNvSpPr/>
          <p:nvPr/>
        </p:nvSpPr>
        <p:spPr>
          <a:xfrm>
            <a:off x="259704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48" y="123"/>
                </a:moveTo>
                <a:lnTo>
                  <a:pt x="67" y="132"/>
                </a:lnTo>
                <a:lnTo>
                  <a:pt x="58" y="151"/>
                </a:lnTo>
                <a:lnTo>
                  <a:pt x="39" y="142"/>
                </a:lnTo>
                <a:lnTo>
                  <a:pt x="48" y="123"/>
                </a:lnTo>
                <a:moveTo>
                  <a:pt x="67" y="132"/>
                </a:moveTo>
                <a:lnTo>
                  <a:pt x="86" y="142"/>
                </a:lnTo>
                <a:lnTo>
                  <a:pt x="77" y="160"/>
                </a:lnTo>
                <a:lnTo>
                  <a:pt x="58" y="151"/>
                </a:lnTo>
                <a:lnTo>
                  <a:pt x="67" y="132"/>
                </a:lnTo>
                <a:moveTo>
                  <a:pt x="86" y="142"/>
                </a:moveTo>
                <a:lnTo>
                  <a:pt x="105" y="151"/>
                </a:lnTo>
                <a:lnTo>
                  <a:pt x="96" y="170"/>
                </a:lnTo>
                <a:lnTo>
                  <a:pt x="77" y="160"/>
                </a:lnTo>
                <a:lnTo>
                  <a:pt x="86" y="142"/>
                </a:lnTo>
                <a:moveTo>
                  <a:pt x="105" y="151"/>
                </a:moveTo>
                <a:lnTo>
                  <a:pt x="124" y="160"/>
                </a:lnTo>
                <a:lnTo>
                  <a:pt x="115" y="180"/>
                </a:lnTo>
                <a:lnTo>
                  <a:pt x="96" y="170"/>
                </a:lnTo>
                <a:lnTo>
                  <a:pt x="105" y="151"/>
                </a:lnTo>
                <a:moveTo>
                  <a:pt x="124" y="160"/>
                </a:moveTo>
                <a:lnTo>
                  <a:pt x="143" y="170"/>
                </a:lnTo>
                <a:lnTo>
                  <a:pt x="134" y="190"/>
                </a:lnTo>
                <a:lnTo>
                  <a:pt x="115" y="180"/>
                </a:lnTo>
                <a:lnTo>
                  <a:pt x="124" y="160"/>
                </a:lnTo>
                <a:moveTo>
                  <a:pt x="143" y="170"/>
                </a:moveTo>
                <a:lnTo>
                  <a:pt x="162" y="180"/>
                </a:lnTo>
                <a:lnTo>
                  <a:pt x="153" y="199"/>
                </a:lnTo>
                <a:lnTo>
                  <a:pt x="134" y="190"/>
                </a:lnTo>
                <a:lnTo>
                  <a:pt x="143" y="170"/>
                </a:lnTo>
                <a:moveTo>
                  <a:pt x="162" y="180"/>
                </a:moveTo>
                <a:lnTo>
                  <a:pt x="181" y="190"/>
                </a:lnTo>
                <a:lnTo>
                  <a:pt x="171" y="209"/>
                </a:lnTo>
                <a:lnTo>
                  <a:pt x="153" y="199"/>
                </a:lnTo>
                <a:lnTo>
                  <a:pt x="162" y="180"/>
                </a:lnTo>
                <a:moveTo>
                  <a:pt x="181" y="190"/>
                </a:moveTo>
                <a:lnTo>
                  <a:pt x="200" y="199"/>
                </a:lnTo>
                <a:lnTo>
                  <a:pt x="190" y="218"/>
                </a:lnTo>
                <a:lnTo>
                  <a:pt x="171" y="209"/>
                </a:lnTo>
                <a:lnTo>
                  <a:pt x="181" y="190"/>
                </a:lnTo>
                <a:moveTo>
                  <a:pt x="200" y="199"/>
                </a:moveTo>
                <a:lnTo>
                  <a:pt x="219" y="209"/>
                </a:lnTo>
                <a:lnTo>
                  <a:pt x="209" y="228"/>
                </a:lnTo>
                <a:lnTo>
                  <a:pt x="190" y="218"/>
                </a:lnTo>
                <a:lnTo>
                  <a:pt x="200" y="199"/>
                </a:lnTo>
                <a:moveTo>
                  <a:pt x="219" y="209"/>
                </a:moveTo>
                <a:lnTo>
                  <a:pt x="238" y="218"/>
                </a:lnTo>
                <a:lnTo>
                  <a:pt x="228" y="237"/>
                </a:lnTo>
                <a:lnTo>
                  <a:pt x="209" y="228"/>
                </a:lnTo>
                <a:lnTo>
                  <a:pt x="219" y="209"/>
                </a:lnTo>
                <a:moveTo>
                  <a:pt x="238" y="218"/>
                </a:moveTo>
                <a:lnTo>
                  <a:pt x="241" y="220"/>
                </a:lnTo>
                <a:lnTo>
                  <a:pt x="236" y="229"/>
                </a:lnTo>
                <a:lnTo>
                  <a:pt x="226" y="229"/>
                </a:lnTo>
                <a:lnTo>
                  <a:pt x="226" y="212"/>
                </a:lnTo>
                <a:lnTo>
                  <a:pt x="247" y="212"/>
                </a:lnTo>
                <a:lnTo>
                  <a:pt x="247" y="247"/>
                </a:lnTo>
                <a:lnTo>
                  <a:pt x="228" y="237"/>
                </a:lnTo>
                <a:lnTo>
                  <a:pt x="238" y="218"/>
                </a:lnTo>
                <a:moveTo>
                  <a:pt x="226" y="212"/>
                </a:moveTo>
                <a:lnTo>
                  <a:pt x="226" y="191"/>
                </a:lnTo>
                <a:lnTo>
                  <a:pt x="247" y="191"/>
                </a:lnTo>
                <a:lnTo>
                  <a:pt x="247" y="212"/>
                </a:lnTo>
                <a:lnTo>
                  <a:pt x="226" y="212"/>
                </a:lnTo>
                <a:moveTo>
                  <a:pt x="226" y="191"/>
                </a:moveTo>
                <a:lnTo>
                  <a:pt x="226" y="169"/>
                </a:lnTo>
                <a:lnTo>
                  <a:pt x="247" y="169"/>
                </a:lnTo>
                <a:lnTo>
                  <a:pt x="247" y="191"/>
                </a:lnTo>
                <a:lnTo>
                  <a:pt x="226" y="191"/>
                </a:lnTo>
                <a:moveTo>
                  <a:pt x="226" y="169"/>
                </a:moveTo>
                <a:lnTo>
                  <a:pt x="226" y="148"/>
                </a:lnTo>
                <a:lnTo>
                  <a:pt x="247" y="148"/>
                </a:lnTo>
                <a:lnTo>
                  <a:pt x="247" y="169"/>
                </a:lnTo>
                <a:lnTo>
                  <a:pt x="226" y="169"/>
                </a:lnTo>
                <a:moveTo>
                  <a:pt x="226" y="148"/>
                </a:moveTo>
                <a:lnTo>
                  <a:pt x="226" y="126"/>
                </a:lnTo>
                <a:lnTo>
                  <a:pt x="247" y="126"/>
                </a:lnTo>
                <a:lnTo>
                  <a:pt x="247" y="148"/>
                </a:lnTo>
                <a:lnTo>
                  <a:pt x="226" y="148"/>
                </a:lnTo>
                <a:moveTo>
                  <a:pt x="226" y="126"/>
                </a:moveTo>
                <a:lnTo>
                  <a:pt x="226" y="105"/>
                </a:lnTo>
                <a:lnTo>
                  <a:pt x="247" y="105"/>
                </a:lnTo>
                <a:lnTo>
                  <a:pt x="247" y="126"/>
                </a:lnTo>
                <a:lnTo>
                  <a:pt x="226" y="126"/>
                </a:lnTo>
                <a:moveTo>
                  <a:pt x="226" y="105"/>
                </a:moveTo>
                <a:lnTo>
                  <a:pt x="226" y="84"/>
                </a:lnTo>
                <a:lnTo>
                  <a:pt x="247" y="84"/>
                </a:lnTo>
                <a:lnTo>
                  <a:pt x="247" y="105"/>
                </a:lnTo>
                <a:lnTo>
                  <a:pt x="226" y="105"/>
                </a:lnTo>
                <a:moveTo>
                  <a:pt x="226" y="84"/>
                </a:moveTo>
                <a:lnTo>
                  <a:pt x="226" y="63"/>
                </a:lnTo>
                <a:lnTo>
                  <a:pt x="247" y="63"/>
                </a:lnTo>
                <a:lnTo>
                  <a:pt x="247" y="84"/>
                </a:lnTo>
                <a:lnTo>
                  <a:pt x="226" y="84"/>
                </a:lnTo>
                <a:moveTo>
                  <a:pt x="226" y="63"/>
                </a:moveTo>
                <a:lnTo>
                  <a:pt x="226" y="42"/>
                </a:lnTo>
                <a:lnTo>
                  <a:pt x="247" y="42"/>
                </a:lnTo>
                <a:lnTo>
                  <a:pt x="247" y="63"/>
                </a:lnTo>
                <a:lnTo>
                  <a:pt x="226" y="63"/>
                </a:lnTo>
                <a:moveTo>
                  <a:pt x="226" y="42"/>
                </a:moveTo>
                <a:lnTo>
                  <a:pt x="226" y="21"/>
                </a:lnTo>
                <a:lnTo>
                  <a:pt x="247" y="21"/>
                </a:lnTo>
                <a:lnTo>
                  <a:pt x="247" y="42"/>
                </a:lnTo>
                <a:lnTo>
                  <a:pt x="226" y="42"/>
                </a:lnTo>
                <a:moveTo>
                  <a:pt x="226" y="21"/>
                </a:moveTo>
                <a:lnTo>
                  <a:pt x="226" y="17"/>
                </a:lnTo>
                <a:lnTo>
                  <a:pt x="236" y="17"/>
                </a:lnTo>
                <a:lnTo>
                  <a:pt x="241" y="26"/>
                </a:lnTo>
                <a:lnTo>
                  <a:pt x="226" y="34"/>
                </a:lnTo>
                <a:lnTo>
                  <a:pt x="216" y="15"/>
                </a:lnTo>
                <a:lnTo>
                  <a:pt x="247" y="0"/>
                </a:lnTo>
                <a:lnTo>
                  <a:pt x="247" y="21"/>
                </a:lnTo>
                <a:lnTo>
                  <a:pt x="226" y="21"/>
                </a:lnTo>
                <a:moveTo>
                  <a:pt x="226" y="34"/>
                </a:moveTo>
                <a:lnTo>
                  <a:pt x="207" y="43"/>
                </a:lnTo>
                <a:lnTo>
                  <a:pt x="197" y="25"/>
                </a:lnTo>
                <a:lnTo>
                  <a:pt x="216" y="15"/>
                </a:lnTo>
                <a:lnTo>
                  <a:pt x="226" y="34"/>
                </a:lnTo>
                <a:moveTo>
                  <a:pt x="207" y="43"/>
                </a:moveTo>
                <a:lnTo>
                  <a:pt x="188" y="53"/>
                </a:lnTo>
                <a:lnTo>
                  <a:pt x="178" y="34"/>
                </a:lnTo>
                <a:lnTo>
                  <a:pt x="197" y="25"/>
                </a:lnTo>
                <a:lnTo>
                  <a:pt x="207" y="43"/>
                </a:lnTo>
                <a:moveTo>
                  <a:pt x="188" y="53"/>
                </a:moveTo>
                <a:lnTo>
                  <a:pt x="169" y="62"/>
                </a:lnTo>
                <a:lnTo>
                  <a:pt x="159" y="43"/>
                </a:lnTo>
                <a:lnTo>
                  <a:pt x="178" y="34"/>
                </a:lnTo>
                <a:lnTo>
                  <a:pt x="188" y="53"/>
                </a:lnTo>
                <a:moveTo>
                  <a:pt x="169" y="62"/>
                </a:moveTo>
                <a:lnTo>
                  <a:pt x="150" y="72"/>
                </a:lnTo>
                <a:lnTo>
                  <a:pt x="140" y="53"/>
                </a:lnTo>
                <a:lnTo>
                  <a:pt x="159" y="43"/>
                </a:lnTo>
                <a:lnTo>
                  <a:pt x="169" y="62"/>
                </a:lnTo>
                <a:moveTo>
                  <a:pt x="150" y="72"/>
                </a:moveTo>
                <a:lnTo>
                  <a:pt x="131" y="81"/>
                </a:lnTo>
                <a:lnTo>
                  <a:pt x="122" y="62"/>
                </a:lnTo>
                <a:lnTo>
                  <a:pt x="140" y="53"/>
                </a:lnTo>
                <a:lnTo>
                  <a:pt x="150" y="72"/>
                </a:lnTo>
                <a:moveTo>
                  <a:pt x="131" y="81"/>
                </a:moveTo>
                <a:lnTo>
                  <a:pt x="112" y="91"/>
                </a:lnTo>
                <a:lnTo>
                  <a:pt x="103" y="72"/>
                </a:lnTo>
                <a:lnTo>
                  <a:pt x="122" y="62"/>
                </a:lnTo>
                <a:lnTo>
                  <a:pt x="131" y="81"/>
                </a:lnTo>
                <a:moveTo>
                  <a:pt x="112" y="91"/>
                </a:moveTo>
                <a:lnTo>
                  <a:pt x="93" y="100"/>
                </a:lnTo>
                <a:lnTo>
                  <a:pt x="84" y="81"/>
                </a:lnTo>
                <a:lnTo>
                  <a:pt x="103" y="72"/>
                </a:lnTo>
                <a:lnTo>
                  <a:pt x="112" y="91"/>
                </a:lnTo>
                <a:moveTo>
                  <a:pt x="93" y="100"/>
                </a:moveTo>
                <a:lnTo>
                  <a:pt x="74" y="110"/>
                </a:lnTo>
                <a:lnTo>
                  <a:pt x="65" y="91"/>
                </a:lnTo>
                <a:lnTo>
                  <a:pt x="84" y="81"/>
                </a:lnTo>
                <a:lnTo>
                  <a:pt x="93" y="100"/>
                </a:lnTo>
                <a:moveTo>
                  <a:pt x="74" y="110"/>
                </a:moveTo>
                <a:lnTo>
                  <a:pt x="55" y="119"/>
                </a:lnTo>
                <a:lnTo>
                  <a:pt x="46" y="100"/>
                </a:lnTo>
                <a:lnTo>
                  <a:pt x="65" y="91"/>
                </a:lnTo>
                <a:lnTo>
                  <a:pt x="74" y="110"/>
                </a:lnTo>
                <a:moveTo>
                  <a:pt x="55" y="119"/>
                </a:moveTo>
                <a:lnTo>
                  <a:pt x="36" y="129"/>
                </a:lnTo>
                <a:lnTo>
                  <a:pt x="27" y="110"/>
                </a:lnTo>
                <a:lnTo>
                  <a:pt x="46" y="100"/>
                </a:lnTo>
                <a:lnTo>
                  <a:pt x="55" y="119"/>
                </a:lnTo>
                <a:moveTo>
                  <a:pt x="36" y="129"/>
                </a:moveTo>
                <a:lnTo>
                  <a:pt x="29" y="132"/>
                </a:lnTo>
                <a:lnTo>
                  <a:pt x="25" y="123"/>
                </a:lnTo>
                <a:lnTo>
                  <a:pt x="29" y="113"/>
                </a:lnTo>
                <a:lnTo>
                  <a:pt x="48" y="123"/>
                </a:lnTo>
                <a:lnTo>
                  <a:pt x="39" y="142"/>
                </a:lnTo>
                <a:lnTo>
                  <a:pt x="0" y="123"/>
                </a:lnTo>
                <a:lnTo>
                  <a:pt x="27" y="110"/>
                </a:lnTo>
                <a:lnTo>
                  <a:pt x="36" y="129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59" name=""/>
          <p:cNvSpPr/>
          <p:nvPr/>
        </p:nvSpPr>
        <p:spPr>
          <a:xfrm>
            <a:off x="4821120" y="2104920"/>
            <a:ext cx="76320" cy="76320"/>
          </a:xfrm>
          <a:custGeom>
            <a:avLst/>
            <a:gdLst/>
            <a:ahLst/>
            <a:rect l="0" t="0" r="r" b="b"/>
            <a:pathLst>
              <a:path w="212" h="212">
                <a:moveTo>
                  <a:pt x="0" y="0"/>
                </a:moveTo>
                <a:lnTo>
                  <a:pt x="212" y="106"/>
                </a:lnTo>
                <a:lnTo>
                  <a:pt x="0" y="212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0" name=""/>
          <p:cNvSpPr/>
          <p:nvPr/>
        </p:nvSpPr>
        <p:spPr>
          <a:xfrm>
            <a:off x="4817160" y="209880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6"/>
                </a:lnTo>
                <a:lnTo>
                  <a:pt x="44" y="45"/>
                </a:lnTo>
                <a:lnTo>
                  <a:pt x="25" y="36"/>
                </a:lnTo>
                <a:lnTo>
                  <a:pt x="34" y="17"/>
                </a:lnTo>
                <a:moveTo>
                  <a:pt x="53" y="26"/>
                </a:moveTo>
                <a:lnTo>
                  <a:pt x="72" y="36"/>
                </a:lnTo>
                <a:lnTo>
                  <a:pt x="63" y="55"/>
                </a:lnTo>
                <a:lnTo>
                  <a:pt x="44" y="45"/>
                </a:lnTo>
                <a:lnTo>
                  <a:pt x="53" y="26"/>
                </a:lnTo>
                <a:moveTo>
                  <a:pt x="72" y="36"/>
                </a:moveTo>
                <a:lnTo>
                  <a:pt x="91" y="45"/>
                </a:lnTo>
                <a:lnTo>
                  <a:pt x="82" y="64"/>
                </a:lnTo>
                <a:lnTo>
                  <a:pt x="63" y="55"/>
                </a:lnTo>
                <a:lnTo>
                  <a:pt x="72" y="36"/>
                </a:lnTo>
                <a:moveTo>
                  <a:pt x="91" y="45"/>
                </a:moveTo>
                <a:lnTo>
                  <a:pt x="110" y="55"/>
                </a:lnTo>
                <a:lnTo>
                  <a:pt x="100" y="74"/>
                </a:lnTo>
                <a:lnTo>
                  <a:pt x="82" y="64"/>
                </a:lnTo>
                <a:lnTo>
                  <a:pt x="91" y="45"/>
                </a:lnTo>
                <a:moveTo>
                  <a:pt x="110" y="55"/>
                </a:moveTo>
                <a:lnTo>
                  <a:pt x="129" y="64"/>
                </a:lnTo>
                <a:lnTo>
                  <a:pt x="119" y="83"/>
                </a:lnTo>
                <a:lnTo>
                  <a:pt x="100" y="74"/>
                </a:lnTo>
                <a:lnTo>
                  <a:pt x="110" y="55"/>
                </a:lnTo>
                <a:moveTo>
                  <a:pt x="129" y="64"/>
                </a:moveTo>
                <a:lnTo>
                  <a:pt x="148" y="74"/>
                </a:lnTo>
                <a:lnTo>
                  <a:pt x="138" y="93"/>
                </a:lnTo>
                <a:lnTo>
                  <a:pt x="119" y="83"/>
                </a:lnTo>
                <a:lnTo>
                  <a:pt x="129" y="64"/>
                </a:lnTo>
                <a:moveTo>
                  <a:pt x="148" y="74"/>
                </a:moveTo>
                <a:lnTo>
                  <a:pt x="167" y="83"/>
                </a:lnTo>
                <a:lnTo>
                  <a:pt x="157" y="102"/>
                </a:lnTo>
                <a:lnTo>
                  <a:pt x="138" y="93"/>
                </a:lnTo>
                <a:lnTo>
                  <a:pt x="148" y="74"/>
                </a:lnTo>
                <a:moveTo>
                  <a:pt x="167" y="83"/>
                </a:moveTo>
                <a:lnTo>
                  <a:pt x="186" y="93"/>
                </a:lnTo>
                <a:lnTo>
                  <a:pt x="176" y="111"/>
                </a:lnTo>
                <a:lnTo>
                  <a:pt x="157" y="102"/>
                </a:lnTo>
                <a:lnTo>
                  <a:pt x="167" y="83"/>
                </a:lnTo>
                <a:moveTo>
                  <a:pt x="186" y="93"/>
                </a:moveTo>
                <a:lnTo>
                  <a:pt x="205" y="102"/>
                </a:lnTo>
                <a:lnTo>
                  <a:pt x="195" y="121"/>
                </a:lnTo>
                <a:lnTo>
                  <a:pt x="176" y="111"/>
                </a:lnTo>
                <a:lnTo>
                  <a:pt x="186" y="93"/>
                </a:lnTo>
                <a:moveTo>
                  <a:pt x="205" y="102"/>
                </a:moveTo>
                <a:lnTo>
                  <a:pt x="225" y="111"/>
                </a:lnTo>
                <a:lnTo>
                  <a:pt x="214" y="130"/>
                </a:lnTo>
                <a:lnTo>
                  <a:pt x="195" y="121"/>
                </a:lnTo>
                <a:lnTo>
                  <a:pt x="205" y="102"/>
                </a:lnTo>
                <a:moveTo>
                  <a:pt x="225" y="111"/>
                </a:moveTo>
                <a:lnTo>
                  <a:pt x="247" y="123"/>
                </a:lnTo>
                <a:lnTo>
                  <a:pt x="211" y="140"/>
                </a:lnTo>
                <a:lnTo>
                  <a:pt x="202" y="121"/>
                </a:lnTo>
                <a:lnTo>
                  <a:pt x="218" y="113"/>
                </a:lnTo>
                <a:lnTo>
                  <a:pt x="223" y="123"/>
                </a:lnTo>
                <a:lnTo>
                  <a:pt x="218" y="132"/>
                </a:lnTo>
                <a:lnTo>
                  <a:pt x="214" y="130"/>
                </a:lnTo>
                <a:lnTo>
                  <a:pt x="225" y="111"/>
                </a:lnTo>
                <a:moveTo>
                  <a:pt x="211" y="140"/>
                </a:moveTo>
                <a:lnTo>
                  <a:pt x="192" y="149"/>
                </a:lnTo>
                <a:lnTo>
                  <a:pt x="183" y="130"/>
                </a:lnTo>
                <a:lnTo>
                  <a:pt x="202" y="121"/>
                </a:lnTo>
                <a:lnTo>
                  <a:pt x="211" y="140"/>
                </a:lnTo>
                <a:moveTo>
                  <a:pt x="192" y="149"/>
                </a:moveTo>
                <a:lnTo>
                  <a:pt x="174" y="159"/>
                </a:lnTo>
                <a:lnTo>
                  <a:pt x="164" y="140"/>
                </a:lnTo>
                <a:lnTo>
                  <a:pt x="183" y="130"/>
                </a:lnTo>
                <a:lnTo>
                  <a:pt x="192" y="149"/>
                </a:lnTo>
                <a:moveTo>
                  <a:pt x="174" y="159"/>
                </a:moveTo>
                <a:lnTo>
                  <a:pt x="155" y="168"/>
                </a:lnTo>
                <a:lnTo>
                  <a:pt x="145" y="149"/>
                </a:lnTo>
                <a:lnTo>
                  <a:pt x="164" y="140"/>
                </a:lnTo>
                <a:lnTo>
                  <a:pt x="174" y="159"/>
                </a:lnTo>
                <a:moveTo>
                  <a:pt x="155" y="168"/>
                </a:moveTo>
                <a:lnTo>
                  <a:pt x="136" y="179"/>
                </a:lnTo>
                <a:lnTo>
                  <a:pt x="126" y="159"/>
                </a:lnTo>
                <a:lnTo>
                  <a:pt x="145" y="149"/>
                </a:lnTo>
                <a:lnTo>
                  <a:pt x="155" y="168"/>
                </a:lnTo>
                <a:moveTo>
                  <a:pt x="136" y="179"/>
                </a:moveTo>
                <a:lnTo>
                  <a:pt x="117" y="188"/>
                </a:lnTo>
                <a:lnTo>
                  <a:pt x="107" y="168"/>
                </a:lnTo>
                <a:lnTo>
                  <a:pt x="126" y="159"/>
                </a:lnTo>
                <a:lnTo>
                  <a:pt x="136" y="179"/>
                </a:lnTo>
                <a:moveTo>
                  <a:pt x="117" y="188"/>
                </a:moveTo>
                <a:lnTo>
                  <a:pt x="98" y="198"/>
                </a:lnTo>
                <a:lnTo>
                  <a:pt x="88" y="179"/>
                </a:lnTo>
                <a:lnTo>
                  <a:pt x="107" y="168"/>
                </a:lnTo>
                <a:lnTo>
                  <a:pt x="117" y="188"/>
                </a:lnTo>
                <a:moveTo>
                  <a:pt x="98" y="198"/>
                </a:moveTo>
                <a:lnTo>
                  <a:pt x="79" y="207"/>
                </a:lnTo>
                <a:lnTo>
                  <a:pt x="69" y="188"/>
                </a:lnTo>
                <a:lnTo>
                  <a:pt x="88" y="179"/>
                </a:lnTo>
                <a:lnTo>
                  <a:pt x="98" y="198"/>
                </a:lnTo>
                <a:moveTo>
                  <a:pt x="79" y="207"/>
                </a:moveTo>
                <a:lnTo>
                  <a:pt x="60" y="217"/>
                </a:lnTo>
                <a:lnTo>
                  <a:pt x="51" y="198"/>
                </a:lnTo>
                <a:lnTo>
                  <a:pt x="69" y="188"/>
                </a:lnTo>
                <a:lnTo>
                  <a:pt x="79" y="207"/>
                </a:lnTo>
                <a:moveTo>
                  <a:pt x="60" y="217"/>
                </a:moveTo>
                <a:lnTo>
                  <a:pt x="41" y="226"/>
                </a:lnTo>
                <a:lnTo>
                  <a:pt x="32" y="207"/>
                </a:lnTo>
                <a:lnTo>
                  <a:pt x="51" y="198"/>
                </a:lnTo>
                <a:lnTo>
                  <a:pt x="60" y="217"/>
                </a:lnTo>
                <a:moveTo>
                  <a:pt x="41" y="226"/>
                </a:moveTo>
                <a:lnTo>
                  <a:pt x="22" y="236"/>
                </a:lnTo>
                <a:lnTo>
                  <a:pt x="13" y="217"/>
                </a:lnTo>
                <a:lnTo>
                  <a:pt x="32" y="207"/>
                </a:lnTo>
                <a:lnTo>
                  <a:pt x="41" y="226"/>
                </a:lnTo>
                <a:moveTo>
                  <a:pt x="22" y="236"/>
                </a:moveTo>
                <a:lnTo>
                  <a:pt x="0" y="247"/>
                </a:lnTo>
                <a:lnTo>
                  <a:pt x="0" y="216"/>
                </a:lnTo>
                <a:lnTo>
                  <a:pt x="21" y="216"/>
                </a:lnTo>
                <a:lnTo>
                  <a:pt x="21" y="229"/>
                </a:lnTo>
                <a:lnTo>
                  <a:pt x="11" y="229"/>
                </a:lnTo>
                <a:lnTo>
                  <a:pt x="6" y="220"/>
                </a:lnTo>
                <a:lnTo>
                  <a:pt x="13" y="217"/>
                </a:lnTo>
                <a:lnTo>
                  <a:pt x="22" y="236"/>
                </a:lnTo>
                <a:moveTo>
                  <a:pt x="0" y="216"/>
                </a:moveTo>
                <a:lnTo>
                  <a:pt x="0" y="195"/>
                </a:lnTo>
                <a:lnTo>
                  <a:pt x="21" y="195"/>
                </a:lnTo>
                <a:lnTo>
                  <a:pt x="21" y="216"/>
                </a:lnTo>
                <a:lnTo>
                  <a:pt x="0" y="216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1"/>
                </a:lnTo>
                <a:lnTo>
                  <a:pt x="21" y="151"/>
                </a:lnTo>
                <a:lnTo>
                  <a:pt x="21" y="174"/>
                </a:lnTo>
                <a:lnTo>
                  <a:pt x="0" y="174"/>
                </a:lnTo>
                <a:moveTo>
                  <a:pt x="0" y="151"/>
                </a:moveTo>
                <a:lnTo>
                  <a:pt x="0" y="130"/>
                </a:lnTo>
                <a:lnTo>
                  <a:pt x="21" y="130"/>
                </a:lnTo>
                <a:lnTo>
                  <a:pt x="21" y="151"/>
                </a:lnTo>
                <a:lnTo>
                  <a:pt x="0" y="151"/>
                </a:lnTo>
                <a:moveTo>
                  <a:pt x="0" y="130"/>
                </a:moveTo>
                <a:lnTo>
                  <a:pt x="0" y="109"/>
                </a:lnTo>
                <a:lnTo>
                  <a:pt x="21" y="109"/>
                </a:lnTo>
                <a:lnTo>
                  <a:pt x="21" y="130"/>
                </a:lnTo>
                <a:lnTo>
                  <a:pt x="0" y="130"/>
                </a:lnTo>
                <a:moveTo>
                  <a:pt x="0" y="109"/>
                </a:moveTo>
                <a:lnTo>
                  <a:pt x="0" y="88"/>
                </a:lnTo>
                <a:lnTo>
                  <a:pt x="21" y="88"/>
                </a:lnTo>
                <a:lnTo>
                  <a:pt x="21" y="109"/>
                </a:lnTo>
                <a:lnTo>
                  <a:pt x="0" y="109"/>
                </a:lnTo>
                <a:moveTo>
                  <a:pt x="0" y="88"/>
                </a:moveTo>
                <a:lnTo>
                  <a:pt x="0" y="67"/>
                </a:lnTo>
                <a:lnTo>
                  <a:pt x="21" y="67"/>
                </a:lnTo>
                <a:lnTo>
                  <a:pt x="21" y="88"/>
                </a:lnTo>
                <a:lnTo>
                  <a:pt x="0" y="88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4"/>
                </a:lnTo>
                <a:lnTo>
                  <a:pt x="21" y="24"/>
                </a:lnTo>
                <a:lnTo>
                  <a:pt x="21" y="46"/>
                </a:lnTo>
                <a:lnTo>
                  <a:pt x="0" y="46"/>
                </a:lnTo>
                <a:moveTo>
                  <a:pt x="0" y="24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6"/>
                </a:lnTo>
                <a:lnTo>
                  <a:pt x="11" y="17"/>
                </a:lnTo>
                <a:lnTo>
                  <a:pt x="21" y="17"/>
                </a:lnTo>
                <a:lnTo>
                  <a:pt x="21" y="24"/>
                </a:lnTo>
                <a:lnTo>
                  <a:pt x="0" y="24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1" name=""/>
          <p:cNvSpPr/>
          <p:nvPr/>
        </p:nvSpPr>
        <p:spPr>
          <a:xfrm>
            <a:off x="2168640" y="2415960"/>
            <a:ext cx="3161160" cy="717840"/>
          </a:xfrm>
          <a:custGeom>
            <a:avLst/>
            <a:gdLst/>
            <a:ahLst/>
            <a:rect l="0" t="0" r="r" b="b"/>
            <a:pathLst>
              <a:path fill="none" w="8781" h="1994">
                <a:moveTo>
                  <a:pt x="0" y="0"/>
                </a:moveTo>
                <a:lnTo>
                  <a:pt x="732" y="333"/>
                </a:lnTo>
                <a:cubicBezTo>
                  <a:pt x="1464" y="665"/>
                  <a:pt x="2927" y="1330"/>
                  <a:pt x="4391" y="1662"/>
                </a:cubicBezTo>
                <a:cubicBezTo>
                  <a:pt x="5854" y="1994"/>
                  <a:pt x="7318" y="1994"/>
                  <a:pt x="8050" y="1994"/>
                </a:cubicBezTo>
                <a:lnTo>
                  <a:pt x="8781" y="1994"/>
                </a:lnTo>
              </a:path>
            </a:pathLst>
          </a:custGeom>
          <a:ln w="37800">
            <a:solidFill>
              <a:srgbClr val="d4a017"/>
            </a:solidFill>
            <a:miter/>
          </a:ln>
        </p:spPr>
        <p:txBody>
          <a:bodyPr lIns="18720" rIns="18720" tIns="18720" bIns="1872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2" name=""/>
          <p:cNvSpPr/>
          <p:nvPr/>
        </p:nvSpPr>
        <p:spPr>
          <a:xfrm>
            <a:off x="2137320" y="2398680"/>
            <a:ext cx="85680" cy="69480"/>
          </a:xfrm>
          <a:custGeom>
            <a:avLst/>
            <a:gdLst/>
            <a:ahLst/>
            <a:rect l="0" t="0" r="r" b="b"/>
            <a:pathLst>
              <a:path w="238" h="193">
                <a:moveTo>
                  <a:pt x="0" y="8"/>
                </a:moveTo>
                <a:lnTo>
                  <a:pt x="150" y="193"/>
                </a:lnTo>
                <a:lnTo>
                  <a:pt x="238" y="0"/>
                </a:lnTo>
                <a:lnTo>
                  <a:pt x="0" y="8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3" name=""/>
          <p:cNvSpPr/>
          <p:nvPr/>
        </p:nvSpPr>
        <p:spPr>
          <a:xfrm>
            <a:off x="2129760" y="2394360"/>
            <a:ext cx="99360" cy="81000"/>
          </a:xfrm>
          <a:custGeom>
            <a:avLst/>
            <a:gdLst/>
            <a:ahLst/>
            <a:rect l="0" t="0" r="r" b="b"/>
            <a:pathLst>
              <a:path w="276" h="225">
                <a:moveTo>
                  <a:pt x="43" y="30"/>
                </a:moveTo>
                <a:lnTo>
                  <a:pt x="56" y="47"/>
                </a:lnTo>
                <a:lnTo>
                  <a:pt x="40" y="60"/>
                </a:lnTo>
                <a:lnTo>
                  <a:pt x="26" y="43"/>
                </a:lnTo>
                <a:lnTo>
                  <a:pt x="43" y="30"/>
                </a:lnTo>
                <a:moveTo>
                  <a:pt x="56" y="47"/>
                </a:moveTo>
                <a:lnTo>
                  <a:pt x="70" y="63"/>
                </a:lnTo>
                <a:lnTo>
                  <a:pt x="53" y="76"/>
                </a:lnTo>
                <a:lnTo>
                  <a:pt x="40" y="60"/>
                </a:lnTo>
                <a:lnTo>
                  <a:pt x="56" y="47"/>
                </a:lnTo>
                <a:moveTo>
                  <a:pt x="70" y="63"/>
                </a:moveTo>
                <a:lnTo>
                  <a:pt x="83" y="80"/>
                </a:lnTo>
                <a:lnTo>
                  <a:pt x="66" y="93"/>
                </a:lnTo>
                <a:lnTo>
                  <a:pt x="53" y="76"/>
                </a:lnTo>
                <a:lnTo>
                  <a:pt x="70" y="63"/>
                </a:lnTo>
                <a:moveTo>
                  <a:pt x="83" y="80"/>
                </a:moveTo>
                <a:lnTo>
                  <a:pt x="96" y="96"/>
                </a:lnTo>
                <a:lnTo>
                  <a:pt x="80" y="109"/>
                </a:lnTo>
                <a:lnTo>
                  <a:pt x="66" y="93"/>
                </a:lnTo>
                <a:lnTo>
                  <a:pt x="83" y="80"/>
                </a:lnTo>
                <a:moveTo>
                  <a:pt x="96" y="96"/>
                </a:moveTo>
                <a:lnTo>
                  <a:pt x="110" y="112"/>
                </a:lnTo>
                <a:lnTo>
                  <a:pt x="93" y="126"/>
                </a:lnTo>
                <a:lnTo>
                  <a:pt x="80" y="109"/>
                </a:lnTo>
                <a:lnTo>
                  <a:pt x="96" y="96"/>
                </a:lnTo>
                <a:moveTo>
                  <a:pt x="110" y="112"/>
                </a:moveTo>
                <a:lnTo>
                  <a:pt x="123" y="129"/>
                </a:lnTo>
                <a:lnTo>
                  <a:pt x="106" y="142"/>
                </a:lnTo>
                <a:lnTo>
                  <a:pt x="93" y="126"/>
                </a:lnTo>
                <a:lnTo>
                  <a:pt x="110" y="112"/>
                </a:lnTo>
                <a:moveTo>
                  <a:pt x="123" y="129"/>
                </a:moveTo>
                <a:lnTo>
                  <a:pt x="136" y="145"/>
                </a:lnTo>
                <a:lnTo>
                  <a:pt x="120" y="160"/>
                </a:lnTo>
                <a:lnTo>
                  <a:pt x="106" y="142"/>
                </a:lnTo>
                <a:lnTo>
                  <a:pt x="123" y="129"/>
                </a:lnTo>
                <a:moveTo>
                  <a:pt x="136" y="145"/>
                </a:moveTo>
                <a:lnTo>
                  <a:pt x="149" y="163"/>
                </a:lnTo>
                <a:lnTo>
                  <a:pt x="133" y="176"/>
                </a:lnTo>
                <a:lnTo>
                  <a:pt x="120" y="160"/>
                </a:lnTo>
                <a:lnTo>
                  <a:pt x="136" y="145"/>
                </a:lnTo>
                <a:moveTo>
                  <a:pt x="149" y="163"/>
                </a:moveTo>
                <a:lnTo>
                  <a:pt x="163" y="179"/>
                </a:lnTo>
                <a:lnTo>
                  <a:pt x="146" y="193"/>
                </a:lnTo>
                <a:lnTo>
                  <a:pt x="133" y="176"/>
                </a:lnTo>
                <a:lnTo>
                  <a:pt x="149" y="163"/>
                </a:lnTo>
                <a:moveTo>
                  <a:pt x="163" y="179"/>
                </a:moveTo>
                <a:lnTo>
                  <a:pt x="176" y="196"/>
                </a:lnTo>
                <a:lnTo>
                  <a:pt x="160" y="209"/>
                </a:lnTo>
                <a:lnTo>
                  <a:pt x="146" y="193"/>
                </a:lnTo>
                <a:lnTo>
                  <a:pt x="163" y="179"/>
                </a:lnTo>
                <a:moveTo>
                  <a:pt x="176" y="196"/>
                </a:moveTo>
                <a:lnTo>
                  <a:pt x="179" y="199"/>
                </a:lnTo>
                <a:lnTo>
                  <a:pt x="170" y="205"/>
                </a:lnTo>
                <a:lnTo>
                  <a:pt x="161" y="201"/>
                </a:lnTo>
                <a:lnTo>
                  <a:pt x="168" y="185"/>
                </a:lnTo>
                <a:lnTo>
                  <a:pt x="187" y="194"/>
                </a:lnTo>
                <a:lnTo>
                  <a:pt x="173" y="225"/>
                </a:lnTo>
                <a:lnTo>
                  <a:pt x="160" y="209"/>
                </a:lnTo>
                <a:lnTo>
                  <a:pt x="176" y="196"/>
                </a:lnTo>
                <a:moveTo>
                  <a:pt x="168" y="185"/>
                </a:moveTo>
                <a:lnTo>
                  <a:pt x="177" y="166"/>
                </a:lnTo>
                <a:lnTo>
                  <a:pt x="196" y="175"/>
                </a:lnTo>
                <a:lnTo>
                  <a:pt x="187" y="194"/>
                </a:lnTo>
                <a:lnTo>
                  <a:pt x="168" y="185"/>
                </a:lnTo>
                <a:moveTo>
                  <a:pt x="177" y="166"/>
                </a:moveTo>
                <a:lnTo>
                  <a:pt x="185" y="146"/>
                </a:lnTo>
                <a:lnTo>
                  <a:pt x="205" y="155"/>
                </a:lnTo>
                <a:lnTo>
                  <a:pt x="196" y="175"/>
                </a:lnTo>
                <a:lnTo>
                  <a:pt x="177" y="166"/>
                </a:lnTo>
                <a:moveTo>
                  <a:pt x="185" y="146"/>
                </a:moveTo>
                <a:lnTo>
                  <a:pt x="194" y="126"/>
                </a:lnTo>
                <a:lnTo>
                  <a:pt x="213" y="135"/>
                </a:lnTo>
                <a:lnTo>
                  <a:pt x="205" y="155"/>
                </a:lnTo>
                <a:lnTo>
                  <a:pt x="185" y="146"/>
                </a:lnTo>
                <a:moveTo>
                  <a:pt x="194" y="126"/>
                </a:moveTo>
                <a:lnTo>
                  <a:pt x="203" y="107"/>
                </a:lnTo>
                <a:lnTo>
                  <a:pt x="222" y="116"/>
                </a:lnTo>
                <a:lnTo>
                  <a:pt x="213" y="135"/>
                </a:lnTo>
                <a:lnTo>
                  <a:pt x="194" y="126"/>
                </a:lnTo>
                <a:moveTo>
                  <a:pt x="203" y="107"/>
                </a:moveTo>
                <a:lnTo>
                  <a:pt x="212" y="88"/>
                </a:lnTo>
                <a:lnTo>
                  <a:pt x="231" y="96"/>
                </a:lnTo>
                <a:lnTo>
                  <a:pt x="222" y="116"/>
                </a:lnTo>
                <a:lnTo>
                  <a:pt x="203" y="107"/>
                </a:lnTo>
                <a:moveTo>
                  <a:pt x="212" y="88"/>
                </a:moveTo>
                <a:lnTo>
                  <a:pt x="220" y="68"/>
                </a:lnTo>
                <a:lnTo>
                  <a:pt x="240" y="77"/>
                </a:lnTo>
                <a:lnTo>
                  <a:pt x="231" y="96"/>
                </a:lnTo>
                <a:lnTo>
                  <a:pt x="212" y="88"/>
                </a:lnTo>
                <a:moveTo>
                  <a:pt x="220" y="68"/>
                </a:moveTo>
                <a:lnTo>
                  <a:pt x="229" y="49"/>
                </a:lnTo>
                <a:lnTo>
                  <a:pt x="248" y="58"/>
                </a:lnTo>
                <a:lnTo>
                  <a:pt x="240" y="77"/>
                </a:lnTo>
                <a:lnTo>
                  <a:pt x="220" y="68"/>
                </a:lnTo>
                <a:moveTo>
                  <a:pt x="229" y="49"/>
                </a:moveTo>
                <a:lnTo>
                  <a:pt x="238" y="30"/>
                </a:lnTo>
                <a:lnTo>
                  <a:pt x="258" y="39"/>
                </a:lnTo>
                <a:lnTo>
                  <a:pt x="248" y="58"/>
                </a:lnTo>
                <a:lnTo>
                  <a:pt x="229" y="49"/>
                </a:lnTo>
                <a:moveTo>
                  <a:pt x="238" y="30"/>
                </a:moveTo>
                <a:lnTo>
                  <a:pt x="247" y="11"/>
                </a:lnTo>
                <a:lnTo>
                  <a:pt x="267" y="19"/>
                </a:lnTo>
                <a:lnTo>
                  <a:pt x="258" y="39"/>
                </a:lnTo>
                <a:lnTo>
                  <a:pt x="238" y="30"/>
                </a:lnTo>
                <a:moveTo>
                  <a:pt x="247" y="11"/>
                </a:moveTo>
                <a:lnTo>
                  <a:pt x="248" y="7"/>
                </a:lnTo>
                <a:lnTo>
                  <a:pt x="259" y="12"/>
                </a:lnTo>
                <a:lnTo>
                  <a:pt x="259" y="22"/>
                </a:lnTo>
                <a:lnTo>
                  <a:pt x="241" y="23"/>
                </a:lnTo>
                <a:lnTo>
                  <a:pt x="240" y="2"/>
                </a:lnTo>
                <a:lnTo>
                  <a:pt x="276" y="0"/>
                </a:lnTo>
                <a:lnTo>
                  <a:pt x="267" y="19"/>
                </a:lnTo>
                <a:lnTo>
                  <a:pt x="247" y="11"/>
                </a:lnTo>
                <a:moveTo>
                  <a:pt x="241" y="23"/>
                </a:moveTo>
                <a:lnTo>
                  <a:pt x="220" y="24"/>
                </a:lnTo>
                <a:lnTo>
                  <a:pt x="219" y="2"/>
                </a:lnTo>
                <a:lnTo>
                  <a:pt x="240" y="2"/>
                </a:lnTo>
                <a:lnTo>
                  <a:pt x="241" y="23"/>
                </a:lnTo>
                <a:moveTo>
                  <a:pt x="220" y="24"/>
                </a:moveTo>
                <a:lnTo>
                  <a:pt x="199" y="24"/>
                </a:lnTo>
                <a:lnTo>
                  <a:pt x="198" y="3"/>
                </a:lnTo>
                <a:lnTo>
                  <a:pt x="219" y="2"/>
                </a:lnTo>
                <a:lnTo>
                  <a:pt x="220" y="24"/>
                </a:lnTo>
                <a:moveTo>
                  <a:pt x="199" y="24"/>
                </a:moveTo>
                <a:lnTo>
                  <a:pt x="177" y="25"/>
                </a:lnTo>
                <a:lnTo>
                  <a:pt x="177" y="4"/>
                </a:lnTo>
                <a:lnTo>
                  <a:pt x="198" y="3"/>
                </a:lnTo>
                <a:lnTo>
                  <a:pt x="199" y="24"/>
                </a:lnTo>
                <a:moveTo>
                  <a:pt x="177" y="25"/>
                </a:moveTo>
                <a:lnTo>
                  <a:pt x="156" y="26"/>
                </a:lnTo>
                <a:lnTo>
                  <a:pt x="155" y="5"/>
                </a:lnTo>
                <a:lnTo>
                  <a:pt x="177" y="4"/>
                </a:lnTo>
                <a:lnTo>
                  <a:pt x="177" y="25"/>
                </a:lnTo>
                <a:moveTo>
                  <a:pt x="156" y="26"/>
                </a:moveTo>
                <a:lnTo>
                  <a:pt x="135" y="27"/>
                </a:lnTo>
                <a:lnTo>
                  <a:pt x="134" y="6"/>
                </a:lnTo>
                <a:lnTo>
                  <a:pt x="155" y="5"/>
                </a:lnTo>
                <a:lnTo>
                  <a:pt x="156" y="26"/>
                </a:lnTo>
                <a:moveTo>
                  <a:pt x="135" y="27"/>
                </a:moveTo>
                <a:lnTo>
                  <a:pt x="114" y="28"/>
                </a:lnTo>
                <a:lnTo>
                  <a:pt x="113" y="6"/>
                </a:lnTo>
                <a:lnTo>
                  <a:pt x="134" y="6"/>
                </a:lnTo>
                <a:lnTo>
                  <a:pt x="135" y="27"/>
                </a:lnTo>
                <a:moveTo>
                  <a:pt x="114" y="28"/>
                </a:moveTo>
                <a:lnTo>
                  <a:pt x="93" y="28"/>
                </a:lnTo>
                <a:lnTo>
                  <a:pt x="92" y="7"/>
                </a:lnTo>
                <a:lnTo>
                  <a:pt x="113" y="6"/>
                </a:lnTo>
                <a:lnTo>
                  <a:pt x="114" y="28"/>
                </a:lnTo>
                <a:moveTo>
                  <a:pt x="93" y="28"/>
                </a:moveTo>
                <a:lnTo>
                  <a:pt x="72" y="29"/>
                </a:lnTo>
                <a:lnTo>
                  <a:pt x="71" y="8"/>
                </a:lnTo>
                <a:lnTo>
                  <a:pt x="92" y="7"/>
                </a:lnTo>
                <a:lnTo>
                  <a:pt x="93" y="28"/>
                </a:lnTo>
                <a:moveTo>
                  <a:pt x="72" y="29"/>
                </a:moveTo>
                <a:lnTo>
                  <a:pt x="51" y="30"/>
                </a:lnTo>
                <a:lnTo>
                  <a:pt x="50" y="9"/>
                </a:lnTo>
                <a:lnTo>
                  <a:pt x="71" y="8"/>
                </a:lnTo>
                <a:lnTo>
                  <a:pt x="72" y="29"/>
                </a:lnTo>
                <a:moveTo>
                  <a:pt x="51" y="30"/>
                </a:moveTo>
                <a:lnTo>
                  <a:pt x="29" y="31"/>
                </a:lnTo>
                <a:lnTo>
                  <a:pt x="29" y="10"/>
                </a:lnTo>
                <a:lnTo>
                  <a:pt x="50" y="9"/>
                </a:lnTo>
                <a:lnTo>
                  <a:pt x="51" y="30"/>
                </a:lnTo>
                <a:moveTo>
                  <a:pt x="29" y="31"/>
                </a:moveTo>
                <a:lnTo>
                  <a:pt x="22" y="31"/>
                </a:lnTo>
                <a:lnTo>
                  <a:pt x="21" y="20"/>
                </a:lnTo>
                <a:lnTo>
                  <a:pt x="30" y="14"/>
                </a:lnTo>
                <a:lnTo>
                  <a:pt x="43" y="30"/>
                </a:lnTo>
                <a:lnTo>
                  <a:pt x="26" y="43"/>
                </a:lnTo>
                <a:lnTo>
                  <a:pt x="0" y="11"/>
                </a:lnTo>
                <a:lnTo>
                  <a:pt x="29" y="10"/>
                </a:lnTo>
                <a:lnTo>
                  <a:pt x="29" y="31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4" name=""/>
          <p:cNvSpPr/>
          <p:nvPr/>
        </p:nvSpPr>
        <p:spPr>
          <a:xfrm>
            <a:off x="5291640" y="3095280"/>
            <a:ext cx="76320" cy="76680"/>
          </a:xfrm>
          <a:custGeom>
            <a:avLst/>
            <a:gdLst/>
            <a:ahLst/>
            <a:rect l="0" t="0" r="r" b="b"/>
            <a:pathLst>
              <a:path w="212" h="213">
                <a:moveTo>
                  <a:pt x="0" y="0"/>
                </a:moveTo>
                <a:lnTo>
                  <a:pt x="212" y="106"/>
                </a:lnTo>
                <a:lnTo>
                  <a:pt x="0" y="213"/>
                </a:lnTo>
                <a:lnTo>
                  <a:pt x="0" y="0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5" name=""/>
          <p:cNvSpPr/>
          <p:nvPr/>
        </p:nvSpPr>
        <p:spPr>
          <a:xfrm>
            <a:off x="5287680" y="3089160"/>
            <a:ext cx="88920" cy="88920"/>
          </a:xfrm>
          <a:custGeom>
            <a:avLst/>
            <a:gdLst/>
            <a:ahLst/>
            <a:rect l="0" t="0" r="r" b="b"/>
            <a:pathLst>
              <a:path w="247" h="247">
                <a:moveTo>
                  <a:pt x="34" y="17"/>
                </a:moveTo>
                <a:lnTo>
                  <a:pt x="53" y="27"/>
                </a:lnTo>
                <a:lnTo>
                  <a:pt x="44" y="46"/>
                </a:lnTo>
                <a:lnTo>
                  <a:pt x="25" y="36"/>
                </a:lnTo>
                <a:lnTo>
                  <a:pt x="34" y="17"/>
                </a:lnTo>
                <a:moveTo>
                  <a:pt x="53" y="27"/>
                </a:moveTo>
                <a:lnTo>
                  <a:pt x="72" y="36"/>
                </a:lnTo>
                <a:lnTo>
                  <a:pt x="63" y="55"/>
                </a:lnTo>
                <a:lnTo>
                  <a:pt x="44" y="46"/>
                </a:lnTo>
                <a:lnTo>
                  <a:pt x="53" y="27"/>
                </a:lnTo>
                <a:moveTo>
                  <a:pt x="72" y="36"/>
                </a:moveTo>
                <a:lnTo>
                  <a:pt x="91" y="46"/>
                </a:lnTo>
                <a:lnTo>
                  <a:pt x="82" y="65"/>
                </a:lnTo>
                <a:lnTo>
                  <a:pt x="63" y="55"/>
                </a:lnTo>
                <a:lnTo>
                  <a:pt x="72" y="36"/>
                </a:lnTo>
                <a:moveTo>
                  <a:pt x="91" y="46"/>
                </a:moveTo>
                <a:lnTo>
                  <a:pt x="110" y="55"/>
                </a:lnTo>
                <a:lnTo>
                  <a:pt x="100" y="74"/>
                </a:lnTo>
                <a:lnTo>
                  <a:pt x="82" y="65"/>
                </a:lnTo>
                <a:lnTo>
                  <a:pt x="91" y="46"/>
                </a:lnTo>
                <a:moveTo>
                  <a:pt x="110" y="55"/>
                </a:moveTo>
                <a:lnTo>
                  <a:pt x="129" y="65"/>
                </a:lnTo>
                <a:lnTo>
                  <a:pt x="119" y="84"/>
                </a:lnTo>
                <a:lnTo>
                  <a:pt x="100" y="74"/>
                </a:lnTo>
                <a:lnTo>
                  <a:pt x="110" y="55"/>
                </a:lnTo>
                <a:moveTo>
                  <a:pt x="129" y="65"/>
                </a:moveTo>
                <a:lnTo>
                  <a:pt x="149" y="74"/>
                </a:lnTo>
                <a:lnTo>
                  <a:pt x="139" y="93"/>
                </a:lnTo>
                <a:lnTo>
                  <a:pt x="119" y="84"/>
                </a:lnTo>
                <a:lnTo>
                  <a:pt x="129" y="65"/>
                </a:lnTo>
                <a:moveTo>
                  <a:pt x="149" y="74"/>
                </a:moveTo>
                <a:lnTo>
                  <a:pt x="168" y="84"/>
                </a:lnTo>
                <a:lnTo>
                  <a:pt x="158" y="103"/>
                </a:lnTo>
                <a:lnTo>
                  <a:pt x="139" y="93"/>
                </a:lnTo>
                <a:lnTo>
                  <a:pt x="149" y="74"/>
                </a:lnTo>
                <a:moveTo>
                  <a:pt x="168" y="84"/>
                </a:moveTo>
                <a:lnTo>
                  <a:pt x="187" y="93"/>
                </a:lnTo>
                <a:lnTo>
                  <a:pt x="177" y="112"/>
                </a:lnTo>
                <a:lnTo>
                  <a:pt x="158" y="103"/>
                </a:lnTo>
                <a:lnTo>
                  <a:pt x="168" y="84"/>
                </a:lnTo>
                <a:moveTo>
                  <a:pt x="187" y="93"/>
                </a:moveTo>
                <a:lnTo>
                  <a:pt x="206" y="103"/>
                </a:lnTo>
                <a:lnTo>
                  <a:pt x="196" y="123"/>
                </a:lnTo>
                <a:lnTo>
                  <a:pt x="177" y="112"/>
                </a:lnTo>
                <a:lnTo>
                  <a:pt x="187" y="93"/>
                </a:lnTo>
                <a:moveTo>
                  <a:pt x="206" y="103"/>
                </a:moveTo>
                <a:lnTo>
                  <a:pt x="225" y="112"/>
                </a:lnTo>
                <a:lnTo>
                  <a:pt x="215" y="132"/>
                </a:lnTo>
                <a:lnTo>
                  <a:pt x="196" y="123"/>
                </a:lnTo>
                <a:lnTo>
                  <a:pt x="206" y="103"/>
                </a:lnTo>
                <a:moveTo>
                  <a:pt x="225" y="112"/>
                </a:moveTo>
                <a:lnTo>
                  <a:pt x="247" y="124"/>
                </a:lnTo>
                <a:lnTo>
                  <a:pt x="212" y="142"/>
                </a:lnTo>
                <a:lnTo>
                  <a:pt x="203" y="123"/>
                </a:lnTo>
                <a:lnTo>
                  <a:pt x="218" y="114"/>
                </a:lnTo>
                <a:lnTo>
                  <a:pt x="223" y="124"/>
                </a:lnTo>
                <a:lnTo>
                  <a:pt x="218" y="134"/>
                </a:lnTo>
                <a:lnTo>
                  <a:pt x="215" y="132"/>
                </a:lnTo>
                <a:lnTo>
                  <a:pt x="225" y="112"/>
                </a:lnTo>
                <a:moveTo>
                  <a:pt x="212" y="142"/>
                </a:moveTo>
                <a:lnTo>
                  <a:pt x="194" y="151"/>
                </a:lnTo>
                <a:lnTo>
                  <a:pt x="184" y="132"/>
                </a:lnTo>
                <a:lnTo>
                  <a:pt x="203" y="123"/>
                </a:lnTo>
                <a:lnTo>
                  <a:pt x="212" y="142"/>
                </a:lnTo>
                <a:moveTo>
                  <a:pt x="194" y="151"/>
                </a:moveTo>
                <a:lnTo>
                  <a:pt x="175" y="160"/>
                </a:lnTo>
                <a:lnTo>
                  <a:pt x="165" y="142"/>
                </a:lnTo>
                <a:lnTo>
                  <a:pt x="184" y="132"/>
                </a:lnTo>
                <a:lnTo>
                  <a:pt x="194" y="151"/>
                </a:lnTo>
                <a:moveTo>
                  <a:pt x="175" y="160"/>
                </a:moveTo>
                <a:lnTo>
                  <a:pt x="156" y="170"/>
                </a:lnTo>
                <a:lnTo>
                  <a:pt x="146" y="151"/>
                </a:lnTo>
                <a:lnTo>
                  <a:pt x="165" y="142"/>
                </a:lnTo>
                <a:lnTo>
                  <a:pt x="175" y="160"/>
                </a:lnTo>
                <a:moveTo>
                  <a:pt x="156" y="170"/>
                </a:moveTo>
                <a:lnTo>
                  <a:pt x="137" y="179"/>
                </a:lnTo>
                <a:lnTo>
                  <a:pt x="126" y="160"/>
                </a:lnTo>
                <a:lnTo>
                  <a:pt x="146" y="151"/>
                </a:lnTo>
                <a:lnTo>
                  <a:pt x="156" y="170"/>
                </a:lnTo>
                <a:moveTo>
                  <a:pt x="137" y="179"/>
                </a:moveTo>
                <a:lnTo>
                  <a:pt x="117" y="189"/>
                </a:lnTo>
                <a:lnTo>
                  <a:pt x="107" y="170"/>
                </a:lnTo>
                <a:lnTo>
                  <a:pt x="126" y="160"/>
                </a:lnTo>
                <a:lnTo>
                  <a:pt x="137" y="179"/>
                </a:lnTo>
                <a:moveTo>
                  <a:pt x="117" y="189"/>
                </a:moveTo>
                <a:lnTo>
                  <a:pt x="98" y="198"/>
                </a:lnTo>
                <a:lnTo>
                  <a:pt x="88" y="179"/>
                </a:lnTo>
                <a:lnTo>
                  <a:pt x="107" y="170"/>
                </a:lnTo>
                <a:lnTo>
                  <a:pt x="117" y="189"/>
                </a:lnTo>
                <a:moveTo>
                  <a:pt x="98" y="198"/>
                </a:moveTo>
                <a:lnTo>
                  <a:pt x="79" y="208"/>
                </a:lnTo>
                <a:lnTo>
                  <a:pt x="69" y="189"/>
                </a:lnTo>
                <a:lnTo>
                  <a:pt x="88" y="179"/>
                </a:lnTo>
                <a:lnTo>
                  <a:pt x="98" y="198"/>
                </a:lnTo>
                <a:moveTo>
                  <a:pt x="79" y="208"/>
                </a:moveTo>
                <a:lnTo>
                  <a:pt x="60" y="217"/>
                </a:lnTo>
                <a:lnTo>
                  <a:pt x="51" y="198"/>
                </a:lnTo>
                <a:lnTo>
                  <a:pt x="69" y="189"/>
                </a:lnTo>
                <a:lnTo>
                  <a:pt x="79" y="208"/>
                </a:lnTo>
                <a:moveTo>
                  <a:pt x="60" y="217"/>
                </a:moveTo>
                <a:lnTo>
                  <a:pt x="41" y="227"/>
                </a:lnTo>
                <a:lnTo>
                  <a:pt x="32" y="208"/>
                </a:lnTo>
                <a:lnTo>
                  <a:pt x="51" y="198"/>
                </a:lnTo>
                <a:lnTo>
                  <a:pt x="60" y="217"/>
                </a:lnTo>
                <a:moveTo>
                  <a:pt x="41" y="227"/>
                </a:moveTo>
                <a:lnTo>
                  <a:pt x="22" y="236"/>
                </a:lnTo>
                <a:lnTo>
                  <a:pt x="13" y="217"/>
                </a:lnTo>
                <a:lnTo>
                  <a:pt x="32" y="208"/>
                </a:lnTo>
                <a:lnTo>
                  <a:pt x="41" y="227"/>
                </a:lnTo>
                <a:moveTo>
                  <a:pt x="22" y="236"/>
                </a:moveTo>
                <a:lnTo>
                  <a:pt x="0" y="247"/>
                </a:lnTo>
                <a:lnTo>
                  <a:pt x="0" y="217"/>
                </a:lnTo>
                <a:lnTo>
                  <a:pt x="21" y="217"/>
                </a:lnTo>
                <a:lnTo>
                  <a:pt x="21" y="230"/>
                </a:lnTo>
                <a:lnTo>
                  <a:pt x="11" y="230"/>
                </a:lnTo>
                <a:lnTo>
                  <a:pt x="6" y="221"/>
                </a:lnTo>
                <a:lnTo>
                  <a:pt x="13" y="217"/>
                </a:lnTo>
                <a:lnTo>
                  <a:pt x="22" y="236"/>
                </a:lnTo>
                <a:moveTo>
                  <a:pt x="0" y="217"/>
                </a:moveTo>
                <a:lnTo>
                  <a:pt x="0" y="195"/>
                </a:lnTo>
                <a:lnTo>
                  <a:pt x="21" y="195"/>
                </a:lnTo>
                <a:lnTo>
                  <a:pt x="21" y="217"/>
                </a:lnTo>
                <a:lnTo>
                  <a:pt x="0" y="217"/>
                </a:lnTo>
                <a:moveTo>
                  <a:pt x="0" y="195"/>
                </a:moveTo>
                <a:lnTo>
                  <a:pt x="0" y="174"/>
                </a:lnTo>
                <a:lnTo>
                  <a:pt x="21" y="174"/>
                </a:lnTo>
                <a:lnTo>
                  <a:pt x="21" y="195"/>
                </a:lnTo>
                <a:lnTo>
                  <a:pt x="0" y="195"/>
                </a:lnTo>
                <a:moveTo>
                  <a:pt x="0" y="174"/>
                </a:moveTo>
                <a:lnTo>
                  <a:pt x="0" y="153"/>
                </a:lnTo>
                <a:lnTo>
                  <a:pt x="21" y="153"/>
                </a:lnTo>
                <a:lnTo>
                  <a:pt x="21" y="174"/>
                </a:lnTo>
                <a:lnTo>
                  <a:pt x="0" y="174"/>
                </a:lnTo>
                <a:moveTo>
                  <a:pt x="0" y="153"/>
                </a:moveTo>
                <a:lnTo>
                  <a:pt x="0" y="132"/>
                </a:lnTo>
                <a:lnTo>
                  <a:pt x="21" y="132"/>
                </a:lnTo>
                <a:lnTo>
                  <a:pt x="21" y="153"/>
                </a:lnTo>
                <a:lnTo>
                  <a:pt x="0" y="153"/>
                </a:lnTo>
                <a:moveTo>
                  <a:pt x="0" y="132"/>
                </a:moveTo>
                <a:lnTo>
                  <a:pt x="0" y="110"/>
                </a:lnTo>
                <a:lnTo>
                  <a:pt x="21" y="110"/>
                </a:lnTo>
                <a:lnTo>
                  <a:pt x="21" y="132"/>
                </a:lnTo>
                <a:lnTo>
                  <a:pt x="0" y="132"/>
                </a:lnTo>
                <a:moveTo>
                  <a:pt x="0" y="110"/>
                </a:moveTo>
                <a:lnTo>
                  <a:pt x="0" y="89"/>
                </a:lnTo>
                <a:lnTo>
                  <a:pt x="21" y="89"/>
                </a:lnTo>
                <a:lnTo>
                  <a:pt x="21" y="110"/>
                </a:lnTo>
                <a:lnTo>
                  <a:pt x="0" y="110"/>
                </a:lnTo>
                <a:moveTo>
                  <a:pt x="0" y="89"/>
                </a:moveTo>
                <a:lnTo>
                  <a:pt x="0" y="67"/>
                </a:lnTo>
                <a:lnTo>
                  <a:pt x="21" y="67"/>
                </a:lnTo>
                <a:lnTo>
                  <a:pt x="21" y="89"/>
                </a:lnTo>
                <a:lnTo>
                  <a:pt x="0" y="89"/>
                </a:lnTo>
                <a:moveTo>
                  <a:pt x="0" y="67"/>
                </a:moveTo>
                <a:lnTo>
                  <a:pt x="0" y="46"/>
                </a:lnTo>
                <a:lnTo>
                  <a:pt x="21" y="46"/>
                </a:lnTo>
                <a:lnTo>
                  <a:pt x="21" y="67"/>
                </a:lnTo>
                <a:lnTo>
                  <a:pt x="0" y="67"/>
                </a:lnTo>
                <a:moveTo>
                  <a:pt x="0" y="46"/>
                </a:moveTo>
                <a:lnTo>
                  <a:pt x="0" y="25"/>
                </a:lnTo>
                <a:lnTo>
                  <a:pt x="21" y="25"/>
                </a:lnTo>
                <a:lnTo>
                  <a:pt x="21" y="46"/>
                </a:lnTo>
                <a:lnTo>
                  <a:pt x="0" y="46"/>
                </a:lnTo>
                <a:moveTo>
                  <a:pt x="0" y="25"/>
                </a:moveTo>
                <a:lnTo>
                  <a:pt x="0" y="0"/>
                </a:lnTo>
                <a:lnTo>
                  <a:pt x="34" y="17"/>
                </a:lnTo>
                <a:lnTo>
                  <a:pt x="25" y="36"/>
                </a:lnTo>
                <a:lnTo>
                  <a:pt x="6" y="27"/>
                </a:lnTo>
                <a:lnTo>
                  <a:pt x="11" y="17"/>
                </a:lnTo>
                <a:lnTo>
                  <a:pt x="21" y="17"/>
                </a:lnTo>
                <a:lnTo>
                  <a:pt x="21" y="25"/>
                </a:lnTo>
                <a:lnTo>
                  <a:pt x="0" y="25"/>
                </a:lnTo>
                <a:close/>
              </a:path>
            </a:pathLst>
          </a:custGeom>
          <a:solidFill>
            <a:srgbClr val="d4a01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6" name=""/>
          <p:cNvSpPr/>
          <p:nvPr/>
        </p:nvSpPr>
        <p:spPr>
          <a:xfrm>
            <a:off x="29682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7" name=""/>
          <p:cNvSpPr/>
          <p:nvPr/>
        </p:nvSpPr>
        <p:spPr>
          <a:xfrm>
            <a:off x="2968200" y="92376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8" name=""/>
          <p:cNvSpPr txBox="1"/>
          <p:nvPr/>
        </p:nvSpPr>
        <p:spPr>
          <a:xfrm>
            <a:off x="457200" y="627840"/>
            <a:ext cx="4593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Van al die stromen leggen we er nu drie vast, tussen vier systemen.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69" name=""/>
          <p:cNvSpPr txBox="1"/>
          <p:nvPr/>
        </p:nvSpPr>
        <p:spPr>
          <a:xfrm>
            <a:off x="2968200" y="94428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0" name=""/>
          <p:cNvSpPr/>
          <p:nvPr/>
        </p:nvSpPr>
        <p:spPr>
          <a:xfrm>
            <a:off x="2840040" y="191448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1" name=""/>
          <p:cNvSpPr/>
          <p:nvPr/>
        </p:nvSpPr>
        <p:spPr>
          <a:xfrm>
            <a:off x="2840040" y="1914480"/>
            <a:ext cx="1819440" cy="457560"/>
          </a:xfrm>
          <a:custGeom>
            <a:avLst/>
            <a:gdLst/>
            <a:ahLst/>
            <a:rect l="0" t="0" r="r" b="b"/>
            <a:pathLst>
              <a:path w="5054" h="1271">
                <a:moveTo>
                  <a:pt x="0" y="0"/>
                </a:moveTo>
                <a:lnTo>
                  <a:pt x="5054" y="0"/>
                </a:lnTo>
                <a:lnTo>
                  <a:pt x="5054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2" name=""/>
          <p:cNvSpPr txBox="1"/>
          <p:nvPr/>
        </p:nvSpPr>
        <p:spPr>
          <a:xfrm>
            <a:off x="3345120" y="1172880"/>
            <a:ext cx="8067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aanbod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3" name=""/>
          <p:cNvSpPr txBox="1"/>
          <p:nvPr/>
        </p:nvSpPr>
        <p:spPr>
          <a:xfrm>
            <a:off x="2944080" y="1935000"/>
            <a:ext cx="16099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4" name=""/>
          <p:cNvSpPr/>
          <p:nvPr/>
        </p:nvSpPr>
        <p:spPr>
          <a:xfrm>
            <a:off x="2968200" y="290484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5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5" name=""/>
          <p:cNvSpPr/>
          <p:nvPr/>
        </p:nvSpPr>
        <p:spPr>
          <a:xfrm>
            <a:off x="2968200" y="2904840"/>
            <a:ext cx="1562400" cy="457560"/>
          </a:xfrm>
          <a:custGeom>
            <a:avLst/>
            <a:gdLst/>
            <a:ahLst/>
            <a:rect l="0" t="0" r="r" b="b"/>
            <a:pathLst>
              <a:path w="4340" h="1271">
                <a:moveTo>
                  <a:pt x="0" y="0"/>
                </a:moveTo>
                <a:lnTo>
                  <a:pt x="4340" y="0"/>
                </a:lnTo>
                <a:lnTo>
                  <a:pt x="4340" y="1271"/>
                </a:lnTo>
                <a:lnTo>
                  <a:pt x="0" y="1271"/>
                </a:lnTo>
                <a:lnTo>
                  <a:pt x="0" y="0"/>
                </a:lnTo>
                <a:close/>
              </a:path>
            </a:pathLst>
          </a:custGeom>
          <a:solidFill>
            <a:srgbClr val="e8e8e8">
              <a:alpha val="80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6" name=""/>
          <p:cNvSpPr txBox="1"/>
          <p:nvPr/>
        </p:nvSpPr>
        <p:spPr>
          <a:xfrm>
            <a:off x="2840040" y="2163600"/>
            <a:ext cx="1821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verbintenis en resultaat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7" name=""/>
          <p:cNvSpPr txBox="1"/>
          <p:nvPr/>
        </p:nvSpPr>
        <p:spPr>
          <a:xfrm>
            <a:off x="2968200" y="2925720"/>
            <a:ext cx="1561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speciﬁcatiestructuur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8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d9f2e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79" name=""/>
          <p:cNvSpPr/>
          <p:nvPr/>
        </p:nvSpPr>
        <p:spPr>
          <a:xfrm>
            <a:off x="533160" y="1885680"/>
            <a:ext cx="2068920" cy="514800"/>
          </a:xfrm>
          <a:custGeom>
            <a:avLst/>
            <a:gdLst/>
            <a:ahLst/>
            <a:rect l="0" t="0" r="r" b="b"/>
            <a:pathLst>
              <a:path w="5747" h="1430">
                <a:moveTo>
                  <a:pt x="0" y="0"/>
                </a:moveTo>
                <a:lnTo>
                  <a:pt x="5747" y="0"/>
                </a:lnTo>
                <a:lnTo>
                  <a:pt x="5747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18720">
            <a:solidFill>
              <a:srgbClr val="0e9e7e"/>
            </a:solidFill>
            <a:miter/>
          </a:ln>
        </p:spPr>
        <p:txBody>
          <a:bodyPr lIns="9360" rIns="9360" tIns="9360" bIns="936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0" name=""/>
          <p:cNvSpPr txBox="1"/>
          <p:nvPr/>
        </p:nvSpPr>
        <p:spPr>
          <a:xfrm>
            <a:off x="3225240" y="3154320"/>
            <a:ext cx="10537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333333"/>
                </a:solidFill>
                <a:latin typeface="DejaVuSans"/>
                <a:ea typeface="DejaVuSans"/>
              </a:rPr>
              <a:t>en leermiddel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1" name=""/>
          <p:cNvSpPr/>
          <p:nvPr/>
        </p:nvSpPr>
        <p:spPr>
          <a:xfrm>
            <a:off x="50508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2" name=""/>
          <p:cNvSpPr/>
          <p:nvPr/>
        </p:nvSpPr>
        <p:spPr>
          <a:xfrm>
            <a:off x="5050800" y="895320"/>
            <a:ext cx="2292840" cy="514440"/>
          </a:xfrm>
          <a:custGeom>
            <a:avLst/>
            <a:gdLst/>
            <a:ahLst/>
            <a:rect l="0" t="0" r="r" b="b"/>
            <a:pathLst>
              <a:path w="6369" h="1429">
                <a:moveTo>
                  <a:pt x="0" y="0"/>
                </a:moveTo>
                <a:lnTo>
                  <a:pt x="6369" y="0"/>
                </a:lnTo>
                <a:lnTo>
                  <a:pt x="6369" y="1429"/>
                </a:lnTo>
                <a:lnTo>
                  <a:pt x="0" y="1429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3" name=""/>
          <p:cNvSpPr txBox="1"/>
          <p:nvPr/>
        </p:nvSpPr>
        <p:spPr>
          <a:xfrm>
            <a:off x="819000" y="2049480"/>
            <a:ext cx="149580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0f3b2e"/>
                </a:solidFill>
                <a:latin typeface="DejaVuSans"/>
                <a:ea typeface="DejaVuSans"/>
              </a:rPr>
              <a:t>Onderwijscatalogus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4" name=""/>
          <p:cNvSpPr/>
          <p:nvPr/>
        </p:nvSpPr>
        <p:spPr>
          <a:xfrm>
            <a:off x="48970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5" name=""/>
          <p:cNvSpPr/>
          <p:nvPr/>
        </p:nvSpPr>
        <p:spPr>
          <a:xfrm>
            <a:off x="4897080" y="1885680"/>
            <a:ext cx="2600280" cy="514800"/>
          </a:xfrm>
          <a:custGeom>
            <a:avLst/>
            <a:gdLst/>
            <a:ahLst/>
            <a:rect l="0" t="0" r="r" b="b"/>
            <a:pathLst>
              <a:path w="7223" h="1430">
                <a:moveTo>
                  <a:pt x="0" y="0"/>
                </a:moveTo>
                <a:lnTo>
                  <a:pt x="7223" y="0"/>
                </a:lnTo>
                <a:lnTo>
                  <a:pt x="7223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6" name=""/>
          <p:cNvSpPr txBox="1"/>
          <p:nvPr/>
        </p:nvSpPr>
        <p:spPr>
          <a:xfrm>
            <a:off x="5337000" y="1058760"/>
            <a:ext cx="17211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Planning en roostering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7" name=""/>
          <p:cNvSpPr/>
          <p:nvPr/>
        </p:nvSpPr>
        <p:spPr>
          <a:xfrm>
            <a:off x="5367600" y="287640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solidFill>
            <a:srgbClr val="e9edf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8" name=""/>
          <p:cNvSpPr/>
          <p:nvPr/>
        </p:nvSpPr>
        <p:spPr>
          <a:xfrm>
            <a:off x="5367600" y="2876400"/>
            <a:ext cx="1659240" cy="514800"/>
          </a:xfrm>
          <a:custGeom>
            <a:avLst/>
            <a:gdLst/>
            <a:ahLst/>
            <a:rect l="0" t="0" r="r" b="b"/>
            <a:pathLst>
              <a:path w="4609" h="1430">
                <a:moveTo>
                  <a:pt x="0" y="0"/>
                </a:moveTo>
                <a:lnTo>
                  <a:pt x="4609" y="0"/>
                </a:lnTo>
                <a:lnTo>
                  <a:pt x="4609" y="1430"/>
                </a:lnTo>
                <a:lnTo>
                  <a:pt x="0" y="1430"/>
                </a:lnTo>
                <a:lnTo>
                  <a:pt x="0" y="0"/>
                </a:lnTo>
                <a:close/>
              </a:path>
            </a:pathLst>
          </a:custGeom>
          <a:noFill/>
          <a:ln w="9360">
            <a:solidFill>
              <a:srgbClr val="94a3b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89" name=""/>
          <p:cNvSpPr txBox="1"/>
          <p:nvPr/>
        </p:nvSpPr>
        <p:spPr>
          <a:xfrm>
            <a:off x="5182920" y="2049480"/>
            <a:ext cx="20275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Studentinformatiesysteem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0" name=""/>
          <p:cNvSpPr/>
          <p:nvPr/>
        </p:nvSpPr>
        <p:spPr>
          <a:xfrm>
            <a:off x="45684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2" y="184"/>
                  <a:pt x="5" y="170"/>
                </a:cubicBezTo>
                <a:cubicBezTo>
                  <a:pt x="7" y="157"/>
                  <a:pt x="11" y="143"/>
                  <a:pt x="17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3" y="72"/>
                  <a:pt x="62" y="62"/>
                </a:cubicBezTo>
                <a:cubicBezTo>
                  <a:pt x="72" y="52"/>
                  <a:pt x="83" y="43"/>
                  <a:pt x="95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1" y="4"/>
                </a:cubicBezTo>
                <a:cubicBezTo>
                  <a:pt x="185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9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7" y="72"/>
                  <a:pt x="5356" y="82"/>
                  <a:pt x="5363" y="94"/>
                </a:cubicBezTo>
                <a:cubicBezTo>
                  <a:pt x="5371" y="106"/>
                  <a:pt x="5378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8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8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8" y="1947"/>
                  <a:pt x="5371" y="1959"/>
                  <a:pt x="5363" y="1971"/>
                </a:cubicBezTo>
                <a:cubicBezTo>
                  <a:pt x="5356" y="1982"/>
                  <a:pt x="5347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9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5" y="2063"/>
                  <a:pt x="171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5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3" y="1993"/>
                  <a:pt x="44" y="1982"/>
                  <a:pt x="36" y="1971"/>
                </a:cubicBezTo>
                <a:cubicBezTo>
                  <a:pt x="28" y="1959"/>
                  <a:pt x="22" y="1947"/>
                  <a:pt x="17" y="1934"/>
                </a:cubicBezTo>
                <a:cubicBezTo>
                  <a:pt x="11" y="1921"/>
                  <a:pt x="7" y="1908"/>
                  <a:pt x="5" y="1894"/>
                </a:cubicBezTo>
                <a:cubicBezTo>
                  <a:pt x="2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1" name=""/>
          <p:cNvSpPr txBox="1"/>
          <p:nvPr/>
        </p:nvSpPr>
        <p:spPr>
          <a:xfrm>
            <a:off x="5653440" y="3039840"/>
            <a:ext cx="10933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f2937"/>
                </a:solidFill>
                <a:latin typeface="DejaVuSans"/>
                <a:ea typeface="DejaVuSans"/>
              </a:rPr>
              <a:t>Leeromgeving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2" name=""/>
          <p:cNvSpPr txBox="1"/>
          <p:nvPr/>
        </p:nvSpPr>
        <p:spPr>
          <a:xfrm>
            <a:off x="571320" y="3680280"/>
            <a:ext cx="15354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0e9e7e"/>
                </a:solidFill>
                <a:latin typeface="Arial"/>
                <a:ea typeface="Arial"/>
              </a:rPr>
              <a:t>Speciﬁcatiestructuur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3" name=""/>
          <p:cNvSpPr txBox="1"/>
          <p:nvPr/>
        </p:nvSpPr>
        <p:spPr>
          <a:xfrm>
            <a:off x="571320" y="3884400"/>
            <a:ext cx="16909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een opleiding inhoudt,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4" name=""/>
          <p:cNvSpPr/>
          <p:nvPr/>
        </p:nvSpPr>
        <p:spPr>
          <a:xfrm>
            <a:off x="250488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1" y="118"/>
                  <a:pt x="28" y="106"/>
                  <a:pt x="36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4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2" y="131"/>
                </a:cubicBezTo>
                <a:cubicBezTo>
                  <a:pt x="5388" y="143"/>
                  <a:pt x="5392" y="157"/>
                  <a:pt x="5394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4" y="1894"/>
                </a:cubicBezTo>
                <a:cubicBezTo>
                  <a:pt x="5392" y="1908"/>
                  <a:pt x="5388" y="1921"/>
                  <a:pt x="5382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4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3" y="1982"/>
                  <a:pt x="36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5" name=""/>
          <p:cNvSpPr txBox="1"/>
          <p:nvPr/>
        </p:nvSpPr>
        <p:spPr>
          <a:xfrm>
            <a:off x="571320" y="4056120"/>
            <a:ext cx="1785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uitgedrukt in leeruitkomsten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6" name=""/>
          <p:cNvSpPr txBox="1"/>
          <p:nvPr/>
        </p:nvSpPr>
        <p:spPr>
          <a:xfrm>
            <a:off x="2619000" y="3680280"/>
            <a:ext cx="55548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2e86c1"/>
                </a:solidFill>
                <a:latin typeface="Arial"/>
                <a:ea typeface="Arial"/>
              </a:rPr>
              <a:t>Aanbod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7" name=""/>
          <p:cNvSpPr txBox="1"/>
          <p:nvPr/>
        </p:nvSpPr>
        <p:spPr>
          <a:xfrm>
            <a:off x="2619000" y="3884400"/>
            <a:ext cx="17866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Wanneer het draait, hoeveel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8" name=""/>
          <p:cNvSpPr/>
          <p:nvPr/>
        </p:nvSpPr>
        <p:spPr>
          <a:xfrm>
            <a:off x="4552920" y="3562200"/>
            <a:ext cx="1943280" cy="743400"/>
          </a:xfrm>
          <a:custGeom>
            <a:avLst/>
            <a:gdLst/>
            <a:ahLst/>
            <a:rect l="0" t="0" r="r" b="b"/>
            <a:pathLst>
              <a:path w="5398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6" y="157"/>
                  <a:pt x="10" y="143"/>
                  <a:pt x="16" y="131"/>
                </a:cubicBezTo>
                <a:cubicBezTo>
                  <a:pt x="21" y="118"/>
                  <a:pt x="28" y="106"/>
                  <a:pt x="35" y="94"/>
                </a:cubicBezTo>
                <a:cubicBezTo>
                  <a:pt x="43" y="82"/>
                  <a:pt x="52" y="72"/>
                  <a:pt x="62" y="62"/>
                </a:cubicBezTo>
                <a:cubicBezTo>
                  <a:pt x="71" y="52"/>
                  <a:pt x="82" y="43"/>
                  <a:pt x="94" y="36"/>
                </a:cubicBezTo>
                <a:cubicBezTo>
                  <a:pt x="105" y="28"/>
                  <a:pt x="117" y="21"/>
                  <a:pt x="130" y="16"/>
                </a:cubicBezTo>
                <a:cubicBezTo>
                  <a:pt x="143" y="11"/>
                  <a:pt x="156" y="7"/>
                  <a:pt x="170" y="4"/>
                </a:cubicBezTo>
                <a:cubicBezTo>
                  <a:pt x="184" y="1"/>
                  <a:pt x="197" y="0"/>
                  <a:pt x="211" y="0"/>
                </a:cubicBezTo>
                <a:lnTo>
                  <a:pt x="5186" y="0"/>
                </a:lnTo>
                <a:cubicBezTo>
                  <a:pt x="5200" y="0"/>
                  <a:pt x="5214" y="1"/>
                  <a:pt x="5228" y="4"/>
                </a:cubicBezTo>
                <a:cubicBezTo>
                  <a:pt x="5241" y="7"/>
                  <a:pt x="5255" y="11"/>
                  <a:pt x="5267" y="16"/>
                </a:cubicBezTo>
                <a:cubicBezTo>
                  <a:pt x="5280" y="21"/>
                  <a:pt x="5292" y="28"/>
                  <a:pt x="5304" y="36"/>
                </a:cubicBezTo>
                <a:cubicBezTo>
                  <a:pt x="5316" y="43"/>
                  <a:pt x="5326" y="52"/>
                  <a:pt x="5336" y="62"/>
                </a:cubicBezTo>
                <a:cubicBezTo>
                  <a:pt x="5346" y="72"/>
                  <a:pt x="5355" y="82"/>
                  <a:pt x="5362" y="94"/>
                </a:cubicBezTo>
                <a:cubicBezTo>
                  <a:pt x="5370" y="106"/>
                  <a:pt x="5377" y="118"/>
                  <a:pt x="5382" y="131"/>
                </a:cubicBezTo>
                <a:cubicBezTo>
                  <a:pt x="5387" y="143"/>
                  <a:pt x="5391" y="157"/>
                  <a:pt x="5394" y="170"/>
                </a:cubicBezTo>
                <a:cubicBezTo>
                  <a:pt x="5397" y="184"/>
                  <a:pt x="5398" y="198"/>
                  <a:pt x="5398" y="212"/>
                </a:cubicBezTo>
                <a:lnTo>
                  <a:pt x="5398" y="1853"/>
                </a:lnTo>
                <a:cubicBezTo>
                  <a:pt x="5398" y="1867"/>
                  <a:pt x="5397" y="1881"/>
                  <a:pt x="5394" y="1894"/>
                </a:cubicBezTo>
                <a:cubicBezTo>
                  <a:pt x="5391" y="1908"/>
                  <a:pt x="5387" y="1921"/>
                  <a:pt x="5382" y="1934"/>
                </a:cubicBezTo>
                <a:cubicBezTo>
                  <a:pt x="5377" y="1947"/>
                  <a:pt x="5370" y="1959"/>
                  <a:pt x="5362" y="1971"/>
                </a:cubicBezTo>
                <a:cubicBezTo>
                  <a:pt x="5355" y="1982"/>
                  <a:pt x="5346" y="1993"/>
                  <a:pt x="5336" y="2003"/>
                </a:cubicBezTo>
                <a:cubicBezTo>
                  <a:pt x="5326" y="2012"/>
                  <a:pt x="5316" y="2021"/>
                  <a:pt x="5304" y="2029"/>
                </a:cubicBezTo>
                <a:cubicBezTo>
                  <a:pt x="5292" y="2037"/>
                  <a:pt x="5280" y="2043"/>
                  <a:pt x="5267" y="2049"/>
                </a:cubicBezTo>
                <a:cubicBezTo>
                  <a:pt x="5255" y="2054"/>
                  <a:pt x="5241" y="2058"/>
                  <a:pt x="5228" y="2061"/>
                </a:cubicBezTo>
                <a:cubicBezTo>
                  <a:pt x="5214" y="2063"/>
                  <a:pt x="5200" y="2065"/>
                  <a:pt x="5186" y="2065"/>
                </a:cubicBezTo>
                <a:lnTo>
                  <a:pt x="211" y="2065"/>
                </a:lnTo>
                <a:cubicBezTo>
                  <a:pt x="197" y="2065"/>
                  <a:pt x="184" y="2063"/>
                  <a:pt x="170" y="2061"/>
                </a:cubicBezTo>
                <a:cubicBezTo>
                  <a:pt x="156" y="2058"/>
                  <a:pt x="143" y="2054"/>
                  <a:pt x="130" y="2049"/>
                </a:cubicBezTo>
                <a:cubicBezTo>
                  <a:pt x="117" y="2043"/>
                  <a:pt x="105" y="2037"/>
                  <a:pt x="94" y="2029"/>
                </a:cubicBezTo>
                <a:cubicBezTo>
                  <a:pt x="82" y="2021"/>
                  <a:pt x="71" y="2012"/>
                  <a:pt x="62" y="2003"/>
                </a:cubicBezTo>
                <a:cubicBezTo>
                  <a:pt x="52" y="1993"/>
                  <a:pt x="43" y="1982"/>
                  <a:pt x="35" y="1971"/>
                </a:cubicBezTo>
                <a:cubicBezTo>
                  <a:pt x="28" y="1959"/>
                  <a:pt x="21" y="1947"/>
                  <a:pt x="16" y="1934"/>
                </a:cubicBezTo>
                <a:cubicBezTo>
                  <a:pt x="10" y="1921"/>
                  <a:pt x="6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299" name=""/>
          <p:cNvSpPr txBox="1"/>
          <p:nvPr/>
        </p:nvSpPr>
        <p:spPr>
          <a:xfrm>
            <a:off x="2619000" y="4056120"/>
            <a:ext cx="10692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plekken, met wie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0" name=""/>
          <p:cNvSpPr txBox="1"/>
          <p:nvPr/>
        </p:nvSpPr>
        <p:spPr>
          <a:xfrm>
            <a:off x="4666320" y="3680280"/>
            <a:ext cx="84960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7a5dba"/>
                </a:solidFill>
                <a:latin typeface="Arial"/>
                <a:ea typeface="Arial"/>
              </a:rPr>
              <a:t>Verbintenis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1" name=""/>
          <p:cNvSpPr txBox="1"/>
          <p:nvPr/>
        </p:nvSpPr>
        <p:spPr>
          <a:xfrm>
            <a:off x="4666320" y="3884400"/>
            <a:ext cx="149580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Welke student aan welk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2" name=""/>
          <p:cNvSpPr/>
          <p:nvPr/>
        </p:nvSpPr>
        <p:spPr>
          <a:xfrm>
            <a:off x="6600600" y="3562200"/>
            <a:ext cx="1943640" cy="743400"/>
          </a:xfrm>
          <a:custGeom>
            <a:avLst/>
            <a:gdLst/>
            <a:ahLst/>
            <a:rect l="0" t="0" r="r" b="b"/>
            <a:pathLst>
              <a:path w="5399" h="2065">
                <a:moveTo>
                  <a:pt x="0" y="1853"/>
                </a:moveTo>
                <a:lnTo>
                  <a:pt x="0" y="212"/>
                </a:lnTo>
                <a:cubicBezTo>
                  <a:pt x="0" y="198"/>
                  <a:pt x="1" y="184"/>
                  <a:pt x="4" y="170"/>
                </a:cubicBezTo>
                <a:cubicBezTo>
                  <a:pt x="7" y="157"/>
                  <a:pt x="11" y="143"/>
                  <a:pt x="16" y="131"/>
                </a:cubicBezTo>
                <a:cubicBezTo>
                  <a:pt x="22" y="118"/>
                  <a:pt x="28" y="106"/>
                  <a:pt x="36" y="94"/>
                </a:cubicBezTo>
                <a:cubicBezTo>
                  <a:pt x="44" y="82"/>
                  <a:pt x="52" y="72"/>
                  <a:pt x="62" y="62"/>
                </a:cubicBezTo>
                <a:cubicBezTo>
                  <a:pt x="72" y="52"/>
                  <a:pt x="83" y="43"/>
                  <a:pt x="94" y="36"/>
                </a:cubicBezTo>
                <a:cubicBezTo>
                  <a:pt x="106" y="28"/>
                  <a:pt x="118" y="21"/>
                  <a:pt x="131" y="16"/>
                </a:cubicBezTo>
                <a:cubicBezTo>
                  <a:pt x="144" y="11"/>
                  <a:pt x="157" y="7"/>
                  <a:pt x="170" y="4"/>
                </a:cubicBezTo>
                <a:cubicBezTo>
                  <a:pt x="184" y="1"/>
                  <a:pt x="198" y="0"/>
                  <a:pt x="212" y="0"/>
                </a:cubicBezTo>
                <a:lnTo>
                  <a:pt x="5187" y="0"/>
                </a:lnTo>
                <a:cubicBezTo>
                  <a:pt x="5201" y="0"/>
                  <a:pt x="5215" y="1"/>
                  <a:pt x="5228" y="4"/>
                </a:cubicBezTo>
                <a:cubicBezTo>
                  <a:pt x="5242" y="7"/>
                  <a:pt x="5255" y="11"/>
                  <a:pt x="5268" y="16"/>
                </a:cubicBezTo>
                <a:cubicBezTo>
                  <a:pt x="5281" y="21"/>
                  <a:pt x="5293" y="28"/>
                  <a:pt x="5305" y="36"/>
                </a:cubicBezTo>
                <a:cubicBezTo>
                  <a:pt x="5316" y="43"/>
                  <a:pt x="5327" y="52"/>
                  <a:pt x="5337" y="62"/>
                </a:cubicBezTo>
                <a:cubicBezTo>
                  <a:pt x="5346" y="72"/>
                  <a:pt x="5355" y="82"/>
                  <a:pt x="5363" y="94"/>
                </a:cubicBezTo>
                <a:cubicBezTo>
                  <a:pt x="5371" y="106"/>
                  <a:pt x="5377" y="118"/>
                  <a:pt x="5383" y="131"/>
                </a:cubicBezTo>
                <a:cubicBezTo>
                  <a:pt x="5388" y="143"/>
                  <a:pt x="5392" y="157"/>
                  <a:pt x="5395" y="170"/>
                </a:cubicBezTo>
                <a:cubicBezTo>
                  <a:pt x="5397" y="184"/>
                  <a:pt x="5399" y="198"/>
                  <a:pt x="5399" y="212"/>
                </a:cubicBezTo>
                <a:lnTo>
                  <a:pt x="5399" y="1853"/>
                </a:lnTo>
                <a:cubicBezTo>
                  <a:pt x="5399" y="1867"/>
                  <a:pt x="5397" y="1881"/>
                  <a:pt x="5395" y="1894"/>
                </a:cubicBezTo>
                <a:cubicBezTo>
                  <a:pt x="5392" y="1908"/>
                  <a:pt x="5388" y="1921"/>
                  <a:pt x="5383" y="1934"/>
                </a:cubicBezTo>
                <a:cubicBezTo>
                  <a:pt x="5377" y="1947"/>
                  <a:pt x="5371" y="1959"/>
                  <a:pt x="5363" y="1971"/>
                </a:cubicBezTo>
                <a:cubicBezTo>
                  <a:pt x="5355" y="1982"/>
                  <a:pt x="5346" y="1993"/>
                  <a:pt x="5337" y="2003"/>
                </a:cubicBezTo>
                <a:cubicBezTo>
                  <a:pt x="5327" y="2012"/>
                  <a:pt x="5316" y="2021"/>
                  <a:pt x="5305" y="2029"/>
                </a:cubicBezTo>
                <a:cubicBezTo>
                  <a:pt x="5293" y="2037"/>
                  <a:pt x="5281" y="2043"/>
                  <a:pt x="5268" y="2049"/>
                </a:cubicBezTo>
                <a:cubicBezTo>
                  <a:pt x="5255" y="2054"/>
                  <a:pt x="5242" y="2058"/>
                  <a:pt x="5228" y="2061"/>
                </a:cubicBezTo>
                <a:cubicBezTo>
                  <a:pt x="5215" y="2063"/>
                  <a:pt x="5201" y="2065"/>
                  <a:pt x="5187" y="2065"/>
                </a:cubicBezTo>
                <a:lnTo>
                  <a:pt x="212" y="2065"/>
                </a:lnTo>
                <a:cubicBezTo>
                  <a:pt x="198" y="2065"/>
                  <a:pt x="184" y="2063"/>
                  <a:pt x="170" y="2061"/>
                </a:cubicBezTo>
                <a:cubicBezTo>
                  <a:pt x="157" y="2058"/>
                  <a:pt x="144" y="2054"/>
                  <a:pt x="131" y="2049"/>
                </a:cubicBezTo>
                <a:cubicBezTo>
                  <a:pt x="118" y="2043"/>
                  <a:pt x="106" y="2037"/>
                  <a:pt x="94" y="2029"/>
                </a:cubicBezTo>
                <a:cubicBezTo>
                  <a:pt x="83" y="2021"/>
                  <a:pt x="72" y="2012"/>
                  <a:pt x="62" y="2003"/>
                </a:cubicBezTo>
                <a:cubicBezTo>
                  <a:pt x="52" y="1993"/>
                  <a:pt x="44" y="1982"/>
                  <a:pt x="36" y="1971"/>
                </a:cubicBezTo>
                <a:cubicBezTo>
                  <a:pt x="28" y="1959"/>
                  <a:pt x="22" y="1947"/>
                  <a:pt x="16" y="1934"/>
                </a:cubicBezTo>
                <a:cubicBezTo>
                  <a:pt x="11" y="1921"/>
                  <a:pt x="7" y="1908"/>
                  <a:pt x="4" y="1894"/>
                </a:cubicBezTo>
                <a:cubicBezTo>
                  <a:pt x="1" y="1881"/>
                  <a:pt x="0" y="1867"/>
                  <a:pt x="0" y="1853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3" name=""/>
          <p:cNvSpPr txBox="1"/>
          <p:nvPr/>
        </p:nvSpPr>
        <p:spPr>
          <a:xfrm>
            <a:off x="4666320" y="4056120"/>
            <a:ext cx="921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aanbod vastzit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4" name=""/>
          <p:cNvSpPr txBox="1"/>
          <p:nvPr/>
        </p:nvSpPr>
        <p:spPr>
          <a:xfrm>
            <a:off x="6713640" y="3680280"/>
            <a:ext cx="7016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e8912b"/>
                </a:solidFill>
                <a:latin typeface="Arial"/>
                <a:ea typeface="Arial"/>
              </a:rPr>
              <a:t>Resultaat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5" name=""/>
          <p:cNvSpPr/>
          <p:nvPr/>
        </p:nvSpPr>
        <p:spPr>
          <a:xfrm>
            <a:off x="456840" y="440028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6" name=""/>
          <p:cNvSpPr/>
          <p:nvPr/>
        </p:nvSpPr>
        <p:spPr>
          <a:xfrm>
            <a:off x="456840" y="440028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7" name=""/>
          <p:cNvSpPr/>
          <p:nvPr/>
        </p:nvSpPr>
        <p:spPr>
          <a:xfrm>
            <a:off x="456840" y="518148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8" name=""/>
          <p:cNvSpPr/>
          <p:nvPr/>
        </p:nvSpPr>
        <p:spPr>
          <a:xfrm>
            <a:off x="853416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09" name=""/>
          <p:cNvSpPr/>
          <p:nvPr/>
        </p:nvSpPr>
        <p:spPr>
          <a:xfrm>
            <a:off x="456840" y="440028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0" name=""/>
          <p:cNvSpPr txBox="1"/>
          <p:nvPr/>
        </p:nvSpPr>
        <p:spPr>
          <a:xfrm>
            <a:off x="6713640" y="3884400"/>
            <a:ext cx="1940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Wat die student heef t behaald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1" name=""/>
          <p:cNvSpPr txBox="1"/>
          <p:nvPr/>
        </p:nvSpPr>
        <p:spPr>
          <a:xfrm>
            <a:off x="634320" y="4609080"/>
            <a:ext cx="87577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Vier begrippen die in elk systeem hetzelfde moeten betekenen. Anders kan een student niet kiezen, inschrijven, leren en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3" name=""/>
          <p:cNvSpPr txBox="1"/>
          <p:nvPr/>
        </p:nvSpPr>
        <p:spPr>
          <a:xfrm>
            <a:off x="634320" y="4828320"/>
            <a:ext cx="323316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een resultaat halen over die systemen heen.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1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1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1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20" name=""/>
          <p:cNvSpPr txBox="1"/>
          <p:nvPr/>
        </p:nvSpPr>
        <p:spPr>
          <a:xfrm>
            <a:off x="439920" y="862920"/>
            <a:ext cx="62888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de afspraak op gang brengt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1" name=""/>
          <p:cNvSpPr/>
          <p:nvPr/>
        </p:nvSpPr>
        <p:spPr>
          <a:xfrm>
            <a:off x="461880" y="1738080"/>
            <a:ext cx="1791000" cy="1743480"/>
          </a:xfrm>
          <a:custGeom>
            <a:avLst/>
            <a:gdLst/>
            <a:ahLst/>
            <a:rect l="0" t="0" r="r" b="b"/>
            <a:pathLst>
              <a:path w="4975" h="4843">
                <a:moveTo>
                  <a:pt x="0" y="4645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9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4776" y="0"/>
                </a:lnTo>
                <a:cubicBezTo>
                  <a:pt x="4789" y="0"/>
                  <a:pt x="4802" y="1"/>
                  <a:pt x="4815" y="4"/>
                </a:cubicBezTo>
                <a:cubicBezTo>
                  <a:pt x="4828" y="7"/>
                  <a:pt x="4840" y="10"/>
                  <a:pt x="4852" y="15"/>
                </a:cubicBezTo>
                <a:cubicBezTo>
                  <a:pt x="4864" y="20"/>
                  <a:pt x="4876" y="26"/>
                  <a:pt x="4887" y="34"/>
                </a:cubicBezTo>
                <a:cubicBezTo>
                  <a:pt x="4898" y="41"/>
                  <a:pt x="4908" y="49"/>
                  <a:pt x="4917" y="58"/>
                </a:cubicBezTo>
                <a:cubicBezTo>
                  <a:pt x="4926" y="67"/>
                  <a:pt x="4934" y="78"/>
                  <a:pt x="4941" y="88"/>
                </a:cubicBezTo>
                <a:cubicBezTo>
                  <a:pt x="4949" y="99"/>
                  <a:pt x="4955" y="111"/>
                  <a:pt x="4960" y="123"/>
                </a:cubicBezTo>
                <a:cubicBezTo>
                  <a:pt x="4965" y="135"/>
                  <a:pt x="4969" y="147"/>
                  <a:pt x="4971" y="160"/>
                </a:cubicBezTo>
                <a:cubicBezTo>
                  <a:pt x="4974" y="173"/>
                  <a:pt x="4975" y="186"/>
                  <a:pt x="4975" y="199"/>
                </a:cubicBezTo>
                <a:lnTo>
                  <a:pt x="4975" y="4645"/>
                </a:lnTo>
                <a:cubicBezTo>
                  <a:pt x="4975" y="4658"/>
                  <a:pt x="4974" y="4671"/>
                  <a:pt x="4971" y="4683"/>
                </a:cubicBezTo>
                <a:cubicBezTo>
                  <a:pt x="4969" y="4696"/>
                  <a:pt x="4965" y="4708"/>
                  <a:pt x="4960" y="4721"/>
                </a:cubicBezTo>
                <a:cubicBezTo>
                  <a:pt x="4955" y="4733"/>
                  <a:pt x="4949" y="4744"/>
                  <a:pt x="4941" y="4755"/>
                </a:cubicBezTo>
                <a:cubicBezTo>
                  <a:pt x="4934" y="4766"/>
                  <a:pt x="4926" y="4776"/>
                  <a:pt x="4917" y="4785"/>
                </a:cubicBezTo>
                <a:cubicBezTo>
                  <a:pt x="4908" y="4794"/>
                  <a:pt x="4898" y="4802"/>
                  <a:pt x="4887" y="4810"/>
                </a:cubicBezTo>
                <a:cubicBezTo>
                  <a:pt x="4876" y="4817"/>
                  <a:pt x="4864" y="4823"/>
                  <a:pt x="4852" y="4828"/>
                </a:cubicBezTo>
                <a:cubicBezTo>
                  <a:pt x="4840" y="4833"/>
                  <a:pt x="4828" y="4837"/>
                  <a:pt x="4815" y="4839"/>
                </a:cubicBezTo>
                <a:cubicBezTo>
                  <a:pt x="4802" y="4842"/>
                  <a:pt x="4789" y="4843"/>
                  <a:pt x="4776" y="4843"/>
                </a:cubicBezTo>
                <a:lnTo>
                  <a:pt x="198" y="4843"/>
                </a:lnTo>
                <a:cubicBezTo>
                  <a:pt x="185" y="4843"/>
                  <a:pt x="172" y="4842"/>
                  <a:pt x="159" y="4839"/>
                </a:cubicBezTo>
                <a:cubicBezTo>
                  <a:pt x="147" y="4837"/>
                  <a:pt x="134" y="4833"/>
                  <a:pt x="122" y="4828"/>
                </a:cubicBezTo>
                <a:cubicBezTo>
                  <a:pt x="110" y="4823"/>
                  <a:pt x="99" y="4817"/>
                  <a:pt x="88" y="4810"/>
                </a:cubicBezTo>
                <a:cubicBezTo>
                  <a:pt x="77" y="4802"/>
                  <a:pt x="67" y="4794"/>
                  <a:pt x="58" y="4785"/>
                </a:cubicBezTo>
                <a:cubicBezTo>
                  <a:pt x="49" y="4776"/>
                  <a:pt x="40" y="4766"/>
                  <a:pt x="33" y="4755"/>
                </a:cubicBezTo>
                <a:cubicBezTo>
                  <a:pt x="26" y="4744"/>
                  <a:pt x="20" y="4733"/>
                  <a:pt x="15" y="4721"/>
                </a:cubicBezTo>
                <a:cubicBezTo>
                  <a:pt x="10" y="4708"/>
                  <a:pt x="6" y="4696"/>
                  <a:pt x="4" y="4683"/>
                </a:cubicBezTo>
                <a:cubicBezTo>
                  <a:pt x="1" y="4671"/>
                  <a:pt x="0" y="4658"/>
                  <a:pt x="0" y="4645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2" name=""/>
          <p:cNvSpPr/>
          <p:nvPr/>
        </p:nvSpPr>
        <p:spPr>
          <a:xfrm>
            <a:off x="466560" y="1742760"/>
            <a:ext cx="1781640" cy="1134000"/>
          </a:xfrm>
          <a:custGeom>
            <a:avLst/>
            <a:gdLst/>
            <a:ahLst/>
            <a:rect l="0" t="0" r="r" b="b"/>
            <a:pathLst>
              <a:path w="4949" h="3150">
                <a:moveTo>
                  <a:pt x="0" y="0"/>
                </a:moveTo>
                <a:lnTo>
                  <a:pt x="4949" y="0"/>
                </a:lnTo>
                <a:lnTo>
                  <a:pt x="4949" y="3150"/>
                </a:lnTo>
                <a:lnTo>
                  <a:pt x="0" y="3150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3" name=""/>
          <p:cNvSpPr txBox="1"/>
          <p:nvPr/>
        </p:nvSpPr>
        <p:spPr>
          <a:xfrm>
            <a:off x="457200" y="1422720"/>
            <a:ext cx="33429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6b7280"/>
                </a:solidFill>
                <a:latin typeface="Arial"/>
                <a:ea typeface="Arial"/>
              </a:rPr>
              <a:t>Boven wat er gebeurt, onder wat AI eraan toevoegt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4" name=""/>
          <p:cNvSpPr txBox="1"/>
          <p:nvPr/>
        </p:nvSpPr>
        <p:spPr>
          <a:xfrm>
            <a:off x="1335240" y="18698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1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5" name=""/>
          <p:cNvSpPr txBox="1"/>
          <p:nvPr/>
        </p:nvSpPr>
        <p:spPr>
          <a:xfrm>
            <a:off x="705240" y="2060640"/>
            <a:ext cx="15264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afspraak maken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6" name=""/>
          <p:cNvSpPr/>
          <p:nvPr/>
        </p:nvSpPr>
        <p:spPr>
          <a:xfrm>
            <a:off x="466560" y="2876400"/>
            <a:ext cx="1781640" cy="600480"/>
          </a:xfrm>
          <a:custGeom>
            <a:avLst/>
            <a:gdLst/>
            <a:ahLst/>
            <a:rect l="0" t="0" r="r" b="b"/>
            <a:pathLst>
              <a:path w="4949" h="1668">
                <a:moveTo>
                  <a:pt x="0" y="0"/>
                </a:moveTo>
                <a:lnTo>
                  <a:pt x="4949" y="0"/>
                </a:lnTo>
                <a:lnTo>
                  <a:pt x="4949" y="1668"/>
                </a:lnTo>
                <a:lnTo>
                  <a:pt x="0" y="166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7" name=""/>
          <p:cNvSpPr/>
          <p:nvPr/>
        </p:nvSpPr>
        <p:spPr>
          <a:xfrm>
            <a:off x="1228680" y="3028680"/>
            <a:ext cx="257400" cy="171720"/>
          </a:xfrm>
          <a:custGeom>
            <a:avLst/>
            <a:gdLst/>
            <a:ahLst/>
            <a:rect l="0" t="0" r="r" b="b"/>
            <a:pathLst>
              <a:path w="715" h="477">
                <a:moveTo>
                  <a:pt x="0" y="238"/>
                </a:moveTo>
                <a:cubicBezTo>
                  <a:pt x="0" y="223"/>
                  <a:pt x="1" y="207"/>
                  <a:pt x="4" y="192"/>
                </a:cubicBezTo>
                <a:cubicBezTo>
                  <a:pt x="7" y="177"/>
                  <a:pt x="12" y="162"/>
                  <a:pt x="18" y="147"/>
                </a:cubicBezTo>
                <a:cubicBezTo>
                  <a:pt x="24" y="133"/>
                  <a:pt x="31" y="119"/>
                  <a:pt x="40" y="106"/>
                </a:cubicBezTo>
                <a:cubicBezTo>
                  <a:pt x="48" y="93"/>
                  <a:pt x="58" y="81"/>
                  <a:pt x="69" y="70"/>
                </a:cubicBezTo>
                <a:cubicBezTo>
                  <a:pt x="80" y="59"/>
                  <a:pt x="92" y="49"/>
                  <a:pt x="105" y="40"/>
                </a:cubicBezTo>
                <a:cubicBezTo>
                  <a:pt x="118" y="32"/>
                  <a:pt x="132" y="24"/>
                  <a:pt x="147" y="18"/>
                </a:cubicBezTo>
                <a:cubicBezTo>
                  <a:pt x="161" y="12"/>
                  <a:pt x="176" y="8"/>
                  <a:pt x="191" y="5"/>
                </a:cubicBezTo>
                <a:cubicBezTo>
                  <a:pt x="207" y="2"/>
                  <a:pt x="222" y="0"/>
                  <a:pt x="238" y="0"/>
                </a:cubicBezTo>
                <a:lnTo>
                  <a:pt x="476" y="0"/>
                </a:lnTo>
                <a:cubicBezTo>
                  <a:pt x="492" y="0"/>
                  <a:pt x="507" y="2"/>
                  <a:pt x="523" y="5"/>
                </a:cubicBezTo>
                <a:cubicBezTo>
                  <a:pt x="539" y="8"/>
                  <a:pt x="554" y="12"/>
                  <a:pt x="568" y="18"/>
                </a:cubicBezTo>
                <a:cubicBezTo>
                  <a:pt x="582" y="24"/>
                  <a:pt x="596" y="32"/>
                  <a:pt x="609" y="40"/>
                </a:cubicBezTo>
                <a:cubicBezTo>
                  <a:pt x="622" y="49"/>
                  <a:pt x="634" y="59"/>
                  <a:pt x="645" y="70"/>
                </a:cubicBezTo>
                <a:cubicBezTo>
                  <a:pt x="656" y="81"/>
                  <a:pt x="666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7" y="177"/>
                  <a:pt x="710" y="192"/>
                </a:cubicBezTo>
                <a:cubicBezTo>
                  <a:pt x="713" y="207"/>
                  <a:pt x="715" y="223"/>
                  <a:pt x="715" y="238"/>
                </a:cubicBezTo>
                <a:cubicBezTo>
                  <a:pt x="715" y="254"/>
                  <a:pt x="713" y="269"/>
                  <a:pt x="710" y="285"/>
                </a:cubicBezTo>
                <a:cubicBezTo>
                  <a:pt x="707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1"/>
                </a:cubicBezTo>
                <a:cubicBezTo>
                  <a:pt x="666" y="384"/>
                  <a:pt x="656" y="397"/>
                  <a:pt x="645" y="408"/>
                </a:cubicBezTo>
                <a:cubicBezTo>
                  <a:pt x="634" y="419"/>
                  <a:pt x="622" y="429"/>
                  <a:pt x="609" y="437"/>
                </a:cubicBezTo>
                <a:cubicBezTo>
                  <a:pt x="596" y="446"/>
                  <a:pt x="582" y="453"/>
                  <a:pt x="568" y="459"/>
                </a:cubicBezTo>
                <a:cubicBezTo>
                  <a:pt x="554" y="465"/>
                  <a:pt x="539" y="470"/>
                  <a:pt x="523" y="473"/>
                </a:cubicBezTo>
                <a:cubicBezTo>
                  <a:pt x="507" y="476"/>
                  <a:pt x="492" y="477"/>
                  <a:pt x="476" y="477"/>
                </a:cubicBezTo>
                <a:lnTo>
                  <a:pt x="238" y="477"/>
                </a:lnTo>
                <a:cubicBezTo>
                  <a:pt x="222" y="477"/>
                  <a:pt x="207" y="476"/>
                  <a:pt x="191" y="473"/>
                </a:cubicBezTo>
                <a:cubicBezTo>
                  <a:pt x="176" y="470"/>
                  <a:pt x="161" y="465"/>
                  <a:pt x="147" y="459"/>
                </a:cubicBezTo>
                <a:cubicBezTo>
                  <a:pt x="132" y="453"/>
                  <a:pt x="118" y="446"/>
                  <a:pt x="105" y="437"/>
                </a:cubicBezTo>
                <a:cubicBezTo>
                  <a:pt x="92" y="429"/>
                  <a:pt x="80" y="419"/>
                  <a:pt x="69" y="408"/>
                </a:cubicBezTo>
                <a:cubicBezTo>
                  <a:pt x="58" y="397"/>
                  <a:pt x="48" y="384"/>
                  <a:pt x="40" y="371"/>
                </a:cubicBezTo>
                <a:cubicBezTo>
                  <a:pt x="31" y="358"/>
                  <a:pt x="24" y="344"/>
                  <a:pt x="18" y="330"/>
                </a:cubicBezTo>
                <a:cubicBezTo>
                  <a:pt x="12" y="315"/>
                  <a:pt x="7" y="300"/>
                  <a:pt x="4" y="285"/>
                </a:cubicBezTo>
                <a:cubicBezTo>
                  <a:pt x="1" y="269"/>
                  <a:pt x="0" y="254"/>
                  <a:pt x="0" y="238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8" name=""/>
          <p:cNvSpPr txBox="1"/>
          <p:nvPr/>
        </p:nvSpPr>
        <p:spPr>
          <a:xfrm>
            <a:off x="1019520" y="2270880"/>
            <a:ext cx="76284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mensenwerk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29" name=""/>
          <p:cNvSpPr txBox="1"/>
          <p:nvPr/>
        </p:nvSpPr>
        <p:spPr>
          <a:xfrm>
            <a:off x="1305360" y="3056760"/>
            <a:ext cx="119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0" name=""/>
          <p:cNvSpPr txBox="1"/>
          <p:nvPr/>
        </p:nvSpPr>
        <p:spPr>
          <a:xfrm>
            <a:off x="605160" y="3236760"/>
            <a:ext cx="1710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sneller en meer vastleggen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1" name=""/>
          <p:cNvSpPr/>
          <p:nvPr/>
        </p:nvSpPr>
        <p:spPr>
          <a:xfrm>
            <a:off x="2557440" y="1738080"/>
            <a:ext cx="1791000" cy="1743480"/>
          </a:xfrm>
          <a:custGeom>
            <a:avLst/>
            <a:gdLst/>
            <a:ahLst/>
            <a:rect l="0" t="0" r="r" b="b"/>
            <a:pathLst>
              <a:path w="4975" h="4843">
                <a:moveTo>
                  <a:pt x="0" y="4645"/>
                </a:moveTo>
                <a:lnTo>
                  <a:pt x="0" y="199"/>
                </a:lnTo>
                <a:cubicBezTo>
                  <a:pt x="0" y="186"/>
                  <a:pt x="1" y="173"/>
                  <a:pt x="3" y="160"/>
                </a:cubicBezTo>
                <a:cubicBezTo>
                  <a:pt x="6" y="147"/>
                  <a:pt x="10" y="135"/>
                  <a:pt x="15" y="123"/>
                </a:cubicBezTo>
                <a:cubicBezTo>
                  <a:pt x="20" y="111"/>
                  <a:pt x="26" y="99"/>
                  <a:pt x="33" y="88"/>
                </a:cubicBezTo>
                <a:cubicBezTo>
                  <a:pt x="40" y="78"/>
                  <a:pt x="48" y="67"/>
                  <a:pt x="58" y="58"/>
                </a:cubicBezTo>
                <a:cubicBezTo>
                  <a:pt x="67" y="49"/>
                  <a:pt x="77" y="41"/>
                  <a:pt x="88" y="34"/>
                </a:cubicBezTo>
                <a:cubicBezTo>
                  <a:pt x="99" y="26"/>
                  <a:pt x="110" y="20"/>
                  <a:pt x="122" y="15"/>
                </a:cubicBezTo>
                <a:cubicBezTo>
                  <a:pt x="134" y="10"/>
                  <a:pt x="147" y="7"/>
                  <a:pt x="159" y="4"/>
                </a:cubicBezTo>
                <a:cubicBezTo>
                  <a:pt x="172" y="1"/>
                  <a:pt x="185" y="0"/>
                  <a:pt x="198" y="0"/>
                </a:cubicBezTo>
                <a:lnTo>
                  <a:pt x="4776" y="0"/>
                </a:lnTo>
                <a:cubicBezTo>
                  <a:pt x="4789" y="0"/>
                  <a:pt x="4802" y="1"/>
                  <a:pt x="4815" y="4"/>
                </a:cubicBezTo>
                <a:cubicBezTo>
                  <a:pt x="4828" y="7"/>
                  <a:pt x="4840" y="10"/>
                  <a:pt x="4852" y="15"/>
                </a:cubicBezTo>
                <a:cubicBezTo>
                  <a:pt x="4864" y="20"/>
                  <a:pt x="4876" y="26"/>
                  <a:pt x="4887" y="34"/>
                </a:cubicBezTo>
                <a:cubicBezTo>
                  <a:pt x="4897" y="41"/>
                  <a:pt x="4907" y="49"/>
                  <a:pt x="4917" y="58"/>
                </a:cubicBezTo>
                <a:cubicBezTo>
                  <a:pt x="4926" y="67"/>
                  <a:pt x="4934" y="78"/>
                  <a:pt x="4941" y="88"/>
                </a:cubicBezTo>
                <a:cubicBezTo>
                  <a:pt x="4949" y="99"/>
                  <a:pt x="4955" y="111"/>
                  <a:pt x="4960" y="123"/>
                </a:cubicBezTo>
                <a:cubicBezTo>
                  <a:pt x="4965" y="135"/>
                  <a:pt x="4968" y="147"/>
                  <a:pt x="4971" y="160"/>
                </a:cubicBezTo>
                <a:cubicBezTo>
                  <a:pt x="4973" y="173"/>
                  <a:pt x="4975" y="186"/>
                  <a:pt x="4975" y="199"/>
                </a:cubicBezTo>
                <a:lnTo>
                  <a:pt x="4975" y="4645"/>
                </a:lnTo>
                <a:cubicBezTo>
                  <a:pt x="4975" y="4658"/>
                  <a:pt x="4973" y="4671"/>
                  <a:pt x="4971" y="4683"/>
                </a:cubicBezTo>
                <a:cubicBezTo>
                  <a:pt x="4968" y="4696"/>
                  <a:pt x="4965" y="4708"/>
                  <a:pt x="4960" y="4721"/>
                </a:cubicBezTo>
                <a:cubicBezTo>
                  <a:pt x="4955" y="4733"/>
                  <a:pt x="4949" y="4744"/>
                  <a:pt x="4941" y="4755"/>
                </a:cubicBezTo>
                <a:cubicBezTo>
                  <a:pt x="4934" y="4766"/>
                  <a:pt x="4926" y="4776"/>
                  <a:pt x="4917" y="4785"/>
                </a:cubicBezTo>
                <a:cubicBezTo>
                  <a:pt x="4907" y="4794"/>
                  <a:pt x="4897" y="4802"/>
                  <a:pt x="4887" y="4810"/>
                </a:cubicBezTo>
                <a:cubicBezTo>
                  <a:pt x="4876" y="4817"/>
                  <a:pt x="4864" y="4823"/>
                  <a:pt x="4852" y="4828"/>
                </a:cubicBezTo>
                <a:cubicBezTo>
                  <a:pt x="4840" y="4833"/>
                  <a:pt x="4828" y="4837"/>
                  <a:pt x="4815" y="4839"/>
                </a:cubicBezTo>
                <a:cubicBezTo>
                  <a:pt x="4802" y="4842"/>
                  <a:pt x="4789" y="4843"/>
                  <a:pt x="4776" y="4843"/>
                </a:cubicBezTo>
                <a:lnTo>
                  <a:pt x="198" y="4843"/>
                </a:lnTo>
                <a:cubicBezTo>
                  <a:pt x="185" y="4843"/>
                  <a:pt x="172" y="4842"/>
                  <a:pt x="159" y="4839"/>
                </a:cubicBezTo>
                <a:cubicBezTo>
                  <a:pt x="147" y="4837"/>
                  <a:pt x="134" y="4833"/>
                  <a:pt x="122" y="4828"/>
                </a:cubicBezTo>
                <a:cubicBezTo>
                  <a:pt x="110" y="4823"/>
                  <a:pt x="99" y="4817"/>
                  <a:pt x="88" y="4810"/>
                </a:cubicBezTo>
                <a:cubicBezTo>
                  <a:pt x="77" y="4802"/>
                  <a:pt x="67" y="4794"/>
                  <a:pt x="58" y="4785"/>
                </a:cubicBezTo>
                <a:cubicBezTo>
                  <a:pt x="48" y="4776"/>
                  <a:pt x="40" y="4766"/>
                  <a:pt x="33" y="4755"/>
                </a:cubicBezTo>
                <a:cubicBezTo>
                  <a:pt x="26" y="4744"/>
                  <a:pt x="20" y="4733"/>
                  <a:pt x="15" y="4721"/>
                </a:cubicBezTo>
                <a:cubicBezTo>
                  <a:pt x="10" y="4708"/>
                  <a:pt x="6" y="4696"/>
                  <a:pt x="3" y="4683"/>
                </a:cubicBezTo>
                <a:cubicBezTo>
                  <a:pt x="1" y="4671"/>
                  <a:pt x="0" y="4658"/>
                  <a:pt x="0" y="4645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2" name=""/>
          <p:cNvSpPr/>
          <p:nvPr/>
        </p:nvSpPr>
        <p:spPr>
          <a:xfrm>
            <a:off x="2562120" y="1742760"/>
            <a:ext cx="1781280" cy="972000"/>
          </a:xfrm>
          <a:custGeom>
            <a:avLst/>
            <a:gdLst/>
            <a:ahLst/>
            <a:rect l="0" t="0" r="r" b="b"/>
            <a:pathLst>
              <a:path w="4948" h="2700">
                <a:moveTo>
                  <a:pt x="0" y="0"/>
                </a:moveTo>
                <a:lnTo>
                  <a:pt x="4948" y="0"/>
                </a:lnTo>
                <a:lnTo>
                  <a:pt x="4948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3" name=""/>
          <p:cNvSpPr txBox="1"/>
          <p:nvPr/>
        </p:nvSpPr>
        <p:spPr>
          <a:xfrm>
            <a:off x="2334240" y="2497320"/>
            <a:ext cx="18252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4" name=""/>
          <p:cNvSpPr txBox="1"/>
          <p:nvPr/>
        </p:nvSpPr>
        <p:spPr>
          <a:xfrm>
            <a:off x="3419640" y="18698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2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5" name=""/>
          <p:cNvSpPr txBox="1"/>
          <p:nvPr/>
        </p:nvSpPr>
        <p:spPr>
          <a:xfrm>
            <a:off x="3104280" y="2060640"/>
            <a:ext cx="777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Systemen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6" name=""/>
          <p:cNvSpPr txBox="1"/>
          <p:nvPr/>
        </p:nvSpPr>
        <p:spPr>
          <a:xfrm>
            <a:off x="2923200" y="2251080"/>
            <a:ext cx="120312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implementeren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7" name=""/>
          <p:cNvSpPr/>
          <p:nvPr/>
        </p:nvSpPr>
        <p:spPr>
          <a:xfrm>
            <a:off x="2562120" y="2714400"/>
            <a:ext cx="1781280" cy="762480"/>
          </a:xfrm>
          <a:custGeom>
            <a:avLst/>
            <a:gdLst/>
            <a:ahLst/>
            <a:rect l="0" t="0" r="r" b="b"/>
            <a:pathLst>
              <a:path w="4948" h="2118">
                <a:moveTo>
                  <a:pt x="0" y="0"/>
                </a:moveTo>
                <a:lnTo>
                  <a:pt x="4948" y="0"/>
                </a:lnTo>
                <a:lnTo>
                  <a:pt x="494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8" name=""/>
          <p:cNvSpPr/>
          <p:nvPr/>
        </p:nvSpPr>
        <p:spPr>
          <a:xfrm>
            <a:off x="3323880" y="2866680"/>
            <a:ext cx="257760" cy="172080"/>
          </a:xfrm>
          <a:custGeom>
            <a:avLst/>
            <a:gdLst/>
            <a:ahLst/>
            <a:rect l="0" t="0" r="r" b="b"/>
            <a:pathLst>
              <a:path w="716" h="478">
                <a:moveTo>
                  <a:pt x="0" y="239"/>
                </a:move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3" y="162"/>
                  <a:pt x="19" y="147"/>
                </a:cubicBezTo>
                <a:cubicBezTo>
                  <a:pt x="25" y="133"/>
                  <a:pt x="32" y="119"/>
                  <a:pt x="41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5"/>
                  <a:pt x="147" y="19"/>
                </a:cubicBezTo>
                <a:cubicBezTo>
                  <a:pt x="162" y="13"/>
                  <a:pt x="177" y="8"/>
                  <a:pt x="192" y="5"/>
                </a:cubicBezTo>
                <a:cubicBezTo>
                  <a:pt x="207" y="2"/>
                  <a:pt x="223" y="0"/>
                  <a:pt x="239" y="0"/>
                </a:cubicBezTo>
                <a:lnTo>
                  <a:pt x="478" y="0"/>
                </a:lnTo>
                <a:cubicBezTo>
                  <a:pt x="493" y="0"/>
                  <a:pt x="509" y="2"/>
                  <a:pt x="524" y="5"/>
                </a:cubicBezTo>
                <a:cubicBezTo>
                  <a:pt x="539" y="8"/>
                  <a:pt x="554" y="13"/>
                  <a:pt x="569" y="19"/>
                </a:cubicBezTo>
                <a:cubicBezTo>
                  <a:pt x="583" y="25"/>
                  <a:pt x="597" y="32"/>
                  <a:pt x="610" y="41"/>
                </a:cubicBezTo>
                <a:cubicBezTo>
                  <a:pt x="623" y="49"/>
                  <a:pt x="635" y="59"/>
                  <a:pt x="646" y="70"/>
                </a:cubicBezTo>
                <a:cubicBezTo>
                  <a:pt x="657" y="81"/>
                  <a:pt x="667" y="93"/>
                  <a:pt x="676" y="106"/>
                </a:cubicBezTo>
                <a:cubicBezTo>
                  <a:pt x="684" y="119"/>
                  <a:pt x="692" y="133"/>
                  <a:pt x="698" y="147"/>
                </a:cubicBezTo>
                <a:cubicBezTo>
                  <a:pt x="704" y="162"/>
                  <a:pt x="708" y="177"/>
                  <a:pt x="711" y="192"/>
                </a:cubicBezTo>
                <a:cubicBezTo>
                  <a:pt x="714" y="207"/>
                  <a:pt x="716" y="223"/>
                  <a:pt x="716" y="239"/>
                </a:cubicBezTo>
                <a:cubicBezTo>
                  <a:pt x="716" y="254"/>
                  <a:pt x="714" y="270"/>
                  <a:pt x="711" y="285"/>
                </a:cubicBezTo>
                <a:cubicBezTo>
                  <a:pt x="708" y="300"/>
                  <a:pt x="704" y="315"/>
                  <a:pt x="698" y="330"/>
                </a:cubicBezTo>
                <a:cubicBezTo>
                  <a:pt x="692" y="344"/>
                  <a:pt x="684" y="358"/>
                  <a:pt x="676" y="372"/>
                </a:cubicBezTo>
                <a:cubicBezTo>
                  <a:pt x="667" y="385"/>
                  <a:pt x="657" y="397"/>
                  <a:pt x="646" y="408"/>
                </a:cubicBezTo>
                <a:cubicBezTo>
                  <a:pt x="635" y="419"/>
                  <a:pt x="623" y="429"/>
                  <a:pt x="610" y="438"/>
                </a:cubicBezTo>
                <a:cubicBezTo>
                  <a:pt x="597" y="446"/>
                  <a:pt x="583" y="454"/>
                  <a:pt x="569" y="460"/>
                </a:cubicBezTo>
                <a:cubicBezTo>
                  <a:pt x="554" y="466"/>
                  <a:pt x="539" y="470"/>
                  <a:pt x="524" y="473"/>
                </a:cubicBezTo>
                <a:cubicBezTo>
                  <a:pt x="509" y="476"/>
                  <a:pt x="493" y="478"/>
                  <a:pt x="478" y="478"/>
                </a:cubicBezTo>
                <a:lnTo>
                  <a:pt x="239" y="478"/>
                </a:lnTo>
                <a:cubicBezTo>
                  <a:pt x="223" y="478"/>
                  <a:pt x="207" y="476"/>
                  <a:pt x="192" y="473"/>
                </a:cubicBezTo>
                <a:cubicBezTo>
                  <a:pt x="177" y="470"/>
                  <a:pt x="162" y="466"/>
                  <a:pt x="147" y="460"/>
                </a:cubicBezTo>
                <a:cubicBezTo>
                  <a:pt x="133" y="454"/>
                  <a:pt x="119" y="446"/>
                  <a:pt x="106" y="438"/>
                </a:cubicBezTo>
                <a:cubicBezTo>
                  <a:pt x="93" y="429"/>
                  <a:pt x="81" y="419"/>
                  <a:pt x="70" y="408"/>
                </a:cubicBezTo>
                <a:cubicBezTo>
                  <a:pt x="59" y="397"/>
                  <a:pt x="49" y="385"/>
                  <a:pt x="41" y="372"/>
                </a:cubicBezTo>
                <a:cubicBezTo>
                  <a:pt x="32" y="358"/>
                  <a:pt x="25" y="344"/>
                  <a:pt x="19" y="330"/>
                </a:cubicBezTo>
                <a:cubicBezTo>
                  <a:pt x="13" y="315"/>
                  <a:pt x="8" y="300"/>
                  <a:pt x="5" y="285"/>
                </a:cubicBezTo>
                <a:cubicBezTo>
                  <a:pt x="2" y="270"/>
                  <a:pt x="0" y="254"/>
                  <a:pt x="0" y="23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39" name=""/>
          <p:cNvSpPr txBox="1"/>
          <p:nvPr/>
        </p:nvSpPr>
        <p:spPr>
          <a:xfrm>
            <a:off x="3128040" y="2461320"/>
            <a:ext cx="7308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leveranciers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0" name=""/>
          <p:cNvSpPr txBox="1"/>
          <p:nvPr/>
        </p:nvSpPr>
        <p:spPr>
          <a:xfrm>
            <a:off x="3399480" y="2885040"/>
            <a:ext cx="119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1" name=""/>
          <p:cNvSpPr txBox="1"/>
          <p:nvPr/>
        </p:nvSpPr>
        <p:spPr>
          <a:xfrm>
            <a:off x="2813760" y="3074760"/>
            <a:ext cx="1395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koppeling grotendeels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2" name=""/>
          <p:cNvSpPr txBox="1"/>
          <p:nvPr/>
        </p:nvSpPr>
        <p:spPr>
          <a:xfrm>
            <a:off x="2846880" y="3236760"/>
            <a:ext cx="13737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genereren en bouwen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3" name=""/>
          <p:cNvSpPr/>
          <p:nvPr/>
        </p:nvSpPr>
        <p:spPr>
          <a:xfrm>
            <a:off x="4652640" y="1738080"/>
            <a:ext cx="1791360" cy="1743480"/>
          </a:xfrm>
          <a:custGeom>
            <a:avLst/>
            <a:gdLst/>
            <a:ahLst/>
            <a:rect l="0" t="0" r="r" b="b"/>
            <a:pathLst>
              <a:path w="4976" h="4843">
                <a:moveTo>
                  <a:pt x="0" y="4645"/>
                </a:moveTo>
                <a:lnTo>
                  <a:pt x="0" y="199"/>
                </a:lnTo>
                <a:cubicBezTo>
                  <a:pt x="0" y="186"/>
                  <a:pt x="2" y="173"/>
                  <a:pt x="4" y="160"/>
                </a:cubicBezTo>
                <a:cubicBezTo>
                  <a:pt x="7" y="147"/>
                  <a:pt x="11" y="135"/>
                  <a:pt x="15" y="123"/>
                </a:cubicBezTo>
                <a:cubicBezTo>
                  <a:pt x="20" y="111"/>
                  <a:pt x="27" y="99"/>
                  <a:pt x="34" y="88"/>
                </a:cubicBezTo>
                <a:cubicBezTo>
                  <a:pt x="41" y="78"/>
                  <a:pt x="49" y="67"/>
                  <a:pt x="59" y="58"/>
                </a:cubicBezTo>
                <a:cubicBezTo>
                  <a:pt x="68" y="49"/>
                  <a:pt x="78" y="41"/>
                  <a:pt x="89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4777" y="0"/>
                </a:lnTo>
                <a:cubicBezTo>
                  <a:pt x="4790" y="0"/>
                  <a:pt x="4803" y="1"/>
                  <a:pt x="4816" y="4"/>
                </a:cubicBezTo>
                <a:cubicBezTo>
                  <a:pt x="4829" y="7"/>
                  <a:pt x="4841" y="10"/>
                  <a:pt x="4853" y="15"/>
                </a:cubicBezTo>
                <a:cubicBezTo>
                  <a:pt x="4865" y="20"/>
                  <a:pt x="4877" y="26"/>
                  <a:pt x="4887" y="34"/>
                </a:cubicBezTo>
                <a:cubicBezTo>
                  <a:pt x="4898" y="41"/>
                  <a:pt x="4908" y="49"/>
                  <a:pt x="4917" y="58"/>
                </a:cubicBezTo>
                <a:cubicBezTo>
                  <a:pt x="4927" y="67"/>
                  <a:pt x="4935" y="78"/>
                  <a:pt x="4942" y="88"/>
                </a:cubicBezTo>
                <a:cubicBezTo>
                  <a:pt x="4949" y="99"/>
                  <a:pt x="4955" y="111"/>
                  <a:pt x="4960" y="123"/>
                </a:cubicBezTo>
                <a:cubicBezTo>
                  <a:pt x="4965" y="135"/>
                  <a:pt x="4969" y="147"/>
                  <a:pt x="4972" y="160"/>
                </a:cubicBezTo>
                <a:cubicBezTo>
                  <a:pt x="4974" y="173"/>
                  <a:pt x="4976" y="186"/>
                  <a:pt x="4976" y="199"/>
                </a:cubicBezTo>
                <a:lnTo>
                  <a:pt x="4976" y="4645"/>
                </a:lnTo>
                <a:cubicBezTo>
                  <a:pt x="4976" y="4658"/>
                  <a:pt x="4974" y="4671"/>
                  <a:pt x="4972" y="4683"/>
                </a:cubicBezTo>
                <a:cubicBezTo>
                  <a:pt x="4969" y="4696"/>
                  <a:pt x="4965" y="4708"/>
                  <a:pt x="4960" y="4721"/>
                </a:cubicBezTo>
                <a:cubicBezTo>
                  <a:pt x="4955" y="4733"/>
                  <a:pt x="4949" y="4744"/>
                  <a:pt x="4942" y="4755"/>
                </a:cubicBezTo>
                <a:cubicBezTo>
                  <a:pt x="4935" y="4766"/>
                  <a:pt x="4927" y="4776"/>
                  <a:pt x="4917" y="4785"/>
                </a:cubicBezTo>
                <a:cubicBezTo>
                  <a:pt x="4908" y="4794"/>
                  <a:pt x="4898" y="4802"/>
                  <a:pt x="4887" y="4810"/>
                </a:cubicBezTo>
                <a:cubicBezTo>
                  <a:pt x="4877" y="4817"/>
                  <a:pt x="4865" y="4823"/>
                  <a:pt x="4853" y="4828"/>
                </a:cubicBezTo>
                <a:cubicBezTo>
                  <a:pt x="4841" y="4833"/>
                  <a:pt x="4829" y="4837"/>
                  <a:pt x="4816" y="4839"/>
                </a:cubicBezTo>
                <a:cubicBezTo>
                  <a:pt x="4803" y="4842"/>
                  <a:pt x="4790" y="4843"/>
                  <a:pt x="4777" y="4843"/>
                </a:cubicBezTo>
                <a:lnTo>
                  <a:pt x="199" y="4843"/>
                </a:lnTo>
                <a:cubicBezTo>
                  <a:pt x="186" y="4843"/>
                  <a:pt x="173" y="4842"/>
                  <a:pt x="160" y="4839"/>
                </a:cubicBezTo>
                <a:cubicBezTo>
                  <a:pt x="147" y="4837"/>
                  <a:pt x="135" y="4833"/>
                  <a:pt x="123" y="4828"/>
                </a:cubicBezTo>
                <a:cubicBezTo>
                  <a:pt x="111" y="4823"/>
                  <a:pt x="99" y="4817"/>
                  <a:pt x="89" y="4810"/>
                </a:cubicBezTo>
                <a:cubicBezTo>
                  <a:pt x="78" y="4802"/>
                  <a:pt x="68" y="4794"/>
                  <a:pt x="59" y="4785"/>
                </a:cubicBezTo>
                <a:cubicBezTo>
                  <a:pt x="49" y="4776"/>
                  <a:pt x="41" y="4766"/>
                  <a:pt x="34" y="4755"/>
                </a:cubicBezTo>
                <a:cubicBezTo>
                  <a:pt x="27" y="4744"/>
                  <a:pt x="20" y="4733"/>
                  <a:pt x="15" y="4721"/>
                </a:cubicBezTo>
                <a:cubicBezTo>
                  <a:pt x="11" y="4708"/>
                  <a:pt x="7" y="4696"/>
                  <a:pt x="4" y="4683"/>
                </a:cubicBezTo>
                <a:cubicBezTo>
                  <a:pt x="2" y="4671"/>
                  <a:pt x="0" y="4658"/>
                  <a:pt x="0" y="4645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4" name=""/>
          <p:cNvSpPr/>
          <p:nvPr/>
        </p:nvSpPr>
        <p:spPr>
          <a:xfrm>
            <a:off x="4657680" y="1742760"/>
            <a:ext cx="1781280" cy="972000"/>
          </a:xfrm>
          <a:custGeom>
            <a:avLst/>
            <a:gdLst/>
            <a:ahLst/>
            <a:rect l="0" t="0" r="r" b="b"/>
            <a:pathLst>
              <a:path w="4948" h="2700">
                <a:moveTo>
                  <a:pt x="0" y="0"/>
                </a:moveTo>
                <a:lnTo>
                  <a:pt x="4948" y="0"/>
                </a:lnTo>
                <a:lnTo>
                  <a:pt x="4948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5" name=""/>
          <p:cNvSpPr txBox="1"/>
          <p:nvPr/>
        </p:nvSpPr>
        <p:spPr>
          <a:xfrm>
            <a:off x="4428360" y="2497320"/>
            <a:ext cx="18252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6" name=""/>
          <p:cNvSpPr txBox="1"/>
          <p:nvPr/>
        </p:nvSpPr>
        <p:spPr>
          <a:xfrm>
            <a:off x="5509080" y="18698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3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7" name=""/>
          <p:cNvSpPr txBox="1"/>
          <p:nvPr/>
        </p:nvSpPr>
        <p:spPr>
          <a:xfrm>
            <a:off x="4993200" y="2060640"/>
            <a:ext cx="12718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Meer informatie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8" name=""/>
          <p:cNvSpPr txBox="1"/>
          <p:nvPr/>
        </p:nvSpPr>
        <p:spPr>
          <a:xfrm>
            <a:off x="5112360" y="2251080"/>
            <a:ext cx="10004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uitgewisseld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49" name=""/>
          <p:cNvSpPr/>
          <p:nvPr/>
        </p:nvSpPr>
        <p:spPr>
          <a:xfrm>
            <a:off x="4657680" y="2714400"/>
            <a:ext cx="1781280" cy="762480"/>
          </a:xfrm>
          <a:custGeom>
            <a:avLst/>
            <a:gdLst/>
            <a:ahLst/>
            <a:rect l="0" t="0" r="r" b="b"/>
            <a:pathLst>
              <a:path w="4948" h="2118">
                <a:moveTo>
                  <a:pt x="0" y="0"/>
                </a:moveTo>
                <a:lnTo>
                  <a:pt x="4948" y="0"/>
                </a:lnTo>
                <a:lnTo>
                  <a:pt x="4948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0" name=""/>
          <p:cNvSpPr/>
          <p:nvPr/>
        </p:nvSpPr>
        <p:spPr>
          <a:xfrm>
            <a:off x="5419440" y="2866680"/>
            <a:ext cx="257760" cy="172080"/>
          </a:xfrm>
          <a:custGeom>
            <a:avLst/>
            <a:gdLst/>
            <a:ahLst/>
            <a:rect l="0" t="0" r="r" b="b"/>
            <a:pathLst>
              <a:path w="716" h="478">
                <a:moveTo>
                  <a:pt x="0" y="239"/>
                </a:move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5"/>
                  <a:pt x="147" y="19"/>
                </a:cubicBezTo>
                <a:cubicBezTo>
                  <a:pt x="162" y="13"/>
                  <a:pt x="177" y="8"/>
                  <a:pt x="192" y="5"/>
                </a:cubicBezTo>
                <a:cubicBezTo>
                  <a:pt x="207" y="2"/>
                  <a:pt x="223" y="0"/>
                  <a:pt x="238" y="0"/>
                </a:cubicBezTo>
                <a:lnTo>
                  <a:pt x="478" y="0"/>
                </a:lnTo>
                <a:cubicBezTo>
                  <a:pt x="493" y="0"/>
                  <a:pt x="509" y="2"/>
                  <a:pt x="524" y="5"/>
                </a:cubicBezTo>
                <a:cubicBezTo>
                  <a:pt x="539" y="8"/>
                  <a:pt x="554" y="13"/>
                  <a:pt x="569" y="19"/>
                </a:cubicBezTo>
                <a:cubicBezTo>
                  <a:pt x="583" y="25"/>
                  <a:pt x="597" y="32"/>
                  <a:pt x="610" y="41"/>
                </a:cubicBezTo>
                <a:cubicBezTo>
                  <a:pt x="623" y="49"/>
                  <a:pt x="635" y="59"/>
                  <a:pt x="646" y="70"/>
                </a:cubicBezTo>
                <a:cubicBezTo>
                  <a:pt x="657" y="81"/>
                  <a:pt x="667" y="93"/>
                  <a:pt x="676" y="106"/>
                </a:cubicBezTo>
                <a:cubicBezTo>
                  <a:pt x="684" y="119"/>
                  <a:pt x="692" y="133"/>
                  <a:pt x="698" y="147"/>
                </a:cubicBezTo>
                <a:cubicBezTo>
                  <a:pt x="704" y="162"/>
                  <a:pt x="708" y="177"/>
                  <a:pt x="711" y="192"/>
                </a:cubicBezTo>
                <a:cubicBezTo>
                  <a:pt x="714" y="207"/>
                  <a:pt x="716" y="223"/>
                  <a:pt x="716" y="239"/>
                </a:cubicBezTo>
                <a:cubicBezTo>
                  <a:pt x="716" y="254"/>
                  <a:pt x="714" y="270"/>
                  <a:pt x="711" y="285"/>
                </a:cubicBezTo>
                <a:cubicBezTo>
                  <a:pt x="708" y="300"/>
                  <a:pt x="704" y="315"/>
                  <a:pt x="698" y="330"/>
                </a:cubicBezTo>
                <a:cubicBezTo>
                  <a:pt x="692" y="344"/>
                  <a:pt x="684" y="358"/>
                  <a:pt x="676" y="372"/>
                </a:cubicBezTo>
                <a:cubicBezTo>
                  <a:pt x="667" y="385"/>
                  <a:pt x="657" y="397"/>
                  <a:pt x="646" y="408"/>
                </a:cubicBezTo>
                <a:cubicBezTo>
                  <a:pt x="635" y="419"/>
                  <a:pt x="623" y="429"/>
                  <a:pt x="610" y="438"/>
                </a:cubicBezTo>
                <a:cubicBezTo>
                  <a:pt x="597" y="446"/>
                  <a:pt x="583" y="454"/>
                  <a:pt x="569" y="460"/>
                </a:cubicBezTo>
                <a:cubicBezTo>
                  <a:pt x="554" y="466"/>
                  <a:pt x="539" y="470"/>
                  <a:pt x="524" y="473"/>
                </a:cubicBezTo>
                <a:cubicBezTo>
                  <a:pt x="509" y="476"/>
                  <a:pt x="493" y="478"/>
                  <a:pt x="478" y="478"/>
                </a:cubicBezTo>
                <a:lnTo>
                  <a:pt x="238" y="478"/>
                </a:lnTo>
                <a:cubicBezTo>
                  <a:pt x="223" y="478"/>
                  <a:pt x="207" y="476"/>
                  <a:pt x="192" y="473"/>
                </a:cubicBezTo>
                <a:cubicBezTo>
                  <a:pt x="177" y="470"/>
                  <a:pt x="162" y="466"/>
                  <a:pt x="147" y="460"/>
                </a:cubicBezTo>
                <a:cubicBezTo>
                  <a:pt x="133" y="454"/>
                  <a:pt x="119" y="446"/>
                  <a:pt x="106" y="438"/>
                </a:cubicBezTo>
                <a:cubicBezTo>
                  <a:pt x="93" y="429"/>
                  <a:pt x="81" y="419"/>
                  <a:pt x="70" y="408"/>
                </a:cubicBezTo>
                <a:cubicBezTo>
                  <a:pt x="59" y="397"/>
                  <a:pt x="49" y="385"/>
                  <a:pt x="40" y="372"/>
                </a:cubicBezTo>
                <a:cubicBezTo>
                  <a:pt x="32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2" y="270"/>
                  <a:pt x="0" y="254"/>
                  <a:pt x="0" y="23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1" name=""/>
          <p:cNvSpPr txBox="1"/>
          <p:nvPr/>
        </p:nvSpPr>
        <p:spPr>
          <a:xfrm>
            <a:off x="5164920" y="2461320"/>
            <a:ext cx="8434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het landschap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2" name=""/>
          <p:cNvSpPr txBox="1"/>
          <p:nvPr/>
        </p:nvSpPr>
        <p:spPr>
          <a:xfrm>
            <a:off x="5493240" y="2885040"/>
            <a:ext cx="119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3" name=""/>
          <p:cNvSpPr txBox="1"/>
          <p:nvPr/>
        </p:nvSpPr>
        <p:spPr>
          <a:xfrm>
            <a:off x="4831560" y="3074760"/>
            <a:ext cx="157824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hogere datadichtheid om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4" name=""/>
          <p:cNvSpPr txBox="1"/>
          <p:nvPr/>
        </p:nvSpPr>
        <p:spPr>
          <a:xfrm>
            <a:off x="5131440" y="3236760"/>
            <a:ext cx="93636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mee te werken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5" name=""/>
          <p:cNvSpPr/>
          <p:nvPr/>
        </p:nvSpPr>
        <p:spPr>
          <a:xfrm>
            <a:off x="6748200" y="1738080"/>
            <a:ext cx="1791000" cy="1743480"/>
          </a:xfrm>
          <a:custGeom>
            <a:avLst/>
            <a:gdLst/>
            <a:ahLst/>
            <a:rect l="0" t="0" r="r" b="b"/>
            <a:pathLst>
              <a:path w="4975" h="4843">
                <a:moveTo>
                  <a:pt x="0" y="4645"/>
                </a:moveTo>
                <a:lnTo>
                  <a:pt x="0" y="199"/>
                </a:lnTo>
                <a:cubicBezTo>
                  <a:pt x="0" y="186"/>
                  <a:pt x="1" y="173"/>
                  <a:pt x="4" y="160"/>
                </a:cubicBezTo>
                <a:cubicBezTo>
                  <a:pt x="7" y="147"/>
                  <a:pt x="10" y="135"/>
                  <a:pt x="15" y="123"/>
                </a:cubicBezTo>
                <a:cubicBezTo>
                  <a:pt x="20" y="111"/>
                  <a:pt x="26" y="99"/>
                  <a:pt x="34" y="88"/>
                </a:cubicBezTo>
                <a:cubicBezTo>
                  <a:pt x="41" y="78"/>
                  <a:pt x="49" y="67"/>
                  <a:pt x="58" y="58"/>
                </a:cubicBezTo>
                <a:cubicBezTo>
                  <a:pt x="68" y="49"/>
                  <a:pt x="78" y="41"/>
                  <a:pt x="88" y="34"/>
                </a:cubicBezTo>
                <a:cubicBezTo>
                  <a:pt x="99" y="26"/>
                  <a:pt x="111" y="20"/>
                  <a:pt x="123" y="15"/>
                </a:cubicBezTo>
                <a:cubicBezTo>
                  <a:pt x="135" y="10"/>
                  <a:pt x="147" y="7"/>
                  <a:pt x="160" y="4"/>
                </a:cubicBezTo>
                <a:cubicBezTo>
                  <a:pt x="173" y="1"/>
                  <a:pt x="186" y="0"/>
                  <a:pt x="199" y="0"/>
                </a:cubicBezTo>
                <a:lnTo>
                  <a:pt x="4777" y="0"/>
                </a:lnTo>
                <a:cubicBezTo>
                  <a:pt x="4790" y="0"/>
                  <a:pt x="4803" y="1"/>
                  <a:pt x="4816" y="4"/>
                </a:cubicBezTo>
                <a:cubicBezTo>
                  <a:pt x="4828" y="7"/>
                  <a:pt x="4841" y="10"/>
                  <a:pt x="4853" y="15"/>
                </a:cubicBezTo>
                <a:cubicBezTo>
                  <a:pt x="4865" y="20"/>
                  <a:pt x="4876" y="26"/>
                  <a:pt x="4887" y="34"/>
                </a:cubicBezTo>
                <a:cubicBezTo>
                  <a:pt x="4898" y="41"/>
                  <a:pt x="4908" y="49"/>
                  <a:pt x="4917" y="58"/>
                </a:cubicBezTo>
                <a:cubicBezTo>
                  <a:pt x="4926" y="67"/>
                  <a:pt x="4935" y="78"/>
                  <a:pt x="4942" y="88"/>
                </a:cubicBezTo>
                <a:cubicBezTo>
                  <a:pt x="4949" y="99"/>
                  <a:pt x="4955" y="111"/>
                  <a:pt x="4960" y="123"/>
                </a:cubicBezTo>
                <a:cubicBezTo>
                  <a:pt x="4965" y="135"/>
                  <a:pt x="4969" y="147"/>
                  <a:pt x="4972" y="160"/>
                </a:cubicBezTo>
                <a:cubicBezTo>
                  <a:pt x="4974" y="173"/>
                  <a:pt x="4975" y="186"/>
                  <a:pt x="4975" y="199"/>
                </a:cubicBezTo>
                <a:lnTo>
                  <a:pt x="4975" y="4645"/>
                </a:lnTo>
                <a:cubicBezTo>
                  <a:pt x="4975" y="4658"/>
                  <a:pt x="4974" y="4671"/>
                  <a:pt x="4972" y="4683"/>
                </a:cubicBezTo>
                <a:cubicBezTo>
                  <a:pt x="4969" y="4696"/>
                  <a:pt x="4965" y="4708"/>
                  <a:pt x="4960" y="4721"/>
                </a:cubicBezTo>
                <a:cubicBezTo>
                  <a:pt x="4955" y="4733"/>
                  <a:pt x="4949" y="4744"/>
                  <a:pt x="4942" y="4755"/>
                </a:cubicBezTo>
                <a:cubicBezTo>
                  <a:pt x="4935" y="4766"/>
                  <a:pt x="4926" y="4776"/>
                  <a:pt x="4917" y="4785"/>
                </a:cubicBezTo>
                <a:cubicBezTo>
                  <a:pt x="4908" y="4794"/>
                  <a:pt x="4898" y="4802"/>
                  <a:pt x="4887" y="4810"/>
                </a:cubicBezTo>
                <a:cubicBezTo>
                  <a:pt x="4876" y="4817"/>
                  <a:pt x="4865" y="4823"/>
                  <a:pt x="4853" y="4828"/>
                </a:cubicBezTo>
                <a:cubicBezTo>
                  <a:pt x="4841" y="4833"/>
                  <a:pt x="4828" y="4837"/>
                  <a:pt x="4816" y="4839"/>
                </a:cubicBezTo>
                <a:cubicBezTo>
                  <a:pt x="4803" y="4842"/>
                  <a:pt x="4790" y="4843"/>
                  <a:pt x="4777" y="4843"/>
                </a:cubicBezTo>
                <a:lnTo>
                  <a:pt x="199" y="4843"/>
                </a:lnTo>
                <a:cubicBezTo>
                  <a:pt x="186" y="4843"/>
                  <a:pt x="173" y="4842"/>
                  <a:pt x="160" y="4839"/>
                </a:cubicBezTo>
                <a:cubicBezTo>
                  <a:pt x="147" y="4837"/>
                  <a:pt x="135" y="4833"/>
                  <a:pt x="123" y="4828"/>
                </a:cubicBezTo>
                <a:cubicBezTo>
                  <a:pt x="111" y="4823"/>
                  <a:pt x="99" y="4817"/>
                  <a:pt x="88" y="4810"/>
                </a:cubicBezTo>
                <a:cubicBezTo>
                  <a:pt x="78" y="4802"/>
                  <a:pt x="68" y="4794"/>
                  <a:pt x="58" y="4785"/>
                </a:cubicBezTo>
                <a:cubicBezTo>
                  <a:pt x="49" y="4776"/>
                  <a:pt x="41" y="4766"/>
                  <a:pt x="34" y="4755"/>
                </a:cubicBezTo>
                <a:cubicBezTo>
                  <a:pt x="26" y="4744"/>
                  <a:pt x="20" y="4733"/>
                  <a:pt x="15" y="4721"/>
                </a:cubicBezTo>
                <a:cubicBezTo>
                  <a:pt x="10" y="4708"/>
                  <a:pt x="7" y="4696"/>
                  <a:pt x="4" y="4683"/>
                </a:cubicBezTo>
                <a:cubicBezTo>
                  <a:pt x="1" y="4671"/>
                  <a:pt x="0" y="4658"/>
                  <a:pt x="0" y="4645"/>
                </a:cubicBezTo>
                <a:close/>
              </a:path>
            </a:pathLst>
          </a:custGeom>
          <a:noFill/>
          <a:ln w="9360">
            <a:solidFill>
              <a:srgbClr val="d5dee7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6" name=""/>
          <p:cNvSpPr/>
          <p:nvPr/>
        </p:nvSpPr>
        <p:spPr>
          <a:xfrm>
            <a:off x="6752880" y="1742760"/>
            <a:ext cx="1781640" cy="972000"/>
          </a:xfrm>
          <a:custGeom>
            <a:avLst/>
            <a:gdLst/>
            <a:ahLst/>
            <a:rect l="0" t="0" r="r" b="b"/>
            <a:pathLst>
              <a:path w="4949" h="2700">
                <a:moveTo>
                  <a:pt x="0" y="0"/>
                </a:moveTo>
                <a:lnTo>
                  <a:pt x="4949" y="0"/>
                </a:lnTo>
                <a:lnTo>
                  <a:pt x="4949" y="2700"/>
                </a:lnTo>
                <a:lnTo>
                  <a:pt x="0" y="2700"/>
                </a:lnTo>
                <a:lnTo>
                  <a:pt x="0" y="0"/>
                </a:lnTo>
                <a:close/>
              </a:path>
            </a:pathLst>
          </a:custGeom>
          <a:solidFill>
            <a:srgbClr val="eef4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7" name=""/>
          <p:cNvSpPr txBox="1"/>
          <p:nvPr/>
        </p:nvSpPr>
        <p:spPr>
          <a:xfrm>
            <a:off x="6522480" y="2497320"/>
            <a:ext cx="182520" cy="212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40" spc="-1" strike="noStrike">
                <a:solidFill>
                  <a:srgbClr val="2e86c1"/>
                </a:solidFill>
                <a:latin typeface="DejaVuSans"/>
                <a:ea typeface="DejaVuSans"/>
              </a:rPr>
              <a:t>▶</a:t>
            </a:r>
            <a:endParaRPr b="0" lang="en-US" sz="14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8" name=""/>
          <p:cNvSpPr txBox="1"/>
          <p:nvPr/>
        </p:nvSpPr>
        <p:spPr>
          <a:xfrm>
            <a:off x="7603200" y="1869840"/>
            <a:ext cx="109440" cy="128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60" spc="-1" strike="noStrike">
                <a:solidFill>
                  <a:srgbClr val="2e86c1"/>
                </a:solidFill>
                <a:latin typeface="Arial"/>
                <a:ea typeface="Arial"/>
              </a:rPr>
              <a:t>4</a:t>
            </a:r>
            <a:endParaRPr b="0" lang="en-US" sz="86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59" name=""/>
          <p:cNvSpPr txBox="1"/>
          <p:nvPr/>
        </p:nvSpPr>
        <p:spPr>
          <a:xfrm>
            <a:off x="6906240" y="2060640"/>
            <a:ext cx="1695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Nieuwe toepassingen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0" name=""/>
          <p:cNvSpPr/>
          <p:nvPr/>
        </p:nvSpPr>
        <p:spPr>
          <a:xfrm>
            <a:off x="6752880" y="2714400"/>
            <a:ext cx="1781640" cy="762480"/>
          </a:xfrm>
          <a:custGeom>
            <a:avLst/>
            <a:gdLst/>
            <a:ahLst/>
            <a:rect l="0" t="0" r="r" b="b"/>
            <a:pathLst>
              <a:path w="4949" h="2118">
                <a:moveTo>
                  <a:pt x="0" y="0"/>
                </a:moveTo>
                <a:lnTo>
                  <a:pt x="4949" y="0"/>
                </a:lnTo>
                <a:lnTo>
                  <a:pt x="4949" y="2118"/>
                </a:lnTo>
                <a:lnTo>
                  <a:pt x="0" y="2118"/>
                </a:lnTo>
                <a:lnTo>
                  <a:pt x="0" y="0"/>
                </a:ln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1" name=""/>
          <p:cNvSpPr/>
          <p:nvPr/>
        </p:nvSpPr>
        <p:spPr>
          <a:xfrm>
            <a:off x="7515000" y="2866680"/>
            <a:ext cx="257400" cy="172080"/>
          </a:xfrm>
          <a:custGeom>
            <a:avLst/>
            <a:gdLst/>
            <a:ahLst/>
            <a:rect l="0" t="0" r="r" b="b"/>
            <a:pathLst>
              <a:path w="715" h="478">
                <a:moveTo>
                  <a:pt x="0" y="239"/>
                </a:moveTo>
                <a:cubicBezTo>
                  <a:pt x="0" y="223"/>
                  <a:pt x="2" y="207"/>
                  <a:pt x="5" y="192"/>
                </a:cubicBezTo>
                <a:cubicBezTo>
                  <a:pt x="8" y="177"/>
                  <a:pt x="12" y="162"/>
                  <a:pt x="18" y="147"/>
                </a:cubicBezTo>
                <a:cubicBezTo>
                  <a:pt x="24" y="133"/>
                  <a:pt x="32" y="119"/>
                  <a:pt x="40" y="106"/>
                </a:cubicBezTo>
                <a:cubicBezTo>
                  <a:pt x="49" y="93"/>
                  <a:pt x="59" y="81"/>
                  <a:pt x="70" y="70"/>
                </a:cubicBezTo>
                <a:cubicBezTo>
                  <a:pt x="81" y="59"/>
                  <a:pt x="93" y="49"/>
                  <a:pt x="106" y="41"/>
                </a:cubicBezTo>
                <a:cubicBezTo>
                  <a:pt x="119" y="32"/>
                  <a:pt x="133" y="25"/>
                  <a:pt x="147" y="19"/>
                </a:cubicBezTo>
                <a:cubicBezTo>
                  <a:pt x="162" y="13"/>
                  <a:pt x="176" y="8"/>
                  <a:pt x="193" y="5"/>
                </a:cubicBezTo>
                <a:cubicBezTo>
                  <a:pt x="208" y="2"/>
                  <a:pt x="224" y="0"/>
                  <a:pt x="239" y="0"/>
                </a:cubicBezTo>
                <a:lnTo>
                  <a:pt x="477" y="0"/>
                </a:lnTo>
                <a:cubicBezTo>
                  <a:pt x="493" y="0"/>
                  <a:pt x="508" y="2"/>
                  <a:pt x="524" y="5"/>
                </a:cubicBezTo>
                <a:cubicBezTo>
                  <a:pt x="539" y="8"/>
                  <a:pt x="554" y="13"/>
                  <a:pt x="568" y="19"/>
                </a:cubicBezTo>
                <a:cubicBezTo>
                  <a:pt x="583" y="25"/>
                  <a:pt x="597" y="32"/>
                  <a:pt x="610" y="41"/>
                </a:cubicBezTo>
                <a:cubicBezTo>
                  <a:pt x="623" y="49"/>
                  <a:pt x="635" y="59"/>
                  <a:pt x="646" y="70"/>
                </a:cubicBezTo>
                <a:cubicBezTo>
                  <a:pt x="657" y="81"/>
                  <a:pt x="667" y="93"/>
                  <a:pt x="675" y="106"/>
                </a:cubicBezTo>
                <a:cubicBezTo>
                  <a:pt x="684" y="119"/>
                  <a:pt x="691" y="133"/>
                  <a:pt x="697" y="147"/>
                </a:cubicBezTo>
                <a:cubicBezTo>
                  <a:pt x="703" y="162"/>
                  <a:pt x="708" y="177"/>
                  <a:pt x="711" y="192"/>
                </a:cubicBezTo>
                <a:cubicBezTo>
                  <a:pt x="714" y="207"/>
                  <a:pt x="715" y="223"/>
                  <a:pt x="715" y="239"/>
                </a:cubicBezTo>
                <a:cubicBezTo>
                  <a:pt x="715" y="254"/>
                  <a:pt x="714" y="270"/>
                  <a:pt x="711" y="285"/>
                </a:cubicBezTo>
                <a:cubicBezTo>
                  <a:pt x="708" y="300"/>
                  <a:pt x="703" y="315"/>
                  <a:pt x="697" y="330"/>
                </a:cubicBezTo>
                <a:cubicBezTo>
                  <a:pt x="691" y="344"/>
                  <a:pt x="684" y="358"/>
                  <a:pt x="675" y="372"/>
                </a:cubicBezTo>
                <a:cubicBezTo>
                  <a:pt x="667" y="385"/>
                  <a:pt x="657" y="397"/>
                  <a:pt x="646" y="408"/>
                </a:cubicBezTo>
                <a:cubicBezTo>
                  <a:pt x="635" y="419"/>
                  <a:pt x="623" y="429"/>
                  <a:pt x="610" y="438"/>
                </a:cubicBezTo>
                <a:cubicBezTo>
                  <a:pt x="597" y="446"/>
                  <a:pt x="583" y="454"/>
                  <a:pt x="568" y="460"/>
                </a:cubicBezTo>
                <a:cubicBezTo>
                  <a:pt x="554" y="466"/>
                  <a:pt x="539" y="470"/>
                  <a:pt x="524" y="473"/>
                </a:cubicBezTo>
                <a:cubicBezTo>
                  <a:pt x="508" y="476"/>
                  <a:pt x="493" y="478"/>
                  <a:pt x="477" y="478"/>
                </a:cubicBezTo>
                <a:lnTo>
                  <a:pt x="239" y="478"/>
                </a:lnTo>
                <a:cubicBezTo>
                  <a:pt x="224" y="478"/>
                  <a:pt x="208" y="476"/>
                  <a:pt x="193" y="473"/>
                </a:cubicBezTo>
                <a:cubicBezTo>
                  <a:pt x="176" y="470"/>
                  <a:pt x="162" y="466"/>
                  <a:pt x="147" y="460"/>
                </a:cubicBezTo>
                <a:cubicBezTo>
                  <a:pt x="133" y="454"/>
                  <a:pt x="119" y="446"/>
                  <a:pt x="106" y="438"/>
                </a:cubicBezTo>
                <a:cubicBezTo>
                  <a:pt x="93" y="429"/>
                  <a:pt x="81" y="419"/>
                  <a:pt x="70" y="408"/>
                </a:cubicBezTo>
                <a:cubicBezTo>
                  <a:pt x="59" y="397"/>
                  <a:pt x="49" y="385"/>
                  <a:pt x="40" y="372"/>
                </a:cubicBezTo>
                <a:cubicBezTo>
                  <a:pt x="32" y="358"/>
                  <a:pt x="24" y="344"/>
                  <a:pt x="18" y="330"/>
                </a:cubicBezTo>
                <a:cubicBezTo>
                  <a:pt x="12" y="315"/>
                  <a:pt x="8" y="300"/>
                  <a:pt x="5" y="285"/>
                </a:cubicBezTo>
                <a:cubicBezTo>
                  <a:pt x="2" y="270"/>
                  <a:pt x="0" y="254"/>
                  <a:pt x="0" y="239"/>
                </a:cubicBezTo>
                <a:close/>
              </a:path>
            </a:pathLst>
          </a:custGeom>
          <a:solidFill>
            <a:srgbClr val="e891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2" name=""/>
          <p:cNvSpPr txBox="1"/>
          <p:nvPr/>
        </p:nvSpPr>
        <p:spPr>
          <a:xfrm>
            <a:off x="7387560" y="2270880"/>
            <a:ext cx="5583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6b7280"/>
                </a:solidFill>
                <a:latin typeface="Arial"/>
                <a:ea typeface="Arial"/>
              </a:rPr>
              <a:t>de sector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3" name=""/>
          <p:cNvSpPr txBox="1"/>
          <p:nvPr/>
        </p:nvSpPr>
        <p:spPr>
          <a:xfrm>
            <a:off x="7587360" y="2885040"/>
            <a:ext cx="11952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ffffff"/>
                </a:solidFill>
                <a:latin typeface="Arial"/>
                <a:ea typeface="Arial"/>
              </a:rPr>
              <a:t>AI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4" name=""/>
          <p:cNvSpPr txBox="1"/>
          <p:nvPr/>
        </p:nvSpPr>
        <p:spPr>
          <a:xfrm>
            <a:off x="6958800" y="3074760"/>
            <a:ext cx="154908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nieuwe functionaliteit 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5" name=""/>
          <p:cNvSpPr/>
          <p:nvPr/>
        </p:nvSpPr>
        <p:spPr>
          <a:xfrm>
            <a:off x="456840" y="3600360"/>
            <a:ext cx="8087400" cy="790920"/>
          </a:xfrm>
          <a:custGeom>
            <a:avLst/>
            <a:gdLst/>
            <a:ahLst/>
            <a:rect l="0" t="0" r="r" b="b"/>
            <a:pathLst>
              <a:path w="22465" h="2197">
                <a:moveTo>
                  <a:pt x="0" y="0"/>
                </a:moveTo>
                <a:lnTo>
                  <a:pt x="22465" y="0"/>
                </a:lnTo>
                <a:lnTo>
                  <a:pt x="22465" y="2197"/>
                </a:lnTo>
                <a:lnTo>
                  <a:pt x="0" y="2197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6" name=""/>
          <p:cNvSpPr/>
          <p:nvPr/>
        </p:nvSpPr>
        <p:spPr>
          <a:xfrm>
            <a:off x="456840" y="360036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7" name=""/>
          <p:cNvSpPr/>
          <p:nvPr/>
        </p:nvSpPr>
        <p:spPr>
          <a:xfrm>
            <a:off x="456840" y="4381200"/>
            <a:ext cx="8087400" cy="10080"/>
          </a:xfrm>
          <a:custGeom>
            <a:avLst/>
            <a:gdLst/>
            <a:ahLst/>
            <a:rect l="0" t="0" r="r" b="b"/>
            <a:pathLst>
              <a:path w="22465" h="28">
                <a:moveTo>
                  <a:pt x="0" y="0"/>
                </a:moveTo>
                <a:lnTo>
                  <a:pt x="22465" y="0"/>
                </a:lnTo>
                <a:lnTo>
                  <a:pt x="2246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8" name=""/>
          <p:cNvSpPr/>
          <p:nvPr/>
        </p:nvSpPr>
        <p:spPr>
          <a:xfrm>
            <a:off x="8534160" y="36003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106"/>
                </a:moveTo>
                <a:lnTo>
                  <a:pt x="0" y="2197"/>
                </a:lnTo>
                <a:lnTo>
                  <a:pt x="28" y="2197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69" name=""/>
          <p:cNvSpPr/>
          <p:nvPr/>
        </p:nvSpPr>
        <p:spPr>
          <a:xfrm>
            <a:off x="456840" y="3600360"/>
            <a:ext cx="10080" cy="790920"/>
          </a:xfrm>
          <a:custGeom>
            <a:avLst/>
            <a:gdLst/>
            <a:ahLst/>
            <a:rect l="0" t="0" r="r" b="b"/>
            <a:pathLst>
              <a:path w="28" h="2197">
                <a:moveTo>
                  <a:pt x="0" y="0"/>
                </a:moveTo>
                <a:lnTo>
                  <a:pt x="0" y="2197"/>
                </a:lnTo>
                <a:lnTo>
                  <a:pt x="28" y="2197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0" name=""/>
          <p:cNvSpPr txBox="1"/>
          <p:nvPr/>
        </p:nvSpPr>
        <p:spPr>
          <a:xfrm>
            <a:off x="7392240" y="3236760"/>
            <a:ext cx="567720" cy="1450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80" spc="-1" strike="noStrike">
                <a:solidFill>
                  <a:srgbClr val="1a1a2e"/>
                </a:solidFill>
                <a:latin typeface="Arial"/>
                <a:ea typeface="Arial"/>
              </a:rPr>
              <a:t>inzichten</a:t>
            </a:r>
            <a:endParaRPr b="0" lang="en-US" sz="9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1" name=""/>
          <p:cNvSpPr txBox="1"/>
          <p:nvPr/>
        </p:nvSpPr>
        <p:spPr>
          <a:xfrm>
            <a:off x="634320" y="3809160"/>
            <a:ext cx="7990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AI heeft standaardisatie nodig.</a:t>
            </a:r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 Eenduidige betekenis laat minder ruimte voor interpretatie, en dus minder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2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3" name=""/>
          <p:cNvSpPr txBox="1"/>
          <p:nvPr/>
        </p:nvSpPr>
        <p:spPr>
          <a:xfrm>
            <a:off x="634320" y="4028040"/>
            <a:ext cx="6516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40" spc="-1" strike="noStrike">
                <a:solidFill>
                  <a:srgbClr val="1a1a2e"/>
                </a:solidFill>
                <a:latin typeface="Arial"/>
                <a:ea typeface="Arial"/>
              </a:rPr>
              <a:t>misinterpretatie en hallucinatie. De afspraak zelf blijft mensenwerk; alles daarna versnelt.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378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79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380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381" name=""/>
          <p:cNvSpPr/>
          <p:nvPr/>
        </p:nvSpPr>
        <p:spPr>
          <a:xfrm>
            <a:off x="4568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2" name=""/>
          <p:cNvSpPr txBox="1"/>
          <p:nvPr/>
        </p:nvSpPr>
        <p:spPr>
          <a:xfrm>
            <a:off x="439920" y="558000"/>
            <a:ext cx="595944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Wat dat straks mogelijk maakt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3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4" name=""/>
          <p:cNvSpPr/>
          <p:nvPr/>
        </p:nvSpPr>
        <p:spPr>
          <a:xfrm>
            <a:off x="6141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5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6" name=""/>
          <p:cNvSpPr/>
          <p:nvPr/>
        </p:nvSpPr>
        <p:spPr>
          <a:xfrm>
            <a:off x="6141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0e9e7e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7" name=""/>
          <p:cNvSpPr txBox="1"/>
          <p:nvPr/>
        </p:nvSpPr>
        <p:spPr>
          <a:xfrm>
            <a:off x="1119960" y="1389600"/>
            <a:ext cx="150048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Onderwijsontwerp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8" name=""/>
          <p:cNvSpPr txBox="1"/>
          <p:nvPr/>
        </p:nvSpPr>
        <p:spPr>
          <a:xfrm>
            <a:off x="948600" y="1937520"/>
            <a:ext cx="179892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Ons aanbod in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89" name=""/>
          <p:cNvSpPr txBox="1"/>
          <p:nvPr/>
        </p:nvSpPr>
        <p:spPr>
          <a:xfrm>
            <a:off x="743760" y="2261520"/>
            <a:ext cx="228960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Gevraagde vaardigheden uit de markt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0" name=""/>
          <p:cNvSpPr/>
          <p:nvPr/>
        </p:nvSpPr>
        <p:spPr>
          <a:xfrm>
            <a:off x="1428480" y="2714400"/>
            <a:ext cx="648000" cy="305280"/>
          </a:xfrm>
          <a:custGeom>
            <a:avLst/>
            <a:gdLst/>
            <a:ahLst/>
            <a:rect l="0" t="0" r="r" b="b"/>
            <a:pathLst>
              <a:path w="1800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42" y="0"/>
                </a:lnTo>
                <a:cubicBezTo>
                  <a:pt x="1652" y="0"/>
                  <a:pt x="1662" y="1"/>
                  <a:pt x="1673" y="3"/>
                </a:cubicBezTo>
                <a:cubicBezTo>
                  <a:pt x="1683" y="5"/>
                  <a:pt x="1693" y="8"/>
                  <a:pt x="1702" y="12"/>
                </a:cubicBezTo>
                <a:cubicBezTo>
                  <a:pt x="1712" y="16"/>
                  <a:pt x="1721" y="21"/>
                  <a:pt x="1730" y="27"/>
                </a:cubicBezTo>
                <a:cubicBezTo>
                  <a:pt x="1739" y="33"/>
                  <a:pt x="1747" y="39"/>
                  <a:pt x="1754" y="47"/>
                </a:cubicBezTo>
                <a:cubicBezTo>
                  <a:pt x="1761" y="54"/>
                  <a:pt x="1768" y="62"/>
                  <a:pt x="1774" y="71"/>
                </a:cubicBezTo>
                <a:cubicBezTo>
                  <a:pt x="1779" y="79"/>
                  <a:pt x="1784" y="88"/>
                  <a:pt x="1788" y="98"/>
                </a:cubicBezTo>
                <a:cubicBezTo>
                  <a:pt x="1792" y="108"/>
                  <a:pt x="1795" y="118"/>
                  <a:pt x="1797" y="128"/>
                </a:cubicBezTo>
                <a:cubicBezTo>
                  <a:pt x="1799" y="138"/>
                  <a:pt x="1800" y="148"/>
                  <a:pt x="1800" y="159"/>
                </a:cubicBezTo>
                <a:lnTo>
                  <a:pt x="1800" y="689"/>
                </a:lnTo>
                <a:cubicBezTo>
                  <a:pt x="1800" y="699"/>
                  <a:pt x="1799" y="710"/>
                  <a:pt x="1797" y="720"/>
                </a:cubicBezTo>
                <a:cubicBezTo>
                  <a:pt x="1795" y="730"/>
                  <a:pt x="1792" y="740"/>
                  <a:pt x="1788" y="750"/>
                </a:cubicBezTo>
                <a:cubicBezTo>
                  <a:pt x="1784" y="759"/>
                  <a:pt x="1779" y="769"/>
                  <a:pt x="1774" y="777"/>
                </a:cubicBezTo>
                <a:cubicBezTo>
                  <a:pt x="1768" y="786"/>
                  <a:pt x="1761" y="794"/>
                  <a:pt x="1754" y="801"/>
                </a:cubicBezTo>
                <a:cubicBezTo>
                  <a:pt x="1747" y="809"/>
                  <a:pt x="1739" y="815"/>
                  <a:pt x="1730" y="821"/>
                </a:cubicBezTo>
                <a:cubicBezTo>
                  <a:pt x="1721" y="827"/>
                  <a:pt x="1712" y="832"/>
                  <a:pt x="1702" y="836"/>
                </a:cubicBezTo>
                <a:cubicBezTo>
                  <a:pt x="1693" y="840"/>
                  <a:pt x="1683" y="843"/>
                  <a:pt x="1673" y="845"/>
                </a:cubicBezTo>
                <a:cubicBezTo>
                  <a:pt x="1662" y="847"/>
                  <a:pt x="1652" y="848"/>
                  <a:pt x="1642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1" name=""/>
          <p:cNvSpPr txBox="1"/>
          <p:nvPr/>
        </p:nvSpPr>
        <p:spPr>
          <a:xfrm>
            <a:off x="168912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2" name=""/>
          <p:cNvSpPr txBox="1"/>
          <p:nvPr/>
        </p:nvSpPr>
        <p:spPr>
          <a:xfrm>
            <a:off x="1563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3" name=""/>
          <p:cNvSpPr txBox="1"/>
          <p:nvPr/>
        </p:nvSpPr>
        <p:spPr>
          <a:xfrm>
            <a:off x="168912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0e9e7e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4" name=""/>
          <p:cNvSpPr txBox="1"/>
          <p:nvPr/>
        </p:nvSpPr>
        <p:spPr>
          <a:xfrm>
            <a:off x="681840" y="3270600"/>
            <a:ext cx="2426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Waar sluit ons aanbod niet aan op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5" name=""/>
          <p:cNvSpPr/>
          <p:nvPr/>
        </p:nvSpPr>
        <p:spPr>
          <a:xfrm>
            <a:off x="3200040" y="1228680"/>
            <a:ext cx="2591280" cy="2514960"/>
          </a:xfrm>
          <a:custGeom>
            <a:avLst/>
            <a:gdLst/>
            <a:ahLst/>
            <a:rect l="0" t="0" r="r" b="b"/>
            <a:pathLst>
              <a:path w="7198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34" y="0"/>
                </a:lnTo>
                <a:cubicBezTo>
                  <a:pt x="6951" y="0"/>
                  <a:pt x="6968" y="1"/>
                  <a:pt x="6985" y="5"/>
                </a:cubicBezTo>
                <a:cubicBezTo>
                  <a:pt x="7002" y="8"/>
                  <a:pt x="7019" y="13"/>
                  <a:pt x="7035" y="20"/>
                </a:cubicBezTo>
                <a:cubicBezTo>
                  <a:pt x="7051" y="26"/>
                  <a:pt x="7066" y="35"/>
                  <a:pt x="7081" y="44"/>
                </a:cubicBezTo>
                <a:cubicBezTo>
                  <a:pt x="7095" y="54"/>
                  <a:pt x="7108" y="65"/>
                  <a:pt x="7121" y="77"/>
                </a:cubicBezTo>
                <a:cubicBezTo>
                  <a:pt x="7133" y="90"/>
                  <a:pt x="7144" y="104"/>
                  <a:pt x="7154" y="118"/>
                </a:cubicBezTo>
                <a:cubicBezTo>
                  <a:pt x="7163" y="133"/>
                  <a:pt x="7171" y="148"/>
                  <a:pt x="7178" y="164"/>
                </a:cubicBezTo>
                <a:cubicBezTo>
                  <a:pt x="7185" y="180"/>
                  <a:pt x="7190" y="197"/>
                  <a:pt x="7193" y="214"/>
                </a:cubicBezTo>
                <a:cubicBezTo>
                  <a:pt x="7196" y="231"/>
                  <a:pt x="7198" y="248"/>
                  <a:pt x="7198" y="265"/>
                </a:cubicBezTo>
                <a:lnTo>
                  <a:pt x="7198" y="6721"/>
                </a:lnTo>
                <a:cubicBezTo>
                  <a:pt x="7198" y="6738"/>
                  <a:pt x="7196" y="6756"/>
                  <a:pt x="7193" y="6773"/>
                </a:cubicBezTo>
                <a:cubicBezTo>
                  <a:pt x="7190" y="6790"/>
                  <a:pt x="7185" y="6806"/>
                  <a:pt x="7178" y="6822"/>
                </a:cubicBezTo>
                <a:cubicBezTo>
                  <a:pt x="7171" y="6838"/>
                  <a:pt x="7163" y="6854"/>
                  <a:pt x="7154" y="6868"/>
                </a:cubicBezTo>
                <a:cubicBezTo>
                  <a:pt x="7144" y="6882"/>
                  <a:pt x="7133" y="6896"/>
                  <a:pt x="7121" y="6908"/>
                </a:cubicBezTo>
                <a:cubicBezTo>
                  <a:pt x="7108" y="6920"/>
                  <a:pt x="7095" y="6931"/>
                  <a:pt x="7081" y="6941"/>
                </a:cubicBezTo>
                <a:cubicBezTo>
                  <a:pt x="7066" y="6951"/>
                  <a:pt x="7051" y="6959"/>
                  <a:pt x="7035" y="6965"/>
                </a:cubicBezTo>
                <a:cubicBezTo>
                  <a:pt x="7019" y="6972"/>
                  <a:pt x="7002" y="6977"/>
                  <a:pt x="6985" y="6981"/>
                </a:cubicBezTo>
                <a:cubicBezTo>
                  <a:pt x="6968" y="6984"/>
                  <a:pt x="6951" y="6986"/>
                  <a:pt x="6934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6" name=""/>
          <p:cNvSpPr txBox="1"/>
          <p:nvPr/>
        </p:nvSpPr>
        <p:spPr>
          <a:xfrm>
            <a:off x="801000" y="3441960"/>
            <a:ext cx="21524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markt, en wat ontwikkelen we bij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7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8" name=""/>
          <p:cNvSpPr/>
          <p:nvPr/>
        </p:nvSpPr>
        <p:spPr>
          <a:xfrm>
            <a:off x="3357360" y="1861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3"/>
                </a:cubicBezTo>
                <a:cubicBezTo>
                  <a:pt x="6217" y="5"/>
                  <a:pt x="6226" y="8"/>
                  <a:pt x="6235" y="11"/>
                </a:cubicBezTo>
                <a:cubicBezTo>
                  <a:pt x="6244" y="15"/>
                  <a:pt x="6252" y="19"/>
                  <a:pt x="6260" y="25"/>
                </a:cubicBezTo>
                <a:cubicBezTo>
                  <a:pt x="6268" y="30"/>
                  <a:pt x="6275" y="36"/>
                  <a:pt x="6282" y="43"/>
                </a:cubicBezTo>
                <a:cubicBezTo>
                  <a:pt x="6289" y="49"/>
                  <a:pt x="6295" y="57"/>
                  <a:pt x="6300" y="65"/>
                </a:cubicBezTo>
                <a:cubicBezTo>
                  <a:pt x="6305" y="73"/>
                  <a:pt x="6310" y="81"/>
                  <a:pt x="6314" y="90"/>
                </a:cubicBezTo>
                <a:cubicBezTo>
                  <a:pt x="6317" y="99"/>
                  <a:pt x="6320" y="108"/>
                  <a:pt x="6322" y="117"/>
                </a:cubicBezTo>
                <a:cubicBezTo>
                  <a:pt x="6324" y="127"/>
                  <a:pt x="6325" y="136"/>
                  <a:pt x="6325" y="146"/>
                </a:cubicBezTo>
                <a:lnTo>
                  <a:pt x="6325" y="623"/>
                </a:lnTo>
                <a:cubicBezTo>
                  <a:pt x="6325" y="632"/>
                  <a:pt x="6324" y="642"/>
                  <a:pt x="6322" y="651"/>
                </a:cubicBezTo>
                <a:cubicBezTo>
                  <a:pt x="6320" y="661"/>
                  <a:pt x="6317" y="670"/>
                  <a:pt x="6314" y="679"/>
                </a:cubicBezTo>
                <a:cubicBezTo>
                  <a:pt x="6310" y="687"/>
                  <a:pt x="6305" y="696"/>
                  <a:pt x="6300" y="704"/>
                </a:cubicBezTo>
                <a:cubicBezTo>
                  <a:pt x="6295" y="712"/>
                  <a:pt x="6289" y="719"/>
                  <a:pt x="6282" y="726"/>
                </a:cubicBezTo>
                <a:cubicBezTo>
                  <a:pt x="6275" y="733"/>
                  <a:pt x="6268" y="739"/>
                  <a:pt x="6260" y="744"/>
                </a:cubicBezTo>
                <a:cubicBezTo>
                  <a:pt x="6252" y="749"/>
                  <a:pt x="6244" y="754"/>
                  <a:pt x="6235" y="757"/>
                </a:cubicBezTo>
                <a:cubicBezTo>
                  <a:pt x="6226" y="761"/>
                  <a:pt x="6217" y="764"/>
                  <a:pt x="6207" y="766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399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0" name=""/>
          <p:cNvSpPr/>
          <p:nvPr/>
        </p:nvSpPr>
        <p:spPr>
          <a:xfrm>
            <a:off x="3357360" y="2185920"/>
            <a:ext cx="2277000" cy="276480"/>
          </a:xfrm>
          <a:custGeom>
            <a:avLst/>
            <a:gdLst/>
            <a:ahLst/>
            <a:rect l="0" t="0" r="r" b="b"/>
            <a:pathLst>
              <a:path w="6325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179" y="0"/>
                </a:lnTo>
                <a:cubicBezTo>
                  <a:pt x="6189" y="0"/>
                  <a:pt x="6198" y="1"/>
                  <a:pt x="6207" y="2"/>
                </a:cubicBezTo>
                <a:cubicBezTo>
                  <a:pt x="6217" y="4"/>
                  <a:pt x="6226" y="7"/>
                  <a:pt x="6235" y="11"/>
                </a:cubicBezTo>
                <a:cubicBezTo>
                  <a:pt x="6244" y="14"/>
                  <a:pt x="6252" y="19"/>
                  <a:pt x="6260" y="24"/>
                </a:cubicBezTo>
                <a:cubicBezTo>
                  <a:pt x="6268" y="30"/>
                  <a:pt x="6275" y="36"/>
                  <a:pt x="6282" y="42"/>
                </a:cubicBezTo>
                <a:cubicBezTo>
                  <a:pt x="6289" y="49"/>
                  <a:pt x="6295" y="56"/>
                  <a:pt x="6300" y="64"/>
                </a:cubicBezTo>
                <a:cubicBezTo>
                  <a:pt x="6305" y="72"/>
                  <a:pt x="6310" y="81"/>
                  <a:pt x="6314" y="90"/>
                </a:cubicBezTo>
                <a:cubicBezTo>
                  <a:pt x="6317" y="98"/>
                  <a:pt x="6320" y="107"/>
                  <a:pt x="6322" y="117"/>
                </a:cubicBezTo>
                <a:cubicBezTo>
                  <a:pt x="6324" y="126"/>
                  <a:pt x="6325" y="136"/>
                  <a:pt x="6325" y="145"/>
                </a:cubicBezTo>
                <a:lnTo>
                  <a:pt x="6325" y="622"/>
                </a:lnTo>
                <a:cubicBezTo>
                  <a:pt x="6325" y="632"/>
                  <a:pt x="6324" y="641"/>
                  <a:pt x="6322" y="651"/>
                </a:cubicBezTo>
                <a:cubicBezTo>
                  <a:pt x="6320" y="660"/>
                  <a:pt x="6317" y="669"/>
                  <a:pt x="6314" y="678"/>
                </a:cubicBezTo>
                <a:cubicBezTo>
                  <a:pt x="6310" y="687"/>
                  <a:pt x="6305" y="695"/>
                  <a:pt x="6300" y="703"/>
                </a:cubicBezTo>
                <a:cubicBezTo>
                  <a:pt x="6295" y="711"/>
                  <a:pt x="6289" y="719"/>
                  <a:pt x="6282" y="725"/>
                </a:cubicBezTo>
                <a:cubicBezTo>
                  <a:pt x="6275" y="732"/>
                  <a:pt x="6268" y="738"/>
                  <a:pt x="6260" y="743"/>
                </a:cubicBezTo>
                <a:cubicBezTo>
                  <a:pt x="6252" y="749"/>
                  <a:pt x="6244" y="753"/>
                  <a:pt x="6235" y="757"/>
                </a:cubicBezTo>
                <a:cubicBezTo>
                  <a:pt x="6226" y="761"/>
                  <a:pt x="6217" y="763"/>
                  <a:pt x="6207" y="765"/>
                </a:cubicBezTo>
                <a:cubicBezTo>
                  <a:pt x="6198" y="767"/>
                  <a:pt x="6189" y="768"/>
                  <a:pt x="6179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2e86c1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1" name=""/>
          <p:cNvSpPr txBox="1"/>
          <p:nvPr/>
        </p:nvSpPr>
        <p:spPr>
          <a:xfrm>
            <a:off x="3717720" y="1389600"/>
            <a:ext cx="18889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Oriëntatie en leerroute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2" name=""/>
          <p:cNvSpPr txBox="1"/>
          <p:nvPr/>
        </p:nvSpPr>
        <p:spPr>
          <a:xfrm>
            <a:off x="3470040" y="1937520"/>
            <a:ext cx="22989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Behaalde en gewenste leeruitkomsten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3" name=""/>
          <p:cNvSpPr txBox="1"/>
          <p:nvPr/>
        </p:nvSpPr>
        <p:spPr>
          <a:xfrm>
            <a:off x="3584520" y="2261520"/>
            <a:ext cx="205956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Aanbod van meerdere instellingen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4" name=""/>
          <p:cNvSpPr/>
          <p:nvPr/>
        </p:nvSpPr>
        <p:spPr>
          <a:xfrm>
            <a:off x="41716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8" y="0"/>
                </a:lnTo>
                <a:cubicBezTo>
                  <a:pt x="1679" y="0"/>
                  <a:pt x="1689" y="1"/>
                  <a:pt x="1699" y="3"/>
                </a:cubicBezTo>
                <a:cubicBezTo>
                  <a:pt x="1709" y="5"/>
                  <a:pt x="1719" y="8"/>
                  <a:pt x="1729" y="12"/>
                </a:cubicBezTo>
                <a:cubicBezTo>
                  <a:pt x="1739" y="16"/>
                  <a:pt x="1748" y="21"/>
                  <a:pt x="1756" y="27"/>
                </a:cubicBezTo>
                <a:cubicBezTo>
                  <a:pt x="1765" y="33"/>
                  <a:pt x="1773" y="39"/>
                  <a:pt x="1780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80" y="801"/>
                </a:cubicBezTo>
                <a:cubicBezTo>
                  <a:pt x="1773" y="809"/>
                  <a:pt x="1765" y="815"/>
                  <a:pt x="1756" y="821"/>
                </a:cubicBezTo>
                <a:cubicBezTo>
                  <a:pt x="1748" y="827"/>
                  <a:pt x="1739" y="832"/>
                  <a:pt x="1729" y="836"/>
                </a:cubicBezTo>
                <a:cubicBezTo>
                  <a:pt x="1719" y="840"/>
                  <a:pt x="1709" y="843"/>
                  <a:pt x="1699" y="845"/>
                </a:cubicBezTo>
                <a:cubicBezTo>
                  <a:pt x="1689" y="847"/>
                  <a:pt x="1679" y="848"/>
                  <a:pt x="1668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2e86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5" name=""/>
          <p:cNvSpPr txBox="1"/>
          <p:nvPr/>
        </p:nvSpPr>
        <p:spPr>
          <a:xfrm>
            <a:off x="4434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6" name=""/>
          <p:cNvSpPr txBox="1"/>
          <p:nvPr/>
        </p:nvSpPr>
        <p:spPr>
          <a:xfrm>
            <a:off x="430812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7" name=""/>
          <p:cNvSpPr txBox="1"/>
          <p:nvPr/>
        </p:nvSpPr>
        <p:spPr>
          <a:xfrm>
            <a:off x="4434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2e86c1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8" name=""/>
          <p:cNvSpPr txBox="1"/>
          <p:nvPr/>
        </p:nvSpPr>
        <p:spPr>
          <a:xfrm>
            <a:off x="3508200" y="3270600"/>
            <a:ext cx="22197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Welke volgende stap past bij jouw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09" name=""/>
          <p:cNvSpPr/>
          <p:nvPr/>
        </p:nvSpPr>
        <p:spPr>
          <a:xfrm>
            <a:off x="5943240" y="1228680"/>
            <a:ext cx="2601000" cy="2514960"/>
          </a:xfrm>
          <a:custGeom>
            <a:avLst/>
            <a:gdLst/>
            <a:ahLst/>
            <a:rect l="0" t="0" r="r" b="b"/>
            <a:pathLst>
              <a:path w="7225" h="6986">
                <a:moveTo>
                  <a:pt x="0" y="6721"/>
                </a:moveTo>
                <a:lnTo>
                  <a:pt x="0" y="265"/>
                </a:lnTo>
                <a:cubicBezTo>
                  <a:pt x="0" y="248"/>
                  <a:pt x="2" y="231"/>
                  <a:pt x="6" y="214"/>
                </a:cubicBezTo>
                <a:cubicBezTo>
                  <a:pt x="9" y="197"/>
                  <a:pt x="14" y="180"/>
                  <a:pt x="21" y="164"/>
                </a:cubicBezTo>
                <a:cubicBezTo>
                  <a:pt x="27" y="148"/>
                  <a:pt x="35" y="133"/>
                  <a:pt x="45" y="118"/>
                </a:cubicBezTo>
                <a:cubicBezTo>
                  <a:pt x="55" y="104"/>
                  <a:pt x="66" y="90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90"/>
                  <a:pt x="7170" y="104"/>
                  <a:pt x="7180" y="118"/>
                </a:cubicBezTo>
                <a:cubicBezTo>
                  <a:pt x="7190" y="133"/>
                  <a:pt x="7198" y="148"/>
                  <a:pt x="7204" y="164"/>
                </a:cubicBezTo>
                <a:cubicBezTo>
                  <a:pt x="7211" y="180"/>
                  <a:pt x="7216" y="197"/>
                  <a:pt x="7220" y="214"/>
                </a:cubicBezTo>
                <a:cubicBezTo>
                  <a:pt x="7223" y="231"/>
                  <a:pt x="7225" y="248"/>
                  <a:pt x="7225" y="265"/>
                </a:cubicBezTo>
                <a:lnTo>
                  <a:pt x="7225" y="6721"/>
                </a:lnTo>
                <a:cubicBezTo>
                  <a:pt x="7225" y="6738"/>
                  <a:pt x="7223" y="6756"/>
                  <a:pt x="7220" y="6773"/>
                </a:cubicBezTo>
                <a:cubicBezTo>
                  <a:pt x="7216" y="6790"/>
                  <a:pt x="7211" y="6806"/>
                  <a:pt x="7204" y="6822"/>
                </a:cubicBezTo>
                <a:cubicBezTo>
                  <a:pt x="7198" y="6838"/>
                  <a:pt x="7190" y="6854"/>
                  <a:pt x="7180" y="6868"/>
                </a:cubicBezTo>
                <a:cubicBezTo>
                  <a:pt x="7170" y="6882"/>
                  <a:pt x="7159" y="6896"/>
                  <a:pt x="7147" y="6908"/>
                </a:cubicBezTo>
                <a:cubicBezTo>
                  <a:pt x="7135" y="6920"/>
                  <a:pt x="7121" y="6931"/>
                  <a:pt x="7107" y="6941"/>
                </a:cubicBezTo>
                <a:cubicBezTo>
                  <a:pt x="7093" y="6951"/>
                  <a:pt x="7077" y="6959"/>
                  <a:pt x="7061" y="6965"/>
                </a:cubicBezTo>
                <a:cubicBezTo>
                  <a:pt x="7045" y="6972"/>
                  <a:pt x="7029" y="6977"/>
                  <a:pt x="7012" y="6981"/>
                </a:cubicBezTo>
                <a:cubicBezTo>
                  <a:pt x="6995" y="6984"/>
                  <a:pt x="6977" y="6986"/>
                  <a:pt x="6960" y="6986"/>
                </a:cubicBezTo>
                <a:lnTo>
                  <a:pt x="265" y="6986"/>
                </a:lnTo>
                <a:cubicBezTo>
                  <a:pt x="248" y="6986"/>
                  <a:pt x="231" y="6984"/>
                  <a:pt x="213" y="6981"/>
                </a:cubicBezTo>
                <a:cubicBezTo>
                  <a:pt x="196" y="6977"/>
                  <a:pt x="180" y="6972"/>
                  <a:pt x="164" y="6965"/>
                </a:cubicBezTo>
                <a:cubicBezTo>
                  <a:pt x="148" y="6959"/>
                  <a:pt x="133" y="6951"/>
                  <a:pt x="118" y="6941"/>
                </a:cubicBezTo>
                <a:cubicBezTo>
                  <a:pt x="104" y="6931"/>
                  <a:pt x="90" y="6920"/>
                  <a:pt x="78" y="6908"/>
                </a:cubicBezTo>
                <a:cubicBezTo>
                  <a:pt x="66" y="6896"/>
                  <a:pt x="55" y="6882"/>
                  <a:pt x="45" y="6868"/>
                </a:cubicBezTo>
                <a:cubicBezTo>
                  <a:pt x="35" y="6854"/>
                  <a:pt x="27" y="6838"/>
                  <a:pt x="21" y="6822"/>
                </a:cubicBezTo>
                <a:cubicBezTo>
                  <a:pt x="14" y="6806"/>
                  <a:pt x="9" y="6790"/>
                  <a:pt x="6" y="6773"/>
                </a:cubicBezTo>
                <a:cubicBezTo>
                  <a:pt x="2" y="6756"/>
                  <a:pt x="0" y="6738"/>
                  <a:pt x="0" y="6721"/>
                </a:cubicBezTo>
                <a:close/>
              </a:path>
            </a:pathLst>
          </a:custGeom>
          <a:solidFill>
            <a:srgbClr val="f0e9f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0" name=""/>
          <p:cNvSpPr txBox="1"/>
          <p:nvPr/>
        </p:nvSpPr>
        <p:spPr>
          <a:xfrm>
            <a:off x="3436560" y="3441960"/>
            <a:ext cx="236124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doelen, ook bij een andere instelling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1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2" name=""/>
          <p:cNvSpPr/>
          <p:nvPr/>
        </p:nvSpPr>
        <p:spPr>
          <a:xfrm>
            <a:off x="6100560" y="1861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5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3"/>
                </a:cubicBezTo>
                <a:cubicBezTo>
                  <a:pt x="6243" y="5"/>
                  <a:pt x="6252" y="8"/>
                  <a:pt x="6261" y="11"/>
                </a:cubicBezTo>
                <a:cubicBezTo>
                  <a:pt x="6270" y="15"/>
                  <a:pt x="6278" y="19"/>
                  <a:pt x="6286" y="25"/>
                </a:cubicBezTo>
                <a:cubicBezTo>
                  <a:pt x="6294" y="30"/>
                  <a:pt x="6302" y="36"/>
                  <a:pt x="6308" y="43"/>
                </a:cubicBezTo>
                <a:cubicBezTo>
                  <a:pt x="6315" y="49"/>
                  <a:pt x="6321" y="57"/>
                  <a:pt x="6327" y="65"/>
                </a:cubicBezTo>
                <a:cubicBezTo>
                  <a:pt x="6332" y="73"/>
                  <a:pt x="6336" y="81"/>
                  <a:pt x="6340" y="90"/>
                </a:cubicBezTo>
                <a:cubicBezTo>
                  <a:pt x="6344" y="99"/>
                  <a:pt x="6346" y="108"/>
                  <a:pt x="6348" y="117"/>
                </a:cubicBezTo>
                <a:cubicBezTo>
                  <a:pt x="6350" y="127"/>
                  <a:pt x="6351" y="136"/>
                  <a:pt x="6351" y="146"/>
                </a:cubicBezTo>
                <a:lnTo>
                  <a:pt x="6351" y="623"/>
                </a:lnTo>
                <a:cubicBezTo>
                  <a:pt x="6351" y="632"/>
                  <a:pt x="6350" y="642"/>
                  <a:pt x="6348" y="651"/>
                </a:cubicBezTo>
                <a:cubicBezTo>
                  <a:pt x="6346" y="661"/>
                  <a:pt x="6344" y="670"/>
                  <a:pt x="6340" y="679"/>
                </a:cubicBezTo>
                <a:cubicBezTo>
                  <a:pt x="6336" y="687"/>
                  <a:pt x="6332" y="696"/>
                  <a:pt x="6327" y="704"/>
                </a:cubicBezTo>
                <a:cubicBezTo>
                  <a:pt x="6321" y="712"/>
                  <a:pt x="6315" y="719"/>
                  <a:pt x="6308" y="726"/>
                </a:cubicBezTo>
                <a:cubicBezTo>
                  <a:pt x="6302" y="733"/>
                  <a:pt x="6294" y="739"/>
                  <a:pt x="6286" y="744"/>
                </a:cubicBezTo>
                <a:cubicBezTo>
                  <a:pt x="6278" y="749"/>
                  <a:pt x="6270" y="754"/>
                  <a:pt x="6261" y="757"/>
                </a:cubicBezTo>
                <a:cubicBezTo>
                  <a:pt x="6252" y="761"/>
                  <a:pt x="6243" y="764"/>
                  <a:pt x="6234" y="766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6"/>
                </a:cubicBezTo>
                <a:cubicBezTo>
                  <a:pt x="108" y="764"/>
                  <a:pt x="99" y="761"/>
                  <a:pt x="90" y="757"/>
                </a:cubicBezTo>
                <a:cubicBezTo>
                  <a:pt x="81" y="754"/>
                  <a:pt x="73" y="749"/>
                  <a:pt x="65" y="744"/>
                </a:cubicBezTo>
                <a:cubicBezTo>
                  <a:pt x="57" y="739"/>
                  <a:pt x="49" y="733"/>
                  <a:pt x="43" y="726"/>
                </a:cubicBezTo>
                <a:cubicBezTo>
                  <a:pt x="36" y="719"/>
                  <a:pt x="30" y="712"/>
                  <a:pt x="25" y="704"/>
                </a:cubicBezTo>
                <a:cubicBezTo>
                  <a:pt x="19" y="696"/>
                  <a:pt x="15" y="687"/>
                  <a:pt x="11" y="679"/>
                </a:cubicBezTo>
                <a:cubicBezTo>
                  <a:pt x="7" y="670"/>
                  <a:pt x="5" y="661"/>
                  <a:pt x="3" y="651"/>
                </a:cubicBezTo>
                <a:cubicBezTo>
                  <a:pt x="1" y="642"/>
                  <a:pt x="0" y="632"/>
                  <a:pt x="0" y="623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3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4" name=""/>
          <p:cNvSpPr/>
          <p:nvPr/>
        </p:nvSpPr>
        <p:spPr>
          <a:xfrm>
            <a:off x="6100560" y="2185920"/>
            <a:ext cx="2286360" cy="276480"/>
          </a:xfrm>
          <a:custGeom>
            <a:avLst/>
            <a:gdLst/>
            <a:ahLst/>
            <a:rect l="0" t="0" r="r" b="b"/>
            <a:pathLst>
              <a:path w="6351" h="768">
                <a:moveTo>
                  <a:pt x="0" y="62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90"/>
                </a:cubicBezTo>
                <a:cubicBezTo>
                  <a:pt x="15" y="81"/>
                  <a:pt x="19" y="72"/>
                  <a:pt x="25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7" y="1"/>
                  <a:pt x="136" y="0"/>
                  <a:pt x="146" y="0"/>
                </a:cubicBezTo>
                <a:lnTo>
                  <a:pt x="6206" y="0"/>
                </a:lnTo>
                <a:cubicBezTo>
                  <a:pt x="6215" y="0"/>
                  <a:pt x="6225" y="1"/>
                  <a:pt x="6234" y="2"/>
                </a:cubicBezTo>
                <a:cubicBezTo>
                  <a:pt x="6243" y="4"/>
                  <a:pt x="6252" y="7"/>
                  <a:pt x="6261" y="11"/>
                </a:cubicBezTo>
                <a:cubicBezTo>
                  <a:pt x="6270" y="14"/>
                  <a:pt x="6278" y="19"/>
                  <a:pt x="6286" y="24"/>
                </a:cubicBezTo>
                <a:cubicBezTo>
                  <a:pt x="6294" y="30"/>
                  <a:pt x="6302" y="36"/>
                  <a:pt x="6308" y="42"/>
                </a:cubicBezTo>
                <a:cubicBezTo>
                  <a:pt x="6315" y="49"/>
                  <a:pt x="6321" y="56"/>
                  <a:pt x="6327" y="64"/>
                </a:cubicBezTo>
                <a:cubicBezTo>
                  <a:pt x="6332" y="72"/>
                  <a:pt x="6336" y="81"/>
                  <a:pt x="6340" y="90"/>
                </a:cubicBezTo>
                <a:cubicBezTo>
                  <a:pt x="6344" y="98"/>
                  <a:pt x="6346" y="107"/>
                  <a:pt x="6348" y="117"/>
                </a:cubicBezTo>
                <a:cubicBezTo>
                  <a:pt x="6350" y="126"/>
                  <a:pt x="6351" y="136"/>
                  <a:pt x="6351" y="145"/>
                </a:cubicBezTo>
                <a:lnTo>
                  <a:pt x="6351" y="622"/>
                </a:lnTo>
                <a:cubicBezTo>
                  <a:pt x="6351" y="632"/>
                  <a:pt x="6350" y="641"/>
                  <a:pt x="6348" y="651"/>
                </a:cubicBezTo>
                <a:cubicBezTo>
                  <a:pt x="6346" y="660"/>
                  <a:pt x="6344" y="669"/>
                  <a:pt x="6340" y="678"/>
                </a:cubicBezTo>
                <a:cubicBezTo>
                  <a:pt x="6336" y="687"/>
                  <a:pt x="6332" y="695"/>
                  <a:pt x="6327" y="703"/>
                </a:cubicBezTo>
                <a:cubicBezTo>
                  <a:pt x="6321" y="711"/>
                  <a:pt x="6315" y="719"/>
                  <a:pt x="6308" y="725"/>
                </a:cubicBezTo>
                <a:cubicBezTo>
                  <a:pt x="6302" y="732"/>
                  <a:pt x="6294" y="738"/>
                  <a:pt x="6286" y="743"/>
                </a:cubicBezTo>
                <a:cubicBezTo>
                  <a:pt x="6278" y="749"/>
                  <a:pt x="6270" y="753"/>
                  <a:pt x="6261" y="757"/>
                </a:cubicBezTo>
                <a:cubicBezTo>
                  <a:pt x="6252" y="761"/>
                  <a:pt x="6243" y="763"/>
                  <a:pt x="6234" y="765"/>
                </a:cubicBezTo>
                <a:cubicBezTo>
                  <a:pt x="6225" y="767"/>
                  <a:pt x="6215" y="768"/>
                  <a:pt x="6206" y="768"/>
                </a:cubicBezTo>
                <a:lnTo>
                  <a:pt x="146" y="768"/>
                </a:lnTo>
                <a:cubicBezTo>
                  <a:pt x="136" y="768"/>
                  <a:pt x="127" y="767"/>
                  <a:pt x="117" y="765"/>
                </a:cubicBezTo>
                <a:cubicBezTo>
                  <a:pt x="108" y="763"/>
                  <a:pt x="99" y="761"/>
                  <a:pt x="90" y="757"/>
                </a:cubicBezTo>
                <a:cubicBezTo>
                  <a:pt x="81" y="753"/>
                  <a:pt x="73" y="749"/>
                  <a:pt x="65" y="743"/>
                </a:cubicBezTo>
                <a:cubicBezTo>
                  <a:pt x="57" y="738"/>
                  <a:pt x="49" y="732"/>
                  <a:pt x="43" y="725"/>
                </a:cubicBezTo>
                <a:cubicBezTo>
                  <a:pt x="36" y="719"/>
                  <a:pt x="30" y="711"/>
                  <a:pt x="25" y="703"/>
                </a:cubicBezTo>
                <a:cubicBezTo>
                  <a:pt x="19" y="695"/>
                  <a:pt x="15" y="687"/>
                  <a:pt x="11" y="678"/>
                </a:cubicBezTo>
                <a:cubicBezTo>
                  <a:pt x="7" y="669"/>
                  <a:pt x="5" y="660"/>
                  <a:pt x="3" y="651"/>
                </a:cubicBezTo>
                <a:cubicBezTo>
                  <a:pt x="1" y="641"/>
                  <a:pt x="0" y="632"/>
                  <a:pt x="0" y="622"/>
                </a:cubicBezTo>
                <a:close/>
              </a:path>
            </a:pathLst>
          </a:custGeom>
          <a:noFill/>
          <a:ln w="9360">
            <a:solidFill>
              <a:srgbClr val="7a5dba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5" name=""/>
          <p:cNvSpPr txBox="1"/>
          <p:nvPr/>
        </p:nvSpPr>
        <p:spPr>
          <a:xfrm>
            <a:off x="6924960" y="1389600"/>
            <a:ext cx="7308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7a5dba"/>
                </a:solidFill>
                <a:latin typeface="Arial"/>
                <a:ea typeface="Arial"/>
              </a:rPr>
              <a:t>Lesopzet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6" name=""/>
          <p:cNvSpPr txBox="1"/>
          <p:nvPr/>
        </p:nvSpPr>
        <p:spPr>
          <a:xfrm>
            <a:off x="6662880" y="1937520"/>
            <a:ext cx="1271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Onderwijsspeciﬁcatie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7" name=""/>
          <p:cNvSpPr txBox="1"/>
          <p:nvPr/>
        </p:nvSpPr>
        <p:spPr>
          <a:xfrm>
            <a:off x="6572520" y="2261520"/>
            <a:ext cx="1478880" cy="137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939" spc="-1" strike="noStrike">
                <a:solidFill>
                  <a:srgbClr val="1a1a2e"/>
                </a:solidFill>
                <a:latin typeface="Arial"/>
                <a:ea typeface="Arial"/>
              </a:rPr>
              <a:t>Leermiddelen in het LMS</a:t>
            </a:r>
            <a:endParaRPr b="0" lang="en-US" sz="939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8" name=""/>
          <p:cNvSpPr/>
          <p:nvPr/>
        </p:nvSpPr>
        <p:spPr>
          <a:xfrm>
            <a:off x="6914880" y="2714400"/>
            <a:ext cx="657720" cy="305280"/>
          </a:xfrm>
          <a:custGeom>
            <a:avLst/>
            <a:gdLst/>
            <a:ahLst/>
            <a:rect l="0" t="0" r="r" b="b"/>
            <a:pathLst>
              <a:path w="1827" h="848">
                <a:moveTo>
                  <a:pt x="0" y="689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667" y="0"/>
                </a:lnTo>
                <a:cubicBezTo>
                  <a:pt x="1678" y="0"/>
                  <a:pt x="1688" y="1"/>
                  <a:pt x="1698" y="3"/>
                </a:cubicBezTo>
                <a:cubicBezTo>
                  <a:pt x="1708" y="5"/>
                  <a:pt x="1718" y="8"/>
                  <a:pt x="1728" y="12"/>
                </a:cubicBezTo>
                <a:cubicBezTo>
                  <a:pt x="1738" y="16"/>
                  <a:pt x="1747" y="21"/>
                  <a:pt x="1755" y="27"/>
                </a:cubicBezTo>
                <a:cubicBezTo>
                  <a:pt x="1764" y="33"/>
                  <a:pt x="1772" y="39"/>
                  <a:pt x="1779" y="47"/>
                </a:cubicBezTo>
                <a:cubicBezTo>
                  <a:pt x="1788" y="54"/>
                  <a:pt x="1794" y="62"/>
                  <a:pt x="1800" y="71"/>
                </a:cubicBezTo>
                <a:cubicBezTo>
                  <a:pt x="1806" y="79"/>
                  <a:pt x="1811" y="88"/>
                  <a:pt x="1815" y="98"/>
                </a:cubicBezTo>
                <a:cubicBezTo>
                  <a:pt x="1819" y="108"/>
                  <a:pt x="1822" y="118"/>
                  <a:pt x="1824" y="128"/>
                </a:cubicBezTo>
                <a:cubicBezTo>
                  <a:pt x="1826" y="138"/>
                  <a:pt x="1827" y="148"/>
                  <a:pt x="1827" y="159"/>
                </a:cubicBezTo>
                <a:lnTo>
                  <a:pt x="1827" y="689"/>
                </a:lnTo>
                <a:cubicBezTo>
                  <a:pt x="1827" y="699"/>
                  <a:pt x="1826" y="710"/>
                  <a:pt x="1824" y="720"/>
                </a:cubicBezTo>
                <a:cubicBezTo>
                  <a:pt x="1822" y="730"/>
                  <a:pt x="1819" y="740"/>
                  <a:pt x="1815" y="750"/>
                </a:cubicBezTo>
                <a:cubicBezTo>
                  <a:pt x="1811" y="759"/>
                  <a:pt x="1806" y="769"/>
                  <a:pt x="1800" y="777"/>
                </a:cubicBezTo>
                <a:cubicBezTo>
                  <a:pt x="1794" y="786"/>
                  <a:pt x="1788" y="794"/>
                  <a:pt x="1779" y="801"/>
                </a:cubicBezTo>
                <a:cubicBezTo>
                  <a:pt x="1772" y="809"/>
                  <a:pt x="1764" y="815"/>
                  <a:pt x="1755" y="821"/>
                </a:cubicBezTo>
                <a:cubicBezTo>
                  <a:pt x="1747" y="827"/>
                  <a:pt x="1738" y="832"/>
                  <a:pt x="1728" y="836"/>
                </a:cubicBezTo>
                <a:cubicBezTo>
                  <a:pt x="1718" y="840"/>
                  <a:pt x="1708" y="843"/>
                  <a:pt x="1698" y="845"/>
                </a:cubicBezTo>
                <a:cubicBezTo>
                  <a:pt x="1688" y="847"/>
                  <a:pt x="1678" y="848"/>
                  <a:pt x="1667" y="848"/>
                </a:cubicBezTo>
                <a:lnTo>
                  <a:pt x="159" y="848"/>
                </a:lnTo>
                <a:cubicBezTo>
                  <a:pt x="149" y="848"/>
                  <a:pt x="138" y="847"/>
                  <a:pt x="128" y="845"/>
                </a:cubicBezTo>
                <a:cubicBezTo>
                  <a:pt x="118" y="843"/>
                  <a:pt x="108" y="840"/>
                  <a:pt x="98" y="836"/>
                </a:cubicBezTo>
                <a:cubicBezTo>
                  <a:pt x="89" y="832"/>
                  <a:pt x="79" y="827"/>
                  <a:pt x="71" y="821"/>
                </a:cubicBezTo>
                <a:cubicBezTo>
                  <a:pt x="62" y="815"/>
                  <a:pt x="54" y="809"/>
                  <a:pt x="47" y="801"/>
                </a:cubicBezTo>
                <a:cubicBezTo>
                  <a:pt x="39" y="794"/>
                  <a:pt x="33" y="786"/>
                  <a:pt x="27" y="777"/>
                </a:cubicBezTo>
                <a:cubicBezTo>
                  <a:pt x="21" y="769"/>
                  <a:pt x="16" y="759"/>
                  <a:pt x="12" y="750"/>
                </a:cubicBezTo>
                <a:cubicBezTo>
                  <a:pt x="8" y="740"/>
                  <a:pt x="5" y="730"/>
                  <a:pt x="3" y="720"/>
                </a:cubicBezTo>
                <a:cubicBezTo>
                  <a:pt x="1" y="710"/>
                  <a:pt x="0" y="699"/>
                  <a:pt x="0" y="689"/>
                </a:cubicBezTo>
                <a:close/>
              </a:path>
            </a:pathLst>
          </a:custGeom>
          <a:solidFill>
            <a:srgbClr val="7a5d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19" name=""/>
          <p:cNvSpPr txBox="1"/>
          <p:nvPr/>
        </p:nvSpPr>
        <p:spPr>
          <a:xfrm>
            <a:off x="7179480" y="24922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0" name=""/>
          <p:cNvSpPr txBox="1"/>
          <p:nvPr/>
        </p:nvSpPr>
        <p:spPr>
          <a:xfrm>
            <a:off x="7053480" y="2794320"/>
            <a:ext cx="4381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20" spc="-1" strike="noStrike">
                <a:solidFill>
                  <a:srgbClr val="ffffff"/>
                </a:solidFill>
                <a:latin typeface="Arial"/>
                <a:ea typeface="Arial"/>
              </a:rPr>
              <a:t>Agent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1" name=""/>
          <p:cNvSpPr txBox="1"/>
          <p:nvPr/>
        </p:nvSpPr>
        <p:spPr>
          <a:xfrm>
            <a:off x="7179480" y="3044880"/>
            <a:ext cx="167400" cy="195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320" spc="-1" strike="noStrike">
                <a:solidFill>
                  <a:srgbClr val="7a5dba"/>
                </a:solidFill>
                <a:latin typeface="DejaVuSans"/>
                <a:ea typeface="DejaVuSans"/>
              </a:rPr>
              <a:t>▼</a:t>
            </a:r>
            <a:endParaRPr b="0" lang="en-US" sz="13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2" name=""/>
          <p:cNvSpPr txBox="1"/>
          <p:nvPr/>
        </p:nvSpPr>
        <p:spPr>
          <a:xfrm>
            <a:off x="6419880" y="3270600"/>
            <a:ext cx="179136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Een concept-lesopzet bij de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3" name=""/>
          <p:cNvSpPr/>
          <p:nvPr/>
        </p:nvSpPr>
        <p:spPr>
          <a:xfrm>
            <a:off x="456840" y="3885840"/>
            <a:ext cx="8087400" cy="810000"/>
          </a:xfrm>
          <a:custGeom>
            <a:avLst/>
            <a:gdLst/>
            <a:ahLst/>
            <a:rect l="0" t="0" r="r" b="b"/>
            <a:pathLst>
              <a:path w="22465" h="2250">
                <a:moveTo>
                  <a:pt x="0" y="0"/>
                </a:moveTo>
                <a:lnTo>
                  <a:pt x="22465" y="0"/>
                </a:lnTo>
                <a:lnTo>
                  <a:pt x="22465" y="2250"/>
                </a:lnTo>
                <a:lnTo>
                  <a:pt x="0" y="2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4" name=""/>
          <p:cNvSpPr/>
          <p:nvPr/>
        </p:nvSpPr>
        <p:spPr>
          <a:xfrm>
            <a:off x="456840" y="3885840"/>
            <a:ext cx="8087400" cy="38520"/>
          </a:xfrm>
          <a:custGeom>
            <a:avLst/>
            <a:gdLst/>
            <a:ahLst/>
            <a:rect l="0" t="0" r="r" b="b"/>
            <a:pathLst>
              <a:path w="22465" h="107">
                <a:moveTo>
                  <a:pt x="0" y="0"/>
                </a:moveTo>
                <a:lnTo>
                  <a:pt x="22465" y="0"/>
                </a:lnTo>
                <a:lnTo>
                  <a:pt x="22465" y="107"/>
                </a:lnTo>
                <a:lnTo>
                  <a:pt x="0" y="107"/>
                </a:lnTo>
                <a:lnTo>
                  <a:pt x="0" y="0"/>
                </a:lnTo>
                <a:close/>
              </a:path>
            </a:pathLst>
          </a:custGeom>
          <a:solidFill>
            <a:srgbClr val="a8481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5" name=""/>
          <p:cNvSpPr/>
          <p:nvPr/>
        </p:nvSpPr>
        <p:spPr>
          <a:xfrm>
            <a:off x="456840" y="468612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6" name=""/>
          <p:cNvSpPr/>
          <p:nvPr/>
        </p:nvSpPr>
        <p:spPr>
          <a:xfrm>
            <a:off x="853416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106"/>
                </a:moveTo>
                <a:lnTo>
                  <a:pt x="0" y="2250"/>
                </a:lnTo>
                <a:lnTo>
                  <a:pt x="28" y="2250"/>
                </a:lnTo>
                <a:lnTo>
                  <a:pt x="28" y="0"/>
                </a:lnTo>
                <a:lnTo>
                  <a:pt x="0" y="106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7" name=""/>
          <p:cNvSpPr/>
          <p:nvPr/>
        </p:nvSpPr>
        <p:spPr>
          <a:xfrm>
            <a:off x="456840" y="3885840"/>
            <a:ext cx="10080" cy="810000"/>
          </a:xfrm>
          <a:custGeom>
            <a:avLst/>
            <a:gdLst/>
            <a:ahLst/>
            <a:rect l="0" t="0" r="r" b="b"/>
            <a:pathLst>
              <a:path w="28" h="2250">
                <a:moveTo>
                  <a:pt x="0" y="0"/>
                </a:moveTo>
                <a:lnTo>
                  <a:pt x="0" y="2250"/>
                </a:lnTo>
                <a:lnTo>
                  <a:pt x="28" y="2250"/>
                </a:lnTo>
                <a:lnTo>
                  <a:pt x="28" y="106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8" name=""/>
          <p:cNvSpPr txBox="1"/>
          <p:nvPr/>
        </p:nvSpPr>
        <p:spPr>
          <a:xfrm>
            <a:off x="6905880" y="3441960"/>
            <a:ext cx="736920" cy="151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20" spc="-1" strike="noStrike">
                <a:solidFill>
                  <a:srgbClr val="1a1a2e"/>
                </a:solidFill>
                <a:latin typeface="Arial"/>
                <a:ea typeface="Arial"/>
              </a:rPr>
              <a:t>speciﬁcatie</a:t>
            </a:r>
            <a:endParaRPr b="0" lang="en-US" sz="10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29" name=""/>
          <p:cNvSpPr txBox="1"/>
          <p:nvPr/>
        </p:nvSpPr>
        <p:spPr>
          <a:xfrm>
            <a:off x="634320" y="4109400"/>
            <a:ext cx="89190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80" spc="-1" strike="noStrike">
                <a:solidFill>
                  <a:srgbClr val="3d68ec"/>
                </a:solidFill>
                <a:latin typeface="Arial"/>
                <a:ea typeface="Arial"/>
              </a:rPr>
              <a:t>Drie schalen, hetzelfde raamwerk eronder.</a:t>
            </a:r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 OKx bouwt deze dingen niet zelf, maar haalt de blokkade weg waar ze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0" name=""/>
          <p:cNvSpPr txBox="1"/>
          <p:nvPr/>
        </p:nvSpPr>
        <p:spPr>
          <a:xfrm>
            <a:off x="634320" y="4338000"/>
            <a:ext cx="3333600" cy="17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80" spc="-1" strike="noStrike">
                <a:solidFill>
                  <a:srgbClr val="1a1a2e"/>
                </a:solidFill>
                <a:latin typeface="Arial"/>
                <a:ea typeface="Arial"/>
              </a:rPr>
              <a:t>nu op stuklopen. </a:t>
            </a:r>
            <a:r>
              <a:rPr b="1" lang="en-US" sz="1180" spc="-1" strike="noStrike">
                <a:solidFill>
                  <a:srgbClr val="a8481f"/>
                </a:solidFill>
                <a:latin typeface="Arial"/>
                <a:ea typeface="Arial"/>
              </a:rPr>
              <a:t>Dat is de katalysatorrol.</a:t>
            </a:r>
            <a:endParaRPr b="0" lang="en-US" sz="11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1" name=""/>
          <p:cNvSpPr txBox="1"/>
          <p:nvPr/>
        </p:nvSpPr>
        <p:spPr>
          <a:xfrm>
            <a:off x="1078560" y="1637280"/>
            <a:ext cx="13752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0e9e7e"/>
                </a:solidFill>
                <a:latin typeface="Arial"/>
                <a:ea typeface="Arial"/>
              </a:rPr>
              <a:t>VRAAG NAAST AANBOD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2" name=""/>
          <p:cNvSpPr txBox="1"/>
          <p:nvPr/>
        </p:nvSpPr>
        <p:spPr>
          <a:xfrm>
            <a:off x="3426120" y="1637280"/>
            <a:ext cx="218160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2e86c1"/>
                </a:solidFill>
                <a:latin typeface="Arial"/>
                <a:ea typeface="Arial"/>
              </a:rPr>
              <a:t>TUSSEN INSTELLINGEN EN SECTOREN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3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4" name=""/>
          <p:cNvSpPr txBox="1"/>
          <p:nvPr/>
        </p:nvSpPr>
        <p:spPr>
          <a:xfrm>
            <a:off x="6591240" y="1637280"/>
            <a:ext cx="1358640" cy="120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820" spc="-1" strike="noStrike">
                <a:solidFill>
                  <a:srgbClr val="7a5dba"/>
                </a:solidFill>
                <a:latin typeface="Arial"/>
                <a:ea typeface="Arial"/>
              </a:rPr>
              <a:t>BINNEN DE INSTELLING</a:t>
            </a:r>
            <a:endParaRPr b="0" lang="en-US" sz="82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7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3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39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0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41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42" name=""/>
          <p:cNvSpPr/>
          <p:nvPr/>
        </p:nvSpPr>
        <p:spPr>
          <a:xfrm>
            <a:off x="485640" y="1542960"/>
            <a:ext cx="4705560" cy="1314720"/>
          </a:xfrm>
          <a:custGeom>
            <a:avLst/>
            <a:gdLst/>
            <a:ahLst/>
            <a:rect l="0" t="0" r="r" b="b"/>
            <a:pathLst>
              <a:path w="1307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1" y="184"/>
                  <a:pt x="2" y="170"/>
                </a:cubicBezTo>
                <a:cubicBezTo>
                  <a:pt x="4" y="156"/>
                  <a:pt x="7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9" y="62"/>
                </a:cubicBezTo>
                <a:cubicBezTo>
                  <a:pt x="45" y="52"/>
                  <a:pt x="51" y="43"/>
                  <a:pt x="59" y="35"/>
                </a:cubicBezTo>
                <a:cubicBezTo>
                  <a:pt x="66" y="28"/>
                  <a:pt x="74" y="21"/>
                  <a:pt x="82" y="16"/>
                </a:cubicBezTo>
                <a:cubicBezTo>
                  <a:pt x="90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1"/>
                  <a:pt x="12901" y="4"/>
                </a:cubicBezTo>
                <a:cubicBezTo>
                  <a:pt x="12915" y="7"/>
                  <a:pt x="12928" y="11"/>
                  <a:pt x="12941" y="16"/>
                </a:cubicBezTo>
                <a:cubicBezTo>
                  <a:pt x="12953" y="21"/>
                  <a:pt x="12966" y="28"/>
                  <a:pt x="12977" y="35"/>
                </a:cubicBezTo>
                <a:cubicBezTo>
                  <a:pt x="12989" y="43"/>
                  <a:pt x="12999" y="52"/>
                  <a:pt x="13009" y="62"/>
                </a:cubicBezTo>
                <a:cubicBezTo>
                  <a:pt x="13019" y="72"/>
                  <a:pt x="13028" y="82"/>
                  <a:pt x="13036" y="94"/>
                </a:cubicBezTo>
                <a:cubicBezTo>
                  <a:pt x="13043" y="105"/>
                  <a:pt x="13050" y="118"/>
                  <a:pt x="13055" y="130"/>
                </a:cubicBezTo>
                <a:cubicBezTo>
                  <a:pt x="13060" y="143"/>
                  <a:pt x="13065" y="156"/>
                  <a:pt x="13067" y="170"/>
                </a:cubicBezTo>
                <a:cubicBezTo>
                  <a:pt x="13070" y="184"/>
                  <a:pt x="13071" y="198"/>
                  <a:pt x="13071" y="211"/>
                </a:cubicBezTo>
                <a:lnTo>
                  <a:pt x="13071" y="3440"/>
                </a:lnTo>
                <a:cubicBezTo>
                  <a:pt x="13071" y="3454"/>
                  <a:pt x="13070" y="3468"/>
                  <a:pt x="13067" y="3482"/>
                </a:cubicBezTo>
                <a:cubicBezTo>
                  <a:pt x="13065" y="3495"/>
                  <a:pt x="13060" y="3508"/>
                  <a:pt x="13055" y="3521"/>
                </a:cubicBezTo>
                <a:cubicBezTo>
                  <a:pt x="13050" y="3534"/>
                  <a:pt x="13043" y="3546"/>
                  <a:pt x="13036" y="3558"/>
                </a:cubicBezTo>
                <a:cubicBezTo>
                  <a:pt x="13028" y="3569"/>
                  <a:pt x="13019" y="3580"/>
                  <a:pt x="13009" y="3590"/>
                </a:cubicBezTo>
                <a:cubicBezTo>
                  <a:pt x="12999" y="3600"/>
                  <a:pt x="12989" y="3609"/>
                  <a:pt x="12977" y="3616"/>
                </a:cubicBezTo>
                <a:cubicBezTo>
                  <a:pt x="12966" y="3624"/>
                  <a:pt x="12953" y="3631"/>
                  <a:pt x="12941" y="3636"/>
                </a:cubicBezTo>
                <a:cubicBezTo>
                  <a:pt x="12928" y="3641"/>
                  <a:pt x="12915" y="3645"/>
                  <a:pt x="12901" y="3648"/>
                </a:cubicBezTo>
                <a:cubicBezTo>
                  <a:pt x="12887" y="3651"/>
                  <a:pt x="12874" y="3652"/>
                  <a:pt x="12860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90" y="3641"/>
                  <a:pt x="82" y="3636"/>
                </a:cubicBezTo>
                <a:cubicBezTo>
                  <a:pt x="74" y="3631"/>
                  <a:pt x="66" y="3624"/>
                  <a:pt x="59" y="3616"/>
                </a:cubicBezTo>
                <a:cubicBezTo>
                  <a:pt x="51" y="3609"/>
                  <a:pt x="45" y="3600"/>
                  <a:pt x="39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7" y="3508"/>
                  <a:pt x="4" y="3495"/>
                  <a:pt x="2" y="3482"/>
                </a:cubicBezTo>
                <a:cubicBezTo>
                  <a:pt x="1" y="3468"/>
                  <a:pt x="0" y="3454"/>
                  <a:pt x="0" y="3440"/>
                </a:cubicBezTo>
                <a:close/>
              </a:path>
            </a:pathLst>
          </a:custGeom>
          <a:solidFill>
            <a:srgbClr val="fdf3e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3" name=""/>
          <p:cNvSpPr/>
          <p:nvPr/>
        </p:nvSpPr>
        <p:spPr>
          <a:xfrm>
            <a:off x="456840" y="1542960"/>
            <a:ext cx="4734360" cy="1314720"/>
          </a:xfrm>
          <a:custGeom>
            <a:avLst/>
            <a:gdLst/>
            <a:ahLst/>
            <a:rect l="0" t="0" r="r" b="b"/>
            <a:pathLst>
              <a:path w="13151" h="3652">
                <a:moveTo>
                  <a:pt x="0" y="0"/>
                </a:moveTo>
                <a:lnTo>
                  <a:pt x="13151" y="0"/>
                </a:lnTo>
                <a:lnTo>
                  <a:pt x="1315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8a5a1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4" name=""/>
          <p:cNvSpPr txBox="1"/>
          <p:nvPr/>
        </p:nvSpPr>
        <p:spPr>
          <a:xfrm>
            <a:off x="439920" y="862920"/>
            <a:ext cx="251676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Twee risico’s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5" name=""/>
          <p:cNvSpPr txBox="1"/>
          <p:nvPr/>
        </p:nvSpPr>
        <p:spPr>
          <a:xfrm>
            <a:off x="681840" y="1697040"/>
            <a:ext cx="21405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8a5a12"/>
                </a:solidFill>
                <a:latin typeface="Arial"/>
                <a:ea typeface="Arial"/>
              </a:rPr>
              <a:t>De afspraak komt te laat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6" name=""/>
          <p:cNvSpPr txBox="1"/>
          <p:nvPr/>
        </p:nvSpPr>
        <p:spPr>
          <a:xfrm>
            <a:off x="681840" y="1955880"/>
            <a:ext cx="49827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praktijk koppelt al. Techniek wisselt altijd, maar mogelijk komen de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7" name=""/>
          <p:cNvSpPr txBox="1"/>
          <p:nvPr/>
        </p:nvSpPr>
        <p:spPr>
          <a:xfrm>
            <a:off x="681840" y="2165400"/>
            <a:ext cx="496296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wisselingen nu zo snel dat er geen tijd is om ertussen te bouwen en te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8" name=""/>
          <p:cNvSpPr/>
          <p:nvPr/>
        </p:nvSpPr>
        <p:spPr>
          <a:xfrm>
            <a:off x="5343480" y="1542960"/>
            <a:ext cx="3200760" cy="1314720"/>
          </a:xfrm>
          <a:custGeom>
            <a:avLst/>
            <a:gdLst/>
            <a:ahLst/>
            <a:rect l="0" t="0" r="r" b="b"/>
            <a:pathLst>
              <a:path w="8891" h="3652">
                <a:moveTo>
                  <a:pt x="0" y="3440"/>
                </a:moveTo>
                <a:lnTo>
                  <a:pt x="0" y="211"/>
                </a:lnTo>
                <a:cubicBezTo>
                  <a:pt x="0" y="198"/>
                  <a:pt x="0" y="184"/>
                  <a:pt x="2" y="170"/>
                </a:cubicBezTo>
                <a:cubicBezTo>
                  <a:pt x="4" y="156"/>
                  <a:pt x="6" y="143"/>
                  <a:pt x="10" y="130"/>
                </a:cubicBezTo>
                <a:cubicBezTo>
                  <a:pt x="13" y="118"/>
                  <a:pt x="17" y="105"/>
                  <a:pt x="22" y="94"/>
                </a:cubicBezTo>
                <a:cubicBezTo>
                  <a:pt x="27" y="82"/>
                  <a:pt x="32" y="72"/>
                  <a:pt x="38" y="62"/>
                </a:cubicBezTo>
                <a:cubicBezTo>
                  <a:pt x="45" y="52"/>
                  <a:pt x="51" y="43"/>
                  <a:pt x="58" y="35"/>
                </a:cubicBezTo>
                <a:cubicBezTo>
                  <a:pt x="66" y="28"/>
                  <a:pt x="73" y="21"/>
                  <a:pt x="81" y="16"/>
                </a:cubicBezTo>
                <a:cubicBezTo>
                  <a:pt x="89" y="11"/>
                  <a:pt x="98" y="7"/>
                  <a:pt x="106" y="4"/>
                </a:cubicBezTo>
                <a:cubicBezTo>
                  <a:pt x="115" y="1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1"/>
                  <a:pt x="8720" y="4"/>
                </a:cubicBezTo>
                <a:cubicBezTo>
                  <a:pt x="8734" y="7"/>
                  <a:pt x="8747" y="11"/>
                  <a:pt x="8760" y="16"/>
                </a:cubicBezTo>
                <a:cubicBezTo>
                  <a:pt x="8773" y="21"/>
                  <a:pt x="8785" y="28"/>
                  <a:pt x="8797" y="35"/>
                </a:cubicBezTo>
                <a:cubicBezTo>
                  <a:pt x="8808" y="43"/>
                  <a:pt x="8819" y="52"/>
                  <a:pt x="8829" y="62"/>
                </a:cubicBezTo>
                <a:cubicBezTo>
                  <a:pt x="8838" y="72"/>
                  <a:pt x="8847" y="82"/>
                  <a:pt x="8855" y="94"/>
                </a:cubicBezTo>
                <a:cubicBezTo>
                  <a:pt x="8863" y="105"/>
                  <a:pt x="8869" y="118"/>
                  <a:pt x="8875" y="130"/>
                </a:cubicBezTo>
                <a:cubicBezTo>
                  <a:pt x="8880" y="143"/>
                  <a:pt x="8884" y="156"/>
                  <a:pt x="8887" y="170"/>
                </a:cubicBezTo>
                <a:cubicBezTo>
                  <a:pt x="8889" y="184"/>
                  <a:pt x="8891" y="198"/>
                  <a:pt x="8891" y="211"/>
                </a:cubicBezTo>
                <a:lnTo>
                  <a:pt x="8891" y="3440"/>
                </a:lnTo>
                <a:cubicBezTo>
                  <a:pt x="8891" y="3454"/>
                  <a:pt x="8889" y="3468"/>
                  <a:pt x="8887" y="3482"/>
                </a:cubicBezTo>
                <a:cubicBezTo>
                  <a:pt x="8884" y="3495"/>
                  <a:pt x="8880" y="3508"/>
                  <a:pt x="8875" y="3521"/>
                </a:cubicBezTo>
                <a:cubicBezTo>
                  <a:pt x="8869" y="3534"/>
                  <a:pt x="8863" y="3546"/>
                  <a:pt x="8855" y="3558"/>
                </a:cubicBezTo>
                <a:cubicBezTo>
                  <a:pt x="8847" y="3569"/>
                  <a:pt x="8838" y="3580"/>
                  <a:pt x="8829" y="3590"/>
                </a:cubicBezTo>
                <a:cubicBezTo>
                  <a:pt x="8819" y="3600"/>
                  <a:pt x="8808" y="3609"/>
                  <a:pt x="8797" y="3616"/>
                </a:cubicBezTo>
                <a:cubicBezTo>
                  <a:pt x="8785" y="3624"/>
                  <a:pt x="8773" y="3631"/>
                  <a:pt x="8760" y="3636"/>
                </a:cubicBezTo>
                <a:cubicBezTo>
                  <a:pt x="8747" y="3641"/>
                  <a:pt x="8734" y="3645"/>
                  <a:pt x="8720" y="3648"/>
                </a:cubicBezTo>
                <a:cubicBezTo>
                  <a:pt x="8707" y="3651"/>
                  <a:pt x="8693" y="3652"/>
                  <a:pt x="8679" y="3652"/>
                </a:cubicBezTo>
                <a:lnTo>
                  <a:pt x="132" y="3652"/>
                </a:lnTo>
                <a:cubicBezTo>
                  <a:pt x="123" y="3652"/>
                  <a:pt x="115" y="3651"/>
                  <a:pt x="106" y="3648"/>
                </a:cubicBezTo>
                <a:cubicBezTo>
                  <a:pt x="98" y="3645"/>
                  <a:pt x="89" y="3641"/>
                  <a:pt x="81" y="3636"/>
                </a:cubicBezTo>
                <a:cubicBezTo>
                  <a:pt x="73" y="3631"/>
                  <a:pt x="66" y="3624"/>
                  <a:pt x="58" y="3616"/>
                </a:cubicBezTo>
                <a:cubicBezTo>
                  <a:pt x="51" y="3609"/>
                  <a:pt x="45" y="3600"/>
                  <a:pt x="38" y="3590"/>
                </a:cubicBezTo>
                <a:cubicBezTo>
                  <a:pt x="32" y="3580"/>
                  <a:pt x="27" y="3569"/>
                  <a:pt x="22" y="3558"/>
                </a:cubicBezTo>
                <a:cubicBezTo>
                  <a:pt x="17" y="3546"/>
                  <a:pt x="13" y="3534"/>
                  <a:pt x="10" y="3521"/>
                </a:cubicBezTo>
                <a:cubicBezTo>
                  <a:pt x="6" y="3508"/>
                  <a:pt x="4" y="3495"/>
                  <a:pt x="2" y="3482"/>
                </a:cubicBezTo>
                <a:cubicBezTo>
                  <a:pt x="0" y="3468"/>
                  <a:pt x="0" y="3454"/>
                  <a:pt x="0" y="3440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49" name=""/>
          <p:cNvSpPr/>
          <p:nvPr/>
        </p:nvSpPr>
        <p:spPr>
          <a:xfrm>
            <a:off x="5314680" y="1542960"/>
            <a:ext cx="3229560" cy="1314720"/>
          </a:xfrm>
          <a:custGeom>
            <a:avLst/>
            <a:gdLst/>
            <a:ahLst/>
            <a:rect l="0" t="0" r="r" b="b"/>
            <a:pathLst>
              <a:path w="8971" h="3652">
                <a:moveTo>
                  <a:pt x="0" y="0"/>
                </a:moveTo>
                <a:lnTo>
                  <a:pt x="8971" y="0"/>
                </a:lnTo>
                <a:lnTo>
                  <a:pt x="8971" y="3652"/>
                </a:lnTo>
                <a:lnTo>
                  <a:pt x="0" y="3652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0" name=""/>
          <p:cNvSpPr txBox="1"/>
          <p:nvPr/>
        </p:nvSpPr>
        <p:spPr>
          <a:xfrm>
            <a:off x="681840" y="2365560"/>
            <a:ext cx="750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gebruiken.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1" name=""/>
          <p:cNvSpPr txBox="1"/>
          <p:nvPr/>
        </p:nvSpPr>
        <p:spPr>
          <a:xfrm>
            <a:off x="5535360" y="168480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2" name=""/>
          <p:cNvSpPr txBox="1"/>
          <p:nvPr/>
        </p:nvSpPr>
        <p:spPr>
          <a:xfrm>
            <a:off x="5535360" y="1913760"/>
            <a:ext cx="2600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Platform staat, er wordt op gebouwd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3" name=""/>
          <p:cNvSpPr txBox="1"/>
          <p:nvPr/>
        </p:nvSpPr>
        <p:spPr>
          <a:xfrm>
            <a:off x="5535360" y="2133000"/>
            <a:ext cx="25916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89 issues, acht deelnemers, ook een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4" name=""/>
          <p:cNvSpPr txBox="1"/>
          <p:nvPr/>
        </p:nvSpPr>
        <p:spPr>
          <a:xfrm>
            <a:off x="5670720" y="2314080"/>
            <a:ext cx="750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leverancier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5" name=""/>
          <p:cNvSpPr/>
          <p:nvPr/>
        </p:nvSpPr>
        <p:spPr>
          <a:xfrm>
            <a:off x="485640" y="2971440"/>
            <a:ext cx="4705560" cy="1419840"/>
          </a:xfrm>
          <a:custGeom>
            <a:avLst/>
            <a:gdLst/>
            <a:ahLst/>
            <a:rect l="0" t="0" r="r" b="b"/>
            <a:pathLst>
              <a:path w="1307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1" y="185"/>
                  <a:pt x="2" y="171"/>
                </a:cubicBezTo>
                <a:cubicBezTo>
                  <a:pt x="4" y="157"/>
                  <a:pt x="7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9" y="62"/>
                </a:cubicBezTo>
                <a:cubicBezTo>
                  <a:pt x="45" y="53"/>
                  <a:pt x="51" y="44"/>
                  <a:pt x="59" y="36"/>
                </a:cubicBezTo>
                <a:cubicBezTo>
                  <a:pt x="66" y="28"/>
                  <a:pt x="74" y="22"/>
                  <a:pt x="82" y="17"/>
                </a:cubicBezTo>
                <a:cubicBezTo>
                  <a:pt x="90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12860" y="0"/>
                </a:lnTo>
                <a:cubicBezTo>
                  <a:pt x="12874" y="0"/>
                  <a:pt x="12887" y="2"/>
                  <a:pt x="12901" y="5"/>
                </a:cubicBezTo>
                <a:cubicBezTo>
                  <a:pt x="12915" y="7"/>
                  <a:pt x="12928" y="11"/>
                  <a:pt x="12941" y="17"/>
                </a:cubicBezTo>
                <a:cubicBezTo>
                  <a:pt x="12953" y="22"/>
                  <a:pt x="12966" y="28"/>
                  <a:pt x="12977" y="36"/>
                </a:cubicBezTo>
                <a:cubicBezTo>
                  <a:pt x="12989" y="44"/>
                  <a:pt x="12999" y="53"/>
                  <a:pt x="13009" y="62"/>
                </a:cubicBezTo>
                <a:cubicBezTo>
                  <a:pt x="13019" y="72"/>
                  <a:pt x="13028" y="83"/>
                  <a:pt x="13036" y="95"/>
                </a:cubicBezTo>
                <a:cubicBezTo>
                  <a:pt x="13043" y="106"/>
                  <a:pt x="13050" y="118"/>
                  <a:pt x="13055" y="131"/>
                </a:cubicBezTo>
                <a:cubicBezTo>
                  <a:pt x="13060" y="144"/>
                  <a:pt x="13065" y="157"/>
                  <a:pt x="13067" y="171"/>
                </a:cubicBezTo>
                <a:cubicBezTo>
                  <a:pt x="13070" y="185"/>
                  <a:pt x="13071" y="198"/>
                  <a:pt x="13071" y="212"/>
                </a:cubicBezTo>
                <a:lnTo>
                  <a:pt x="13071" y="3732"/>
                </a:lnTo>
                <a:cubicBezTo>
                  <a:pt x="13071" y="3746"/>
                  <a:pt x="13070" y="3760"/>
                  <a:pt x="13067" y="3773"/>
                </a:cubicBezTo>
                <a:cubicBezTo>
                  <a:pt x="13065" y="3787"/>
                  <a:pt x="13060" y="3800"/>
                  <a:pt x="13055" y="3813"/>
                </a:cubicBezTo>
                <a:cubicBezTo>
                  <a:pt x="13050" y="3826"/>
                  <a:pt x="13043" y="3838"/>
                  <a:pt x="13036" y="3850"/>
                </a:cubicBezTo>
                <a:cubicBezTo>
                  <a:pt x="13028" y="3861"/>
                  <a:pt x="13019" y="3872"/>
                  <a:pt x="13009" y="3882"/>
                </a:cubicBezTo>
                <a:cubicBezTo>
                  <a:pt x="12999" y="3892"/>
                  <a:pt x="12989" y="3900"/>
                  <a:pt x="12977" y="3908"/>
                </a:cubicBezTo>
                <a:cubicBezTo>
                  <a:pt x="12966" y="3916"/>
                  <a:pt x="12953" y="3922"/>
                  <a:pt x="12941" y="3928"/>
                </a:cubicBezTo>
                <a:cubicBezTo>
                  <a:pt x="12928" y="3933"/>
                  <a:pt x="12915" y="3937"/>
                  <a:pt x="12901" y="3940"/>
                </a:cubicBezTo>
                <a:cubicBezTo>
                  <a:pt x="12887" y="3942"/>
                  <a:pt x="12874" y="3944"/>
                  <a:pt x="12860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90" y="3933"/>
                  <a:pt x="82" y="3928"/>
                </a:cubicBezTo>
                <a:cubicBezTo>
                  <a:pt x="74" y="3922"/>
                  <a:pt x="66" y="3916"/>
                  <a:pt x="59" y="3908"/>
                </a:cubicBezTo>
                <a:cubicBezTo>
                  <a:pt x="51" y="3900"/>
                  <a:pt x="45" y="3892"/>
                  <a:pt x="39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7" y="3800"/>
                  <a:pt x="4" y="3787"/>
                  <a:pt x="2" y="3773"/>
                </a:cubicBezTo>
                <a:cubicBezTo>
                  <a:pt x="1" y="3760"/>
                  <a:pt x="0" y="3746"/>
                  <a:pt x="0" y="3732"/>
                </a:cubicBezTo>
                <a:close/>
              </a:path>
            </a:pathLst>
          </a:custGeom>
          <a:solidFill>
            <a:srgbClr val="fbf1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6" name=""/>
          <p:cNvSpPr/>
          <p:nvPr/>
        </p:nvSpPr>
        <p:spPr>
          <a:xfrm>
            <a:off x="456840" y="2971440"/>
            <a:ext cx="4734360" cy="1419840"/>
          </a:xfrm>
          <a:custGeom>
            <a:avLst/>
            <a:gdLst/>
            <a:ahLst/>
            <a:rect l="0" t="0" r="r" b="b"/>
            <a:pathLst>
              <a:path w="13151" h="3944">
                <a:moveTo>
                  <a:pt x="0" y="0"/>
                </a:moveTo>
                <a:lnTo>
                  <a:pt x="13151" y="0"/>
                </a:lnTo>
                <a:lnTo>
                  <a:pt x="1315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c0392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7" name=""/>
          <p:cNvSpPr txBox="1"/>
          <p:nvPr/>
        </p:nvSpPr>
        <p:spPr>
          <a:xfrm>
            <a:off x="5535360" y="2532960"/>
            <a:ext cx="26481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Draagvlak traag, beweging meetbaar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8" name=""/>
          <p:cNvSpPr txBox="1"/>
          <p:nvPr/>
        </p:nvSpPr>
        <p:spPr>
          <a:xfrm>
            <a:off x="681840" y="3125520"/>
            <a:ext cx="406512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c0392b"/>
                </a:solidFill>
                <a:latin typeface="Arial"/>
                <a:ea typeface="Arial"/>
              </a:rPr>
              <a:t>De eis bestaat straks alleen nog in OEAPI-vorm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59" name=""/>
          <p:cNvSpPr txBox="1"/>
          <p:nvPr/>
        </p:nvSpPr>
        <p:spPr>
          <a:xfrm>
            <a:off x="681840" y="3384720"/>
            <a:ext cx="48150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De keuze voor OEAPI staat niet ter discussie, dat is beleid. Het risico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0" name=""/>
          <p:cNvSpPr txBox="1"/>
          <p:nvPr/>
        </p:nvSpPr>
        <p:spPr>
          <a:xfrm>
            <a:off x="681840" y="3584520"/>
            <a:ext cx="465660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is dat de eis erachter nergens los is opgeschreven. Bij een nieuwe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1" name=""/>
          <p:cNvSpPr txBox="1"/>
          <p:nvPr/>
        </p:nvSpPr>
        <p:spPr>
          <a:xfrm>
            <a:off x="681840" y="3794040"/>
            <a:ext cx="462924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110" spc="-1" strike="noStrike">
                <a:solidFill>
                  <a:srgbClr val="1a1a2e"/>
                </a:solidFill>
                <a:latin typeface="Arial"/>
                <a:ea typeface="Arial"/>
              </a:rPr>
              <a:t>versie of een ander protocol begint het speciﬁceren dan opnieuw.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2" name=""/>
          <p:cNvSpPr/>
          <p:nvPr/>
        </p:nvSpPr>
        <p:spPr>
          <a:xfrm>
            <a:off x="5343480" y="2971440"/>
            <a:ext cx="3200760" cy="1419840"/>
          </a:xfrm>
          <a:custGeom>
            <a:avLst/>
            <a:gdLst/>
            <a:ahLst/>
            <a:rect l="0" t="0" r="r" b="b"/>
            <a:pathLst>
              <a:path w="8891" h="3944">
                <a:moveTo>
                  <a:pt x="0" y="3732"/>
                </a:moveTo>
                <a:lnTo>
                  <a:pt x="0" y="212"/>
                </a:lnTo>
                <a:cubicBezTo>
                  <a:pt x="0" y="198"/>
                  <a:pt x="0" y="185"/>
                  <a:pt x="2" y="171"/>
                </a:cubicBezTo>
                <a:cubicBezTo>
                  <a:pt x="4" y="157"/>
                  <a:pt x="6" y="144"/>
                  <a:pt x="10" y="131"/>
                </a:cubicBezTo>
                <a:cubicBezTo>
                  <a:pt x="13" y="118"/>
                  <a:pt x="17" y="106"/>
                  <a:pt x="22" y="95"/>
                </a:cubicBezTo>
                <a:cubicBezTo>
                  <a:pt x="27" y="83"/>
                  <a:pt x="32" y="72"/>
                  <a:pt x="38" y="62"/>
                </a:cubicBezTo>
                <a:cubicBezTo>
                  <a:pt x="45" y="53"/>
                  <a:pt x="51" y="44"/>
                  <a:pt x="58" y="36"/>
                </a:cubicBezTo>
                <a:cubicBezTo>
                  <a:pt x="66" y="28"/>
                  <a:pt x="73" y="22"/>
                  <a:pt x="81" y="17"/>
                </a:cubicBezTo>
                <a:cubicBezTo>
                  <a:pt x="89" y="11"/>
                  <a:pt x="98" y="7"/>
                  <a:pt x="106" y="5"/>
                </a:cubicBezTo>
                <a:cubicBezTo>
                  <a:pt x="115" y="2"/>
                  <a:pt x="123" y="0"/>
                  <a:pt x="132" y="0"/>
                </a:cubicBezTo>
                <a:lnTo>
                  <a:pt x="8679" y="0"/>
                </a:lnTo>
                <a:cubicBezTo>
                  <a:pt x="8693" y="0"/>
                  <a:pt x="8707" y="2"/>
                  <a:pt x="8720" y="5"/>
                </a:cubicBezTo>
                <a:cubicBezTo>
                  <a:pt x="8734" y="7"/>
                  <a:pt x="8747" y="11"/>
                  <a:pt x="8760" y="17"/>
                </a:cubicBezTo>
                <a:cubicBezTo>
                  <a:pt x="8773" y="22"/>
                  <a:pt x="8785" y="28"/>
                  <a:pt x="8797" y="36"/>
                </a:cubicBezTo>
                <a:cubicBezTo>
                  <a:pt x="8808" y="44"/>
                  <a:pt x="8819" y="53"/>
                  <a:pt x="8829" y="62"/>
                </a:cubicBezTo>
                <a:cubicBezTo>
                  <a:pt x="8838" y="72"/>
                  <a:pt x="8847" y="83"/>
                  <a:pt x="8855" y="95"/>
                </a:cubicBezTo>
                <a:cubicBezTo>
                  <a:pt x="8863" y="106"/>
                  <a:pt x="8869" y="118"/>
                  <a:pt x="8875" y="131"/>
                </a:cubicBezTo>
                <a:cubicBezTo>
                  <a:pt x="8880" y="144"/>
                  <a:pt x="8884" y="157"/>
                  <a:pt x="8887" y="171"/>
                </a:cubicBezTo>
                <a:cubicBezTo>
                  <a:pt x="8889" y="185"/>
                  <a:pt x="8891" y="198"/>
                  <a:pt x="8891" y="212"/>
                </a:cubicBezTo>
                <a:lnTo>
                  <a:pt x="8891" y="3732"/>
                </a:lnTo>
                <a:cubicBezTo>
                  <a:pt x="8891" y="3746"/>
                  <a:pt x="8889" y="3760"/>
                  <a:pt x="8887" y="3773"/>
                </a:cubicBezTo>
                <a:cubicBezTo>
                  <a:pt x="8884" y="3787"/>
                  <a:pt x="8880" y="3800"/>
                  <a:pt x="8875" y="3813"/>
                </a:cubicBezTo>
                <a:cubicBezTo>
                  <a:pt x="8869" y="3826"/>
                  <a:pt x="8863" y="3838"/>
                  <a:pt x="8855" y="3850"/>
                </a:cubicBezTo>
                <a:cubicBezTo>
                  <a:pt x="8847" y="3861"/>
                  <a:pt x="8838" y="3872"/>
                  <a:pt x="8829" y="3882"/>
                </a:cubicBezTo>
                <a:cubicBezTo>
                  <a:pt x="8819" y="3892"/>
                  <a:pt x="8808" y="3900"/>
                  <a:pt x="8797" y="3908"/>
                </a:cubicBezTo>
                <a:cubicBezTo>
                  <a:pt x="8785" y="3916"/>
                  <a:pt x="8773" y="3922"/>
                  <a:pt x="8760" y="3928"/>
                </a:cubicBezTo>
                <a:cubicBezTo>
                  <a:pt x="8747" y="3933"/>
                  <a:pt x="8734" y="3937"/>
                  <a:pt x="8720" y="3940"/>
                </a:cubicBezTo>
                <a:cubicBezTo>
                  <a:pt x="8707" y="3942"/>
                  <a:pt x="8693" y="3944"/>
                  <a:pt x="8679" y="3944"/>
                </a:cubicBezTo>
                <a:lnTo>
                  <a:pt x="132" y="3944"/>
                </a:lnTo>
                <a:cubicBezTo>
                  <a:pt x="123" y="3944"/>
                  <a:pt x="115" y="3942"/>
                  <a:pt x="106" y="3940"/>
                </a:cubicBezTo>
                <a:cubicBezTo>
                  <a:pt x="98" y="3937"/>
                  <a:pt x="89" y="3933"/>
                  <a:pt x="81" y="3928"/>
                </a:cubicBezTo>
                <a:cubicBezTo>
                  <a:pt x="73" y="3922"/>
                  <a:pt x="66" y="3916"/>
                  <a:pt x="58" y="3908"/>
                </a:cubicBezTo>
                <a:cubicBezTo>
                  <a:pt x="51" y="3900"/>
                  <a:pt x="45" y="3892"/>
                  <a:pt x="38" y="3882"/>
                </a:cubicBezTo>
                <a:cubicBezTo>
                  <a:pt x="32" y="3872"/>
                  <a:pt x="27" y="3861"/>
                  <a:pt x="22" y="3850"/>
                </a:cubicBezTo>
                <a:cubicBezTo>
                  <a:pt x="17" y="3838"/>
                  <a:pt x="13" y="3826"/>
                  <a:pt x="10" y="3813"/>
                </a:cubicBezTo>
                <a:cubicBezTo>
                  <a:pt x="6" y="3800"/>
                  <a:pt x="4" y="3787"/>
                  <a:pt x="2" y="3773"/>
                </a:cubicBezTo>
                <a:cubicBezTo>
                  <a:pt x="0" y="3760"/>
                  <a:pt x="0" y="3746"/>
                  <a:pt x="0" y="3732"/>
                </a:cubicBezTo>
                <a:close/>
              </a:path>
            </a:pathLst>
          </a:custGeom>
          <a:solidFill>
            <a:srgbClr val="e8f6f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3" name=""/>
          <p:cNvSpPr/>
          <p:nvPr/>
        </p:nvSpPr>
        <p:spPr>
          <a:xfrm>
            <a:off x="5314680" y="2971440"/>
            <a:ext cx="3229560" cy="1419840"/>
          </a:xfrm>
          <a:custGeom>
            <a:avLst/>
            <a:gdLst/>
            <a:ahLst/>
            <a:rect l="0" t="0" r="r" b="b"/>
            <a:pathLst>
              <a:path w="8971" h="3944">
                <a:moveTo>
                  <a:pt x="0" y="0"/>
                </a:moveTo>
                <a:lnTo>
                  <a:pt x="8971" y="0"/>
                </a:lnTo>
                <a:lnTo>
                  <a:pt x="8971" y="3944"/>
                </a:lnTo>
                <a:lnTo>
                  <a:pt x="0" y="3944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4" name=""/>
          <p:cNvSpPr txBox="1"/>
          <p:nvPr/>
        </p:nvSpPr>
        <p:spPr>
          <a:xfrm>
            <a:off x="681840" y="4070520"/>
            <a:ext cx="4679280" cy="163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10" spc="-1" strike="noStrike">
                <a:solidFill>
                  <a:srgbClr val="c0392b"/>
                </a:solidFill>
                <a:latin typeface="Arial"/>
                <a:ea typeface="Arial"/>
              </a:rPr>
              <a:t>Dan bouw je alleen de stoomtrein, en niet de rails eronder.</a:t>
            </a:r>
            <a:endParaRPr b="0" lang="en-US" sz="111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5" name=""/>
          <p:cNvSpPr txBox="1"/>
          <p:nvPr/>
        </p:nvSpPr>
        <p:spPr>
          <a:xfrm>
            <a:off x="5535360" y="3113280"/>
            <a:ext cx="1143720" cy="13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900" spc="-1" strike="noStrike">
                <a:solidFill>
                  <a:srgbClr val="0e9e7e"/>
                </a:solidFill>
                <a:latin typeface="Arial"/>
                <a:ea typeface="Arial"/>
              </a:rPr>
              <a:t>WAT WE AL DOEN</a:t>
            </a:r>
            <a:endParaRPr b="0" lang="en-US" sz="9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6" name=""/>
          <p:cNvSpPr txBox="1"/>
          <p:nvPr/>
        </p:nvSpPr>
        <p:spPr>
          <a:xfrm>
            <a:off x="5535360" y="3342600"/>
            <a:ext cx="20797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Uitlijnen met MORA en HORA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7" name=""/>
          <p:cNvSpPr txBox="1"/>
          <p:nvPr/>
        </p:nvSpPr>
        <p:spPr>
          <a:xfrm>
            <a:off x="5535360" y="3561840"/>
            <a:ext cx="227160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OKx-kader in het businesskader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8" name=""/>
          <p:cNvSpPr txBox="1"/>
          <p:nvPr/>
        </p:nvSpPr>
        <p:spPr>
          <a:xfrm>
            <a:off x="5535360" y="3780720"/>
            <a:ext cx="276696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050" spc="-1" strike="noStrike">
                <a:solidFill>
                  <a:srgbClr val="0e9e7e"/>
                </a:solidFill>
                <a:latin typeface="Arial"/>
                <a:ea typeface="Arial"/>
              </a:rPr>
              <a:t>•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 </a:t>
            </a:r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Wat bouwen we, voor wie, onder welke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69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0" name=""/>
          <p:cNvSpPr txBox="1"/>
          <p:nvPr/>
        </p:nvSpPr>
        <p:spPr>
          <a:xfrm>
            <a:off x="5670720" y="3961800"/>
            <a:ext cx="113292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1a1a2e"/>
                </a:solidFill>
                <a:latin typeface="Arial"/>
                <a:ea typeface="Arial"/>
              </a:rPr>
              <a:t>omstandigheden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2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475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477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  <p:sp>
        <p:nvSpPr>
          <p:cNvPr id="1478" name=""/>
          <p:cNvSpPr txBox="1"/>
          <p:nvPr/>
        </p:nvSpPr>
        <p:spPr>
          <a:xfrm>
            <a:off x="439920" y="1024920"/>
            <a:ext cx="3755880" cy="39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2700" spc="-1" strike="noStrike">
                <a:solidFill>
                  <a:srgbClr val="dd784b"/>
                </a:solidFill>
                <a:latin typeface="Arial"/>
                <a:ea typeface="Arial"/>
              </a:rPr>
              <a:t>Waar de waarde zit</a:t>
            </a:r>
            <a:endParaRPr b="0" lang="en-US" sz="27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79" name=""/>
          <p:cNvSpPr/>
          <p:nvPr/>
        </p:nvSpPr>
        <p:spPr>
          <a:xfrm>
            <a:off x="4568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9f5e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0" name=""/>
          <p:cNvSpPr txBox="1"/>
          <p:nvPr/>
        </p:nvSpPr>
        <p:spPr>
          <a:xfrm>
            <a:off x="457200" y="1590120"/>
            <a:ext cx="3426840" cy="157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50" spc="-1" strike="noStrike">
                <a:solidFill>
                  <a:srgbClr val="6b7280"/>
                </a:solidFill>
                <a:latin typeface="Arial"/>
                <a:ea typeface="Arial"/>
              </a:rPr>
              <a:t>Niet in de koppeling, maar in de betekenis eronder</a:t>
            </a:r>
            <a:endParaRPr b="0" lang="en-US" sz="105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1" name=""/>
          <p:cNvSpPr txBox="1"/>
          <p:nvPr/>
        </p:nvSpPr>
        <p:spPr>
          <a:xfrm>
            <a:off x="617040" y="2075400"/>
            <a:ext cx="177012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0e9e7e"/>
                </a:solidFill>
                <a:latin typeface="Arial"/>
                <a:ea typeface="Arial"/>
              </a:rPr>
              <a:t>Eenduidig vastgelegd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2" name=""/>
          <p:cNvSpPr txBox="1"/>
          <p:nvPr/>
        </p:nvSpPr>
        <p:spPr>
          <a:xfrm>
            <a:off x="617040" y="2339640"/>
            <a:ext cx="2385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Elk systeem bedoelt hetzelfde met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3" name=""/>
          <p:cNvSpPr txBox="1"/>
          <p:nvPr/>
        </p:nvSpPr>
        <p:spPr>
          <a:xfrm>
            <a:off x="617040" y="2530080"/>
            <a:ext cx="25747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leeruitkomst, een aanbod en een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4" name=""/>
          <p:cNvSpPr/>
          <p:nvPr/>
        </p:nvSpPr>
        <p:spPr>
          <a:xfrm>
            <a:off x="3200040" y="1914480"/>
            <a:ext cx="2601000" cy="1114560"/>
          </a:xfrm>
          <a:custGeom>
            <a:avLst/>
            <a:gdLst/>
            <a:ahLst/>
            <a:rect l="0" t="0" r="r" b="b"/>
            <a:pathLst>
              <a:path w="7225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6" y="213"/>
                </a:cubicBezTo>
                <a:cubicBezTo>
                  <a:pt x="9" y="196"/>
                  <a:pt x="14" y="179"/>
                  <a:pt x="21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5" y="103"/>
                  <a:pt x="66" y="89"/>
                  <a:pt x="78" y="77"/>
                </a:cubicBezTo>
                <a:cubicBezTo>
                  <a:pt x="90" y="65"/>
                  <a:pt x="104" y="54"/>
                  <a:pt x="118" y="44"/>
                </a:cubicBezTo>
                <a:cubicBezTo>
                  <a:pt x="133" y="35"/>
                  <a:pt x="148" y="26"/>
                  <a:pt x="164" y="20"/>
                </a:cubicBezTo>
                <a:cubicBezTo>
                  <a:pt x="180" y="13"/>
                  <a:pt x="196" y="8"/>
                  <a:pt x="213" y="5"/>
                </a:cubicBezTo>
                <a:cubicBezTo>
                  <a:pt x="231" y="1"/>
                  <a:pt x="248" y="0"/>
                  <a:pt x="265" y="0"/>
                </a:cubicBezTo>
                <a:lnTo>
                  <a:pt x="6960" y="0"/>
                </a:lnTo>
                <a:cubicBezTo>
                  <a:pt x="6977" y="0"/>
                  <a:pt x="6995" y="1"/>
                  <a:pt x="7012" y="5"/>
                </a:cubicBezTo>
                <a:cubicBezTo>
                  <a:pt x="7029" y="8"/>
                  <a:pt x="7045" y="13"/>
                  <a:pt x="7061" y="20"/>
                </a:cubicBezTo>
                <a:cubicBezTo>
                  <a:pt x="7077" y="26"/>
                  <a:pt x="7093" y="35"/>
                  <a:pt x="7107" y="44"/>
                </a:cubicBezTo>
                <a:cubicBezTo>
                  <a:pt x="7121" y="54"/>
                  <a:pt x="7135" y="65"/>
                  <a:pt x="7147" y="77"/>
                </a:cubicBezTo>
                <a:cubicBezTo>
                  <a:pt x="7159" y="89"/>
                  <a:pt x="7170" y="103"/>
                  <a:pt x="7180" y="117"/>
                </a:cubicBezTo>
                <a:cubicBezTo>
                  <a:pt x="7190" y="132"/>
                  <a:pt x="7198" y="147"/>
                  <a:pt x="7204" y="163"/>
                </a:cubicBezTo>
                <a:cubicBezTo>
                  <a:pt x="7211" y="179"/>
                  <a:pt x="7216" y="196"/>
                  <a:pt x="7220" y="213"/>
                </a:cubicBezTo>
                <a:cubicBezTo>
                  <a:pt x="7223" y="230"/>
                  <a:pt x="7225" y="247"/>
                  <a:pt x="7225" y="264"/>
                </a:cubicBezTo>
                <a:lnTo>
                  <a:pt x="7225" y="2832"/>
                </a:lnTo>
                <a:cubicBezTo>
                  <a:pt x="7225" y="2849"/>
                  <a:pt x="7223" y="2866"/>
                  <a:pt x="7220" y="2883"/>
                </a:cubicBezTo>
                <a:cubicBezTo>
                  <a:pt x="7216" y="2900"/>
                  <a:pt x="7211" y="2917"/>
                  <a:pt x="7204" y="2933"/>
                </a:cubicBezTo>
                <a:cubicBezTo>
                  <a:pt x="7198" y="2949"/>
                  <a:pt x="7190" y="2964"/>
                  <a:pt x="7180" y="2979"/>
                </a:cubicBezTo>
                <a:cubicBezTo>
                  <a:pt x="7170" y="2993"/>
                  <a:pt x="7159" y="3006"/>
                  <a:pt x="7147" y="3019"/>
                </a:cubicBezTo>
                <a:cubicBezTo>
                  <a:pt x="7135" y="3031"/>
                  <a:pt x="7121" y="3042"/>
                  <a:pt x="7107" y="3052"/>
                </a:cubicBezTo>
                <a:cubicBezTo>
                  <a:pt x="7093" y="3061"/>
                  <a:pt x="7077" y="3069"/>
                  <a:pt x="7061" y="3076"/>
                </a:cubicBezTo>
                <a:cubicBezTo>
                  <a:pt x="7045" y="3083"/>
                  <a:pt x="7029" y="3088"/>
                  <a:pt x="7012" y="3091"/>
                </a:cubicBezTo>
                <a:cubicBezTo>
                  <a:pt x="6995" y="3095"/>
                  <a:pt x="6977" y="3096"/>
                  <a:pt x="6960" y="3096"/>
                </a:cubicBezTo>
                <a:lnTo>
                  <a:pt x="265" y="3096"/>
                </a:lnTo>
                <a:cubicBezTo>
                  <a:pt x="248" y="3096"/>
                  <a:pt x="231" y="3095"/>
                  <a:pt x="213" y="3091"/>
                </a:cubicBezTo>
                <a:cubicBezTo>
                  <a:pt x="196" y="3088"/>
                  <a:pt x="180" y="3083"/>
                  <a:pt x="164" y="3076"/>
                </a:cubicBezTo>
                <a:cubicBezTo>
                  <a:pt x="148" y="3069"/>
                  <a:pt x="133" y="3061"/>
                  <a:pt x="118" y="3052"/>
                </a:cubicBezTo>
                <a:cubicBezTo>
                  <a:pt x="104" y="3042"/>
                  <a:pt x="90" y="3031"/>
                  <a:pt x="78" y="3019"/>
                </a:cubicBezTo>
                <a:cubicBezTo>
                  <a:pt x="66" y="3006"/>
                  <a:pt x="55" y="2993"/>
                  <a:pt x="45" y="2979"/>
                </a:cubicBezTo>
                <a:cubicBezTo>
                  <a:pt x="35" y="2964"/>
                  <a:pt x="27" y="2949"/>
                  <a:pt x="21" y="2933"/>
                </a:cubicBezTo>
                <a:cubicBezTo>
                  <a:pt x="14" y="2917"/>
                  <a:pt x="9" y="2900"/>
                  <a:pt x="6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dcef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5" name=""/>
          <p:cNvSpPr txBox="1"/>
          <p:nvPr/>
        </p:nvSpPr>
        <p:spPr>
          <a:xfrm>
            <a:off x="617040" y="2730240"/>
            <a:ext cx="65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resultaat.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6" name=""/>
          <p:cNvSpPr txBox="1"/>
          <p:nvPr/>
        </p:nvSpPr>
        <p:spPr>
          <a:xfrm>
            <a:off x="3357360" y="2075400"/>
            <a:ext cx="211284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2e86c1"/>
                </a:solidFill>
                <a:latin typeface="Arial"/>
                <a:ea typeface="Arial"/>
              </a:rPr>
              <a:t>Machine-interpreteerbaar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7" name=""/>
          <p:cNvSpPr txBox="1"/>
          <p:nvPr/>
        </p:nvSpPr>
        <p:spPr>
          <a:xfrm>
            <a:off x="3357360" y="2339640"/>
            <a:ext cx="243468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Een agent kan de speciﬁcatie lezen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8" name=""/>
          <p:cNvSpPr txBox="1"/>
          <p:nvPr/>
        </p:nvSpPr>
        <p:spPr>
          <a:xfrm>
            <a:off x="3357360" y="2530080"/>
            <a:ext cx="243756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en gebruiken zonder te gokken wat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89" name=""/>
          <p:cNvSpPr/>
          <p:nvPr/>
        </p:nvSpPr>
        <p:spPr>
          <a:xfrm>
            <a:off x="5933880" y="1914480"/>
            <a:ext cx="2610360" cy="1114560"/>
          </a:xfrm>
          <a:custGeom>
            <a:avLst/>
            <a:gdLst/>
            <a:ahLst/>
            <a:rect l="0" t="0" r="r" b="b"/>
            <a:pathLst>
              <a:path w="7251" h="3096">
                <a:moveTo>
                  <a:pt x="0" y="2832"/>
                </a:moveTo>
                <a:lnTo>
                  <a:pt x="0" y="264"/>
                </a:lnTo>
                <a:cubicBezTo>
                  <a:pt x="0" y="247"/>
                  <a:pt x="2" y="230"/>
                  <a:pt x="5" y="213"/>
                </a:cubicBezTo>
                <a:cubicBezTo>
                  <a:pt x="9" y="196"/>
                  <a:pt x="14" y="179"/>
                  <a:pt x="20" y="163"/>
                </a:cubicBezTo>
                <a:cubicBezTo>
                  <a:pt x="27" y="147"/>
                  <a:pt x="35" y="132"/>
                  <a:pt x="45" y="117"/>
                </a:cubicBezTo>
                <a:cubicBezTo>
                  <a:pt x="54" y="103"/>
                  <a:pt x="65" y="89"/>
                  <a:pt x="78" y="77"/>
                </a:cubicBezTo>
                <a:cubicBezTo>
                  <a:pt x="90" y="65"/>
                  <a:pt x="103" y="54"/>
                  <a:pt x="118" y="44"/>
                </a:cubicBezTo>
                <a:cubicBezTo>
                  <a:pt x="132" y="35"/>
                  <a:pt x="147" y="26"/>
                  <a:pt x="163" y="20"/>
                </a:cubicBezTo>
                <a:cubicBezTo>
                  <a:pt x="179" y="13"/>
                  <a:pt x="196" y="8"/>
                  <a:pt x="213" y="5"/>
                </a:cubicBezTo>
                <a:cubicBezTo>
                  <a:pt x="230" y="1"/>
                  <a:pt x="247" y="0"/>
                  <a:pt x="265" y="0"/>
                </a:cubicBezTo>
                <a:lnTo>
                  <a:pt x="6986" y="0"/>
                </a:lnTo>
                <a:cubicBezTo>
                  <a:pt x="7003" y="0"/>
                  <a:pt x="7021" y="1"/>
                  <a:pt x="7038" y="5"/>
                </a:cubicBezTo>
                <a:cubicBezTo>
                  <a:pt x="7055" y="8"/>
                  <a:pt x="7071" y="13"/>
                  <a:pt x="7087" y="20"/>
                </a:cubicBezTo>
                <a:cubicBezTo>
                  <a:pt x="7103" y="26"/>
                  <a:pt x="7119" y="35"/>
                  <a:pt x="7133" y="44"/>
                </a:cubicBezTo>
                <a:cubicBezTo>
                  <a:pt x="7147" y="54"/>
                  <a:pt x="7161" y="65"/>
                  <a:pt x="7173" y="77"/>
                </a:cubicBezTo>
                <a:cubicBezTo>
                  <a:pt x="7185" y="89"/>
                  <a:pt x="7196" y="103"/>
                  <a:pt x="7206" y="117"/>
                </a:cubicBezTo>
                <a:cubicBezTo>
                  <a:pt x="7216" y="132"/>
                  <a:pt x="7224" y="147"/>
                  <a:pt x="7230" y="163"/>
                </a:cubicBezTo>
                <a:cubicBezTo>
                  <a:pt x="7237" y="179"/>
                  <a:pt x="7242" y="196"/>
                  <a:pt x="7246" y="213"/>
                </a:cubicBezTo>
                <a:cubicBezTo>
                  <a:pt x="7249" y="230"/>
                  <a:pt x="7251" y="247"/>
                  <a:pt x="7251" y="264"/>
                </a:cubicBezTo>
                <a:lnTo>
                  <a:pt x="7251" y="2832"/>
                </a:lnTo>
                <a:cubicBezTo>
                  <a:pt x="7251" y="2849"/>
                  <a:pt x="7249" y="2866"/>
                  <a:pt x="7246" y="2883"/>
                </a:cubicBezTo>
                <a:cubicBezTo>
                  <a:pt x="7242" y="2900"/>
                  <a:pt x="7237" y="2917"/>
                  <a:pt x="7230" y="2933"/>
                </a:cubicBezTo>
                <a:cubicBezTo>
                  <a:pt x="7224" y="2949"/>
                  <a:pt x="7216" y="2964"/>
                  <a:pt x="7206" y="2979"/>
                </a:cubicBezTo>
                <a:cubicBezTo>
                  <a:pt x="7196" y="2993"/>
                  <a:pt x="7185" y="3006"/>
                  <a:pt x="7173" y="3019"/>
                </a:cubicBezTo>
                <a:cubicBezTo>
                  <a:pt x="7161" y="3031"/>
                  <a:pt x="7147" y="3042"/>
                  <a:pt x="7133" y="3052"/>
                </a:cubicBezTo>
                <a:cubicBezTo>
                  <a:pt x="7119" y="3061"/>
                  <a:pt x="7103" y="3069"/>
                  <a:pt x="7087" y="3076"/>
                </a:cubicBezTo>
                <a:cubicBezTo>
                  <a:pt x="7071" y="3083"/>
                  <a:pt x="7055" y="3088"/>
                  <a:pt x="7038" y="3091"/>
                </a:cubicBezTo>
                <a:cubicBezTo>
                  <a:pt x="7021" y="3095"/>
                  <a:pt x="7003" y="3096"/>
                  <a:pt x="6986" y="3096"/>
                </a:cubicBezTo>
                <a:lnTo>
                  <a:pt x="265" y="3096"/>
                </a:lnTo>
                <a:cubicBezTo>
                  <a:pt x="247" y="3096"/>
                  <a:pt x="230" y="3095"/>
                  <a:pt x="213" y="3091"/>
                </a:cubicBezTo>
                <a:cubicBezTo>
                  <a:pt x="196" y="3088"/>
                  <a:pt x="179" y="3083"/>
                  <a:pt x="163" y="3076"/>
                </a:cubicBezTo>
                <a:cubicBezTo>
                  <a:pt x="147" y="3069"/>
                  <a:pt x="132" y="3061"/>
                  <a:pt x="118" y="3052"/>
                </a:cubicBezTo>
                <a:cubicBezTo>
                  <a:pt x="103" y="3042"/>
                  <a:pt x="90" y="3031"/>
                  <a:pt x="78" y="3019"/>
                </a:cubicBezTo>
                <a:cubicBezTo>
                  <a:pt x="65" y="3006"/>
                  <a:pt x="54" y="2993"/>
                  <a:pt x="45" y="2979"/>
                </a:cubicBezTo>
                <a:cubicBezTo>
                  <a:pt x="35" y="2964"/>
                  <a:pt x="27" y="2949"/>
                  <a:pt x="20" y="2933"/>
                </a:cubicBezTo>
                <a:cubicBezTo>
                  <a:pt x="14" y="2917"/>
                  <a:pt x="9" y="2900"/>
                  <a:pt x="5" y="2883"/>
                </a:cubicBezTo>
                <a:cubicBezTo>
                  <a:pt x="2" y="2866"/>
                  <a:pt x="0" y="2849"/>
                  <a:pt x="0" y="2832"/>
                </a:cubicBezTo>
                <a:close/>
              </a:path>
            </a:pathLst>
          </a:custGeom>
          <a:solidFill>
            <a:srgbClr val="ffee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0" name=""/>
          <p:cNvSpPr txBox="1"/>
          <p:nvPr/>
        </p:nvSpPr>
        <p:spPr>
          <a:xfrm>
            <a:off x="3357360" y="2730240"/>
            <a:ext cx="121680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er bedoeld wordt.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1" name=""/>
          <p:cNvSpPr txBox="1"/>
          <p:nvPr/>
        </p:nvSpPr>
        <p:spPr>
          <a:xfrm>
            <a:off x="6097320" y="2075400"/>
            <a:ext cx="1575000" cy="168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140" spc="-1" strike="noStrike">
                <a:solidFill>
                  <a:srgbClr val="e8912b"/>
                </a:solidFill>
                <a:latin typeface="Arial"/>
                <a:ea typeface="Arial"/>
              </a:rPr>
              <a:t>We doen het zelf al</a:t>
            </a:r>
            <a:endParaRPr b="0" lang="en-US" sz="114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2" name=""/>
          <p:cNvSpPr txBox="1"/>
          <p:nvPr/>
        </p:nvSpPr>
        <p:spPr>
          <a:xfrm>
            <a:off x="6097320" y="2339640"/>
            <a:ext cx="248184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Deze speciﬁcatie wordt nu al met AI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3" name=""/>
          <p:cNvSpPr/>
          <p:nvPr/>
        </p:nvSpPr>
        <p:spPr>
          <a:xfrm>
            <a:off x="456840" y="3162240"/>
            <a:ext cx="8087400" cy="1067040"/>
          </a:xfrm>
          <a:custGeom>
            <a:avLst/>
            <a:gdLst/>
            <a:ahLst/>
            <a:rect l="0" t="0" r="r" b="b"/>
            <a:pathLst>
              <a:path w="22465" h="2964">
                <a:moveTo>
                  <a:pt x="0" y="0"/>
                </a:moveTo>
                <a:lnTo>
                  <a:pt x="22465" y="0"/>
                </a:lnTo>
                <a:lnTo>
                  <a:pt x="22465" y="2964"/>
                </a:lnTo>
                <a:lnTo>
                  <a:pt x="0" y="2964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4" name=""/>
          <p:cNvSpPr/>
          <p:nvPr/>
        </p:nvSpPr>
        <p:spPr>
          <a:xfrm>
            <a:off x="456840" y="3162240"/>
            <a:ext cx="8087400" cy="38160"/>
          </a:xfrm>
          <a:custGeom>
            <a:avLst/>
            <a:gdLst/>
            <a:ahLst/>
            <a:rect l="0" t="0" r="r" b="b"/>
            <a:pathLst>
              <a:path w="22465" h="106">
                <a:moveTo>
                  <a:pt x="0" y="0"/>
                </a:moveTo>
                <a:lnTo>
                  <a:pt x="22465" y="0"/>
                </a:lnTo>
                <a:lnTo>
                  <a:pt x="22465" y="106"/>
                </a:lnTo>
                <a:lnTo>
                  <a:pt x="0" y="106"/>
                </a:lnTo>
                <a:lnTo>
                  <a:pt x="0" y="0"/>
                </a:lnTo>
                <a:close/>
              </a:path>
            </a:pathLst>
          </a:custGeom>
          <a:solidFill>
            <a:srgbClr val="0e9e7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5" name=""/>
          <p:cNvSpPr/>
          <p:nvPr/>
        </p:nvSpPr>
        <p:spPr>
          <a:xfrm>
            <a:off x="456840" y="4219560"/>
            <a:ext cx="8087400" cy="9720"/>
          </a:xfrm>
          <a:custGeom>
            <a:avLst/>
            <a:gdLst/>
            <a:ahLst/>
            <a:rect l="0" t="0" r="r" b="b"/>
            <a:pathLst>
              <a:path w="22465" h="27">
                <a:moveTo>
                  <a:pt x="0" y="0"/>
                </a:moveTo>
                <a:lnTo>
                  <a:pt x="22465" y="0"/>
                </a:lnTo>
                <a:lnTo>
                  <a:pt x="2246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6" name=""/>
          <p:cNvSpPr/>
          <p:nvPr/>
        </p:nvSpPr>
        <p:spPr>
          <a:xfrm>
            <a:off x="853416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105"/>
                </a:moveTo>
                <a:lnTo>
                  <a:pt x="0" y="2964"/>
                </a:lnTo>
                <a:lnTo>
                  <a:pt x="28" y="2964"/>
                </a:lnTo>
                <a:lnTo>
                  <a:pt x="28" y="0"/>
                </a:lnTo>
                <a:lnTo>
                  <a:pt x="0" y="105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7" name=""/>
          <p:cNvSpPr/>
          <p:nvPr/>
        </p:nvSpPr>
        <p:spPr>
          <a:xfrm>
            <a:off x="456840" y="3162240"/>
            <a:ext cx="10080" cy="1067040"/>
          </a:xfrm>
          <a:custGeom>
            <a:avLst/>
            <a:gdLst/>
            <a:ahLst/>
            <a:rect l="0" t="0" r="r" b="b"/>
            <a:pathLst>
              <a:path w="28" h="2964">
                <a:moveTo>
                  <a:pt x="0" y="0"/>
                </a:moveTo>
                <a:lnTo>
                  <a:pt x="0" y="2964"/>
                </a:lnTo>
                <a:lnTo>
                  <a:pt x="28" y="2964"/>
                </a:lnTo>
                <a:lnTo>
                  <a:pt x="28" y="105"/>
                </a:lnTo>
                <a:lnTo>
                  <a:pt x="0" y="0"/>
                </a:lnTo>
                <a:close/>
              </a:path>
            </a:pathLst>
          </a:custGeom>
          <a:solidFill>
            <a:srgbClr val="e5e7e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8" name=""/>
          <p:cNvSpPr txBox="1"/>
          <p:nvPr/>
        </p:nvSpPr>
        <p:spPr>
          <a:xfrm>
            <a:off x="6097320" y="2530080"/>
            <a:ext cx="2545920" cy="16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080" spc="-1" strike="noStrike">
                <a:solidFill>
                  <a:srgbClr val="1a1a2e"/>
                </a:solidFill>
                <a:latin typeface="Arial"/>
                <a:ea typeface="Arial"/>
              </a:rPr>
              <a:t>gebouwd, gereviewd en versioneerd.</a:t>
            </a:r>
            <a:endParaRPr b="0" lang="en-US" sz="108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499" name=""/>
          <p:cNvSpPr txBox="1"/>
          <p:nvPr/>
        </p:nvSpPr>
        <p:spPr>
          <a:xfrm>
            <a:off x="634320" y="3382920"/>
            <a:ext cx="868896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Leg de betekenis eenduidig vast en maak haar leesbaar voor een machine. Dan kan het bouwen straks heel snel,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0" name=""/>
          <p:cNvSpPr txBox="1"/>
          <p:nvPr/>
        </p:nvSpPr>
        <p:spPr>
          <a:xfrm>
            <a:off x="634320" y="3620880"/>
            <a:ext cx="9233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200" spc="-1" strike="noStrike">
                <a:solidFill>
                  <a:srgbClr val="1a1a2e"/>
                </a:solidFill>
                <a:latin typeface="Arial"/>
                <a:ea typeface="Arial"/>
              </a:rPr>
              <a:t>en zetten we AI in waar die sterk is. </a:t>
            </a:r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Wat het vraagt: focus en capaciteit voor het uitwerken van de speciﬁcatie,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1" name=""/>
          <p:cNvSpPr/>
          <p:nvPr/>
        </p:nvSpPr>
        <p:spPr>
          <a:xfrm>
            <a:off x="0" y="525744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2" name=""/>
          <p:cNvSpPr txBox="1"/>
          <p:nvPr/>
        </p:nvSpPr>
        <p:spPr>
          <a:xfrm>
            <a:off x="634320" y="3859200"/>
            <a:ext cx="3518280" cy="178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1" lang="en-US" sz="1200" spc="-1" strike="noStrike">
                <a:solidFill>
                  <a:srgbClr val="0e9e7e"/>
                </a:solidFill>
                <a:latin typeface="Arial"/>
                <a:ea typeface="Arial"/>
              </a:rPr>
              <a:t>en adoptie van het platform in het team.</a:t>
            </a:r>
            <a:endParaRPr b="0" lang="en-US" sz="1200" spc="-1" strike="noStrike">
              <a:solidFill>
                <a:srgbClr val="000000"/>
              </a:solidFill>
              <a:latin typeface="DejaVu Serif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3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4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5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6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DejaVu Serif"/>
            </a:endParaRPr>
          </a:p>
        </p:txBody>
      </p:sp>
      <p:sp>
        <p:nvSpPr>
          <p:cNvPr id="1507" name=""/>
          <p:cNvSpPr/>
          <p:nvPr/>
        </p:nvSpPr>
        <p:spPr>
          <a:xfrm>
            <a:off x="0" y="-5257800"/>
            <a:ext cx="9334800" cy="5258160"/>
          </a:xfrm>
          <a:custGeom>
            <a:avLst/>
            <a:gdLst/>
            <a:ahLst/>
            <a:rect l="0" t="0" r="r" b="b"/>
            <a:pathLst>
              <a:path w="25930" h="14606">
                <a:moveTo>
                  <a:pt x="0" y="0"/>
                </a:moveTo>
                <a:lnTo>
                  <a:pt x="25930" y="0"/>
                </a:lnTo>
                <a:lnTo>
                  <a:pt x="25930" y="14606"/>
                </a:lnTo>
                <a:lnTo>
                  <a:pt x="0" y="14606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sp>
        <p:nvSpPr>
          <p:cNvPr id="1508" name=""/>
          <p:cNvSpPr/>
          <p:nvPr/>
        </p:nvSpPr>
        <p:spPr>
          <a:xfrm>
            <a:off x="0" y="0"/>
            <a:ext cx="9334800" cy="5257800"/>
          </a:xfrm>
          <a:custGeom>
            <a:avLst/>
            <a:gdLst/>
            <a:ahLst/>
            <a:rect l="0" t="0" r="r" b="b"/>
            <a:pathLst>
              <a:path w="25930" h="14605">
                <a:moveTo>
                  <a:pt x="0" y="0"/>
                </a:moveTo>
                <a:lnTo>
                  <a:pt x="25930" y="0"/>
                </a:lnTo>
                <a:lnTo>
                  <a:pt x="25930" y="14605"/>
                </a:lnTo>
                <a:lnTo>
                  <a:pt x="0" y="1460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DejaVu Serif"/>
            </a:endParaRPr>
          </a:p>
        </p:txBody>
      </p:sp>
      <p:pic>
        <p:nvPicPr>
          <p:cNvPr id="1509" name="" descr=""/>
          <p:cNvPicPr/>
          <p:nvPr/>
        </p:nvPicPr>
        <p:blipFill>
          <a:blip r:embed="rId1"/>
          <a:stretch/>
        </p:blipFill>
        <p:spPr>
          <a:xfrm>
            <a:off x="-6120" y="0"/>
            <a:ext cx="9346680" cy="52574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LibreOffice/7.4.7.2$Linux_X86_64 LibreOffice_project/40$Build-2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