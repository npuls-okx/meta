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75816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31796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617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47464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684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893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20556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2651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47464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684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893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8838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209340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30292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512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722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931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617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88388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209340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3029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512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722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3958200"/>
            <a:ext cx="6062760" cy="241920"/>
          </a:xfrm>
          <a:custGeom>
            <a:avLst/>
            <a:gdLst/>
            <a:ahLst/>
            <a:rect l="0" t="0" r="r" b="b"/>
            <a:pathLst>
              <a:path fill="none" w="16841" h="672">
                <a:moveTo>
                  <a:pt x="0" y="672"/>
                </a:moveTo>
                <a:cubicBezTo>
                  <a:pt x="3742" y="588"/>
                  <a:pt x="6550" y="504"/>
                  <a:pt x="9357" y="392"/>
                </a:cubicBezTo>
                <a:cubicBezTo>
                  <a:pt x="12163" y="280"/>
                  <a:pt x="14502" y="168"/>
                  <a:pt x="16841" y="0"/>
                </a:cubicBezTo>
              </a:path>
            </a:pathLst>
          </a:custGeom>
          <a:ln cap="rnd" w="46080">
            <a:solidFill>
              <a:srgbClr val="94a3b0"/>
            </a:solidFill>
            <a:miter/>
          </a:ln>
        </p:spPr>
        <p:txBody>
          <a:bodyPr lIns="23040" rIns="23040" tIns="23040" bIns="23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202920"/>
            <a:ext cx="6062760" cy="1017360"/>
          </a:xfrm>
          <a:custGeom>
            <a:avLst/>
            <a:gdLst/>
            <a:ahLst/>
            <a:rect l="0" t="0" r="r" b="b"/>
            <a:pathLst>
              <a:path fill="none" w="16841" h="2826">
                <a:moveTo>
                  <a:pt x="0" y="2826"/>
                </a:moveTo>
                <a:cubicBezTo>
                  <a:pt x="4210" y="2770"/>
                  <a:pt x="7252" y="2658"/>
                  <a:pt x="9824" y="2434"/>
                </a:cubicBezTo>
                <a:cubicBezTo>
                  <a:pt x="12163" y="2211"/>
                  <a:pt x="13707" y="1763"/>
                  <a:pt x="14830" y="1204"/>
                </a:cubicBezTo>
                <a:cubicBezTo>
                  <a:pt x="15718" y="755"/>
                  <a:pt x="16280" y="364"/>
                  <a:pt x="16841" y="0"/>
                </a:cubicBezTo>
              </a:path>
            </a:pathLst>
          </a:custGeom>
          <a:ln cap="rnd" w="64440">
            <a:solidFill>
              <a:srgbClr val="e8912b"/>
            </a:solidFill>
            <a:miter/>
          </a:ln>
        </p:spPr>
        <p:txBody>
          <a:bodyPr lIns="32040" rIns="32040" tIns="32040" bIns="32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102120"/>
            <a:ext cx="168840" cy="201960"/>
          </a:xfrm>
          <a:custGeom>
            <a:avLst/>
            <a:gdLst/>
            <a:ahLst/>
            <a:rect l="0" t="0" r="r" b="b"/>
            <a:pathLst>
              <a:path w="469" h="561">
                <a:moveTo>
                  <a:pt x="469" y="281"/>
                </a:moveTo>
                <a:cubicBezTo>
                  <a:pt x="469" y="299"/>
                  <a:pt x="467" y="318"/>
                  <a:pt x="464" y="336"/>
                </a:cubicBezTo>
                <a:cubicBezTo>
                  <a:pt x="461" y="354"/>
                  <a:pt x="457" y="371"/>
                  <a:pt x="451" y="388"/>
                </a:cubicBezTo>
                <a:cubicBezTo>
                  <a:pt x="445" y="405"/>
                  <a:pt x="438" y="421"/>
                  <a:pt x="430" y="436"/>
                </a:cubicBezTo>
                <a:cubicBezTo>
                  <a:pt x="421" y="452"/>
                  <a:pt x="411" y="466"/>
                  <a:pt x="400" y="479"/>
                </a:cubicBezTo>
                <a:cubicBezTo>
                  <a:pt x="390" y="492"/>
                  <a:pt x="378" y="503"/>
                  <a:pt x="365" y="514"/>
                </a:cubicBezTo>
                <a:cubicBezTo>
                  <a:pt x="352" y="524"/>
                  <a:pt x="339" y="532"/>
                  <a:pt x="325" y="539"/>
                </a:cubicBezTo>
                <a:cubicBezTo>
                  <a:pt x="310" y="546"/>
                  <a:pt x="296" y="552"/>
                  <a:pt x="281" y="555"/>
                </a:cubicBezTo>
                <a:cubicBezTo>
                  <a:pt x="266" y="559"/>
                  <a:pt x="250" y="561"/>
                  <a:pt x="235" y="561"/>
                </a:cubicBezTo>
                <a:cubicBezTo>
                  <a:pt x="220" y="561"/>
                  <a:pt x="204" y="559"/>
                  <a:pt x="189" y="555"/>
                </a:cubicBezTo>
                <a:cubicBezTo>
                  <a:pt x="174" y="552"/>
                  <a:pt x="160" y="546"/>
                  <a:pt x="146" y="539"/>
                </a:cubicBezTo>
                <a:cubicBezTo>
                  <a:pt x="131" y="532"/>
                  <a:pt x="118" y="524"/>
                  <a:pt x="105" y="514"/>
                </a:cubicBezTo>
                <a:cubicBezTo>
                  <a:pt x="91" y="503"/>
                  <a:pt x="80" y="492"/>
                  <a:pt x="69" y="479"/>
                </a:cubicBezTo>
                <a:cubicBezTo>
                  <a:pt x="58" y="466"/>
                  <a:pt x="48" y="452"/>
                  <a:pt x="40" y="436"/>
                </a:cubicBezTo>
                <a:cubicBezTo>
                  <a:pt x="31" y="421"/>
                  <a:pt x="24" y="405"/>
                  <a:pt x="18" y="388"/>
                </a:cubicBezTo>
                <a:cubicBezTo>
                  <a:pt x="12" y="371"/>
                  <a:pt x="8" y="354"/>
                  <a:pt x="5" y="336"/>
                </a:cubicBezTo>
                <a:cubicBezTo>
                  <a:pt x="2" y="318"/>
                  <a:pt x="0" y="299"/>
                  <a:pt x="0" y="281"/>
                </a:cubicBezTo>
                <a:cubicBezTo>
                  <a:pt x="0" y="263"/>
                  <a:pt x="2" y="244"/>
                  <a:pt x="5" y="226"/>
                </a:cubicBezTo>
                <a:cubicBezTo>
                  <a:pt x="8" y="208"/>
                  <a:pt x="12" y="191"/>
                  <a:pt x="18" y="174"/>
                </a:cubicBezTo>
                <a:cubicBezTo>
                  <a:pt x="24" y="157"/>
                  <a:pt x="31" y="141"/>
                  <a:pt x="40" y="126"/>
                </a:cubicBezTo>
                <a:cubicBezTo>
                  <a:pt x="48" y="110"/>
                  <a:pt x="58" y="96"/>
                  <a:pt x="69" y="83"/>
                </a:cubicBezTo>
                <a:cubicBezTo>
                  <a:pt x="80" y="70"/>
                  <a:pt x="91" y="59"/>
                  <a:pt x="105" y="49"/>
                </a:cubicBezTo>
                <a:cubicBezTo>
                  <a:pt x="118" y="37"/>
                  <a:pt x="131" y="29"/>
                  <a:pt x="146" y="22"/>
                </a:cubicBezTo>
                <a:cubicBezTo>
                  <a:pt x="160" y="15"/>
                  <a:pt x="174" y="9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9"/>
                  <a:pt x="310" y="15"/>
                  <a:pt x="325" y="22"/>
                </a:cubicBezTo>
                <a:cubicBezTo>
                  <a:pt x="339" y="29"/>
                  <a:pt x="352" y="37"/>
                  <a:pt x="365" y="49"/>
                </a:cubicBezTo>
                <a:cubicBezTo>
                  <a:pt x="378" y="59"/>
                  <a:pt x="390" y="70"/>
                  <a:pt x="400" y="83"/>
                </a:cubicBezTo>
                <a:cubicBezTo>
                  <a:pt x="411" y="96"/>
                  <a:pt x="421" y="110"/>
                  <a:pt x="430" y="126"/>
                </a:cubicBezTo>
                <a:cubicBezTo>
                  <a:pt x="438" y="141"/>
                  <a:pt x="445" y="157"/>
                  <a:pt x="451" y="174"/>
                </a:cubicBezTo>
                <a:cubicBezTo>
                  <a:pt x="457" y="191"/>
                  <a:pt x="461" y="208"/>
                  <a:pt x="464" y="226"/>
                </a:cubicBezTo>
                <a:cubicBezTo>
                  <a:pt x="467" y="244"/>
                  <a:pt x="469" y="263"/>
                  <a:pt x="469" y="2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3887640"/>
            <a:ext cx="118440" cy="141120"/>
          </a:xfrm>
          <a:custGeom>
            <a:avLst/>
            <a:gdLst/>
            <a:ahLst/>
            <a:rect l="0" t="0" r="r" b="b"/>
            <a:pathLst>
              <a:path w="329" h="392">
                <a:moveTo>
                  <a:pt x="329" y="196"/>
                </a:moveTo>
                <a:cubicBezTo>
                  <a:pt x="329" y="209"/>
                  <a:pt x="328" y="221"/>
                  <a:pt x="326" y="234"/>
                </a:cubicBezTo>
                <a:cubicBezTo>
                  <a:pt x="324" y="246"/>
                  <a:pt x="320" y="259"/>
                  <a:pt x="316" y="271"/>
                </a:cubicBezTo>
                <a:cubicBezTo>
                  <a:pt x="312" y="282"/>
                  <a:pt x="307" y="294"/>
                  <a:pt x="301" y="304"/>
                </a:cubicBezTo>
                <a:cubicBezTo>
                  <a:pt x="295" y="315"/>
                  <a:pt x="288" y="325"/>
                  <a:pt x="281" y="334"/>
                </a:cubicBezTo>
                <a:cubicBezTo>
                  <a:pt x="273" y="343"/>
                  <a:pt x="265" y="352"/>
                  <a:pt x="256" y="359"/>
                </a:cubicBezTo>
                <a:cubicBezTo>
                  <a:pt x="247" y="367"/>
                  <a:pt x="238" y="373"/>
                  <a:pt x="228" y="378"/>
                </a:cubicBezTo>
                <a:cubicBezTo>
                  <a:pt x="218" y="382"/>
                  <a:pt x="208" y="386"/>
                  <a:pt x="197" y="389"/>
                </a:cubicBezTo>
                <a:cubicBezTo>
                  <a:pt x="186" y="391"/>
                  <a:pt x="176" y="392"/>
                  <a:pt x="165" y="392"/>
                </a:cubicBezTo>
                <a:cubicBezTo>
                  <a:pt x="154" y="392"/>
                  <a:pt x="144" y="391"/>
                  <a:pt x="133" y="389"/>
                </a:cubicBezTo>
                <a:cubicBezTo>
                  <a:pt x="123" y="386"/>
                  <a:pt x="112" y="382"/>
                  <a:pt x="102" y="378"/>
                </a:cubicBezTo>
                <a:cubicBezTo>
                  <a:pt x="92" y="373"/>
                  <a:pt x="83" y="367"/>
                  <a:pt x="74" y="359"/>
                </a:cubicBezTo>
                <a:cubicBezTo>
                  <a:pt x="65" y="352"/>
                  <a:pt x="57" y="343"/>
                  <a:pt x="49" y="334"/>
                </a:cubicBezTo>
                <a:cubicBezTo>
                  <a:pt x="42" y="325"/>
                  <a:pt x="35" y="315"/>
                  <a:pt x="29" y="304"/>
                </a:cubicBezTo>
                <a:cubicBezTo>
                  <a:pt x="23" y="294"/>
                  <a:pt x="18" y="282"/>
                  <a:pt x="14" y="271"/>
                </a:cubicBezTo>
                <a:cubicBezTo>
                  <a:pt x="9" y="259"/>
                  <a:pt x="6" y="246"/>
                  <a:pt x="3" y="234"/>
                </a:cubicBezTo>
                <a:cubicBezTo>
                  <a:pt x="1" y="221"/>
                  <a:pt x="0" y="209"/>
                  <a:pt x="0" y="196"/>
                </a:cubicBezTo>
                <a:cubicBezTo>
                  <a:pt x="0" y="183"/>
                  <a:pt x="1" y="170"/>
                  <a:pt x="3" y="157"/>
                </a:cubicBezTo>
                <a:cubicBezTo>
                  <a:pt x="6" y="145"/>
                  <a:pt x="9" y="133"/>
                  <a:pt x="14" y="121"/>
                </a:cubicBezTo>
                <a:cubicBezTo>
                  <a:pt x="18" y="109"/>
                  <a:pt x="23" y="98"/>
                  <a:pt x="29" y="87"/>
                </a:cubicBezTo>
                <a:cubicBezTo>
                  <a:pt x="35" y="76"/>
                  <a:pt x="42" y="66"/>
                  <a:pt x="49" y="57"/>
                </a:cubicBezTo>
                <a:cubicBezTo>
                  <a:pt x="57" y="48"/>
                  <a:pt x="65" y="40"/>
                  <a:pt x="74" y="33"/>
                </a:cubicBezTo>
                <a:cubicBezTo>
                  <a:pt x="83" y="26"/>
                  <a:pt x="92" y="20"/>
                  <a:pt x="102" y="15"/>
                </a:cubicBezTo>
                <a:cubicBezTo>
                  <a:pt x="112" y="10"/>
                  <a:pt x="123" y="6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6"/>
                  <a:pt x="218" y="10"/>
                  <a:pt x="228" y="15"/>
                </a:cubicBezTo>
                <a:cubicBezTo>
                  <a:pt x="238" y="20"/>
                  <a:pt x="247" y="26"/>
                  <a:pt x="256" y="33"/>
                </a:cubicBezTo>
                <a:cubicBezTo>
                  <a:pt x="265" y="40"/>
                  <a:pt x="273" y="48"/>
                  <a:pt x="281" y="57"/>
                </a:cubicBezTo>
                <a:cubicBezTo>
                  <a:pt x="288" y="66"/>
                  <a:pt x="295" y="76"/>
                  <a:pt x="301" y="87"/>
                </a:cubicBezTo>
                <a:cubicBezTo>
                  <a:pt x="307" y="98"/>
                  <a:pt x="312" y="109"/>
                  <a:pt x="316" y="121"/>
                </a:cubicBezTo>
                <a:cubicBezTo>
                  <a:pt x="320" y="133"/>
                  <a:pt x="324" y="145"/>
                  <a:pt x="326" y="157"/>
                </a:cubicBezTo>
                <a:cubicBezTo>
                  <a:pt x="328" y="170"/>
                  <a:pt x="329" y="183"/>
                  <a:pt x="329" y="196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381200"/>
            <a:ext cx="248040" cy="48240"/>
          </a:xfrm>
          <a:custGeom>
            <a:avLst/>
            <a:gdLst/>
            <a:ahLst/>
            <a:rect l="0" t="0" r="r" b="b"/>
            <a:pathLst>
              <a:path w="689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2" y="39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2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7"/>
                  <a:pt x="685" y="33"/>
                </a:cubicBezTo>
                <a:cubicBezTo>
                  <a:pt x="688" y="39"/>
                  <a:pt x="689" y="47"/>
                  <a:pt x="689" y="54"/>
                </a:cubicBezTo>
                <a:lnTo>
                  <a:pt x="689" y="81"/>
                </a:lnTo>
                <a:cubicBezTo>
                  <a:pt x="689" y="88"/>
                  <a:pt x="688" y="94"/>
                  <a:pt x="685" y="101"/>
                </a:cubicBezTo>
                <a:cubicBezTo>
                  <a:pt x="683" y="107"/>
                  <a:pt x="679" y="113"/>
                  <a:pt x="674" y="118"/>
                </a:cubicBezTo>
                <a:cubicBezTo>
                  <a:pt x="669" y="123"/>
                  <a:pt x="663" y="127"/>
                  <a:pt x="657" y="130"/>
                </a:cubicBezTo>
                <a:cubicBezTo>
                  <a:pt x="650" y="132"/>
                  <a:pt x="644" y="134"/>
                  <a:pt x="636" y="134"/>
                </a:cubicBezTo>
                <a:lnTo>
                  <a:pt x="53" y="134"/>
                </a:lnTo>
                <a:cubicBezTo>
                  <a:pt x="46" y="134"/>
                  <a:pt x="40" y="132"/>
                  <a:pt x="33" y="130"/>
                </a:cubicBezTo>
                <a:cubicBezTo>
                  <a:pt x="27" y="127"/>
                  <a:pt x="21" y="123"/>
                  <a:pt x="16" y="118"/>
                </a:cubicBezTo>
                <a:cubicBezTo>
                  <a:pt x="11" y="113"/>
                  <a:pt x="7" y="107"/>
                  <a:pt x="5" y="101"/>
                </a:cubicBezTo>
                <a:cubicBezTo>
                  <a:pt x="2" y="94"/>
                  <a:pt x="0" y="88"/>
                  <a:pt x="0" y="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931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381200"/>
            <a:ext cx="238680" cy="48240"/>
          </a:xfrm>
          <a:custGeom>
            <a:avLst/>
            <a:gdLst/>
            <a:ahLst/>
            <a:rect l="0" t="0" r="r" b="b"/>
            <a:pathLst>
              <a:path w="663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1" y="39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2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7"/>
                  <a:pt x="659" y="33"/>
                </a:cubicBezTo>
                <a:cubicBezTo>
                  <a:pt x="661" y="39"/>
                  <a:pt x="663" y="47"/>
                  <a:pt x="663" y="54"/>
                </a:cubicBezTo>
                <a:lnTo>
                  <a:pt x="663" y="81"/>
                </a:lnTo>
                <a:cubicBezTo>
                  <a:pt x="663" y="88"/>
                  <a:pt x="661" y="94"/>
                  <a:pt x="659" y="101"/>
                </a:cubicBezTo>
                <a:cubicBezTo>
                  <a:pt x="656" y="107"/>
                  <a:pt x="652" y="113"/>
                  <a:pt x="647" y="118"/>
                </a:cubicBezTo>
                <a:cubicBezTo>
                  <a:pt x="642" y="123"/>
                  <a:pt x="636" y="127"/>
                  <a:pt x="630" y="130"/>
                </a:cubicBezTo>
                <a:cubicBezTo>
                  <a:pt x="623" y="132"/>
                  <a:pt x="617" y="134"/>
                  <a:pt x="610" y="134"/>
                </a:cubicBezTo>
                <a:lnTo>
                  <a:pt x="53" y="134"/>
                </a:lnTo>
                <a:cubicBezTo>
                  <a:pt x="46" y="134"/>
                  <a:pt x="39" y="132"/>
                  <a:pt x="33" y="130"/>
                </a:cubicBezTo>
                <a:cubicBezTo>
                  <a:pt x="26" y="127"/>
                  <a:pt x="21" y="123"/>
                  <a:pt x="16" y="118"/>
                </a:cubicBezTo>
                <a:cubicBezTo>
                  <a:pt x="11" y="113"/>
                  <a:pt x="7" y="107"/>
                  <a:pt x="4" y="101"/>
                </a:cubicBezTo>
                <a:cubicBezTo>
                  <a:pt x="1" y="94"/>
                  <a:pt x="0" y="88"/>
                  <a:pt x="0" y="8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33800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33800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/>
          <p:nvPr/>
        </p:nvSpPr>
        <p:spPr>
          <a:xfrm>
            <a:off x="485640" y="1419120"/>
            <a:ext cx="4705560" cy="1143360"/>
          </a:xfrm>
          <a:custGeom>
            <a:avLst/>
            <a:gdLst/>
            <a:ahLst/>
            <a:rect l="0" t="0" r="r" b="b"/>
            <a:pathLst>
              <a:path w="1307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2964"/>
                </a:lnTo>
                <a:cubicBezTo>
                  <a:pt x="13071" y="2978"/>
                  <a:pt x="13070" y="2992"/>
                  <a:pt x="13067" y="3005"/>
                </a:cubicBezTo>
                <a:cubicBezTo>
                  <a:pt x="13065" y="3019"/>
                  <a:pt x="13060" y="3032"/>
                  <a:pt x="13055" y="3045"/>
                </a:cubicBezTo>
                <a:cubicBezTo>
                  <a:pt x="13050" y="3058"/>
                  <a:pt x="13043" y="3070"/>
                  <a:pt x="13036" y="3082"/>
                </a:cubicBezTo>
                <a:cubicBezTo>
                  <a:pt x="13028" y="3093"/>
                  <a:pt x="13019" y="3104"/>
                  <a:pt x="13009" y="3114"/>
                </a:cubicBezTo>
                <a:cubicBezTo>
                  <a:pt x="12999" y="3124"/>
                  <a:pt x="12989" y="3132"/>
                  <a:pt x="12977" y="3140"/>
                </a:cubicBezTo>
                <a:cubicBezTo>
                  <a:pt x="12966" y="3148"/>
                  <a:pt x="12953" y="3154"/>
                  <a:pt x="12941" y="3160"/>
                </a:cubicBezTo>
                <a:cubicBezTo>
                  <a:pt x="12928" y="3165"/>
                  <a:pt x="12915" y="3169"/>
                  <a:pt x="12901" y="3172"/>
                </a:cubicBezTo>
                <a:cubicBezTo>
                  <a:pt x="12887" y="3174"/>
                  <a:pt x="12874" y="3176"/>
                  <a:pt x="12860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90" y="3165"/>
                  <a:pt x="82" y="3160"/>
                </a:cubicBezTo>
                <a:cubicBezTo>
                  <a:pt x="74" y="3154"/>
                  <a:pt x="66" y="3148"/>
                  <a:pt x="59" y="3140"/>
                </a:cubicBezTo>
                <a:cubicBezTo>
                  <a:pt x="51" y="3132"/>
                  <a:pt x="45" y="3124"/>
                  <a:pt x="39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7" y="3032"/>
                  <a:pt x="4" y="3019"/>
                  <a:pt x="2" y="3005"/>
                </a:cubicBezTo>
                <a:cubicBezTo>
                  <a:pt x="1" y="2992"/>
                  <a:pt x="0" y="2978"/>
                  <a:pt x="0" y="2964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419120"/>
            <a:ext cx="4734360" cy="1143360"/>
          </a:xfrm>
          <a:custGeom>
            <a:avLst/>
            <a:gdLst/>
            <a:ahLst/>
            <a:rect l="0" t="0" r="r" b="b"/>
            <a:pathLst>
              <a:path w="13151" h="3176">
                <a:moveTo>
                  <a:pt x="0" y="0"/>
                </a:moveTo>
                <a:lnTo>
                  <a:pt x="13151" y="0"/>
                </a:lnTo>
                <a:lnTo>
                  <a:pt x="1315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81840" y="184140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81840" y="204156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343480" y="1419120"/>
            <a:ext cx="3200760" cy="1143360"/>
          </a:xfrm>
          <a:custGeom>
            <a:avLst/>
            <a:gdLst/>
            <a:ahLst/>
            <a:rect l="0" t="0" r="r" b="b"/>
            <a:pathLst>
              <a:path w="889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2964"/>
                </a:lnTo>
                <a:cubicBezTo>
                  <a:pt x="8891" y="2978"/>
                  <a:pt x="8889" y="2992"/>
                  <a:pt x="8887" y="3005"/>
                </a:cubicBezTo>
                <a:cubicBezTo>
                  <a:pt x="8884" y="3019"/>
                  <a:pt x="8880" y="3032"/>
                  <a:pt x="8875" y="3045"/>
                </a:cubicBezTo>
                <a:cubicBezTo>
                  <a:pt x="8869" y="3058"/>
                  <a:pt x="8863" y="3070"/>
                  <a:pt x="8855" y="3082"/>
                </a:cubicBezTo>
                <a:cubicBezTo>
                  <a:pt x="8847" y="3093"/>
                  <a:pt x="8838" y="3104"/>
                  <a:pt x="8829" y="3114"/>
                </a:cubicBezTo>
                <a:cubicBezTo>
                  <a:pt x="8819" y="3124"/>
                  <a:pt x="8808" y="3132"/>
                  <a:pt x="8797" y="3140"/>
                </a:cubicBezTo>
                <a:cubicBezTo>
                  <a:pt x="8785" y="3148"/>
                  <a:pt x="8773" y="3154"/>
                  <a:pt x="8760" y="3160"/>
                </a:cubicBezTo>
                <a:cubicBezTo>
                  <a:pt x="8747" y="3165"/>
                  <a:pt x="8734" y="3169"/>
                  <a:pt x="8720" y="3172"/>
                </a:cubicBezTo>
                <a:cubicBezTo>
                  <a:pt x="8707" y="3174"/>
                  <a:pt x="8693" y="3176"/>
                  <a:pt x="8679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89" y="3165"/>
                  <a:pt x="81" y="3160"/>
                </a:cubicBezTo>
                <a:cubicBezTo>
                  <a:pt x="73" y="3154"/>
                  <a:pt x="66" y="3148"/>
                  <a:pt x="58" y="3140"/>
                </a:cubicBezTo>
                <a:cubicBezTo>
                  <a:pt x="51" y="3132"/>
                  <a:pt x="45" y="3124"/>
                  <a:pt x="38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6" y="3032"/>
                  <a:pt x="4" y="3019"/>
                  <a:pt x="2" y="3005"/>
                </a:cubicBezTo>
                <a:cubicBezTo>
                  <a:pt x="0" y="2992"/>
                  <a:pt x="0" y="2978"/>
                  <a:pt x="0" y="296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314680" y="1419120"/>
            <a:ext cx="3229560" cy="1143360"/>
          </a:xfrm>
          <a:custGeom>
            <a:avLst/>
            <a:gdLst/>
            <a:ahLst/>
            <a:rect l="0" t="0" r="r" b="b"/>
            <a:pathLst>
              <a:path w="8971" h="3176">
                <a:moveTo>
                  <a:pt x="0" y="0"/>
                </a:moveTo>
                <a:lnTo>
                  <a:pt x="8971" y="0"/>
                </a:lnTo>
                <a:lnTo>
                  <a:pt x="897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81840" y="225108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535360" y="15703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535360" y="179964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535360" y="201852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485640" y="2666880"/>
            <a:ext cx="4705560" cy="1838520"/>
          </a:xfrm>
          <a:custGeom>
            <a:avLst/>
            <a:gdLst/>
            <a:ahLst/>
            <a:rect l="0" t="0" r="r" b="b"/>
            <a:pathLst>
              <a:path w="1307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4896"/>
                </a:lnTo>
                <a:cubicBezTo>
                  <a:pt x="13071" y="4910"/>
                  <a:pt x="13070" y="4923"/>
                  <a:pt x="13067" y="4937"/>
                </a:cubicBezTo>
                <a:cubicBezTo>
                  <a:pt x="13065" y="4951"/>
                  <a:pt x="13060" y="4964"/>
                  <a:pt x="13055" y="4977"/>
                </a:cubicBezTo>
                <a:cubicBezTo>
                  <a:pt x="13050" y="4989"/>
                  <a:pt x="13043" y="5002"/>
                  <a:pt x="13036" y="5013"/>
                </a:cubicBezTo>
                <a:cubicBezTo>
                  <a:pt x="13028" y="5025"/>
                  <a:pt x="13019" y="5035"/>
                  <a:pt x="13009" y="5045"/>
                </a:cubicBezTo>
                <a:cubicBezTo>
                  <a:pt x="12999" y="5055"/>
                  <a:pt x="12989" y="5064"/>
                  <a:pt x="12977" y="5072"/>
                </a:cubicBezTo>
                <a:cubicBezTo>
                  <a:pt x="12966" y="5079"/>
                  <a:pt x="12953" y="5086"/>
                  <a:pt x="12941" y="5091"/>
                </a:cubicBezTo>
                <a:cubicBezTo>
                  <a:pt x="12928" y="5096"/>
                  <a:pt x="12915" y="5101"/>
                  <a:pt x="12901" y="5103"/>
                </a:cubicBezTo>
                <a:cubicBezTo>
                  <a:pt x="12887" y="5106"/>
                  <a:pt x="12874" y="5107"/>
                  <a:pt x="12860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90" y="5096"/>
                  <a:pt x="82" y="5091"/>
                </a:cubicBezTo>
                <a:cubicBezTo>
                  <a:pt x="74" y="5086"/>
                  <a:pt x="66" y="5079"/>
                  <a:pt x="59" y="5072"/>
                </a:cubicBezTo>
                <a:cubicBezTo>
                  <a:pt x="51" y="5064"/>
                  <a:pt x="45" y="5055"/>
                  <a:pt x="39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7" y="4964"/>
                  <a:pt x="4" y="4951"/>
                  <a:pt x="2" y="4937"/>
                </a:cubicBezTo>
                <a:cubicBezTo>
                  <a:pt x="1" y="4923"/>
                  <a:pt x="0" y="4910"/>
                  <a:pt x="0" y="4896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456840" y="2666880"/>
            <a:ext cx="4734360" cy="1838520"/>
          </a:xfrm>
          <a:custGeom>
            <a:avLst/>
            <a:gdLst/>
            <a:ahLst/>
            <a:rect l="0" t="0" r="r" b="b"/>
            <a:pathLst>
              <a:path w="13151" h="5107">
                <a:moveTo>
                  <a:pt x="0" y="0"/>
                </a:moveTo>
                <a:lnTo>
                  <a:pt x="13151" y="0"/>
                </a:lnTo>
                <a:lnTo>
                  <a:pt x="1315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5535360" y="223776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681840" y="28303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681840" y="30891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81840" y="3289320"/>
            <a:ext cx="4714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van OEAPI is opgeschreven. Bij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681840" y="3498840"/>
            <a:ext cx="4498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 begint het speciﬁceren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81840" y="3699000"/>
            <a:ext cx="63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81840" y="39751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5343480" y="2666880"/>
            <a:ext cx="3200760" cy="1838520"/>
          </a:xfrm>
          <a:custGeom>
            <a:avLst/>
            <a:gdLst/>
            <a:ahLst/>
            <a:rect l="0" t="0" r="r" b="b"/>
            <a:pathLst>
              <a:path w="889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4896"/>
                </a:lnTo>
                <a:cubicBezTo>
                  <a:pt x="8891" y="4910"/>
                  <a:pt x="8889" y="4923"/>
                  <a:pt x="8887" y="4937"/>
                </a:cubicBezTo>
                <a:cubicBezTo>
                  <a:pt x="8884" y="4951"/>
                  <a:pt x="8880" y="4964"/>
                  <a:pt x="8875" y="4977"/>
                </a:cubicBezTo>
                <a:cubicBezTo>
                  <a:pt x="8869" y="4989"/>
                  <a:pt x="8863" y="5002"/>
                  <a:pt x="8855" y="5013"/>
                </a:cubicBezTo>
                <a:cubicBezTo>
                  <a:pt x="8847" y="5025"/>
                  <a:pt x="8838" y="5035"/>
                  <a:pt x="8829" y="5045"/>
                </a:cubicBezTo>
                <a:cubicBezTo>
                  <a:pt x="8819" y="5055"/>
                  <a:pt x="8808" y="5064"/>
                  <a:pt x="8797" y="5072"/>
                </a:cubicBezTo>
                <a:cubicBezTo>
                  <a:pt x="8785" y="5079"/>
                  <a:pt x="8773" y="5086"/>
                  <a:pt x="8760" y="5091"/>
                </a:cubicBezTo>
                <a:cubicBezTo>
                  <a:pt x="8747" y="5096"/>
                  <a:pt x="8734" y="5101"/>
                  <a:pt x="8720" y="5103"/>
                </a:cubicBezTo>
                <a:cubicBezTo>
                  <a:pt x="8707" y="5106"/>
                  <a:pt x="8693" y="5107"/>
                  <a:pt x="8679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89" y="5096"/>
                  <a:pt x="81" y="5091"/>
                </a:cubicBezTo>
                <a:cubicBezTo>
                  <a:pt x="73" y="5086"/>
                  <a:pt x="66" y="5079"/>
                  <a:pt x="58" y="5072"/>
                </a:cubicBezTo>
                <a:cubicBezTo>
                  <a:pt x="51" y="5064"/>
                  <a:pt x="45" y="5055"/>
                  <a:pt x="38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6" y="4964"/>
                  <a:pt x="4" y="4951"/>
                  <a:pt x="2" y="4937"/>
                </a:cubicBezTo>
                <a:cubicBezTo>
                  <a:pt x="0" y="4923"/>
                  <a:pt x="0" y="4910"/>
                  <a:pt x="0" y="4896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5314680" y="2666880"/>
            <a:ext cx="3229560" cy="1838520"/>
          </a:xfrm>
          <a:custGeom>
            <a:avLst/>
            <a:gdLst/>
            <a:ahLst/>
            <a:rect l="0" t="0" r="r" b="b"/>
            <a:pathLst>
              <a:path w="8971" h="5107">
                <a:moveTo>
                  <a:pt x="0" y="0"/>
                </a:moveTo>
                <a:lnTo>
                  <a:pt x="8971" y="0"/>
                </a:lnTo>
                <a:lnTo>
                  <a:pt x="897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681840" y="41846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535360" y="28180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5535360" y="30474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5535360" y="32662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5535360" y="34855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670720" y="36666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61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3" name=""/>
          <p:cNvSpPr txBox="1"/>
          <p:nvPr/>
        </p:nvSpPr>
        <p:spPr>
          <a:xfrm>
            <a:off x="439920" y="75816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456840" y="1742760"/>
            <a:ext cx="2591280" cy="1800720"/>
          </a:xfrm>
          <a:custGeom>
            <a:avLst/>
            <a:gdLst/>
            <a:ahLst/>
            <a:rect l="0" t="0" r="r" b="b"/>
            <a:pathLst>
              <a:path w="7198" h="5002">
                <a:moveTo>
                  <a:pt x="0" y="4737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4" y="55"/>
                  <a:pt x="118" y="45"/>
                </a:cubicBezTo>
                <a:cubicBezTo>
                  <a:pt x="133" y="35"/>
                  <a:pt x="148" y="27"/>
                  <a:pt x="164" y="21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1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5"/>
                  <a:pt x="7108" y="66"/>
                  <a:pt x="7121" y="78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2"/>
                  <a:pt x="7171" y="148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8"/>
                  <a:pt x="7198" y="265"/>
                </a:cubicBezTo>
                <a:lnTo>
                  <a:pt x="7198" y="4737"/>
                </a:lnTo>
                <a:cubicBezTo>
                  <a:pt x="7198" y="4755"/>
                  <a:pt x="7196" y="4772"/>
                  <a:pt x="7193" y="4789"/>
                </a:cubicBezTo>
                <a:cubicBezTo>
                  <a:pt x="7190" y="4806"/>
                  <a:pt x="7185" y="4823"/>
                  <a:pt x="7178" y="4839"/>
                </a:cubicBezTo>
                <a:cubicBezTo>
                  <a:pt x="7171" y="4855"/>
                  <a:pt x="7163" y="4870"/>
                  <a:pt x="7154" y="4884"/>
                </a:cubicBezTo>
                <a:cubicBezTo>
                  <a:pt x="7144" y="4899"/>
                  <a:pt x="7133" y="4912"/>
                  <a:pt x="7121" y="4925"/>
                </a:cubicBezTo>
                <a:cubicBezTo>
                  <a:pt x="7108" y="4937"/>
                  <a:pt x="7095" y="4948"/>
                  <a:pt x="7081" y="4957"/>
                </a:cubicBezTo>
                <a:cubicBezTo>
                  <a:pt x="7066" y="4967"/>
                  <a:pt x="7051" y="4975"/>
                  <a:pt x="7035" y="4982"/>
                </a:cubicBezTo>
                <a:cubicBezTo>
                  <a:pt x="7019" y="4989"/>
                  <a:pt x="7002" y="4994"/>
                  <a:pt x="6985" y="4997"/>
                </a:cubicBezTo>
                <a:cubicBezTo>
                  <a:pt x="6968" y="5000"/>
                  <a:pt x="6951" y="5002"/>
                  <a:pt x="6934" y="5002"/>
                </a:cubicBezTo>
                <a:lnTo>
                  <a:pt x="265" y="5002"/>
                </a:lnTo>
                <a:cubicBezTo>
                  <a:pt x="248" y="5002"/>
                  <a:pt x="231" y="5000"/>
                  <a:pt x="213" y="4997"/>
                </a:cubicBezTo>
                <a:cubicBezTo>
                  <a:pt x="196" y="4994"/>
                  <a:pt x="180" y="4989"/>
                  <a:pt x="164" y="4982"/>
                </a:cubicBezTo>
                <a:cubicBezTo>
                  <a:pt x="148" y="4975"/>
                  <a:pt x="133" y="4967"/>
                  <a:pt x="118" y="4957"/>
                </a:cubicBezTo>
                <a:cubicBezTo>
                  <a:pt x="104" y="4948"/>
                  <a:pt x="90" y="4937"/>
                  <a:pt x="78" y="4925"/>
                </a:cubicBezTo>
                <a:cubicBezTo>
                  <a:pt x="66" y="4912"/>
                  <a:pt x="55" y="4899"/>
                  <a:pt x="45" y="4884"/>
                </a:cubicBezTo>
                <a:cubicBezTo>
                  <a:pt x="35" y="4870"/>
                  <a:pt x="27" y="4855"/>
                  <a:pt x="21" y="4839"/>
                </a:cubicBezTo>
                <a:cubicBezTo>
                  <a:pt x="14" y="4823"/>
                  <a:pt x="9" y="4806"/>
                  <a:pt x="6" y="4789"/>
                </a:cubicBezTo>
                <a:cubicBezTo>
                  <a:pt x="2" y="4772"/>
                  <a:pt x="0" y="4755"/>
                  <a:pt x="0" y="473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457200" y="1389600"/>
            <a:ext cx="7998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Niet de richting, maar de vertaling ervan: wat is er precies nodig voor deze afspraken, en hoe wordt dat werk?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624960" y="1925640"/>
            <a:ext cx="1314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624960" y="2210040"/>
            <a:ext cx="2280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628560" y="3133440"/>
            <a:ext cx="2257560" cy="10080"/>
          </a:xfrm>
          <a:custGeom>
            <a:avLst/>
            <a:gdLst/>
            <a:ahLst/>
            <a:rect l="0" t="0" r="r" b="b"/>
            <a:pathLst>
              <a:path w="6271" h="28">
                <a:moveTo>
                  <a:pt x="0" y="0"/>
                </a:moveTo>
                <a:lnTo>
                  <a:pt x="6271" y="0"/>
                </a:lnTo>
                <a:lnTo>
                  <a:pt x="62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624960" y="2410200"/>
            <a:ext cx="840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naast Niels.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3200040" y="1742760"/>
            <a:ext cx="2591280" cy="1800720"/>
          </a:xfrm>
          <a:custGeom>
            <a:avLst/>
            <a:gdLst/>
            <a:ahLst/>
            <a:rect l="0" t="0" r="r" b="b"/>
            <a:pathLst>
              <a:path w="7198" h="5002">
                <a:moveTo>
                  <a:pt x="0" y="4737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4" y="55"/>
                  <a:pt x="118" y="45"/>
                </a:cubicBezTo>
                <a:cubicBezTo>
                  <a:pt x="133" y="35"/>
                  <a:pt x="148" y="27"/>
                  <a:pt x="164" y="21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1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5"/>
                  <a:pt x="7108" y="66"/>
                  <a:pt x="7121" y="78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2"/>
                  <a:pt x="7171" y="148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8"/>
                  <a:pt x="7198" y="265"/>
                </a:cubicBezTo>
                <a:lnTo>
                  <a:pt x="7198" y="4737"/>
                </a:lnTo>
                <a:cubicBezTo>
                  <a:pt x="7198" y="4755"/>
                  <a:pt x="7196" y="4772"/>
                  <a:pt x="7193" y="4789"/>
                </a:cubicBezTo>
                <a:cubicBezTo>
                  <a:pt x="7190" y="4806"/>
                  <a:pt x="7185" y="4823"/>
                  <a:pt x="7178" y="4839"/>
                </a:cubicBezTo>
                <a:cubicBezTo>
                  <a:pt x="7171" y="4855"/>
                  <a:pt x="7163" y="4870"/>
                  <a:pt x="7154" y="4884"/>
                </a:cubicBezTo>
                <a:cubicBezTo>
                  <a:pt x="7144" y="4899"/>
                  <a:pt x="7133" y="4912"/>
                  <a:pt x="7121" y="4925"/>
                </a:cubicBezTo>
                <a:cubicBezTo>
                  <a:pt x="7108" y="4937"/>
                  <a:pt x="7095" y="4948"/>
                  <a:pt x="7081" y="4957"/>
                </a:cubicBezTo>
                <a:cubicBezTo>
                  <a:pt x="7066" y="4967"/>
                  <a:pt x="7051" y="4975"/>
                  <a:pt x="7035" y="4982"/>
                </a:cubicBezTo>
                <a:cubicBezTo>
                  <a:pt x="7019" y="4989"/>
                  <a:pt x="7002" y="4994"/>
                  <a:pt x="6985" y="4997"/>
                </a:cubicBezTo>
                <a:cubicBezTo>
                  <a:pt x="6968" y="5000"/>
                  <a:pt x="6951" y="5002"/>
                  <a:pt x="6934" y="5002"/>
                </a:cubicBezTo>
                <a:lnTo>
                  <a:pt x="265" y="5002"/>
                </a:lnTo>
                <a:cubicBezTo>
                  <a:pt x="248" y="5002"/>
                  <a:pt x="231" y="5000"/>
                  <a:pt x="213" y="4997"/>
                </a:cubicBezTo>
                <a:cubicBezTo>
                  <a:pt x="196" y="4994"/>
                  <a:pt x="180" y="4989"/>
                  <a:pt x="164" y="4982"/>
                </a:cubicBezTo>
                <a:cubicBezTo>
                  <a:pt x="148" y="4975"/>
                  <a:pt x="133" y="4967"/>
                  <a:pt x="118" y="4957"/>
                </a:cubicBezTo>
                <a:cubicBezTo>
                  <a:pt x="104" y="4948"/>
                  <a:pt x="90" y="4937"/>
                  <a:pt x="78" y="4925"/>
                </a:cubicBezTo>
                <a:cubicBezTo>
                  <a:pt x="66" y="4912"/>
                  <a:pt x="55" y="4899"/>
                  <a:pt x="45" y="4884"/>
                </a:cubicBezTo>
                <a:cubicBezTo>
                  <a:pt x="35" y="4870"/>
                  <a:pt x="27" y="4855"/>
                  <a:pt x="21" y="4839"/>
                </a:cubicBezTo>
                <a:cubicBezTo>
                  <a:pt x="14" y="4823"/>
                  <a:pt x="9" y="4806"/>
                  <a:pt x="6" y="4789"/>
                </a:cubicBezTo>
                <a:cubicBezTo>
                  <a:pt x="2" y="4772"/>
                  <a:pt x="0" y="4755"/>
                  <a:pt x="0" y="473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624960" y="3227400"/>
            <a:ext cx="1716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3369960" y="19256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e86c1"/>
                </a:solidFill>
                <a:latin typeface="Arial"/>
                <a:ea typeface="Arial"/>
              </a:rPr>
              <a:t>Anders verdelen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3369960" y="2210040"/>
            <a:ext cx="25228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Minder bouwstenen onder de regie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3371760" y="29620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3369960" y="2410200"/>
            <a:ext cx="12535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van een persoon.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3369960" y="3055680"/>
            <a:ext cx="2365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943240" y="1742760"/>
            <a:ext cx="2601000" cy="1800720"/>
          </a:xfrm>
          <a:custGeom>
            <a:avLst/>
            <a:gdLst/>
            <a:ahLst/>
            <a:rect l="0" t="0" r="r" b="b"/>
            <a:pathLst>
              <a:path w="7225" h="5002">
                <a:moveTo>
                  <a:pt x="0" y="4737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4" y="55"/>
                  <a:pt x="118" y="45"/>
                </a:cubicBezTo>
                <a:cubicBezTo>
                  <a:pt x="133" y="35"/>
                  <a:pt x="148" y="27"/>
                  <a:pt x="164" y="21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9"/>
                  <a:pt x="7045" y="14"/>
                  <a:pt x="7061" y="21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5"/>
                  <a:pt x="7135" y="66"/>
                  <a:pt x="7147" y="78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2"/>
                  <a:pt x="7198" y="148"/>
                  <a:pt x="7204" y="164"/>
                </a:cubicBezTo>
                <a:cubicBezTo>
                  <a:pt x="7211" y="180"/>
                  <a:pt x="7216" y="196"/>
                  <a:pt x="7220" y="213"/>
                </a:cubicBezTo>
                <a:cubicBezTo>
                  <a:pt x="7223" y="230"/>
                  <a:pt x="7225" y="248"/>
                  <a:pt x="7225" y="265"/>
                </a:cubicBezTo>
                <a:lnTo>
                  <a:pt x="7225" y="4737"/>
                </a:lnTo>
                <a:cubicBezTo>
                  <a:pt x="7225" y="4755"/>
                  <a:pt x="7223" y="4772"/>
                  <a:pt x="7220" y="4789"/>
                </a:cubicBezTo>
                <a:cubicBezTo>
                  <a:pt x="7216" y="4806"/>
                  <a:pt x="7211" y="4823"/>
                  <a:pt x="7204" y="4839"/>
                </a:cubicBezTo>
                <a:cubicBezTo>
                  <a:pt x="7198" y="4855"/>
                  <a:pt x="7190" y="4870"/>
                  <a:pt x="7180" y="4884"/>
                </a:cubicBezTo>
                <a:cubicBezTo>
                  <a:pt x="7170" y="4899"/>
                  <a:pt x="7159" y="4912"/>
                  <a:pt x="7147" y="4925"/>
                </a:cubicBezTo>
                <a:cubicBezTo>
                  <a:pt x="7135" y="4937"/>
                  <a:pt x="7121" y="4948"/>
                  <a:pt x="7107" y="4957"/>
                </a:cubicBezTo>
                <a:cubicBezTo>
                  <a:pt x="7093" y="4967"/>
                  <a:pt x="7077" y="4975"/>
                  <a:pt x="7061" y="4982"/>
                </a:cubicBezTo>
                <a:cubicBezTo>
                  <a:pt x="7045" y="4989"/>
                  <a:pt x="7029" y="4994"/>
                  <a:pt x="7012" y="4997"/>
                </a:cubicBezTo>
                <a:cubicBezTo>
                  <a:pt x="6995" y="5000"/>
                  <a:pt x="6977" y="5002"/>
                  <a:pt x="6960" y="5002"/>
                </a:cubicBezTo>
                <a:lnTo>
                  <a:pt x="265" y="5002"/>
                </a:lnTo>
                <a:cubicBezTo>
                  <a:pt x="248" y="5002"/>
                  <a:pt x="231" y="5000"/>
                  <a:pt x="213" y="4997"/>
                </a:cubicBezTo>
                <a:cubicBezTo>
                  <a:pt x="196" y="4994"/>
                  <a:pt x="180" y="4989"/>
                  <a:pt x="164" y="4982"/>
                </a:cubicBezTo>
                <a:cubicBezTo>
                  <a:pt x="148" y="4975"/>
                  <a:pt x="133" y="4967"/>
                  <a:pt x="118" y="4957"/>
                </a:cubicBezTo>
                <a:cubicBezTo>
                  <a:pt x="104" y="4948"/>
                  <a:pt x="90" y="4937"/>
                  <a:pt x="78" y="4925"/>
                </a:cubicBezTo>
                <a:cubicBezTo>
                  <a:pt x="66" y="4912"/>
                  <a:pt x="55" y="4899"/>
                  <a:pt x="45" y="4884"/>
                </a:cubicBezTo>
                <a:cubicBezTo>
                  <a:pt x="35" y="4870"/>
                  <a:pt x="27" y="4855"/>
                  <a:pt x="21" y="4839"/>
                </a:cubicBezTo>
                <a:cubicBezTo>
                  <a:pt x="14" y="4823"/>
                  <a:pt x="9" y="4806"/>
                  <a:pt x="6" y="4789"/>
                </a:cubicBezTo>
                <a:cubicBezTo>
                  <a:pt x="2" y="4772"/>
                  <a:pt x="0" y="4755"/>
                  <a:pt x="0" y="473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3369960" y="3227400"/>
            <a:ext cx="741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blijf t liggen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115320" y="1925640"/>
            <a:ext cx="2372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115320" y="2154240"/>
            <a:ext cx="6894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6115320" y="2438640"/>
            <a:ext cx="21009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6115320" y="2638800"/>
            <a:ext cx="24012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eigen bouwstenen, OKx toetst 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6114960" y="3133440"/>
            <a:ext cx="2257560" cy="10080"/>
          </a:xfrm>
          <a:custGeom>
            <a:avLst/>
            <a:gdLst/>
            <a:ahLst/>
            <a:rect l="0" t="0" r="r" b="b"/>
            <a:pathLst>
              <a:path w="6271" h="28">
                <a:moveTo>
                  <a:pt x="0" y="0"/>
                </a:moveTo>
                <a:lnTo>
                  <a:pt x="6271" y="0"/>
                </a:lnTo>
                <a:lnTo>
                  <a:pt x="62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115320" y="2848320"/>
            <a:ext cx="6498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verbindt.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456840" y="3695400"/>
            <a:ext cx="8087400" cy="800640"/>
          </a:xfrm>
          <a:custGeom>
            <a:avLst/>
            <a:gdLst/>
            <a:ahLst/>
            <a:rect l="0" t="0" r="r" b="b"/>
            <a:pathLst>
              <a:path w="22465" h="2224">
                <a:moveTo>
                  <a:pt x="0" y="0"/>
                </a:moveTo>
                <a:lnTo>
                  <a:pt x="22465" y="0"/>
                </a:lnTo>
                <a:lnTo>
                  <a:pt x="22465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456840" y="3695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456840" y="448596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8534160" y="369540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456840" y="369540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6115320" y="3227400"/>
            <a:ext cx="217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634320" y="3909600"/>
            <a:ext cx="811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vertaling bij een persoon liggen en loopt de doorlooptijd op.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634320" y="4128480"/>
            <a:ext cx="1270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verkennen we?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