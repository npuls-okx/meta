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609560"/>
            <a:ext cx="7382160" cy="505080"/>
          </a:xfrm>
          <a:custGeom>
            <a:avLst/>
            <a:gdLst/>
            <a:ahLst/>
            <a:rect l="0" t="0" r="r" b="b"/>
            <a:pathLst>
              <a:path w="20506" h="1403">
                <a:moveTo>
                  <a:pt x="0" y="1192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3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192"/>
                </a:lnTo>
                <a:cubicBezTo>
                  <a:pt x="20506" y="1205"/>
                  <a:pt x="20505" y="1219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5"/>
                  <a:pt x="20478" y="1298"/>
                  <a:pt x="20470" y="1309"/>
                </a:cubicBezTo>
                <a:cubicBezTo>
                  <a:pt x="20463" y="1321"/>
                  <a:pt x="20454" y="1331"/>
                  <a:pt x="20444" y="1341"/>
                </a:cubicBezTo>
                <a:cubicBezTo>
                  <a:pt x="20434" y="1351"/>
                  <a:pt x="20424" y="1360"/>
                  <a:pt x="20412" y="1368"/>
                </a:cubicBezTo>
                <a:cubicBezTo>
                  <a:pt x="20400" y="1375"/>
                  <a:pt x="20388" y="1382"/>
                  <a:pt x="20375" y="1387"/>
                </a:cubicBezTo>
                <a:cubicBezTo>
                  <a:pt x="20363" y="1392"/>
                  <a:pt x="20349" y="1396"/>
                  <a:pt x="20336" y="1399"/>
                </a:cubicBezTo>
                <a:cubicBezTo>
                  <a:pt x="20322" y="1402"/>
                  <a:pt x="20308" y="1403"/>
                  <a:pt x="20294" y="1403"/>
                </a:cubicBezTo>
                <a:lnTo>
                  <a:pt x="132" y="1403"/>
                </a:lnTo>
                <a:cubicBezTo>
                  <a:pt x="123" y="1403"/>
                  <a:pt x="115" y="1402"/>
                  <a:pt x="106" y="1399"/>
                </a:cubicBezTo>
                <a:cubicBezTo>
                  <a:pt x="98" y="1396"/>
                  <a:pt x="90" y="1392"/>
                  <a:pt x="82" y="1387"/>
                </a:cubicBezTo>
                <a:cubicBezTo>
                  <a:pt x="74" y="1382"/>
                  <a:pt x="66" y="1375"/>
                  <a:pt x="59" y="1368"/>
                </a:cubicBezTo>
                <a:cubicBezTo>
                  <a:pt x="51" y="1360"/>
                  <a:pt x="45" y="1351"/>
                  <a:pt x="39" y="1341"/>
                </a:cubicBezTo>
                <a:cubicBezTo>
                  <a:pt x="32" y="1331"/>
                  <a:pt x="27" y="1321"/>
                  <a:pt x="22" y="1309"/>
                </a:cubicBezTo>
                <a:cubicBezTo>
                  <a:pt x="17" y="1298"/>
                  <a:pt x="13" y="1285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19"/>
                  <a:pt x="0" y="1205"/>
                  <a:pt x="0" y="119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609560"/>
            <a:ext cx="7410960" cy="505080"/>
          </a:xfrm>
          <a:custGeom>
            <a:avLst/>
            <a:gdLst/>
            <a:ahLst/>
            <a:rect l="0" t="0" r="r" b="b"/>
            <a:pathLst>
              <a:path w="20586" h="1403">
                <a:moveTo>
                  <a:pt x="0" y="0"/>
                </a:moveTo>
                <a:lnTo>
                  <a:pt x="20586" y="0"/>
                </a:lnTo>
                <a:lnTo>
                  <a:pt x="20586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93924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485640" y="2190600"/>
            <a:ext cx="7382160" cy="495720"/>
          </a:xfrm>
          <a:custGeom>
            <a:avLst/>
            <a:gdLst/>
            <a:ahLst/>
            <a:rect l="0" t="0" r="r" b="b"/>
            <a:pathLst>
              <a:path w="20506" h="1377">
                <a:moveTo>
                  <a:pt x="0" y="1165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2"/>
                </a:cubicBezTo>
                <a:cubicBezTo>
                  <a:pt x="13" y="119"/>
                  <a:pt x="17" y="107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4"/>
                  <a:pt x="20499" y="158"/>
                  <a:pt x="20502" y="171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65"/>
                </a:lnTo>
                <a:cubicBezTo>
                  <a:pt x="20506" y="1179"/>
                  <a:pt x="20505" y="1193"/>
                  <a:pt x="20502" y="1206"/>
                </a:cubicBezTo>
                <a:cubicBezTo>
                  <a:pt x="20499" y="1220"/>
                  <a:pt x="20495" y="1233"/>
                  <a:pt x="20490" y="1246"/>
                </a:cubicBezTo>
                <a:cubicBezTo>
                  <a:pt x="20485" y="1259"/>
                  <a:pt x="20478" y="1271"/>
                  <a:pt x="20470" y="1283"/>
                </a:cubicBezTo>
                <a:cubicBezTo>
                  <a:pt x="20463" y="1294"/>
                  <a:pt x="20454" y="1305"/>
                  <a:pt x="20444" y="1315"/>
                </a:cubicBezTo>
                <a:cubicBezTo>
                  <a:pt x="20434" y="1325"/>
                  <a:pt x="20424" y="1333"/>
                  <a:pt x="20412" y="1341"/>
                </a:cubicBezTo>
                <a:cubicBezTo>
                  <a:pt x="20400" y="1349"/>
                  <a:pt x="20388" y="1355"/>
                  <a:pt x="20375" y="1361"/>
                </a:cubicBezTo>
                <a:cubicBezTo>
                  <a:pt x="20363" y="1366"/>
                  <a:pt x="20349" y="1370"/>
                  <a:pt x="20336" y="1373"/>
                </a:cubicBezTo>
                <a:cubicBezTo>
                  <a:pt x="20322" y="1375"/>
                  <a:pt x="20308" y="1377"/>
                  <a:pt x="20294" y="1377"/>
                </a:cubicBezTo>
                <a:lnTo>
                  <a:pt x="132" y="1377"/>
                </a:lnTo>
                <a:cubicBezTo>
                  <a:pt x="123" y="1377"/>
                  <a:pt x="115" y="1375"/>
                  <a:pt x="106" y="1373"/>
                </a:cubicBezTo>
                <a:cubicBezTo>
                  <a:pt x="98" y="1370"/>
                  <a:pt x="90" y="1366"/>
                  <a:pt x="82" y="1361"/>
                </a:cubicBezTo>
                <a:cubicBezTo>
                  <a:pt x="74" y="1355"/>
                  <a:pt x="66" y="1349"/>
                  <a:pt x="59" y="1341"/>
                </a:cubicBezTo>
                <a:cubicBezTo>
                  <a:pt x="51" y="1333"/>
                  <a:pt x="45" y="1325"/>
                  <a:pt x="39" y="1315"/>
                </a:cubicBezTo>
                <a:cubicBezTo>
                  <a:pt x="32" y="1305"/>
                  <a:pt x="27" y="1294"/>
                  <a:pt x="22" y="1283"/>
                </a:cubicBezTo>
                <a:cubicBezTo>
                  <a:pt x="17" y="1271"/>
                  <a:pt x="13" y="1259"/>
                  <a:pt x="10" y="1246"/>
                </a:cubicBezTo>
                <a:cubicBezTo>
                  <a:pt x="7" y="1233"/>
                  <a:pt x="4" y="1220"/>
                  <a:pt x="2" y="1206"/>
                </a:cubicBezTo>
                <a:cubicBezTo>
                  <a:pt x="1" y="1193"/>
                  <a:pt x="0" y="1179"/>
                  <a:pt x="0" y="116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56840" y="2190600"/>
            <a:ext cx="7410960" cy="495720"/>
          </a:xfrm>
          <a:custGeom>
            <a:avLst/>
            <a:gdLst/>
            <a:ahLst/>
            <a:rect l="0" t="0" r="r" b="b"/>
            <a:pathLst>
              <a:path w="20586" h="1377">
                <a:moveTo>
                  <a:pt x="0" y="0"/>
                </a:moveTo>
                <a:lnTo>
                  <a:pt x="20586" y="0"/>
                </a:lnTo>
                <a:lnTo>
                  <a:pt x="2058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96960" y="1775520"/>
            <a:ext cx="4969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Ja, we bouwen een stoomtrein. En we leggen meteen de rails.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85640" y="2761920"/>
            <a:ext cx="7382160" cy="505440"/>
          </a:xfrm>
          <a:custGeom>
            <a:avLst/>
            <a:gdLst/>
            <a:ahLst/>
            <a:rect l="0" t="0" r="r" b="b"/>
            <a:pathLst>
              <a:path w="20506" h="1404">
                <a:moveTo>
                  <a:pt x="0" y="1192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4"/>
                  <a:pt x="32" y="73"/>
                  <a:pt x="39" y="63"/>
                </a:cubicBezTo>
                <a:cubicBezTo>
                  <a:pt x="45" y="54"/>
                  <a:pt x="51" y="45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2"/>
                  <a:pt x="20336" y="4"/>
                </a:cubicBezTo>
                <a:cubicBezTo>
                  <a:pt x="20349" y="7"/>
                  <a:pt x="20363" y="11"/>
                  <a:pt x="20375" y="17"/>
                </a:cubicBezTo>
                <a:cubicBezTo>
                  <a:pt x="20388" y="22"/>
                  <a:pt x="20400" y="28"/>
                  <a:pt x="20412" y="36"/>
                </a:cubicBezTo>
                <a:cubicBezTo>
                  <a:pt x="20424" y="45"/>
                  <a:pt x="20434" y="54"/>
                  <a:pt x="20444" y="63"/>
                </a:cubicBezTo>
                <a:cubicBezTo>
                  <a:pt x="20454" y="73"/>
                  <a:pt x="20463" y="84"/>
                  <a:pt x="20470" y="95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5"/>
                  <a:pt x="20499" y="158"/>
                  <a:pt x="20502" y="172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92"/>
                </a:lnTo>
                <a:cubicBezTo>
                  <a:pt x="20506" y="1206"/>
                  <a:pt x="20505" y="1220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6"/>
                  <a:pt x="20478" y="1298"/>
                  <a:pt x="20470" y="1310"/>
                </a:cubicBezTo>
                <a:cubicBezTo>
                  <a:pt x="20463" y="1321"/>
                  <a:pt x="20454" y="1332"/>
                  <a:pt x="20444" y="1342"/>
                </a:cubicBezTo>
                <a:cubicBezTo>
                  <a:pt x="20434" y="1352"/>
                  <a:pt x="20424" y="1360"/>
                  <a:pt x="20412" y="1368"/>
                </a:cubicBezTo>
                <a:cubicBezTo>
                  <a:pt x="20400" y="1376"/>
                  <a:pt x="20388" y="1382"/>
                  <a:pt x="20375" y="1388"/>
                </a:cubicBezTo>
                <a:cubicBezTo>
                  <a:pt x="20363" y="1393"/>
                  <a:pt x="20349" y="1397"/>
                  <a:pt x="20336" y="1400"/>
                </a:cubicBezTo>
                <a:cubicBezTo>
                  <a:pt x="20322" y="1402"/>
                  <a:pt x="20308" y="1404"/>
                  <a:pt x="20294" y="1404"/>
                </a:cubicBezTo>
                <a:lnTo>
                  <a:pt x="132" y="1404"/>
                </a:lnTo>
                <a:cubicBezTo>
                  <a:pt x="123" y="1404"/>
                  <a:pt x="115" y="1402"/>
                  <a:pt x="106" y="1400"/>
                </a:cubicBezTo>
                <a:cubicBezTo>
                  <a:pt x="98" y="1397"/>
                  <a:pt x="90" y="1393"/>
                  <a:pt x="82" y="1388"/>
                </a:cubicBezTo>
                <a:cubicBezTo>
                  <a:pt x="74" y="1382"/>
                  <a:pt x="66" y="1376"/>
                  <a:pt x="59" y="1368"/>
                </a:cubicBezTo>
                <a:cubicBezTo>
                  <a:pt x="51" y="1360"/>
                  <a:pt x="45" y="1352"/>
                  <a:pt x="39" y="1342"/>
                </a:cubicBezTo>
                <a:cubicBezTo>
                  <a:pt x="32" y="1332"/>
                  <a:pt x="27" y="1321"/>
                  <a:pt x="22" y="1310"/>
                </a:cubicBezTo>
                <a:cubicBezTo>
                  <a:pt x="17" y="1298"/>
                  <a:pt x="13" y="1286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20"/>
                  <a:pt x="0" y="1206"/>
                  <a:pt x="0" y="119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6840" y="2761920"/>
            <a:ext cx="7410960" cy="505440"/>
          </a:xfrm>
          <a:custGeom>
            <a:avLst/>
            <a:gdLst/>
            <a:ahLst/>
            <a:rect l="0" t="0" r="r" b="b"/>
            <a:pathLst>
              <a:path w="20586" h="1404">
                <a:moveTo>
                  <a:pt x="0" y="0"/>
                </a:moveTo>
                <a:lnTo>
                  <a:pt x="20586" y="0"/>
                </a:lnTo>
                <a:lnTo>
                  <a:pt x="20586" y="1404"/>
                </a:lnTo>
                <a:lnTo>
                  <a:pt x="0" y="1404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96960" y="2347200"/>
            <a:ext cx="54187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De rails overleven de stoomtrein. Wat erover rijdt mag veranderen.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96960" y="2928240"/>
            <a:ext cx="4729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AI gaat op schouders staan. Wij kunnen die schouders zijn.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13440" y="3499200"/>
            <a:ext cx="80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6543360" y="3419280"/>
            <a:ext cx="1324440" cy="324360"/>
          </a:xfrm>
          <a:custGeom>
            <a:avLst/>
            <a:gdLst/>
            <a:ahLst/>
            <a:rect l="0" t="0" r="r" b="b"/>
            <a:pathLst>
              <a:path w="3679" h="901">
                <a:moveTo>
                  <a:pt x="0" y="0"/>
                </a:moveTo>
                <a:lnTo>
                  <a:pt x="3679" y="0"/>
                </a:lnTo>
                <a:lnTo>
                  <a:pt x="367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409560" y="3499200"/>
            <a:ext cx="1415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701040" y="3499200"/>
            <a:ext cx="12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233352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3500280" y="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379188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3937680" y="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4083840" y="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66704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7000560" y="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75841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77299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875720" y="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816768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33352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3500280" y="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379188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3937680" y="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083840" y="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66704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7000560" y="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75841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77299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875720" y="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816768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456840" y="3828960"/>
            <a:ext cx="7410960" cy="38520"/>
          </a:xfrm>
          <a:custGeom>
            <a:avLst/>
            <a:gdLst/>
            <a:ahLst/>
            <a:rect l="0" t="0" r="r" b="b"/>
            <a:pathLst>
              <a:path w="20586" h="107">
                <a:moveTo>
                  <a:pt x="0" y="54"/>
                </a:moveTo>
                <a:cubicBezTo>
                  <a:pt x="0" y="47"/>
                  <a:pt x="2" y="40"/>
                  <a:pt x="5" y="33"/>
                </a:cubicBezTo>
                <a:cubicBezTo>
                  <a:pt x="7" y="27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7"/>
                  <a:pt x="20582" y="33"/>
                </a:cubicBezTo>
                <a:cubicBezTo>
                  <a:pt x="20585" y="40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3"/>
                </a:cubicBezTo>
                <a:cubicBezTo>
                  <a:pt x="20547" y="105"/>
                  <a:pt x="20540" y="107"/>
                  <a:pt x="20533" y="107"/>
                </a:cubicBezTo>
                <a:lnTo>
                  <a:pt x="53" y="107"/>
                </a:lnTo>
                <a:cubicBezTo>
                  <a:pt x="46" y="107"/>
                  <a:pt x="40" y="105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456840" y="3971880"/>
            <a:ext cx="7410960" cy="38160"/>
          </a:xfrm>
          <a:custGeom>
            <a:avLst/>
            <a:gdLst/>
            <a:ahLst/>
            <a:rect l="0" t="0" r="r" b="b"/>
            <a:pathLst>
              <a:path w="20586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6"/>
                  <a:pt x="20582" y="32"/>
                </a:cubicBezTo>
                <a:cubicBezTo>
                  <a:pt x="20585" y="39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2"/>
                </a:cubicBezTo>
                <a:cubicBezTo>
                  <a:pt x="20547" y="105"/>
                  <a:pt x="20540" y="106"/>
                  <a:pt x="20533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471320" y="414684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5" name=""/>
          <p:cNvSpPr txBox="1"/>
          <p:nvPr/>
        </p:nvSpPr>
        <p:spPr>
          <a:xfrm>
            <a:off x="439920" y="805680"/>
            <a:ext cx="8436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Waarom we met informatiestromen werken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457200" y="1370880"/>
            <a:ext cx="4223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618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618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4618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4618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4618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457200" y="1727640"/>
            <a:ext cx="10598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1025640" y="20318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113508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123516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457200" y="4151520"/>
            <a:ext cx="1882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Een systeem op een server in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457200" y="4304160"/>
            <a:ext cx="2106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kelder. Alles binnen dezelfde muren.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5192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5192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5192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5192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25192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2512080" y="1727640"/>
            <a:ext cx="78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080880" y="20318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319032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329040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066480" y="286992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3099960" y="3155760"/>
            <a:ext cx="828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2512080" y="4151520"/>
            <a:ext cx="1901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Systemen gaan elkaar bevragen.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2512080" y="4304160"/>
            <a:ext cx="15109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Het koppelvlak komt erbij.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45766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45766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45766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5766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337644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4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337644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4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4567320" y="1727640"/>
            <a:ext cx="78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5164200" y="2031840"/>
            <a:ext cx="82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24520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34528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5121360" y="286992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5216760" y="3155760"/>
            <a:ext cx="65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064480" y="343188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4567320" y="4008600"/>
            <a:ext cx="1920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Niet meer een systeem maar een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4567320" y="4151520"/>
            <a:ext cx="1635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ecosysteem, dat aan andere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4567320" y="4304160"/>
            <a:ext cx="1164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ecosystemen hangt.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6624360" y="196668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7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196668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7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225252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5"/>
                  <a:pt x="5285" y="36"/>
                </a:cubicBezTo>
                <a:cubicBezTo>
                  <a:pt x="5296" y="47"/>
                  <a:pt x="5304" y="60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7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6624360" y="225252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5"/>
                  <a:pt x="5285" y="36"/>
                </a:cubicBezTo>
                <a:cubicBezTo>
                  <a:pt x="5296" y="47"/>
                  <a:pt x="5304" y="60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7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52864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8"/>
                  <a:pt x="5316" y="574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52864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8"/>
                  <a:pt x="5316" y="574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6624360" y="281448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81448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309060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6624360" y="309060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337644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4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337644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4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6624360" y="365256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5"/>
                  <a:pt x="5319" y="120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365256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5"/>
                  <a:pt x="5319" y="120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6622560" y="1727640"/>
            <a:ext cx="777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052760" y="2031840"/>
            <a:ext cx="1186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7219440" y="2307960"/>
            <a:ext cx="82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7300440" y="259380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7400160" y="286992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7176600" y="315576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7271640" y="3431880"/>
            <a:ext cx="65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7119360" y="371772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6622560" y="4008600"/>
            <a:ext cx="1918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Er komt een laag bij die zelf niets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6622560" y="4151520"/>
            <a:ext cx="1730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bewaart en alles van de lagen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6622560" y="4304160"/>
            <a:ext cx="939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eronder betrekt.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75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27" name=""/>
          <p:cNvSpPr/>
          <p:nvPr/>
        </p:nvSpPr>
        <p:spPr>
          <a:xfrm>
            <a:off x="4568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439920" y="51048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8118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9234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10346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11462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12574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13690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760320" y="16704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760320" y="18075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160056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17118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18234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19346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20462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21578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1549080" y="1962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1549080" y="20476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206352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21747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22863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23976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25092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26204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27320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2012040" y="22017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2012040" y="23220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1454760" y="16189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2243520" y="19105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1917720" y="21506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72"/>
                </a:lnTo>
                <a:lnTo>
                  <a:pt x="0" y="572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991800" y="129852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620640" y="241776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2000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1429920" y="25797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35550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36666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37778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38894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40006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1122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42238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43351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44467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45579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46695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47808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48924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50036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51152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52264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53380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54493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3503520" y="18763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3503520" y="20991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3863880" y="18763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3829320" y="18763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3829320" y="20476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5149440" y="20883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7"/>
                </a:moveTo>
                <a:cubicBezTo>
                  <a:pt x="446" y="382"/>
                  <a:pt x="477" y="364"/>
                  <a:pt x="505" y="343"/>
                </a:cubicBezTo>
                <a:lnTo>
                  <a:pt x="548" y="400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7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3598560" y="129852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3644640" y="24469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4236840" y="24469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 txBox="1"/>
          <p:nvPr/>
        </p:nvSpPr>
        <p:spPr>
          <a:xfrm>
            <a:off x="4838400" y="24469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4298760" y="26852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/>
          <p:nvPr/>
        </p:nvSpPr>
        <p:spPr>
          <a:xfrm>
            <a:off x="5933880" y="11523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3503520" y="29034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6962760" y="153324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4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40"/>
                  <a:pt x="1489" y="48"/>
                </a:cubicBezTo>
                <a:cubicBezTo>
                  <a:pt x="1496" y="55"/>
                  <a:pt x="1503" y="63"/>
                  <a:pt x="1508" y="72"/>
                </a:cubicBezTo>
                <a:cubicBezTo>
                  <a:pt x="1514" y="81"/>
                  <a:pt x="1519" y="90"/>
                  <a:pt x="1523" y="99"/>
                </a:cubicBezTo>
                <a:cubicBezTo>
                  <a:pt x="1527" y="109"/>
                  <a:pt x="1530" y="119"/>
                  <a:pt x="1532" y="129"/>
                </a:cubicBezTo>
                <a:cubicBezTo>
                  <a:pt x="1534" y="139"/>
                  <a:pt x="1535" y="150"/>
                  <a:pt x="1535" y="160"/>
                </a:cubicBezTo>
                <a:lnTo>
                  <a:pt x="1535" y="504"/>
                </a:lnTo>
                <a:cubicBezTo>
                  <a:pt x="1535" y="514"/>
                  <a:pt x="1534" y="525"/>
                  <a:pt x="1532" y="535"/>
                </a:cubicBezTo>
                <a:cubicBezTo>
                  <a:pt x="1530" y="545"/>
                  <a:pt x="1527" y="555"/>
                  <a:pt x="1523" y="565"/>
                </a:cubicBezTo>
                <a:cubicBezTo>
                  <a:pt x="1519" y="574"/>
                  <a:pt x="1514" y="584"/>
                  <a:pt x="1508" y="592"/>
                </a:cubicBezTo>
                <a:cubicBezTo>
                  <a:pt x="1503" y="601"/>
                  <a:pt x="1496" y="609"/>
                  <a:pt x="1489" y="616"/>
                </a:cubicBezTo>
                <a:cubicBezTo>
                  <a:pt x="1481" y="624"/>
                  <a:pt x="1473" y="630"/>
                  <a:pt x="1465" y="636"/>
                </a:cubicBezTo>
                <a:cubicBezTo>
                  <a:pt x="1456" y="642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1" y="630"/>
                  <a:pt x="53" y="624"/>
                  <a:pt x="46" y="616"/>
                </a:cubicBezTo>
                <a:cubicBezTo>
                  <a:pt x="39" y="609"/>
                  <a:pt x="32" y="601"/>
                  <a:pt x="26" y="592"/>
                </a:cubicBezTo>
                <a:cubicBezTo>
                  <a:pt x="21" y="584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6391080" y="129852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62982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64098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65210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66326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67438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68554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69670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6246720" y="220392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6246720" y="22896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73954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75070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76183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77299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78411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79527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80640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81756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7344000" y="215244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7344000" y="23752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7103880" y="226404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7232760" y="221256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3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8029800" y="190368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7824240" y="191232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7781040" y="198108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7072200" y="158940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6191280" y="26845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56840" y="327636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456840" y="3276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456840" y="3819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853416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45684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6662520" y="285588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634320" y="3489480"/>
            <a:ext cx="739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komen tot een afspraak, en de verantwoordelijkheid dragen voor die afspraak.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67428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0e9e7e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674280" y="4399560"/>
            <a:ext cx="475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Mensen maken de afspraak. Systemen en agents gebruiken hem.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50" name=""/>
          <p:cNvSpPr txBox="1"/>
          <p:nvPr/>
        </p:nvSpPr>
        <p:spPr>
          <a:xfrm>
            <a:off x="439920" y="6264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2168640" y="1152360"/>
            <a:ext cx="2844360" cy="717840"/>
          </a:xfrm>
          <a:custGeom>
            <a:avLst/>
            <a:gdLst/>
            <a:ahLst/>
            <a:rect l="0" t="0" r="r" b="b"/>
            <a:pathLst>
              <a:path fill="none" w="7901" h="1994">
                <a:moveTo>
                  <a:pt x="0" y="1994"/>
                </a:moveTo>
                <a:lnTo>
                  <a:pt x="732" y="1661"/>
                </a:lnTo>
                <a:cubicBezTo>
                  <a:pt x="1464" y="1329"/>
                  <a:pt x="2927" y="664"/>
                  <a:pt x="4244" y="332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2137320" y="181800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185"/>
                </a:moveTo>
                <a:lnTo>
                  <a:pt x="238" y="194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/>
          <p:nvPr/>
        </p:nvSpPr>
        <p:spPr>
          <a:xfrm>
            <a:off x="2129760" y="181080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194"/>
                </a:moveTo>
                <a:lnTo>
                  <a:pt x="64" y="195"/>
                </a:lnTo>
                <a:lnTo>
                  <a:pt x="63" y="217"/>
                </a:lnTo>
                <a:lnTo>
                  <a:pt x="42" y="216"/>
                </a:lnTo>
                <a:lnTo>
                  <a:pt x="43" y="194"/>
                </a:lnTo>
                <a:moveTo>
                  <a:pt x="64" y="195"/>
                </a:moveTo>
                <a:lnTo>
                  <a:pt x="85" y="196"/>
                </a:lnTo>
                <a:lnTo>
                  <a:pt x="84" y="218"/>
                </a:lnTo>
                <a:lnTo>
                  <a:pt x="63" y="217"/>
                </a:lnTo>
                <a:lnTo>
                  <a:pt x="64" y="195"/>
                </a:lnTo>
                <a:moveTo>
                  <a:pt x="85" y="196"/>
                </a:moveTo>
                <a:lnTo>
                  <a:pt x="106" y="196"/>
                </a:lnTo>
                <a:lnTo>
                  <a:pt x="106" y="219"/>
                </a:lnTo>
                <a:lnTo>
                  <a:pt x="84" y="218"/>
                </a:lnTo>
                <a:lnTo>
                  <a:pt x="85" y="196"/>
                </a:lnTo>
                <a:moveTo>
                  <a:pt x="106" y="196"/>
                </a:moveTo>
                <a:lnTo>
                  <a:pt x="127" y="197"/>
                </a:lnTo>
                <a:lnTo>
                  <a:pt x="127" y="219"/>
                </a:lnTo>
                <a:lnTo>
                  <a:pt x="106" y="219"/>
                </a:lnTo>
                <a:lnTo>
                  <a:pt x="106" y="196"/>
                </a:lnTo>
                <a:moveTo>
                  <a:pt x="127" y="197"/>
                </a:moveTo>
                <a:lnTo>
                  <a:pt x="149" y="198"/>
                </a:lnTo>
                <a:lnTo>
                  <a:pt x="148" y="220"/>
                </a:lnTo>
                <a:lnTo>
                  <a:pt x="127" y="219"/>
                </a:lnTo>
                <a:lnTo>
                  <a:pt x="127" y="197"/>
                </a:lnTo>
                <a:moveTo>
                  <a:pt x="149" y="198"/>
                </a:moveTo>
                <a:lnTo>
                  <a:pt x="170" y="199"/>
                </a:lnTo>
                <a:lnTo>
                  <a:pt x="169" y="221"/>
                </a:lnTo>
                <a:lnTo>
                  <a:pt x="148" y="220"/>
                </a:lnTo>
                <a:lnTo>
                  <a:pt x="149" y="198"/>
                </a:lnTo>
                <a:moveTo>
                  <a:pt x="170" y="199"/>
                </a:moveTo>
                <a:lnTo>
                  <a:pt x="191" y="200"/>
                </a:lnTo>
                <a:lnTo>
                  <a:pt x="190" y="222"/>
                </a:lnTo>
                <a:lnTo>
                  <a:pt x="169" y="221"/>
                </a:lnTo>
                <a:lnTo>
                  <a:pt x="170" y="199"/>
                </a:lnTo>
                <a:moveTo>
                  <a:pt x="191" y="200"/>
                </a:moveTo>
                <a:lnTo>
                  <a:pt x="212" y="200"/>
                </a:lnTo>
                <a:lnTo>
                  <a:pt x="211" y="223"/>
                </a:lnTo>
                <a:lnTo>
                  <a:pt x="190" y="222"/>
                </a:lnTo>
                <a:lnTo>
                  <a:pt x="191" y="200"/>
                </a:lnTo>
                <a:moveTo>
                  <a:pt x="212" y="200"/>
                </a:moveTo>
                <a:lnTo>
                  <a:pt x="233" y="201"/>
                </a:lnTo>
                <a:lnTo>
                  <a:pt x="232" y="223"/>
                </a:lnTo>
                <a:lnTo>
                  <a:pt x="211" y="223"/>
                </a:lnTo>
                <a:lnTo>
                  <a:pt x="212" y="200"/>
                </a:lnTo>
                <a:moveTo>
                  <a:pt x="233" y="201"/>
                </a:moveTo>
                <a:lnTo>
                  <a:pt x="255" y="202"/>
                </a:lnTo>
                <a:lnTo>
                  <a:pt x="255" y="224"/>
                </a:lnTo>
                <a:lnTo>
                  <a:pt x="232" y="223"/>
                </a:lnTo>
                <a:lnTo>
                  <a:pt x="233" y="201"/>
                </a:lnTo>
                <a:moveTo>
                  <a:pt x="255" y="202"/>
                </a:moveTo>
                <a:lnTo>
                  <a:pt x="259" y="202"/>
                </a:lnTo>
                <a:lnTo>
                  <a:pt x="259" y="214"/>
                </a:lnTo>
                <a:lnTo>
                  <a:pt x="248" y="218"/>
                </a:lnTo>
                <a:lnTo>
                  <a:pt x="241" y="201"/>
                </a:lnTo>
                <a:lnTo>
                  <a:pt x="261" y="193"/>
                </a:lnTo>
                <a:lnTo>
                  <a:pt x="276" y="225"/>
                </a:lnTo>
                <a:lnTo>
                  <a:pt x="255" y="224"/>
                </a:lnTo>
                <a:lnTo>
                  <a:pt x="255" y="202"/>
                </a:lnTo>
                <a:moveTo>
                  <a:pt x="241" y="201"/>
                </a:moveTo>
                <a:lnTo>
                  <a:pt x="232" y="182"/>
                </a:lnTo>
                <a:lnTo>
                  <a:pt x="253" y="173"/>
                </a:lnTo>
                <a:lnTo>
                  <a:pt x="261" y="193"/>
                </a:lnTo>
                <a:lnTo>
                  <a:pt x="241" y="201"/>
                </a:lnTo>
                <a:moveTo>
                  <a:pt x="232" y="182"/>
                </a:moveTo>
                <a:lnTo>
                  <a:pt x="224" y="163"/>
                </a:lnTo>
                <a:lnTo>
                  <a:pt x="243" y="154"/>
                </a:lnTo>
                <a:lnTo>
                  <a:pt x="253" y="173"/>
                </a:lnTo>
                <a:lnTo>
                  <a:pt x="232" y="182"/>
                </a:lnTo>
                <a:moveTo>
                  <a:pt x="224" y="163"/>
                </a:moveTo>
                <a:lnTo>
                  <a:pt x="215" y="143"/>
                </a:lnTo>
                <a:lnTo>
                  <a:pt x="234" y="135"/>
                </a:lnTo>
                <a:lnTo>
                  <a:pt x="243" y="154"/>
                </a:lnTo>
                <a:lnTo>
                  <a:pt x="224" y="163"/>
                </a:lnTo>
                <a:moveTo>
                  <a:pt x="215" y="143"/>
                </a:moveTo>
                <a:lnTo>
                  <a:pt x="206" y="124"/>
                </a:lnTo>
                <a:lnTo>
                  <a:pt x="225" y="115"/>
                </a:lnTo>
                <a:lnTo>
                  <a:pt x="234" y="135"/>
                </a:lnTo>
                <a:lnTo>
                  <a:pt x="215" y="143"/>
                </a:lnTo>
                <a:moveTo>
                  <a:pt x="206" y="124"/>
                </a:moveTo>
                <a:lnTo>
                  <a:pt x="197" y="105"/>
                </a:lnTo>
                <a:lnTo>
                  <a:pt x="217" y="96"/>
                </a:lnTo>
                <a:lnTo>
                  <a:pt x="225" y="115"/>
                </a:lnTo>
                <a:lnTo>
                  <a:pt x="206" y="124"/>
                </a:lnTo>
                <a:moveTo>
                  <a:pt x="197" y="105"/>
                </a:moveTo>
                <a:lnTo>
                  <a:pt x="189" y="86"/>
                </a:lnTo>
                <a:lnTo>
                  <a:pt x="208" y="77"/>
                </a:lnTo>
                <a:lnTo>
                  <a:pt x="217" y="96"/>
                </a:lnTo>
                <a:lnTo>
                  <a:pt x="197" y="105"/>
                </a:lnTo>
                <a:moveTo>
                  <a:pt x="189" y="86"/>
                </a:moveTo>
                <a:lnTo>
                  <a:pt x="180" y="66"/>
                </a:lnTo>
                <a:lnTo>
                  <a:pt x="199" y="58"/>
                </a:lnTo>
                <a:lnTo>
                  <a:pt x="208" y="77"/>
                </a:lnTo>
                <a:lnTo>
                  <a:pt x="189" y="86"/>
                </a:lnTo>
                <a:moveTo>
                  <a:pt x="180" y="66"/>
                </a:moveTo>
                <a:lnTo>
                  <a:pt x="171" y="47"/>
                </a:lnTo>
                <a:lnTo>
                  <a:pt x="190" y="38"/>
                </a:lnTo>
                <a:lnTo>
                  <a:pt x="199" y="58"/>
                </a:lnTo>
                <a:lnTo>
                  <a:pt x="180" y="66"/>
                </a:lnTo>
                <a:moveTo>
                  <a:pt x="171" y="47"/>
                </a:moveTo>
                <a:lnTo>
                  <a:pt x="162" y="28"/>
                </a:lnTo>
                <a:lnTo>
                  <a:pt x="182" y="19"/>
                </a:lnTo>
                <a:lnTo>
                  <a:pt x="190" y="38"/>
                </a:lnTo>
                <a:lnTo>
                  <a:pt x="171" y="47"/>
                </a:lnTo>
                <a:moveTo>
                  <a:pt x="162" y="28"/>
                </a:moveTo>
                <a:lnTo>
                  <a:pt x="161" y="24"/>
                </a:lnTo>
                <a:lnTo>
                  <a:pt x="170" y="20"/>
                </a:lnTo>
                <a:lnTo>
                  <a:pt x="179" y="27"/>
                </a:lnTo>
                <a:lnTo>
                  <a:pt x="168" y="40"/>
                </a:lnTo>
                <a:lnTo>
                  <a:pt x="151" y="27"/>
                </a:lnTo>
                <a:lnTo>
                  <a:pt x="173" y="0"/>
                </a:lnTo>
                <a:lnTo>
                  <a:pt x="182" y="19"/>
                </a:lnTo>
                <a:lnTo>
                  <a:pt x="162" y="28"/>
                </a:lnTo>
                <a:moveTo>
                  <a:pt x="168" y="40"/>
                </a:moveTo>
                <a:lnTo>
                  <a:pt x="154" y="57"/>
                </a:lnTo>
                <a:lnTo>
                  <a:pt x="138" y="43"/>
                </a:lnTo>
                <a:lnTo>
                  <a:pt x="151" y="27"/>
                </a:lnTo>
                <a:lnTo>
                  <a:pt x="168" y="40"/>
                </a:lnTo>
                <a:moveTo>
                  <a:pt x="154" y="57"/>
                </a:moveTo>
                <a:lnTo>
                  <a:pt x="141" y="73"/>
                </a:lnTo>
                <a:lnTo>
                  <a:pt x="125" y="60"/>
                </a:lnTo>
                <a:lnTo>
                  <a:pt x="138" y="43"/>
                </a:lnTo>
                <a:lnTo>
                  <a:pt x="154" y="57"/>
                </a:lnTo>
                <a:moveTo>
                  <a:pt x="141" y="73"/>
                </a:moveTo>
                <a:lnTo>
                  <a:pt x="128" y="89"/>
                </a:lnTo>
                <a:lnTo>
                  <a:pt x="111" y="76"/>
                </a:lnTo>
                <a:lnTo>
                  <a:pt x="125" y="60"/>
                </a:lnTo>
                <a:lnTo>
                  <a:pt x="141" y="73"/>
                </a:lnTo>
                <a:moveTo>
                  <a:pt x="128" y="89"/>
                </a:moveTo>
                <a:lnTo>
                  <a:pt x="114" y="106"/>
                </a:lnTo>
                <a:lnTo>
                  <a:pt x="98" y="93"/>
                </a:lnTo>
                <a:lnTo>
                  <a:pt x="111" y="76"/>
                </a:lnTo>
                <a:lnTo>
                  <a:pt x="128" y="89"/>
                </a:lnTo>
                <a:moveTo>
                  <a:pt x="114" y="106"/>
                </a:moveTo>
                <a:lnTo>
                  <a:pt x="101" y="122"/>
                </a:lnTo>
                <a:lnTo>
                  <a:pt x="85" y="109"/>
                </a:lnTo>
                <a:lnTo>
                  <a:pt x="98" y="93"/>
                </a:lnTo>
                <a:lnTo>
                  <a:pt x="114" y="106"/>
                </a:lnTo>
                <a:moveTo>
                  <a:pt x="101" y="122"/>
                </a:moveTo>
                <a:lnTo>
                  <a:pt x="88" y="139"/>
                </a:lnTo>
                <a:lnTo>
                  <a:pt x="71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9"/>
                </a:moveTo>
                <a:lnTo>
                  <a:pt x="74" y="155"/>
                </a:lnTo>
                <a:lnTo>
                  <a:pt x="58" y="142"/>
                </a:lnTo>
                <a:lnTo>
                  <a:pt x="71" y="125"/>
                </a:lnTo>
                <a:lnTo>
                  <a:pt x="88" y="139"/>
                </a:lnTo>
                <a:moveTo>
                  <a:pt x="74" y="155"/>
                </a:moveTo>
                <a:lnTo>
                  <a:pt x="61" y="172"/>
                </a:lnTo>
                <a:lnTo>
                  <a:pt x="45" y="158"/>
                </a:lnTo>
                <a:lnTo>
                  <a:pt x="58" y="142"/>
                </a:lnTo>
                <a:lnTo>
                  <a:pt x="74" y="155"/>
                </a:lnTo>
                <a:moveTo>
                  <a:pt x="61" y="172"/>
                </a:moveTo>
                <a:lnTo>
                  <a:pt x="48" y="188"/>
                </a:lnTo>
                <a:lnTo>
                  <a:pt x="31" y="175"/>
                </a:lnTo>
                <a:lnTo>
                  <a:pt x="45" y="158"/>
                </a:lnTo>
                <a:lnTo>
                  <a:pt x="61" y="172"/>
                </a:lnTo>
                <a:moveTo>
                  <a:pt x="48" y="188"/>
                </a:moveTo>
                <a:lnTo>
                  <a:pt x="34" y="205"/>
                </a:lnTo>
                <a:lnTo>
                  <a:pt x="18" y="191"/>
                </a:lnTo>
                <a:lnTo>
                  <a:pt x="31" y="175"/>
                </a:lnTo>
                <a:lnTo>
                  <a:pt x="48" y="188"/>
                </a:lnTo>
                <a:moveTo>
                  <a:pt x="34" y="205"/>
                </a:moveTo>
                <a:lnTo>
                  <a:pt x="30" y="212"/>
                </a:lnTo>
                <a:lnTo>
                  <a:pt x="21" y="204"/>
                </a:lnTo>
                <a:lnTo>
                  <a:pt x="22" y="193"/>
                </a:lnTo>
                <a:lnTo>
                  <a:pt x="43" y="194"/>
                </a:lnTo>
                <a:lnTo>
                  <a:pt x="42" y="216"/>
                </a:lnTo>
                <a:lnTo>
                  <a:pt x="0" y="215"/>
                </a:lnTo>
                <a:lnTo>
                  <a:pt x="18" y="191"/>
                </a:lnTo>
                <a:lnTo>
                  <a:pt x="34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974840" y="1114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4970880" y="11080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7"/>
                </a:lnTo>
                <a:lnTo>
                  <a:pt x="45" y="46"/>
                </a:lnTo>
                <a:lnTo>
                  <a:pt x="25" y="36"/>
                </a:lnTo>
                <a:lnTo>
                  <a:pt x="34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6"/>
                </a:lnTo>
                <a:moveTo>
                  <a:pt x="111" y="55"/>
                </a:moveTo>
                <a:lnTo>
                  <a:pt x="130" y="64"/>
                </a:lnTo>
                <a:lnTo>
                  <a:pt x="120" y="83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39" y="93"/>
                </a:lnTo>
                <a:lnTo>
                  <a:pt x="120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39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2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1"/>
                </a:lnTo>
                <a:lnTo>
                  <a:pt x="212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9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9" y="197"/>
                </a:moveTo>
                <a:lnTo>
                  <a:pt x="80" y="206"/>
                </a:lnTo>
                <a:lnTo>
                  <a:pt x="70" y="188"/>
                </a:lnTo>
                <a:lnTo>
                  <a:pt x="89" y="178"/>
                </a:lnTo>
                <a:lnTo>
                  <a:pt x="99" y="197"/>
                </a:lnTo>
                <a:moveTo>
                  <a:pt x="80" y="206"/>
                </a:moveTo>
                <a:lnTo>
                  <a:pt x="61" y="216"/>
                </a:lnTo>
                <a:lnTo>
                  <a:pt x="52" y="197"/>
                </a:lnTo>
                <a:lnTo>
                  <a:pt x="70" y="188"/>
                </a:lnTo>
                <a:lnTo>
                  <a:pt x="80" y="206"/>
                </a:lnTo>
                <a:moveTo>
                  <a:pt x="61" y="216"/>
                </a:moveTo>
                <a:lnTo>
                  <a:pt x="42" y="225"/>
                </a:lnTo>
                <a:lnTo>
                  <a:pt x="32" y="206"/>
                </a:lnTo>
                <a:lnTo>
                  <a:pt x="52" y="197"/>
                </a:lnTo>
                <a:lnTo>
                  <a:pt x="61" y="216"/>
                </a:lnTo>
                <a:moveTo>
                  <a:pt x="42" y="225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2" y="225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19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2639880" y="214308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260568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106"/>
                </a:moveTo>
                <a:lnTo>
                  <a:pt x="212" y="212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/>
          <p:nvPr/>
        </p:nvSpPr>
        <p:spPr>
          <a:xfrm>
            <a:off x="259704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1"/>
                </a:lnTo>
                <a:lnTo>
                  <a:pt x="39" y="142"/>
                </a:lnTo>
                <a:lnTo>
                  <a:pt x="48" y="123"/>
                </a:lnTo>
                <a:moveTo>
                  <a:pt x="67" y="132"/>
                </a:moveTo>
                <a:lnTo>
                  <a:pt x="86" y="142"/>
                </a:lnTo>
                <a:lnTo>
                  <a:pt x="77" y="160"/>
                </a:lnTo>
                <a:lnTo>
                  <a:pt x="58" y="151"/>
                </a:lnTo>
                <a:lnTo>
                  <a:pt x="67" y="132"/>
                </a:lnTo>
                <a:moveTo>
                  <a:pt x="86" y="142"/>
                </a:moveTo>
                <a:lnTo>
                  <a:pt x="105" y="151"/>
                </a:lnTo>
                <a:lnTo>
                  <a:pt x="96" y="170"/>
                </a:lnTo>
                <a:lnTo>
                  <a:pt x="77" y="160"/>
                </a:lnTo>
                <a:lnTo>
                  <a:pt x="86" y="142"/>
                </a:lnTo>
                <a:moveTo>
                  <a:pt x="105" y="151"/>
                </a:moveTo>
                <a:lnTo>
                  <a:pt x="124" y="160"/>
                </a:lnTo>
                <a:lnTo>
                  <a:pt x="115" y="180"/>
                </a:lnTo>
                <a:lnTo>
                  <a:pt x="96" y="170"/>
                </a:lnTo>
                <a:lnTo>
                  <a:pt x="105" y="151"/>
                </a:lnTo>
                <a:moveTo>
                  <a:pt x="124" y="160"/>
                </a:moveTo>
                <a:lnTo>
                  <a:pt x="143" y="170"/>
                </a:lnTo>
                <a:lnTo>
                  <a:pt x="134" y="190"/>
                </a:lnTo>
                <a:lnTo>
                  <a:pt x="115" y="180"/>
                </a:lnTo>
                <a:lnTo>
                  <a:pt x="124" y="160"/>
                </a:lnTo>
                <a:moveTo>
                  <a:pt x="143" y="170"/>
                </a:moveTo>
                <a:lnTo>
                  <a:pt x="162" y="180"/>
                </a:lnTo>
                <a:lnTo>
                  <a:pt x="153" y="199"/>
                </a:lnTo>
                <a:lnTo>
                  <a:pt x="134" y="190"/>
                </a:lnTo>
                <a:lnTo>
                  <a:pt x="143" y="170"/>
                </a:lnTo>
                <a:moveTo>
                  <a:pt x="162" y="180"/>
                </a:moveTo>
                <a:lnTo>
                  <a:pt x="181" y="190"/>
                </a:lnTo>
                <a:lnTo>
                  <a:pt x="171" y="209"/>
                </a:lnTo>
                <a:lnTo>
                  <a:pt x="153" y="199"/>
                </a:lnTo>
                <a:lnTo>
                  <a:pt x="162" y="180"/>
                </a:lnTo>
                <a:moveTo>
                  <a:pt x="181" y="190"/>
                </a:moveTo>
                <a:lnTo>
                  <a:pt x="200" y="199"/>
                </a:lnTo>
                <a:lnTo>
                  <a:pt x="190" y="218"/>
                </a:lnTo>
                <a:lnTo>
                  <a:pt x="171" y="209"/>
                </a:lnTo>
                <a:lnTo>
                  <a:pt x="181" y="190"/>
                </a:lnTo>
                <a:moveTo>
                  <a:pt x="200" y="199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8"/>
                </a:lnTo>
                <a:lnTo>
                  <a:pt x="200" y="199"/>
                </a:lnTo>
                <a:moveTo>
                  <a:pt x="219" y="209"/>
                </a:moveTo>
                <a:lnTo>
                  <a:pt x="238" y="218"/>
                </a:lnTo>
                <a:lnTo>
                  <a:pt x="228" y="237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8"/>
                </a:moveTo>
                <a:lnTo>
                  <a:pt x="241" y="220"/>
                </a:lnTo>
                <a:lnTo>
                  <a:pt x="236" y="229"/>
                </a:lnTo>
                <a:lnTo>
                  <a:pt x="226" y="229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7"/>
                </a:lnTo>
                <a:lnTo>
                  <a:pt x="238" y="218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69"/>
                </a:lnTo>
                <a:lnTo>
                  <a:pt x="247" y="169"/>
                </a:lnTo>
                <a:lnTo>
                  <a:pt x="247" y="191"/>
                </a:lnTo>
                <a:lnTo>
                  <a:pt x="226" y="191"/>
                </a:lnTo>
                <a:moveTo>
                  <a:pt x="226" y="169"/>
                </a:moveTo>
                <a:lnTo>
                  <a:pt x="226" y="148"/>
                </a:lnTo>
                <a:lnTo>
                  <a:pt x="247" y="148"/>
                </a:lnTo>
                <a:lnTo>
                  <a:pt x="247" y="169"/>
                </a:lnTo>
                <a:lnTo>
                  <a:pt x="226" y="169"/>
                </a:lnTo>
                <a:moveTo>
                  <a:pt x="226" y="148"/>
                </a:moveTo>
                <a:lnTo>
                  <a:pt x="226" y="126"/>
                </a:lnTo>
                <a:lnTo>
                  <a:pt x="247" y="126"/>
                </a:lnTo>
                <a:lnTo>
                  <a:pt x="247" y="148"/>
                </a:lnTo>
                <a:lnTo>
                  <a:pt x="226" y="148"/>
                </a:lnTo>
                <a:moveTo>
                  <a:pt x="226" y="126"/>
                </a:moveTo>
                <a:lnTo>
                  <a:pt x="226" y="105"/>
                </a:lnTo>
                <a:lnTo>
                  <a:pt x="247" y="105"/>
                </a:lnTo>
                <a:lnTo>
                  <a:pt x="247" y="126"/>
                </a:lnTo>
                <a:lnTo>
                  <a:pt x="226" y="126"/>
                </a:lnTo>
                <a:moveTo>
                  <a:pt x="226" y="105"/>
                </a:moveTo>
                <a:lnTo>
                  <a:pt x="226" y="84"/>
                </a:lnTo>
                <a:lnTo>
                  <a:pt x="247" y="84"/>
                </a:lnTo>
                <a:lnTo>
                  <a:pt x="247" y="105"/>
                </a:lnTo>
                <a:lnTo>
                  <a:pt x="226" y="105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6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3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3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3"/>
                </a:lnTo>
                <a:moveTo>
                  <a:pt x="188" y="53"/>
                </a:moveTo>
                <a:lnTo>
                  <a:pt x="169" y="62"/>
                </a:lnTo>
                <a:lnTo>
                  <a:pt x="159" y="43"/>
                </a:lnTo>
                <a:lnTo>
                  <a:pt x="178" y="34"/>
                </a:lnTo>
                <a:lnTo>
                  <a:pt x="188" y="53"/>
                </a:lnTo>
                <a:moveTo>
                  <a:pt x="169" y="62"/>
                </a:moveTo>
                <a:lnTo>
                  <a:pt x="150" y="72"/>
                </a:lnTo>
                <a:lnTo>
                  <a:pt x="140" y="53"/>
                </a:lnTo>
                <a:lnTo>
                  <a:pt x="159" y="43"/>
                </a:lnTo>
                <a:lnTo>
                  <a:pt x="169" y="62"/>
                </a:lnTo>
                <a:moveTo>
                  <a:pt x="150" y="72"/>
                </a:moveTo>
                <a:lnTo>
                  <a:pt x="131" y="81"/>
                </a:lnTo>
                <a:lnTo>
                  <a:pt x="122" y="62"/>
                </a:lnTo>
                <a:lnTo>
                  <a:pt x="140" y="53"/>
                </a:lnTo>
                <a:lnTo>
                  <a:pt x="150" y="72"/>
                </a:lnTo>
                <a:moveTo>
                  <a:pt x="131" y="81"/>
                </a:moveTo>
                <a:lnTo>
                  <a:pt x="112" y="91"/>
                </a:lnTo>
                <a:lnTo>
                  <a:pt x="103" y="72"/>
                </a:lnTo>
                <a:lnTo>
                  <a:pt x="122" y="62"/>
                </a:lnTo>
                <a:lnTo>
                  <a:pt x="131" y="81"/>
                </a:lnTo>
                <a:moveTo>
                  <a:pt x="112" y="91"/>
                </a:moveTo>
                <a:lnTo>
                  <a:pt x="93" y="100"/>
                </a:lnTo>
                <a:lnTo>
                  <a:pt x="84" y="81"/>
                </a:lnTo>
                <a:lnTo>
                  <a:pt x="103" y="72"/>
                </a:lnTo>
                <a:lnTo>
                  <a:pt x="112" y="91"/>
                </a:lnTo>
                <a:moveTo>
                  <a:pt x="93" y="100"/>
                </a:moveTo>
                <a:lnTo>
                  <a:pt x="74" y="110"/>
                </a:lnTo>
                <a:lnTo>
                  <a:pt x="65" y="91"/>
                </a:lnTo>
                <a:lnTo>
                  <a:pt x="84" y="81"/>
                </a:lnTo>
                <a:lnTo>
                  <a:pt x="93" y="100"/>
                </a:lnTo>
                <a:moveTo>
                  <a:pt x="74" y="110"/>
                </a:moveTo>
                <a:lnTo>
                  <a:pt x="55" y="119"/>
                </a:lnTo>
                <a:lnTo>
                  <a:pt x="46" y="100"/>
                </a:lnTo>
                <a:lnTo>
                  <a:pt x="65" y="91"/>
                </a:lnTo>
                <a:lnTo>
                  <a:pt x="74" y="110"/>
                </a:lnTo>
                <a:moveTo>
                  <a:pt x="55" y="119"/>
                </a:moveTo>
                <a:lnTo>
                  <a:pt x="36" y="129"/>
                </a:lnTo>
                <a:lnTo>
                  <a:pt x="27" y="110"/>
                </a:lnTo>
                <a:lnTo>
                  <a:pt x="46" y="100"/>
                </a:lnTo>
                <a:lnTo>
                  <a:pt x="55" y="119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2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/>
          <p:nvPr/>
        </p:nvSpPr>
        <p:spPr>
          <a:xfrm>
            <a:off x="482112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6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481716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8" y="74"/>
                </a:lnTo>
                <a:lnTo>
                  <a:pt x="138" y="93"/>
                </a:lnTo>
                <a:lnTo>
                  <a:pt x="119" y="83"/>
                </a:lnTo>
                <a:lnTo>
                  <a:pt x="129" y="64"/>
                </a:lnTo>
                <a:moveTo>
                  <a:pt x="148" y="74"/>
                </a:moveTo>
                <a:lnTo>
                  <a:pt x="167" y="83"/>
                </a:lnTo>
                <a:lnTo>
                  <a:pt x="157" y="102"/>
                </a:lnTo>
                <a:lnTo>
                  <a:pt x="138" y="93"/>
                </a:lnTo>
                <a:lnTo>
                  <a:pt x="148" y="74"/>
                </a:lnTo>
                <a:moveTo>
                  <a:pt x="167" y="83"/>
                </a:moveTo>
                <a:lnTo>
                  <a:pt x="186" y="93"/>
                </a:lnTo>
                <a:lnTo>
                  <a:pt x="176" y="111"/>
                </a:lnTo>
                <a:lnTo>
                  <a:pt x="157" y="102"/>
                </a:lnTo>
                <a:lnTo>
                  <a:pt x="167" y="83"/>
                </a:lnTo>
                <a:moveTo>
                  <a:pt x="186" y="93"/>
                </a:moveTo>
                <a:lnTo>
                  <a:pt x="205" y="102"/>
                </a:lnTo>
                <a:lnTo>
                  <a:pt x="195" y="121"/>
                </a:lnTo>
                <a:lnTo>
                  <a:pt x="176" y="111"/>
                </a:lnTo>
                <a:lnTo>
                  <a:pt x="186" y="93"/>
                </a:lnTo>
                <a:moveTo>
                  <a:pt x="205" y="102"/>
                </a:moveTo>
                <a:lnTo>
                  <a:pt x="225" y="111"/>
                </a:lnTo>
                <a:lnTo>
                  <a:pt x="214" y="130"/>
                </a:lnTo>
                <a:lnTo>
                  <a:pt x="195" y="121"/>
                </a:lnTo>
                <a:lnTo>
                  <a:pt x="205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1" y="140"/>
                </a:lnTo>
                <a:lnTo>
                  <a:pt x="202" y="121"/>
                </a:lnTo>
                <a:lnTo>
                  <a:pt x="218" y="113"/>
                </a:lnTo>
                <a:lnTo>
                  <a:pt x="223" y="123"/>
                </a:lnTo>
                <a:lnTo>
                  <a:pt x="218" y="132"/>
                </a:lnTo>
                <a:lnTo>
                  <a:pt x="214" y="130"/>
                </a:lnTo>
                <a:lnTo>
                  <a:pt x="225" y="111"/>
                </a:lnTo>
                <a:moveTo>
                  <a:pt x="211" y="140"/>
                </a:moveTo>
                <a:lnTo>
                  <a:pt x="192" y="149"/>
                </a:lnTo>
                <a:lnTo>
                  <a:pt x="183" y="130"/>
                </a:lnTo>
                <a:lnTo>
                  <a:pt x="202" y="121"/>
                </a:lnTo>
                <a:lnTo>
                  <a:pt x="211" y="140"/>
                </a:lnTo>
                <a:moveTo>
                  <a:pt x="192" y="149"/>
                </a:moveTo>
                <a:lnTo>
                  <a:pt x="174" y="159"/>
                </a:lnTo>
                <a:lnTo>
                  <a:pt x="164" y="140"/>
                </a:lnTo>
                <a:lnTo>
                  <a:pt x="183" y="130"/>
                </a:lnTo>
                <a:lnTo>
                  <a:pt x="192" y="149"/>
                </a:lnTo>
                <a:moveTo>
                  <a:pt x="174" y="159"/>
                </a:moveTo>
                <a:lnTo>
                  <a:pt x="155" y="168"/>
                </a:lnTo>
                <a:lnTo>
                  <a:pt x="145" y="149"/>
                </a:lnTo>
                <a:lnTo>
                  <a:pt x="164" y="140"/>
                </a:lnTo>
                <a:lnTo>
                  <a:pt x="174" y="159"/>
                </a:lnTo>
                <a:moveTo>
                  <a:pt x="155" y="168"/>
                </a:moveTo>
                <a:lnTo>
                  <a:pt x="136" y="179"/>
                </a:lnTo>
                <a:lnTo>
                  <a:pt x="126" y="159"/>
                </a:lnTo>
                <a:lnTo>
                  <a:pt x="145" y="149"/>
                </a:lnTo>
                <a:lnTo>
                  <a:pt x="155" y="168"/>
                </a:lnTo>
                <a:moveTo>
                  <a:pt x="136" y="179"/>
                </a:moveTo>
                <a:lnTo>
                  <a:pt x="117" y="188"/>
                </a:lnTo>
                <a:lnTo>
                  <a:pt x="107" y="168"/>
                </a:lnTo>
                <a:lnTo>
                  <a:pt x="126" y="159"/>
                </a:lnTo>
                <a:lnTo>
                  <a:pt x="136" y="179"/>
                </a:lnTo>
                <a:moveTo>
                  <a:pt x="117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68"/>
                </a:lnTo>
                <a:lnTo>
                  <a:pt x="117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1"/>
                </a:lnTo>
                <a:lnTo>
                  <a:pt x="21" y="151"/>
                </a:lnTo>
                <a:lnTo>
                  <a:pt x="21" y="174"/>
                </a:lnTo>
                <a:lnTo>
                  <a:pt x="0" y="174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168640" y="2415960"/>
            <a:ext cx="3161160" cy="717840"/>
          </a:xfrm>
          <a:custGeom>
            <a:avLst/>
            <a:gdLst/>
            <a:ahLst/>
            <a:rect l="0" t="0" r="r" b="b"/>
            <a:pathLst>
              <a:path fill="none" w="8781" h="1994">
                <a:moveTo>
                  <a:pt x="0" y="0"/>
                </a:moveTo>
                <a:lnTo>
                  <a:pt x="732" y="333"/>
                </a:lnTo>
                <a:cubicBezTo>
                  <a:pt x="1464" y="665"/>
                  <a:pt x="2927" y="1330"/>
                  <a:pt x="4391" y="1662"/>
                </a:cubicBezTo>
                <a:cubicBezTo>
                  <a:pt x="5854" y="1994"/>
                  <a:pt x="7318" y="1994"/>
                  <a:pt x="8050" y="1994"/>
                </a:cubicBezTo>
                <a:lnTo>
                  <a:pt x="8781" y="1994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/>
          <p:nvPr/>
        </p:nvSpPr>
        <p:spPr>
          <a:xfrm>
            <a:off x="2137320" y="2398680"/>
            <a:ext cx="85680" cy="69480"/>
          </a:xfrm>
          <a:custGeom>
            <a:avLst/>
            <a:gdLst/>
            <a:ahLst/>
            <a:rect l="0" t="0" r="r" b="b"/>
            <a:pathLst>
              <a:path w="238" h="193">
                <a:moveTo>
                  <a:pt x="0" y="8"/>
                </a:moveTo>
                <a:lnTo>
                  <a:pt x="150" y="193"/>
                </a:lnTo>
                <a:lnTo>
                  <a:pt x="238" y="0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2129760" y="239436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30"/>
                </a:moveTo>
                <a:lnTo>
                  <a:pt x="56" y="47"/>
                </a:lnTo>
                <a:lnTo>
                  <a:pt x="40" y="60"/>
                </a:lnTo>
                <a:lnTo>
                  <a:pt x="26" y="43"/>
                </a:lnTo>
                <a:lnTo>
                  <a:pt x="43" y="30"/>
                </a:lnTo>
                <a:moveTo>
                  <a:pt x="56" y="47"/>
                </a:moveTo>
                <a:lnTo>
                  <a:pt x="70" y="63"/>
                </a:lnTo>
                <a:lnTo>
                  <a:pt x="53" y="76"/>
                </a:lnTo>
                <a:lnTo>
                  <a:pt x="40" y="60"/>
                </a:lnTo>
                <a:lnTo>
                  <a:pt x="56" y="47"/>
                </a:lnTo>
                <a:moveTo>
                  <a:pt x="70" y="63"/>
                </a:moveTo>
                <a:lnTo>
                  <a:pt x="83" y="80"/>
                </a:lnTo>
                <a:lnTo>
                  <a:pt x="66" y="93"/>
                </a:lnTo>
                <a:lnTo>
                  <a:pt x="53" y="76"/>
                </a:lnTo>
                <a:lnTo>
                  <a:pt x="70" y="63"/>
                </a:lnTo>
                <a:moveTo>
                  <a:pt x="83" y="80"/>
                </a:moveTo>
                <a:lnTo>
                  <a:pt x="96" y="96"/>
                </a:lnTo>
                <a:lnTo>
                  <a:pt x="80" y="109"/>
                </a:lnTo>
                <a:lnTo>
                  <a:pt x="66" y="93"/>
                </a:lnTo>
                <a:lnTo>
                  <a:pt x="83" y="80"/>
                </a:lnTo>
                <a:moveTo>
                  <a:pt x="96" y="96"/>
                </a:moveTo>
                <a:lnTo>
                  <a:pt x="110" y="112"/>
                </a:lnTo>
                <a:lnTo>
                  <a:pt x="93" y="126"/>
                </a:lnTo>
                <a:lnTo>
                  <a:pt x="80" y="109"/>
                </a:lnTo>
                <a:lnTo>
                  <a:pt x="96" y="96"/>
                </a:lnTo>
                <a:moveTo>
                  <a:pt x="110" y="112"/>
                </a:moveTo>
                <a:lnTo>
                  <a:pt x="123" y="129"/>
                </a:lnTo>
                <a:lnTo>
                  <a:pt x="106" y="142"/>
                </a:lnTo>
                <a:lnTo>
                  <a:pt x="93" y="126"/>
                </a:lnTo>
                <a:lnTo>
                  <a:pt x="110" y="112"/>
                </a:lnTo>
                <a:moveTo>
                  <a:pt x="123" y="129"/>
                </a:moveTo>
                <a:lnTo>
                  <a:pt x="136" y="145"/>
                </a:lnTo>
                <a:lnTo>
                  <a:pt x="120" y="160"/>
                </a:lnTo>
                <a:lnTo>
                  <a:pt x="106" y="142"/>
                </a:lnTo>
                <a:lnTo>
                  <a:pt x="123" y="129"/>
                </a:lnTo>
                <a:moveTo>
                  <a:pt x="136" y="145"/>
                </a:moveTo>
                <a:lnTo>
                  <a:pt x="149" y="163"/>
                </a:lnTo>
                <a:lnTo>
                  <a:pt x="133" y="176"/>
                </a:lnTo>
                <a:lnTo>
                  <a:pt x="120" y="160"/>
                </a:lnTo>
                <a:lnTo>
                  <a:pt x="136" y="145"/>
                </a:lnTo>
                <a:moveTo>
                  <a:pt x="149" y="163"/>
                </a:moveTo>
                <a:lnTo>
                  <a:pt x="163" y="179"/>
                </a:lnTo>
                <a:lnTo>
                  <a:pt x="146" y="193"/>
                </a:lnTo>
                <a:lnTo>
                  <a:pt x="133" y="176"/>
                </a:lnTo>
                <a:lnTo>
                  <a:pt x="149" y="163"/>
                </a:lnTo>
                <a:moveTo>
                  <a:pt x="163" y="179"/>
                </a:moveTo>
                <a:lnTo>
                  <a:pt x="176" y="196"/>
                </a:lnTo>
                <a:lnTo>
                  <a:pt x="160" y="209"/>
                </a:lnTo>
                <a:lnTo>
                  <a:pt x="146" y="193"/>
                </a:lnTo>
                <a:lnTo>
                  <a:pt x="163" y="179"/>
                </a:lnTo>
                <a:moveTo>
                  <a:pt x="176" y="196"/>
                </a:moveTo>
                <a:lnTo>
                  <a:pt x="179" y="199"/>
                </a:lnTo>
                <a:lnTo>
                  <a:pt x="170" y="205"/>
                </a:lnTo>
                <a:lnTo>
                  <a:pt x="161" y="201"/>
                </a:lnTo>
                <a:lnTo>
                  <a:pt x="168" y="185"/>
                </a:lnTo>
                <a:lnTo>
                  <a:pt x="187" y="194"/>
                </a:lnTo>
                <a:lnTo>
                  <a:pt x="173" y="225"/>
                </a:lnTo>
                <a:lnTo>
                  <a:pt x="160" y="209"/>
                </a:lnTo>
                <a:lnTo>
                  <a:pt x="176" y="196"/>
                </a:lnTo>
                <a:moveTo>
                  <a:pt x="168" y="185"/>
                </a:moveTo>
                <a:lnTo>
                  <a:pt x="177" y="166"/>
                </a:lnTo>
                <a:lnTo>
                  <a:pt x="196" y="175"/>
                </a:lnTo>
                <a:lnTo>
                  <a:pt x="187" y="194"/>
                </a:lnTo>
                <a:lnTo>
                  <a:pt x="168" y="185"/>
                </a:lnTo>
                <a:moveTo>
                  <a:pt x="177" y="166"/>
                </a:moveTo>
                <a:lnTo>
                  <a:pt x="185" y="146"/>
                </a:lnTo>
                <a:lnTo>
                  <a:pt x="205" y="155"/>
                </a:lnTo>
                <a:lnTo>
                  <a:pt x="196" y="175"/>
                </a:lnTo>
                <a:lnTo>
                  <a:pt x="177" y="166"/>
                </a:lnTo>
                <a:moveTo>
                  <a:pt x="185" y="146"/>
                </a:moveTo>
                <a:lnTo>
                  <a:pt x="194" y="126"/>
                </a:lnTo>
                <a:lnTo>
                  <a:pt x="213" y="135"/>
                </a:lnTo>
                <a:lnTo>
                  <a:pt x="205" y="155"/>
                </a:lnTo>
                <a:lnTo>
                  <a:pt x="185" y="146"/>
                </a:lnTo>
                <a:moveTo>
                  <a:pt x="194" y="126"/>
                </a:moveTo>
                <a:lnTo>
                  <a:pt x="203" y="107"/>
                </a:lnTo>
                <a:lnTo>
                  <a:pt x="222" y="116"/>
                </a:lnTo>
                <a:lnTo>
                  <a:pt x="213" y="135"/>
                </a:lnTo>
                <a:lnTo>
                  <a:pt x="194" y="126"/>
                </a:lnTo>
                <a:moveTo>
                  <a:pt x="203" y="107"/>
                </a:moveTo>
                <a:lnTo>
                  <a:pt x="212" y="88"/>
                </a:lnTo>
                <a:lnTo>
                  <a:pt x="231" y="96"/>
                </a:lnTo>
                <a:lnTo>
                  <a:pt x="222" y="116"/>
                </a:lnTo>
                <a:lnTo>
                  <a:pt x="203" y="107"/>
                </a:lnTo>
                <a:moveTo>
                  <a:pt x="212" y="88"/>
                </a:moveTo>
                <a:lnTo>
                  <a:pt x="220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8"/>
                </a:lnTo>
                <a:moveTo>
                  <a:pt x="220" y="68"/>
                </a:moveTo>
                <a:lnTo>
                  <a:pt x="229" y="49"/>
                </a:lnTo>
                <a:lnTo>
                  <a:pt x="248" y="58"/>
                </a:lnTo>
                <a:lnTo>
                  <a:pt x="240" y="77"/>
                </a:lnTo>
                <a:lnTo>
                  <a:pt x="220" y="68"/>
                </a:lnTo>
                <a:moveTo>
                  <a:pt x="229" y="49"/>
                </a:moveTo>
                <a:lnTo>
                  <a:pt x="238" y="30"/>
                </a:lnTo>
                <a:lnTo>
                  <a:pt x="258" y="39"/>
                </a:lnTo>
                <a:lnTo>
                  <a:pt x="248" y="58"/>
                </a:lnTo>
                <a:lnTo>
                  <a:pt x="229" y="49"/>
                </a:lnTo>
                <a:moveTo>
                  <a:pt x="238" y="30"/>
                </a:moveTo>
                <a:lnTo>
                  <a:pt x="247" y="11"/>
                </a:lnTo>
                <a:lnTo>
                  <a:pt x="267" y="19"/>
                </a:lnTo>
                <a:lnTo>
                  <a:pt x="258" y="39"/>
                </a:lnTo>
                <a:lnTo>
                  <a:pt x="238" y="30"/>
                </a:lnTo>
                <a:moveTo>
                  <a:pt x="247" y="11"/>
                </a:moveTo>
                <a:lnTo>
                  <a:pt x="248" y="7"/>
                </a:lnTo>
                <a:lnTo>
                  <a:pt x="259" y="12"/>
                </a:lnTo>
                <a:lnTo>
                  <a:pt x="259" y="22"/>
                </a:lnTo>
                <a:lnTo>
                  <a:pt x="241" y="23"/>
                </a:lnTo>
                <a:lnTo>
                  <a:pt x="240" y="2"/>
                </a:lnTo>
                <a:lnTo>
                  <a:pt x="276" y="0"/>
                </a:lnTo>
                <a:lnTo>
                  <a:pt x="267" y="19"/>
                </a:lnTo>
                <a:lnTo>
                  <a:pt x="247" y="11"/>
                </a:lnTo>
                <a:moveTo>
                  <a:pt x="241" y="23"/>
                </a:moveTo>
                <a:lnTo>
                  <a:pt x="220" y="24"/>
                </a:lnTo>
                <a:lnTo>
                  <a:pt x="219" y="2"/>
                </a:lnTo>
                <a:lnTo>
                  <a:pt x="240" y="2"/>
                </a:lnTo>
                <a:lnTo>
                  <a:pt x="241" y="23"/>
                </a:lnTo>
                <a:moveTo>
                  <a:pt x="220" y="24"/>
                </a:moveTo>
                <a:lnTo>
                  <a:pt x="199" y="24"/>
                </a:lnTo>
                <a:lnTo>
                  <a:pt x="198" y="3"/>
                </a:lnTo>
                <a:lnTo>
                  <a:pt x="219" y="2"/>
                </a:lnTo>
                <a:lnTo>
                  <a:pt x="220" y="24"/>
                </a:lnTo>
                <a:moveTo>
                  <a:pt x="199" y="24"/>
                </a:moveTo>
                <a:lnTo>
                  <a:pt x="177" y="25"/>
                </a:lnTo>
                <a:lnTo>
                  <a:pt x="177" y="4"/>
                </a:lnTo>
                <a:lnTo>
                  <a:pt x="198" y="3"/>
                </a:lnTo>
                <a:lnTo>
                  <a:pt x="199" y="24"/>
                </a:lnTo>
                <a:moveTo>
                  <a:pt x="177" y="25"/>
                </a:moveTo>
                <a:lnTo>
                  <a:pt x="156" y="26"/>
                </a:lnTo>
                <a:lnTo>
                  <a:pt x="155" y="5"/>
                </a:lnTo>
                <a:lnTo>
                  <a:pt x="177" y="4"/>
                </a:lnTo>
                <a:lnTo>
                  <a:pt x="177" y="25"/>
                </a:lnTo>
                <a:moveTo>
                  <a:pt x="156" y="26"/>
                </a:moveTo>
                <a:lnTo>
                  <a:pt x="135" y="27"/>
                </a:lnTo>
                <a:lnTo>
                  <a:pt x="134" y="6"/>
                </a:lnTo>
                <a:lnTo>
                  <a:pt x="155" y="5"/>
                </a:lnTo>
                <a:lnTo>
                  <a:pt x="156" y="26"/>
                </a:lnTo>
                <a:moveTo>
                  <a:pt x="135" y="27"/>
                </a:moveTo>
                <a:lnTo>
                  <a:pt x="114" y="28"/>
                </a:lnTo>
                <a:lnTo>
                  <a:pt x="113" y="6"/>
                </a:lnTo>
                <a:lnTo>
                  <a:pt x="134" y="6"/>
                </a:lnTo>
                <a:lnTo>
                  <a:pt x="135" y="27"/>
                </a:lnTo>
                <a:moveTo>
                  <a:pt x="114" y="28"/>
                </a:moveTo>
                <a:lnTo>
                  <a:pt x="93" y="28"/>
                </a:lnTo>
                <a:lnTo>
                  <a:pt x="92" y="7"/>
                </a:lnTo>
                <a:lnTo>
                  <a:pt x="113" y="6"/>
                </a:lnTo>
                <a:lnTo>
                  <a:pt x="114" y="28"/>
                </a:lnTo>
                <a:moveTo>
                  <a:pt x="93" y="28"/>
                </a:moveTo>
                <a:lnTo>
                  <a:pt x="72" y="29"/>
                </a:lnTo>
                <a:lnTo>
                  <a:pt x="71" y="8"/>
                </a:lnTo>
                <a:lnTo>
                  <a:pt x="92" y="7"/>
                </a:lnTo>
                <a:lnTo>
                  <a:pt x="93" y="28"/>
                </a:lnTo>
                <a:moveTo>
                  <a:pt x="72" y="29"/>
                </a:moveTo>
                <a:lnTo>
                  <a:pt x="51" y="30"/>
                </a:lnTo>
                <a:lnTo>
                  <a:pt x="50" y="9"/>
                </a:lnTo>
                <a:lnTo>
                  <a:pt x="71" y="8"/>
                </a:lnTo>
                <a:lnTo>
                  <a:pt x="72" y="29"/>
                </a:lnTo>
                <a:moveTo>
                  <a:pt x="51" y="30"/>
                </a:moveTo>
                <a:lnTo>
                  <a:pt x="29" y="31"/>
                </a:lnTo>
                <a:lnTo>
                  <a:pt x="29" y="10"/>
                </a:lnTo>
                <a:lnTo>
                  <a:pt x="50" y="9"/>
                </a:lnTo>
                <a:lnTo>
                  <a:pt x="51" y="30"/>
                </a:lnTo>
                <a:moveTo>
                  <a:pt x="29" y="31"/>
                </a:moveTo>
                <a:lnTo>
                  <a:pt x="22" y="31"/>
                </a:lnTo>
                <a:lnTo>
                  <a:pt x="21" y="20"/>
                </a:lnTo>
                <a:lnTo>
                  <a:pt x="30" y="14"/>
                </a:lnTo>
                <a:lnTo>
                  <a:pt x="43" y="30"/>
                </a:lnTo>
                <a:lnTo>
                  <a:pt x="26" y="43"/>
                </a:lnTo>
                <a:lnTo>
                  <a:pt x="0" y="11"/>
                </a:lnTo>
                <a:lnTo>
                  <a:pt x="29" y="10"/>
                </a:lnTo>
                <a:lnTo>
                  <a:pt x="29" y="31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/>
          <p:nvPr/>
        </p:nvSpPr>
        <p:spPr>
          <a:xfrm>
            <a:off x="5291640" y="30952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5287680" y="30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5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0" y="74"/>
                </a:lnTo>
                <a:lnTo>
                  <a:pt x="82" y="65"/>
                </a:lnTo>
                <a:lnTo>
                  <a:pt x="91" y="46"/>
                </a:lnTo>
                <a:moveTo>
                  <a:pt x="110" y="55"/>
                </a:moveTo>
                <a:lnTo>
                  <a:pt x="129" y="65"/>
                </a:lnTo>
                <a:lnTo>
                  <a:pt x="119" y="84"/>
                </a:lnTo>
                <a:lnTo>
                  <a:pt x="100" y="74"/>
                </a:lnTo>
                <a:lnTo>
                  <a:pt x="110" y="55"/>
                </a:lnTo>
                <a:moveTo>
                  <a:pt x="129" y="65"/>
                </a:moveTo>
                <a:lnTo>
                  <a:pt x="149" y="74"/>
                </a:lnTo>
                <a:lnTo>
                  <a:pt x="139" y="93"/>
                </a:lnTo>
                <a:lnTo>
                  <a:pt x="119" y="84"/>
                </a:lnTo>
                <a:lnTo>
                  <a:pt x="129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6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6" y="103"/>
                </a:moveTo>
                <a:lnTo>
                  <a:pt x="225" y="112"/>
                </a:lnTo>
                <a:lnTo>
                  <a:pt x="215" y="132"/>
                </a:lnTo>
                <a:lnTo>
                  <a:pt x="196" y="123"/>
                </a:lnTo>
                <a:lnTo>
                  <a:pt x="206" y="103"/>
                </a:lnTo>
                <a:moveTo>
                  <a:pt x="225" y="112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5" y="112"/>
                </a:lnTo>
                <a:moveTo>
                  <a:pt x="212" y="142"/>
                </a:moveTo>
                <a:lnTo>
                  <a:pt x="194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4" y="151"/>
                </a:moveTo>
                <a:lnTo>
                  <a:pt x="175" y="160"/>
                </a:lnTo>
                <a:lnTo>
                  <a:pt x="165" y="142"/>
                </a:lnTo>
                <a:lnTo>
                  <a:pt x="184" y="132"/>
                </a:lnTo>
                <a:lnTo>
                  <a:pt x="194" y="151"/>
                </a:lnTo>
                <a:moveTo>
                  <a:pt x="175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5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6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7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5"/>
                </a:lnTo>
                <a:lnTo>
                  <a:pt x="21" y="195"/>
                </a:lnTo>
                <a:lnTo>
                  <a:pt x="21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1" y="110"/>
                </a:lnTo>
                <a:lnTo>
                  <a:pt x="21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29682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/>
          <p:nvPr/>
        </p:nvSpPr>
        <p:spPr>
          <a:xfrm>
            <a:off x="29682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457200" y="62784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2968200" y="9442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2840040" y="191448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/>
          <p:nvPr/>
        </p:nvSpPr>
        <p:spPr>
          <a:xfrm>
            <a:off x="2840040" y="191448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3345120" y="117288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2944080" y="1935000"/>
            <a:ext cx="1609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2968200" y="290484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2968200" y="290484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2840040" y="216360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2968200" y="292572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3225240" y="3154320"/>
            <a:ext cx="10537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/>
          <p:nvPr/>
        </p:nvSpPr>
        <p:spPr>
          <a:xfrm>
            <a:off x="50508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50508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819000" y="204948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48970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48970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5337000" y="105876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/>
          <p:nvPr/>
        </p:nvSpPr>
        <p:spPr>
          <a:xfrm>
            <a:off x="5367600" y="287640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5367600" y="287640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5182920" y="204948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45684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9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7" y="72"/>
                  <a:pt x="5356" y="82"/>
                  <a:pt x="5363" y="94"/>
                </a:cubicBezTo>
                <a:cubicBezTo>
                  <a:pt x="5371" y="106"/>
                  <a:pt x="5378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8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8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8" y="1947"/>
                  <a:pt x="5371" y="1959"/>
                  <a:pt x="5363" y="1971"/>
                </a:cubicBezTo>
                <a:cubicBezTo>
                  <a:pt x="5356" y="1982"/>
                  <a:pt x="5347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9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5" y="2063"/>
                  <a:pt x="171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5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3" y="1993"/>
                  <a:pt x="44" y="1982"/>
                  <a:pt x="36" y="1971"/>
                </a:cubicBezTo>
                <a:cubicBezTo>
                  <a:pt x="28" y="1959"/>
                  <a:pt x="22" y="1947"/>
                  <a:pt x="17" y="1934"/>
                </a:cubicBezTo>
                <a:cubicBezTo>
                  <a:pt x="11" y="1921"/>
                  <a:pt x="7" y="1908"/>
                  <a:pt x="5" y="1894"/>
                </a:cubicBezTo>
                <a:cubicBezTo>
                  <a:pt x="2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5653440" y="3039840"/>
            <a:ext cx="1093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571320" y="3680280"/>
            <a:ext cx="1535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Speciﬁcatiestructuur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571320" y="3884400"/>
            <a:ext cx="1690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een opleiding inhoudt,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250488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4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2" y="131"/>
                </a:cubicBezTo>
                <a:cubicBezTo>
                  <a:pt x="5388" y="143"/>
                  <a:pt x="5392" y="157"/>
                  <a:pt x="5394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4" y="1894"/>
                </a:cubicBezTo>
                <a:cubicBezTo>
                  <a:pt x="5392" y="1908"/>
                  <a:pt x="5388" y="1921"/>
                  <a:pt x="5382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4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3" y="1982"/>
                  <a:pt x="36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571320" y="4056120"/>
            <a:ext cx="1785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uitgedrukt in leeruitkomsten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2619000" y="3680280"/>
            <a:ext cx="5554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Aanbod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2619000" y="3884400"/>
            <a:ext cx="1786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 het draait, hoeveel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4552920" y="3562200"/>
            <a:ext cx="1943280" cy="743400"/>
          </a:xfrm>
          <a:custGeom>
            <a:avLst/>
            <a:gdLst/>
            <a:ahLst/>
            <a:rect l="0" t="0" r="r" b="b"/>
            <a:pathLst>
              <a:path w="5398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6" y="157"/>
                  <a:pt x="10" y="143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4" y="36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5186" y="0"/>
                </a:lnTo>
                <a:cubicBezTo>
                  <a:pt x="5200" y="0"/>
                  <a:pt x="5214" y="1"/>
                  <a:pt x="5228" y="4"/>
                </a:cubicBezTo>
                <a:cubicBezTo>
                  <a:pt x="5241" y="7"/>
                  <a:pt x="5255" y="11"/>
                  <a:pt x="5267" y="16"/>
                </a:cubicBezTo>
                <a:cubicBezTo>
                  <a:pt x="5280" y="21"/>
                  <a:pt x="5292" y="28"/>
                  <a:pt x="5304" y="36"/>
                </a:cubicBezTo>
                <a:cubicBezTo>
                  <a:pt x="5316" y="43"/>
                  <a:pt x="5326" y="52"/>
                  <a:pt x="5336" y="62"/>
                </a:cubicBezTo>
                <a:cubicBezTo>
                  <a:pt x="5346" y="72"/>
                  <a:pt x="5355" y="82"/>
                  <a:pt x="5362" y="94"/>
                </a:cubicBezTo>
                <a:cubicBezTo>
                  <a:pt x="5370" y="106"/>
                  <a:pt x="5377" y="118"/>
                  <a:pt x="5382" y="131"/>
                </a:cubicBezTo>
                <a:cubicBezTo>
                  <a:pt x="5387" y="143"/>
                  <a:pt x="5391" y="157"/>
                  <a:pt x="5394" y="170"/>
                </a:cubicBezTo>
                <a:cubicBezTo>
                  <a:pt x="5397" y="184"/>
                  <a:pt x="5398" y="198"/>
                  <a:pt x="5398" y="212"/>
                </a:cubicBezTo>
                <a:lnTo>
                  <a:pt x="5398" y="1853"/>
                </a:lnTo>
                <a:cubicBezTo>
                  <a:pt x="5398" y="1867"/>
                  <a:pt x="5397" y="1881"/>
                  <a:pt x="5394" y="1894"/>
                </a:cubicBezTo>
                <a:cubicBezTo>
                  <a:pt x="5391" y="1908"/>
                  <a:pt x="5387" y="1921"/>
                  <a:pt x="5382" y="1934"/>
                </a:cubicBezTo>
                <a:cubicBezTo>
                  <a:pt x="5377" y="1947"/>
                  <a:pt x="5370" y="1959"/>
                  <a:pt x="5362" y="1971"/>
                </a:cubicBezTo>
                <a:cubicBezTo>
                  <a:pt x="5355" y="1982"/>
                  <a:pt x="5346" y="1993"/>
                  <a:pt x="5336" y="2003"/>
                </a:cubicBezTo>
                <a:cubicBezTo>
                  <a:pt x="5326" y="2012"/>
                  <a:pt x="5316" y="2021"/>
                  <a:pt x="5304" y="2029"/>
                </a:cubicBezTo>
                <a:cubicBezTo>
                  <a:pt x="5292" y="2037"/>
                  <a:pt x="5280" y="2043"/>
                  <a:pt x="5267" y="2049"/>
                </a:cubicBezTo>
                <a:cubicBezTo>
                  <a:pt x="5255" y="2054"/>
                  <a:pt x="5241" y="2058"/>
                  <a:pt x="5228" y="2061"/>
                </a:cubicBezTo>
                <a:cubicBezTo>
                  <a:pt x="5214" y="2063"/>
                  <a:pt x="5200" y="2065"/>
                  <a:pt x="5186" y="2065"/>
                </a:cubicBezTo>
                <a:lnTo>
                  <a:pt x="211" y="2065"/>
                </a:lnTo>
                <a:cubicBezTo>
                  <a:pt x="197" y="2065"/>
                  <a:pt x="184" y="2063"/>
                  <a:pt x="170" y="2061"/>
                </a:cubicBezTo>
                <a:cubicBezTo>
                  <a:pt x="156" y="2058"/>
                  <a:pt x="143" y="2054"/>
                  <a:pt x="130" y="2049"/>
                </a:cubicBezTo>
                <a:cubicBezTo>
                  <a:pt x="117" y="2043"/>
                  <a:pt x="105" y="2037"/>
                  <a:pt x="94" y="2029"/>
                </a:cubicBezTo>
                <a:cubicBezTo>
                  <a:pt x="82" y="2021"/>
                  <a:pt x="71" y="2012"/>
                  <a:pt x="62" y="2003"/>
                </a:cubicBezTo>
                <a:cubicBezTo>
                  <a:pt x="52" y="1993"/>
                  <a:pt x="43" y="1982"/>
                  <a:pt x="35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0" y="1921"/>
                  <a:pt x="6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2619000" y="4056120"/>
            <a:ext cx="106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4666320" y="3680280"/>
            <a:ext cx="849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7a5dba"/>
                </a:solidFill>
                <a:latin typeface="Arial"/>
                <a:ea typeface="Arial"/>
              </a:rPr>
              <a:t>Verbintenis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4666320" y="3884400"/>
            <a:ext cx="1495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student aan welk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660060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4" y="1982"/>
                  <a:pt x="36" y="1971"/>
                </a:cubicBezTo>
                <a:cubicBezTo>
                  <a:pt x="28" y="1959"/>
                  <a:pt x="22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4666320" y="4056120"/>
            <a:ext cx="921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aanbod vastzit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6713640" y="3680280"/>
            <a:ext cx="7016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Resultaat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456840" y="440028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456840" y="44002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456840" y="518148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853416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45684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6713640" y="3884400"/>
            <a:ext cx="1940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die student heef t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 txBox="1"/>
          <p:nvPr/>
        </p:nvSpPr>
        <p:spPr>
          <a:xfrm>
            <a:off x="634320" y="4609080"/>
            <a:ext cx="875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Vier begrippen die in elk systeem hetzelfde moeten betekenen. Anders kan een student niet kiezen, inschrijven, leren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634320" y="4828320"/>
            <a:ext cx="3233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resultaat halen over die systemen heen.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20" name=""/>
          <p:cNvSpPr/>
          <p:nvPr/>
        </p:nvSpPr>
        <p:spPr>
          <a:xfrm>
            <a:off x="456840" y="1833480"/>
            <a:ext cx="1762560" cy="1100520"/>
          </a:xfrm>
          <a:custGeom>
            <a:avLst/>
            <a:gdLst/>
            <a:ahLst/>
            <a:rect l="0" t="0" r="r" b="b"/>
            <a:pathLst>
              <a:path w="4896" h="3057">
                <a:moveTo>
                  <a:pt x="0" y="2845"/>
                </a:moveTo>
                <a:lnTo>
                  <a:pt x="0" y="145"/>
                </a:lnTo>
                <a:cubicBezTo>
                  <a:pt x="0" y="136"/>
                  <a:pt x="2" y="126"/>
                  <a:pt x="5" y="117"/>
                </a:cubicBezTo>
                <a:cubicBezTo>
                  <a:pt x="7" y="107"/>
                  <a:pt x="11" y="98"/>
                  <a:pt x="17" y="90"/>
                </a:cubicBezTo>
                <a:cubicBezTo>
                  <a:pt x="22" y="81"/>
                  <a:pt x="28" y="72"/>
                  <a:pt x="36" y="64"/>
                </a:cubicBezTo>
                <a:cubicBezTo>
                  <a:pt x="44" y="56"/>
                  <a:pt x="53" y="49"/>
                  <a:pt x="62" y="42"/>
                </a:cubicBezTo>
                <a:cubicBezTo>
                  <a:pt x="72" y="36"/>
                  <a:pt x="83" y="30"/>
                  <a:pt x="95" y="24"/>
                </a:cubicBezTo>
                <a:cubicBezTo>
                  <a:pt x="106" y="19"/>
                  <a:pt x="118" y="14"/>
                  <a:pt x="131" y="11"/>
                </a:cubicBezTo>
                <a:cubicBezTo>
                  <a:pt x="144" y="7"/>
                  <a:pt x="157" y="4"/>
                  <a:pt x="171" y="3"/>
                </a:cubicBezTo>
                <a:cubicBezTo>
                  <a:pt x="185" y="1"/>
                  <a:pt x="198" y="0"/>
                  <a:pt x="212" y="0"/>
                </a:cubicBezTo>
                <a:lnTo>
                  <a:pt x="4685" y="0"/>
                </a:lnTo>
                <a:cubicBezTo>
                  <a:pt x="4699" y="0"/>
                  <a:pt x="4712" y="1"/>
                  <a:pt x="4726" y="3"/>
                </a:cubicBezTo>
                <a:cubicBezTo>
                  <a:pt x="4740" y="4"/>
                  <a:pt x="4753" y="7"/>
                  <a:pt x="4766" y="11"/>
                </a:cubicBezTo>
                <a:cubicBezTo>
                  <a:pt x="4778" y="14"/>
                  <a:pt x="4791" y="19"/>
                  <a:pt x="4802" y="24"/>
                </a:cubicBezTo>
                <a:cubicBezTo>
                  <a:pt x="4814" y="30"/>
                  <a:pt x="4824" y="36"/>
                  <a:pt x="4834" y="42"/>
                </a:cubicBezTo>
                <a:cubicBezTo>
                  <a:pt x="4844" y="49"/>
                  <a:pt x="4853" y="56"/>
                  <a:pt x="4861" y="64"/>
                </a:cubicBezTo>
                <a:cubicBezTo>
                  <a:pt x="4868" y="72"/>
                  <a:pt x="4875" y="81"/>
                  <a:pt x="4880" y="90"/>
                </a:cubicBezTo>
                <a:cubicBezTo>
                  <a:pt x="4885" y="98"/>
                  <a:pt x="4890" y="107"/>
                  <a:pt x="4892" y="117"/>
                </a:cubicBezTo>
                <a:cubicBezTo>
                  <a:pt x="4895" y="126"/>
                  <a:pt x="4896" y="136"/>
                  <a:pt x="4896" y="145"/>
                </a:cubicBezTo>
                <a:lnTo>
                  <a:pt x="4896" y="2845"/>
                </a:lnTo>
                <a:cubicBezTo>
                  <a:pt x="4896" y="2859"/>
                  <a:pt x="4895" y="2873"/>
                  <a:pt x="4892" y="2886"/>
                </a:cubicBezTo>
                <a:cubicBezTo>
                  <a:pt x="4890" y="2900"/>
                  <a:pt x="4885" y="2913"/>
                  <a:pt x="4880" y="2926"/>
                </a:cubicBezTo>
                <a:cubicBezTo>
                  <a:pt x="4875" y="2939"/>
                  <a:pt x="4868" y="2951"/>
                  <a:pt x="4861" y="2963"/>
                </a:cubicBezTo>
                <a:cubicBezTo>
                  <a:pt x="4853" y="2974"/>
                  <a:pt x="4844" y="2985"/>
                  <a:pt x="4834" y="2995"/>
                </a:cubicBezTo>
                <a:cubicBezTo>
                  <a:pt x="4824" y="3004"/>
                  <a:pt x="4814" y="3013"/>
                  <a:pt x="4802" y="3021"/>
                </a:cubicBezTo>
                <a:cubicBezTo>
                  <a:pt x="4791" y="3029"/>
                  <a:pt x="4778" y="3035"/>
                  <a:pt x="4766" y="3041"/>
                </a:cubicBezTo>
                <a:cubicBezTo>
                  <a:pt x="4753" y="3046"/>
                  <a:pt x="4740" y="3050"/>
                  <a:pt x="4726" y="3053"/>
                </a:cubicBezTo>
                <a:cubicBezTo>
                  <a:pt x="4712" y="3055"/>
                  <a:pt x="4699" y="3057"/>
                  <a:pt x="4685" y="3057"/>
                </a:cubicBezTo>
                <a:lnTo>
                  <a:pt x="212" y="3057"/>
                </a:lnTo>
                <a:cubicBezTo>
                  <a:pt x="198" y="3057"/>
                  <a:pt x="185" y="3055"/>
                  <a:pt x="171" y="3053"/>
                </a:cubicBezTo>
                <a:cubicBezTo>
                  <a:pt x="157" y="3050"/>
                  <a:pt x="144" y="3046"/>
                  <a:pt x="131" y="3041"/>
                </a:cubicBezTo>
                <a:cubicBezTo>
                  <a:pt x="118" y="3035"/>
                  <a:pt x="106" y="3029"/>
                  <a:pt x="95" y="3021"/>
                </a:cubicBezTo>
                <a:cubicBezTo>
                  <a:pt x="83" y="3013"/>
                  <a:pt x="72" y="3004"/>
                  <a:pt x="62" y="2995"/>
                </a:cubicBezTo>
                <a:cubicBezTo>
                  <a:pt x="53" y="2985"/>
                  <a:pt x="44" y="2974"/>
                  <a:pt x="36" y="2963"/>
                </a:cubicBezTo>
                <a:cubicBezTo>
                  <a:pt x="28" y="2951"/>
                  <a:pt x="22" y="2939"/>
                  <a:pt x="17" y="2926"/>
                </a:cubicBezTo>
                <a:cubicBezTo>
                  <a:pt x="11" y="2913"/>
                  <a:pt x="7" y="2900"/>
                  <a:pt x="5" y="2886"/>
                </a:cubicBezTo>
                <a:cubicBezTo>
                  <a:pt x="2" y="2873"/>
                  <a:pt x="0" y="2859"/>
                  <a:pt x="0" y="284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456840" y="1809720"/>
            <a:ext cx="1762560" cy="1124280"/>
          </a:xfrm>
          <a:custGeom>
            <a:avLst/>
            <a:gdLst/>
            <a:ahLst/>
            <a:rect l="0" t="0" r="r" b="b"/>
            <a:pathLst>
              <a:path w="4896" h="3123">
                <a:moveTo>
                  <a:pt x="0" y="0"/>
                </a:moveTo>
                <a:lnTo>
                  <a:pt x="4896" y="0"/>
                </a:lnTo>
                <a:lnTo>
                  <a:pt x="4896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439920" y="11008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1315080" y="20030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770760" y="2208960"/>
            <a:ext cx="1280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afspraak staat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/>
          <p:nvPr/>
        </p:nvSpPr>
        <p:spPr>
          <a:xfrm>
            <a:off x="2562120" y="1833480"/>
            <a:ext cx="1762560" cy="1100520"/>
          </a:xfrm>
          <a:custGeom>
            <a:avLst/>
            <a:gdLst/>
            <a:ahLst/>
            <a:rect l="0" t="0" r="r" b="b"/>
            <a:pathLst>
              <a:path w="4896" h="3057">
                <a:moveTo>
                  <a:pt x="0" y="2845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7"/>
                  <a:pt x="11" y="98"/>
                  <a:pt x="16" y="90"/>
                </a:cubicBezTo>
                <a:cubicBezTo>
                  <a:pt x="21" y="81"/>
                  <a:pt x="28" y="72"/>
                  <a:pt x="35" y="64"/>
                </a:cubicBezTo>
                <a:cubicBezTo>
                  <a:pt x="43" y="56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4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4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6"/>
                  <a:pt x="4860" y="64"/>
                </a:cubicBezTo>
                <a:cubicBezTo>
                  <a:pt x="4868" y="72"/>
                  <a:pt x="4874" y="81"/>
                  <a:pt x="4879" y="90"/>
                </a:cubicBezTo>
                <a:cubicBezTo>
                  <a:pt x="4885" y="98"/>
                  <a:pt x="4889" y="107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845"/>
                </a:lnTo>
                <a:cubicBezTo>
                  <a:pt x="4896" y="2859"/>
                  <a:pt x="4894" y="2873"/>
                  <a:pt x="4892" y="2886"/>
                </a:cubicBezTo>
                <a:cubicBezTo>
                  <a:pt x="4889" y="2900"/>
                  <a:pt x="4885" y="2913"/>
                  <a:pt x="4879" y="2926"/>
                </a:cubicBezTo>
                <a:cubicBezTo>
                  <a:pt x="4874" y="2939"/>
                  <a:pt x="4868" y="2951"/>
                  <a:pt x="4860" y="2963"/>
                </a:cubicBezTo>
                <a:cubicBezTo>
                  <a:pt x="4852" y="2974"/>
                  <a:pt x="4843" y="2985"/>
                  <a:pt x="4834" y="2995"/>
                </a:cubicBezTo>
                <a:cubicBezTo>
                  <a:pt x="4824" y="3004"/>
                  <a:pt x="4813" y="3013"/>
                  <a:pt x="4802" y="3021"/>
                </a:cubicBezTo>
                <a:cubicBezTo>
                  <a:pt x="4790" y="3029"/>
                  <a:pt x="4778" y="3035"/>
                  <a:pt x="4765" y="3041"/>
                </a:cubicBezTo>
                <a:cubicBezTo>
                  <a:pt x="4752" y="3046"/>
                  <a:pt x="4739" y="3050"/>
                  <a:pt x="4725" y="3053"/>
                </a:cubicBezTo>
                <a:cubicBezTo>
                  <a:pt x="4712" y="3055"/>
                  <a:pt x="4698" y="3057"/>
                  <a:pt x="4684" y="3057"/>
                </a:cubicBezTo>
                <a:lnTo>
                  <a:pt x="211" y="3057"/>
                </a:lnTo>
                <a:cubicBezTo>
                  <a:pt x="198" y="3057"/>
                  <a:pt x="184" y="3055"/>
                  <a:pt x="170" y="3053"/>
                </a:cubicBezTo>
                <a:cubicBezTo>
                  <a:pt x="157" y="3050"/>
                  <a:pt x="143" y="3046"/>
                  <a:pt x="130" y="3041"/>
                </a:cubicBezTo>
                <a:cubicBezTo>
                  <a:pt x="118" y="3035"/>
                  <a:pt x="105" y="3029"/>
                  <a:pt x="94" y="3021"/>
                </a:cubicBezTo>
                <a:cubicBezTo>
                  <a:pt x="82" y="3013"/>
                  <a:pt x="72" y="3004"/>
                  <a:pt x="62" y="2995"/>
                </a:cubicBezTo>
                <a:cubicBezTo>
                  <a:pt x="52" y="2985"/>
                  <a:pt x="43" y="2974"/>
                  <a:pt x="35" y="2963"/>
                </a:cubicBezTo>
                <a:cubicBezTo>
                  <a:pt x="28" y="2951"/>
                  <a:pt x="21" y="2939"/>
                  <a:pt x="16" y="2926"/>
                </a:cubicBezTo>
                <a:cubicBezTo>
                  <a:pt x="11" y="2913"/>
                  <a:pt x="7" y="2900"/>
                  <a:pt x="4" y="2886"/>
                </a:cubicBezTo>
                <a:cubicBezTo>
                  <a:pt x="1" y="2873"/>
                  <a:pt x="0" y="2859"/>
                  <a:pt x="0" y="284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2562120" y="1809720"/>
            <a:ext cx="1762560" cy="1124280"/>
          </a:xfrm>
          <a:custGeom>
            <a:avLst/>
            <a:gdLst/>
            <a:ahLst/>
            <a:rect l="0" t="0" r="r" b="b"/>
            <a:pathLst>
              <a:path w="4896" h="3123">
                <a:moveTo>
                  <a:pt x="0" y="0"/>
                </a:moveTo>
                <a:lnTo>
                  <a:pt x="4896" y="0"/>
                </a:lnTo>
                <a:lnTo>
                  <a:pt x="4896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2309040" y="225000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3412800" y="20030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2797200" y="2208960"/>
            <a:ext cx="1427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Systemen koppelen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3297240" y="2408760"/>
            <a:ext cx="32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erop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4676760" y="1833480"/>
            <a:ext cx="1752840" cy="1100520"/>
          </a:xfrm>
          <a:custGeom>
            <a:avLst/>
            <a:gdLst/>
            <a:ahLst/>
            <a:rect l="0" t="0" r="r" b="b"/>
            <a:pathLst>
              <a:path w="4869" h="3057">
                <a:moveTo>
                  <a:pt x="0" y="2845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6" y="107"/>
                  <a:pt x="10" y="98"/>
                  <a:pt x="16" y="90"/>
                </a:cubicBezTo>
                <a:cubicBezTo>
                  <a:pt x="21" y="81"/>
                  <a:pt x="27" y="72"/>
                  <a:pt x="35" y="64"/>
                </a:cubicBezTo>
                <a:cubicBezTo>
                  <a:pt x="43" y="56"/>
                  <a:pt x="52" y="49"/>
                  <a:pt x="62" y="42"/>
                </a:cubicBezTo>
                <a:cubicBezTo>
                  <a:pt x="71" y="36"/>
                  <a:pt x="82" y="30"/>
                  <a:pt x="94" y="24"/>
                </a:cubicBezTo>
                <a:cubicBezTo>
                  <a:pt x="105" y="19"/>
                  <a:pt x="117" y="14"/>
                  <a:pt x="130" y="11"/>
                </a:cubicBezTo>
                <a:cubicBezTo>
                  <a:pt x="143" y="7"/>
                  <a:pt x="156" y="4"/>
                  <a:pt x="170" y="3"/>
                </a:cubicBezTo>
                <a:cubicBezTo>
                  <a:pt x="184" y="1"/>
                  <a:pt x="197" y="0"/>
                  <a:pt x="211" y="0"/>
                </a:cubicBezTo>
                <a:lnTo>
                  <a:pt x="4657" y="0"/>
                </a:lnTo>
                <a:cubicBezTo>
                  <a:pt x="4671" y="0"/>
                  <a:pt x="4685" y="1"/>
                  <a:pt x="4699" y="3"/>
                </a:cubicBezTo>
                <a:cubicBezTo>
                  <a:pt x="4712" y="4"/>
                  <a:pt x="4725" y="7"/>
                  <a:pt x="4738" y="11"/>
                </a:cubicBezTo>
                <a:cubicBezTo>
                  <a:pt x="4751" y="14"/>
                  <a:pt x="4763" y="19"/>
                  <a:pt x="4775" y="24"/>
                </a:cubicBezTo>
                <a:cubicBezTo>
                  <a:pt x="4786" y="30"/>
                  <a:pt x="4797" y="36"/>
                  <a:pt x="4807" y="42"/>
                </a:cubicBezTo>
                <a:cubicBezTo>
                  <a:pt x="4817" y="49"/>
                  <a:pt x="4825" y="56"/>
                  <a:pt x="4833" y="64"/>
                </a:cubicBezTo>
                <a:cubicBezTo>
                  <a:pt x="4841" y="72"/>
                  <a:pt x="4847" y="81"/>
                  <a:pt x="4853" y="90"/>
                </a:cubicBezTo>
                <a:cubicBezTo>
                  <a:pt x="4858" y="98"/>
                  <a:pt x="4862" y="107"/>
                  <a:pt x="4865" y="117"/>
                </a:cubicBezTo>
                <a:cubicBezTo>
                  <a:pt x="4868" y="126"/>
                  <a:pt x="4869" y="136"/>
                  <a:pt x="4869" y="145"/>
                </a:cubicBezTo>
                <a:lnTo>
                  <a:pt x="4869" y="2845"/>
                </a:lnTo>
                <a:cubicBezTo>
                  <a:pt x="4869" y="2859"/>
                  <a:pt x="4868" y="2873"/>
                  <a:pt x="4865" y="2886"/>
                </a:cubicBezTo>
                <a:cubicBezTo>
                  <a:pt x="4862" y="2900"/>
                  <a:pt x="4858" y="2913"/>
                  <a:pt x="4853" y="2926"/>
                </a:cubicBezTo>
                <a:cubicBezTo>
                  <a:pt x="4847" y="2939"/>
                  <a:pt x="4841" y="2951"/>
                  <a:pt x="4833" y="2963"/>
                </a:cubicBezTo>
                <a:cubicBezTo>
                  <a:pt x="4825" y="2974"/>
                  <a:pt x="4817" y="2985"/>
                  <a:pt x="4807" y="2995"/>
                </a:cubicBezTo>
                <a:cubicBezTo>
                  <a:pt x="4797" y="3004"/>
                  <a:pt x="4786" y="3013"/>
                  <a:pt x="4775" y="3021"/>
                </a:cubicBezTo>
                <a:cubicBezTo>
                  <a:pt x="4763" y="3029"/>
                  <a:pt x="4751" y="3035"/>
                  <a:pt x="4738" y="3041"/>
                </a:cubicBezTo>
                <a:cubicBezTo>
                  <a:pt x="4725" y="3046"/>
                  <a:pt x="4712" y="3050"/>
                  <a:pt x="4699" y="3053"/>
                </a:cubicBezTo>
                <a:cubicBezTo>
                  <a:pt x="4685" y="3055"/>
                  <a:pt x="4671" y="3057"/>
                  <a:pt x="4657" y="3057"/>
                </a:cubicBezTo>
                <a:lnTo>
                  <a:pt x="211" y="3057"/>
                </a:lnTo>
                <a:cubicBezTo>
                  <a:pt x="197" y="3057"/>
                  <a:pt x="184" y="3055"/>
                  <a:pt x="170" y="3053"/>
                </a:cubicBezTo>
                <a:cubicBezTo>
                  <a:pt x="156" y="3050"/>
                  <a:pt x="143" y="3046"/>
                  <a:pt x="130" y="3041"/>
                </a:cubicBezTo>
                <a:cubicBezTo>
                  <a:pt x="117" y="3035"/>
                  <a:pt x="105" y="3029"/>
                  <a:pt x="94" y="3021"/>
                </a:cubicBezTo>
                <a:cubicBezTo>
                  <a:pt x="82" y="3013"/>
                  <a:pt x="71" y="3004"/>
                  <a:pt x="62" y="2995"/>
                </a:cubicBezTo>
                <a:cubicBezTo>
                  <a:pt x="52" y="2985"/>
                  <a:pt x="43" y="2974"/>
                  <a:pt x="35" y="2963"/>
                </a:cubicBezTo>
                <a:cubicBezTo>
                  <a:pt x="27" y="2951"/>
                  <a:pt x="21" y="2939"/>
                  <a:pt x="16" y="2926"/>
                </a:cubicBezTo>
                <a:cubicBezTo>
                  <a:pt x="10" y="2913"/>
                  <a:pt x="6" y="2900"/>
                  <a:pt x="4" y="2886"/>
                </a:cubicBezTo>
                <a:cubicBezTo>
                  <a:pt x="1" y="2873"/>
                  <a:pt x="0" y="2859"/>
                  <a:pt x="0" y="284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4676760" y="1809720"/>
            <a:ext cx="1752840" cy="1124280"/>
          </a:xfrm>
          <a:custGeom>
            <a:avLst/>
            <a:gdLst/>
            <a:ahLst/>
            <a:rect l="0" t="0" r="r" b="b"/>
            <a:pathLst>
              <a:path w="4869" h="3123">
                <a:moveTo>
                  <a:pt x="0" y="0"/>
                </a:moveTo>
                <a:lnTo>
                  <a:pt x="4869" y="0"/>
                </a:lnTo>
                <a:lnTo>
                  <a:pt x="4869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4416480" y="225000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5515560" y="20030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4914360" y="2208960"/>
            <a:ext cx="1448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 data van hoge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4904640" y="2408760"/>
            <a:ext cx="1488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kwaliteit, volgens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5057280" y="2618280"/>
            <a:ext cx="1076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OKx-standaard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6781680" y="1833480"/>
            <a:ext cx="1762560" cy="1100520"/>
          </a:xfrm>
          <a:custGeom>
            <a:avLst/>
            <a:gdLst/>
            <a:ahLst/>
            <a:rect l="0" t="0" r="r" b="b"/>
            <a:pathLst>
              <a:path w="4896" h="3057">
                <a:moveTo>
                  <a:pt x="0" y="2845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7"/>
                  <a:pt x="11" y="98"/>
                  <a:pt x="16" y="90"/>
                </a:cubicBezTo>
                <a:cubicBezTo>
                  <a:pt x="21" y="81"/>
                  <a:pt x="28" y="72"/>
                  <a:pt x="36" y="64"/>
                </a:cubicBezTo>
                <a:cubicBezTo>
                  <a:pt x="43" y="56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4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4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6"/>
                  <a:pt x="4860" y="64"/>
                </a:cubicBezTo>
                <a:cubicBezTo>
                  <a:pt x="4868" y="72"/>
                  <a:pt x="4874" y="81"/>
                  <a:pt x="4880" y="90"/>
                </a:cubicBezTo>
                <a:cubicBezTo>
                  <a:pt x="4885" y="98"/>
                  <a:pt x="4889" y="107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845"/>
                </a:lnTo>
                <a:cubicBezTo>
                  <a:pt x="4896" y="2859"/>
                  <a:pt x="4894" y="2873"/>
                  <a:pt x="4892" y="2886"/>
                </a:cubicBezTo>
                <a:cubicBezTo>
                  <a:pt x="4889" y="2900"/>
                  <a:pt x="4885" y="2913"/>
                  <a:pt x="4880" y="2926"/>
                </a:cubicBezTo>
                <a:cubicBezTo>
                  <a:pt x="4874" y="2939"/>
                  <a:pt x="4868" y="2951"/>
                  <a:pt x="4860" y="2963"/>
                </a:cubicBezTo>
                <a:cubicBezTo>
                  <a:pt x="4852" y="2974"/>
                  <a:pt x="4843" y="2985"/>
                  <a:pt x="4834" y="2995"/>
                </a:cubicBezTo>
                <a:cubicBezTo>
                  <a:pt x="4824" y="3004"/>
                  <a:pt x="4813" y="3013"/>
                  <a:pt x="4802" y="3021"/>
                </a:cubicBezTo>
                <a:cubicBezTo>
                  <a:pt x="4790" y="3029"/>
                  <a:pt x="4778" y="3035"/>
                  <a:pt x="4765" y="3041"/>
                </a:cubicBezTo>
                <a:cubicBezTo>
                  <a:pt x="4752" y="3046"/>
                  <a:pt x="4739" y="3050"/>
                  <a:pt x="4725" y="3053"/>
                </a:cubicBezTo>
                <a:cubicBezTo>
                  <a:pt x="4712" y="3055"/>
                  <a:pt x="4698" y="3057"/>
                  <a:pt x="4684" y="3057"/>
                </a:cubicBezTo>
                <a:lnTo>
                  <a:pt x="211" y="3057"/>
                </a:lnTo>
                <a:cubicBezTo>
                  <a:pt x="198" y="3057"/>
                  <a:pt x="184" y="3055"/>
                  <a:pt x="170" y="3053"/>
                </a:cubicBezTo>
                <a:cubicBezTo>
                  <a:pt x="157" y="3050"/>
                  <a:pt x="143" y="3046"/>
                  <a:pt x="130" y="3041"/>
                </a:cubicBezTo>
                <a:cubicBezTo>
                  <a:pt x="118" y="3035"/>
                  <a:pt x="105" y="3029"/>
                  <a:pt x="94" y="3021"/>
                </a:cubicBezTo>
                <a:cubicBezTo>
                  <a:pt x="82" y="3013"/>
                  <a:pt x="72" y="3004"/>
                  <a:pt x="62" y="2995"/>
                </a:cubicBezTo>
                <a:cubicBezTo>
                  <a:pt x="52" y="2985"/>
                  <a:pt x="43" y="2974"/>
                  <a:pt x="36" y="2963"/>
                </a:cubicBezTo>
                <a:cubicBezTo>
                  <a:pt x="28" y="2951"/>
                  <a:pt x="21" y="2939"/>
                  <a:pt x="16" y="2926"/>
                </a:cubicBezTo>
                <a:cubicBezTo>
                  <a:pt x="11" y="2913"/>
                  <a:pt x="7" y="2900"/>
                  <a:pt x="4" y="2886"/>
                </a:cubicBezTo>
                <a:cubicBezTo>
                  <a:pt x="1" y="2873"/>
                  <a:pt x="0" y="2859"/>
                  <a:pt x="0" y="284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6781680" y="1809720"/>
            <a:ext cx="1762560" cy="1124280"/>
          </a:xfrm>
          <a:custGeom>
            <a:avLst/>
            <a:gdLst/>
            <a:ahLst/>
            <a:rect l="0" t="0" r="r" b="b"/>
            <a:pathLst>
              <a:path w="4896" h="3123">
                <a:moveTo>
                  <a:pt x="0" y="0"/>
                </a:moveTo>
                <a:lnTo>
                  <a:pt x="4896" y="0"/>
                </a:lnTo>
                <a:lnTo>
                  <a:pt x="4896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6524280" y="225000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7623360" y="20030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964560" y="2208960"/>
            <a:ext cx="153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Voedingsbodem voor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7588440" y="240876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456840" y="3333600"/>
            <a:ext cx="8087400" cy="819360"/>
          </a:xfrm>
          <a:custGeom>
            <a:avLst/>
            <a:gdLst/>
            <a:ahLst/>
            <a:rect l="0" t="0" r="r" b="b"/>
            <a:pathLst>
              <a:path w="22465" h="2276">
                <a:moveTo>
                  <a:pt x="0" y="0"/>
                </a:moveTo>
                <a:lnTo>
                  <a:pt x="22465" y="0"/>
                </a:lnTo>
                <a:lnTo>
                  <a:pt x="22465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456840" y="33336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456840" y="414324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8534160" y="333360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106"/>
                </a:moveTo>
                <a:lnTo>
                  <a:pt x="0" y="2276"/>
                </a:lnTo>
                <a:lnTo>
                  <a:pt x="28" y="22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456840" y="333360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57200" y="3032640"/>
            <a:ext cx="30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fase levert de eisen op voor de volgende.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634320" y="3557160"/>
            <a:ext cx="82454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AI heeft standaardisatie nodig.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Eenduidige betekenis laat minder ruimte voor interpretatie, en dus minder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634320" y="3795120"/>
            <a:ext cx="23871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misinterpretatie en hallucinatie.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0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2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1" name=""/>
          <p:cNvSpPr/>
          <p:nvPr/>
        </p:nvSpPr>
        <p:spPr>
          <a:xfrm>
            <a:off x="485640" y="1542960"/>
            <a:ext cx="4705560" cy="1314720"/>
          </a:xfrm>
          <a:custGeom>
            <a:avLst/>
            <a:gdLst/>
            <a:ahLst/>
            <a:rect l="0" t="0" r="r" b="b"/>
            <a:pathLst>
              <a:path w="13071" h="3652">
                <a:moveTo>
                  <a:pt x="0" y="3440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5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6"/>
                  <a:pt x="13067" y="170"/>
                </a:cubicBezTo>
                <a:cubicBezTo>
                  <a:pt x="13070" y="184"/>
                  <a:pt x="13071" y="198"/>
                  <a:pt x="13071" y="211"/>
                </a:cubicBezTo>
                <a:lnTo>
                  <a:pt x="13071" y="3440"/>
                </a:lnTo>
                <a:cubicBezTo>
                  <a:pt x="13071" y="3454"/>
                  <a:pt x="13070" y="3468"/>
                  <a:pt x="13067" y="3482"/>
                </a:cubicBezTo>
                <a:cubicBezTo>
                  <a:pt x="13065" y="3495"/>
                  <a:pt x="13060" y="3508"/>
                  <a:pt x="13055" y="3521"/>
                </a:cubicBezTo>
                <a:cubicBezTo>
                  <a:pt x="13050" y="3534"/>
                  <a:pt x="13043" y="3546"/>
                  <a:pt x="13036" y="3558"/>
                </a:cubicBezTo>
                <a:cubicBezTo>
                  <a:pt x="13028" y="3569"/>
                  <a:pt x="13019" y="3580"/>
                  <a:pt x="13009" y="3590"/>
                </a:cubicBezTo>
                <a:cubicBezTo>
                  <a:pt x="12999" y="3600"/>
                  <a:pt x="12989" y="3609"/>
                  <a:pt x="12977" y="3616"/>
                </a:cubicBezTo>
                <a:cubicBezTo>
                  <a:pt x="12966" y="3624"/>
                  <a:pt x="12953" y="3631"/>
                  <a:pt x="12941" y="3636"/>
                </a:cubicBezTo>
                <a:cubicBezTo>
                  <a:pt x="12928" y="3641"/>
                  <a:pt x="12915" y="3645"/>
                  <a:pt x="12901" y="3648"/>
                </a:cubicBezTo>
                <a:cubicBezTo>
                  <a:pt x="12887" y="3651"/>
                  <a:pt x="12874" y="3652"/>
                  <a:pt x="12860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90" y="3641"/>
                  <a:pt x="82" y="3636"/>
                </a:cubicBezTo>
                <a:cubicBezTo>
                  <a:pt x="74" y="3631"/>
                  <a:pt x="66" y="3624"/>
                  <a:pt x="59" y="3616"/>
                </a:cubicBezTo>
                <a:cubicBezTo>
                  <a:pt x="51" y="3609"/>
                  <a:pt x="45" y="3600"/>
                  <a:pt x="39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7" y="3508"/>
                  <a:pt x="4" y="3495"/>
                  <a:pt x="2" y="3482"/>
                </a:cubicBezTo>
                <a:cubicBezTo>
                  <a:pt x="1" y="3468"/>
                  <a:pt x="0" y="3454"/>
                  <a:pt x="0" y="3440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456840" y="1542960"/>
            <a:ext cx="4734360" cy="1314720"/>
          </a:xfrm>
          <a:custGeom>
            <a:avLst/>
            <a:gdLst/>
            <a:ahLst/>
            <a:rect l="0" t="0" r="r" b="b"/>
            <a:pathLst>
              <a:path w="13151" h="3652">
                <a:moveTo>
                  <a:pt x="0" y="0"/>
                </a:moveTo>
                <a:lnTo>
                  <a:pt x="13151" y="0"/>
                </a:lnTo>
                <a:lnTo>
                  <a:pt x="1315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439920" y="86292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 txBox="1"/>
          <p:nvPr/>
        </p:nvSpPr>
        <p:spPr>
          <a:xfrm>
            <a:off x="681840" y="169704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681840" y="1955880"/>
            <a:ext cx="498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Techniek wisselt altijd, maar mogelijk komen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681840" y="2165400"/>
            <a:ext cx="4962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wisselingen nu zo snel dat er geen tijd is om ertussen te bouwen en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/>
          <p:nvPr/>
        </p:nvSpPr>
        <p:spPr>
          <a:xfrm>
            <a:off x="5343480" y="1542960"/>
            <a:ext cx="3200760" cy="1314720"/>
          </a:xfrm>
          <a:custGeom>
            <a:avLst/>
            <a:gdLst/>
            <a:ahLst/>
            <a:rect l="0" t="0" r="r" b="b"/>
            <a:pathLst>
              <a:path w="8891" h="3652">
                <a:moveTo>
                  <a:pt x="0" y="3440"/>
                </a:moveTo>
                <a:lnTo>
                  <a:pt x="0" y="211"/>
                </a:lnTo>
                <a:cubicBezTo>
                  <a:pt x="0" y="198"/>
                  <a:pt x="0" y="184"/>
                  <a:pt x="2" y="170"/>
                </a:cubicBezTo>
                <a:cubicBezTo>
                  <a:pt x="4" y="156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5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6"/>
                  <a:pt x="8887" y="170"/>
                </a:cubicBezTo>
                <a:cubicBezTo>
                  <a:pt x="8889" y="184"/>
                  <a:pt x="8891" y="198"/>
                  <a:pt x="8891" y="211"/>
                </a:cubicBezTo>
                <a:lnTo>
                  <a:pt x="8891" y="3440"/>
                </a:lnTo>
                <a:cubicBezTo>
                  <a:pt x="8891" y="3454"/>
                  <a:pt x="8889" y="3468"/>
                  <a:pt x="8887" y="3482"/>
                </a:cubicBezTo>
                <a:cubicBezTo>
                  <a:pt x="8884" y="3495"/>
                  <a:pt x="8880" y="3508"/>
                  <a:pt x="8875" y="3521"/>
                </a:cubicBezTo>
                <a:cubicBezTo>
                  <a:pt x="8869" y="3534"/>
                  <a:pt x="8863" y="3546"/>
                  <a:pt x="8855" y="3558"/>
                </a:cubicBezTo>
                <a:cubicBezTo>
                  <a:pt x="8847" y="3569"/>
                  <a:pt x="8838" y="3580"/>
                  <a:pt x="8829" y="3590"/>
                </a:cubicBezTo>
                <a:cubicBezTo>
                  <a:pt x="8819" y="3600"/>
                  <a:pt x="8808" y="3609"/>
                  <a:pt x="8797" y="3616"/>
                </a:cubicBezTo>
                <a:cubicBezTo>
                  <a:pt x="8785" y="3624"/>
                  <a:pt x="8773" y="3631"/>
                  <a:pt x="8760" y="3636"/>
                </a:cubicBezTo>
                <a:cubicBezTo>
                  <a:pt x="8747" y="3641"/>
                  <a:pt x="8734" y="3645"/>
                  <a:pt x="8720" y="3648"/>
                </a:cubicBezTo>
                <a:cubicBezTo>
                  <a:pt x="8707" y="3651"/>
                  <a:pt x="8693" y="3652"/>
                  <a:pt x="8679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89" y="3641"/>
                  <a:pt x="81" y="3636"/>
                </a:cubicBezTo>
                <a:cubicBezTo>
                  <a:pt x="73" y="3631"/>
                  <a:pt x="66" y="3624"/>
                  <a:pt x="58" y="3616"/>
                </a:cubicBezTo>
                <a:cubicBezTo>
                  <a:pt x="51" y="3609"/>
                  <a:pt x="45" y="3600"/>
                  <a:pt x="38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6" y="3508"/>
                  <a:pt x="4" y="3495"/>
                  <a:pt x="2" y="3482"/>
                </a:cubicBezTo>
                <a:cubicBezTo>
                  <a:pt x="0" y="3468"/>
                  <a:pt x="0" y="3454"/>
                  <a:pt x="0" y="3440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/>
          <p:nvPr/>
        </p:nvSpPr>
        <p:spPr>
          <a:xfrm>
            <a:off x="5314680" y="1542960"/>
            <a:ext cx="3229560" cy="1314720"/>
          </a:xfrm>
          <a:custGeom>
            <a:avLst/>
            <a:gdLst/>
            <a:ahLst/>
            <a:rect l="0" t="0" r="r" b="b"/>
            <a:pathLst>
              <a:path w="8971" h="3652">
                <a:moveTo>
                  <a:pt x="0" y="0"/>
                </a:moveTo>
                <a:lnTo>
                  <a:pt x="8971" y="0"/>
                </a:lnTo>
                <a:lnTo>
                  <a:pt x="897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681840" y="2365560"/>
            <a:ext cx="75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gebruiken.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 txBox="1"/>
          <p:nvPr/>
        </p:nvSpPr>
        <p:spPr>
          <a:xfrm>
            <a:off x="5535360" y="168480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5535360" y="191376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5535360" y="2133000"/>
            <a:ext cx="259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89 issues, acht deelnemers, ook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5670720" y="2314080"/>
            <a:ext cx="75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leverancier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/>
          <p:nvPr/>
        </p:nvSpPr>
        <p:spPr>
          <a:xfrm>
            <a:off x="485640" y="2971440"/>
            <a:ext cx="4705560" cy="1419840"/>
          </a:xfrm>
          <a:custGeom>
            <a:avLst/>
            <a:gdLst/>
            <a:ahLst/>
            <a:rect l="0" t="0" r="r" b="b"/>
            <a:pathLst>
              <a:path w="13071" h="3944">
                <a:moveTo>
                  <a:pt x="0" y="3732"/>
                </a:moveTo>
                <a:lnTo>
                  <a:pt x="0" y="212"/>
                </a:lnTo>
                <a:cubicBezTo>
                  <a:pt x="0" y="198"/>
                  <a:pt x="1" y="185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5"/>
                </a:cubicBezTo>
                <a:cubicBezTo>
                  <a:pt x="12915" y="7"/>
                  <a:pt x="12928" y="11"/>
                  <a:pt x="12941" y="17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5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5"/>
                  <a:pt x="13071" y="198"/>
                  <a:pt x="13071" y="212"/>
                </a:cubicBezTo>
                <a:lnTo>
                  <a:pt x="13071" y="3732"/>
                </a:lnTo>
                <a:cubicBezTo>
                  <a:pt x="13071" y="3746"/>
                  <a:pt x="13070" y="3760"/>
                  <a:pt x="13067" y="3773"/>
                </a:cubicBezTo>
                <a:cubicBezTo>
                  <a:pt x="13065" y="3787"/>
                  <a:pt x="13060" y="3800"/>
                  <a:pt x="13055" y="3813"/>
                </a:cubicBezTo>
                <a:cubicBezTo>
                  <a:pt x="13050" y="3826"/>
                  <a:pt x="13043" y="3838"/>
                  <a:pt x="13036" y="3850"/>
                </a:cubicBezTo>
                <a:cubicBezTo>
                  <a:pt x="13028" y="3861"/>
                  <a:pt x="13019" y="3872"/>
                  <a:pt x="13009" y="3882"/>
                </a:cubicBezTo>
                <a:cubicBezTo>
                  <a:pt x="12999" y="3892"/>
                  <a:pt x="12989" y="3900"/>
                  <a:pt x="12977" y="3908"/>
                </a:cubicBezTo>
                <a:cubicBezTo>
                  <a:pt x="12966" y="3916"/>
                  <a:pt x="12953" y="3922"/>
                  <a:pt x="12941" y="3928"/>
                </a:cubicBezTo>
                <a:cubicBezTo>
                  <a:pt x="12928" y="3933"/>
                  <a:pt x="12915" y="3937"/>
                  <a:pt x="12901" y="3940"/>
                </a:cubicBezTo>
                <a:cubicBezTo>
                  <a:pt x="12887" y="3942"/>
                  <a:pt x="12874" y="3944"/>
                  <a:pt x="12860" y="3944"/>
                </a:cubicBezTo>
                <a:lnTo>
                  <a:pt x="132" y="3944"/>
                </a:lnTo>
                <a:cubicBezTo>
                  <a:pt x="123" y="3944"/>
                  <a:pt x="115" y="3942"/>
                  <a:pt x="106" y="3940"/>
                </a:cubicBezTo>
                <a:cubicBezTo>
                  <a:pt x="98" y="3937"/>
                  <a:pt x="90" y="3933"/>
                  <a:pt x="82" y="3928"/>
                </a:cubicBezTo>
                <a:cubicBezTo>
                  <a:pt x="74" y="3922"/>
                  <a:pt x="66" y="3916"/>
                  <a:pt x="59" y="3908"/>
                </a:cubicBezTo>
                <a:cubicBezTo>
                  <a:pt x="51" y="3900"/>
                  <a:pt x="45" y="3892"/>
                  <a:pt x="39" y="3882"/>
                </a:cubicBezTo>
                <a:cubicBezTo>
                  <a:pt x="32" y="3872"/>
                  <a:pt x="27" y="3861"/>
                  <a:pt x="22" y="3850"/>
                </a:cubicBezTo>
                <a:cubicBezTo>
                  <a:pt x="17" y="3838"/>
                  <a:pt x="13" y="3826"/>
                  <a:pt x="10" y="3813"/>
                </a:cubicBezTo>
                <a:cubicBezTo>
                  <a:pt x="7" y="3800"/>
                  <a:pt x="4" y="3787"/>
                  <a:pt x="2" y="3773"/>
                </a:cubicBezTo>
                <a:cubicBezTo>
                  <a:pt x="1" y="3760"/>
                  <a:pt x="0" y="3746"/>
                  <a:pt x="0" y="373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456840" y="2971440"/>
            <a:ext cx="4734360" cy="1419840"/>
          </a:xfrm>
          <a:custGeom>
            <a:avLst/>
            <a:gdLst/>
            <a:ahLst/>
            <a:rect l="0" t="0" r="r" b="b"/>
            <a:pathLst>
              <a:path w="13151" h="3944">
                <a:moveTo>
                  <a:pt x="0" y="0"/>
                </a:moveTo>
                <a:lnTo>
                  <a:pt x="13151" y="0"/>
                </a:lnTo>
                <a:lnTo>
                  <a:pt x="13151" y="3944"/>
                </a:lnTo>
                <a:lnTo>
                  <a:pt x="0" y="3944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 txBox="1"/>
          <p:nvPr/>
        </p:nvSpPr>
        <p:spPr>
          <a:xfrm>
            <a:off x="5535360" y="2532960"/>
            <a:ext cx="2648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Draagvlak traag, beweging meetbaar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681840" y="31255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 txBox="1"/>
          <p:nvPr/>
        </p:nvSpPr>
        <p:spPr>
          <a:xfrm>
            <a:off x="681840" y="3384720"/>
            <a:ext cx="4815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keuze voor OEAPI staat niet ter discussie, dat is beleid. Het risico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681840" y="3584520"/>
            <a:ext cx="4656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is dat de eis erachter nergens los is opgeschreven. Bij een nieuwe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681840" y="3794040"/>
            <a:ext cx="4629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versie of een ander protocol begint het speciﬁceren dan opnieuw.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5343480" y="2971440"/>
            <a:ext cx="3200760" cy="1419840"/>
          </a:xfrm>
          <a:custGeom>
            <a:avLst/>
            <a:gdLst/>
            <a:ahLst/>
            <a:rect l="0" t="0" r="r" b="b"/>
            <a:pathLst>
              <a:path w="8891" h="3944">
                <a:moveTo>
                  <a:pt x="0" y="3732"/>
                </a:moveTo>
                <a:lnTo>
                  <a:pt x="0" y="212"/>
                </a:lnTo>
                <a:cubicBezTo>
                  <a:pt x="0" y="198"/>
                  <a:pt x="0" y="185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7"/>
                </a:cubicBezTo>
                <a:cubicBezTo>
                  <a:pt x="89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5"/>
                </a:cubicBezTo>
                <a:cubicBezTo>
                  <a:pt x="8734" y="7"/>
                  <a:pt x="8747" y="11"/>
                  <a:pt x="8760" y="17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5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5"/>
                  <a:pt x="8891" y="198"/>
                  <a:pt x="8891" y="212"/>
                </a:cubicBezTo>
                <a:lnTo>
                  <a:pt x="8891" y="3732"/>
                </a:lnTo>
                <a:cubicBezTo>
                  <a:pt x="8891" y="3746"/>
                  <a:pt x="8889" y="3760"/>
                  <a:pt x="8887" y="3773"/>
                </a:cubicBezTo>
                <a:cubicBezTo>
                  <a:pt x="8884" y="3787"/>
                  <a:pt x="8880" y="3800"/>
                  <a:pt x="8875" y="3813"/>
                </a:cubicBezTo>
                <a:cubicBezTo>
                  <a:pt x="8869" y="3826"/>
                  <a:pt x="8863" y="3838"/>
                  <a:pt x="8855" y="3850"/>
                </a:cubicBezTo>
                <a:cubicBezTo>
                  <a:pt x="8847" y="3861"/>
                  <a:pt x="8838" y="3872"/>
                  <a:pt x="8829" y="3882"/>
                </a:cubicBezTo>
                <a:cubicBezTo>
                  <a:pt x="8819" y="3892"/>
                  <a:pt x="8808" y="3900"/>
                  <a:pt x="8797" y="3908"/>
                </a:cubicBezTo>
                <a:cubicBezTo>
                  <a:pt x="8785" y="3916"/>
                  <a:pt x="8773" y="3922"/>
                  <a:pt x="8760" y="3928"/>
                </a:cubicBezTo>
                <a:cubicBezTo>
                  <a:pt x="8747" y="3933"/>
                  <a:pt x="8734" y="3937"/>
                  <a:pt x="8720" y="3940"/>
                </a:cubicBezTo>
                <a:cubicBezTo>
                  <a:pt x="8707" y="3942"/>
                  <a:pt x="8693" y="3944"/>
                  <a:pt x="8679" y="3944"/>
                </a:cubicBezTo>
                <a:lnTo>
                  <a:pt x="132" y="3944"/>
                </a:lnTo>
                <a:cubicBezTo>
                  <a:pt x="123" y="3944"/>
                  <a:pt x="115" y="3942"/>
                  <a:pt x="106" y="3940"/>
                </a:cubicBezTo>
                <a:cubicBezTo>
                  <a:pt x="98" y="3937"/>
                  <a:pt x="89" y="3933"/>
                  <a:pt x="81" y="3928"/>
                </a:cubicBezTo>
                <a:cubicBezTo>
                  <a:pt x="73" y="3922"/>
                  <a:pt x="66" y="3916"/>
                  <a:pt x="58" y="3908"/>
                </a:cubicBezTo>
                <a:cubicBezTo>
                  <a:pt x="51" y="3900"/>
                  <a:pt x="45" y="3892"/>
                  <a:pt x="38" y="3882"/>
                </a:cubicBezTo>
                <a:cubicBezTo>
                  <a:pt x="32" y="3872"/>
                  <a:pt x="27" y="3861"/>
                  <a:pt x="22" y="3850"/>
                </a:cubicBezTo>
                <a:cubicBezTo>
                  <a:pt x="17" y="3838"/>
                  <a:pt x="13" y="3826"/>
                  <a:pt x="10" y="3813"/>
                </a:cubicBezTo>
                <a:cubicBezTo>
                  <a:pt x="6" y="3800"/>
                  <a:pt x="4" y="3787"/>
                  <a:pt x="2" y="3773"/>
                </a:cubicBezTo>
                <a:cubicBezTo>
                  <a:pt x="0" y="3760"/>
                  <a:pt x="0" y="3746"/>
                  <a:pt x="0" y="3732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5314680" y="2971440"/>
            <a:ext cx="3229560" cy="1419840"/>
          </a:xfrm>
          <a:custGeom>
            <a:avLst/>
            <a:gdLst/>
            <a:ahLst/>
            <a:rect l="0" t="0" r="r" b="b"/>
            <a:pathLst>
              <a:path w="8971" h="3944">
                <a:moveTo>
                  <a:pt x="0" y="0"/>
                </a:moveTo>
                <a:lnTo>
                  <a:pt x="8971" y="0"/>
                </a:lnTo>
                <a:lnTo>
                  <a:pt x="8971" y="3944"/>
                </a:lnTo>
                <a:lnTo>
                  <a:pt x="0" y="3944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681840" y="4070520"/>
            <a:ext cx="467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bouw je alleen de stoomtrein, en niet de rails eronder.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5535360" y="31132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5535360" y="334260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5535360" y="356184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5535360" y="378072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5670720" y="396180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5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57" name=""/>
          <p:cNvSpPr txBox="1"/>
          <p:nvPr/>
        </p:nvSpPr>
        <p:spPr>
          <a:xfrm>
            <a:off x="439920" y="1024920"/>
            <a:ext cx="3755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de waarde zit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4568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 txBox="1"/>
          <p:nvPr/>
        </p:nvSpPr>
        <p:spPr>
          <a:xfrm>
            <a:off x="457200" y="1590120"/>
            <a:ext cx="3426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Niet in de koppeling, maar in de betekenis eronder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617040" y="2075400"/>
            <a:ext cx="1770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Eenduidig vastgelegd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617040" y="2339640"/>
            <a:ext cx="2385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 systeem bedoelt hetzelfde met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617040" y="2530080"/>
            <a:ext cx="2574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leeruitkomst, een aanbod en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32000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617040" y="2730240"/>
            <a:ext cx="65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resultaat.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3357360" y="2075400"/>
            <a:ext cx="2112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Machine-interpreteerbaar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3357360" y="2339640"/>
            <a:ext cx="2434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agent kan de speciﬁcatie lezen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3357360" y="2530080"/>
            <a:ext cx="2437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gebruiken zonder te gokken wat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5933880" y="1914480"/>
            <a:ext cx="2610360" cy="1114560"/>
          </a:xfrm>
          <a:custGeom>
            <a:avLst/>
            <a:gdLst/>
            <a:ahLst/>
            <a:rect l="0" t="0" r="r" b="b"/>
            <a:pathLst>
              <a:path w="7251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89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1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6"/>
                  <a:pt x="7119" y="35"/>
                  <a:pt x="7133" y="44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89"/>
                  <a:pt x="7196" y="103"/>
                  <a:pt x="7206" y="117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4"/>
                </a:cubicBezTo>
                <a:lnTo>
                  <a:pt x="7251" y="2832"/>
                </a:lnTo>
                <a:cubicBezTo>
                  <a:pt x="7251" y="2849"/>
                  <a:pt x="7249" y="2866"/>
                  <a:pt x="7246" y="2883"/>
                </a:cubicBezTo>
                <a:cubicBezTo>
                  <a:pt x="7242" y="2900"/>
                  <a:pt x="7237" y="2917"/>
                  <a:pt x="7230" y="2933"/>
                </a:cubicBezTo>
                <a:cubicBezTo>
                  <a:pt x="7224" y="2949"/>
                  <a:pt x="7216" y="2964"/>
                  <a:pt x="7206" y="2979"/>
                </a:cubicBezTo>
                <a:cubicBezTo>
                  <a:pt x="7196" y="2993"/>
                  <a:pt x="7185" y="3006"/>
                  <a:pt x="7173" y="3019"/>
                </a:cubicBezTo>
                <a:cubicBezTo>
                  <a:pt x="7161" y="3031"/>
                  <a:pt x="7147" y="3042"/>
                  <a:pt x="7133" y="3052"/>
                </a:cubicBezTo>
                <a:cubicBezTo>
                  <a:pt x="7119" y="3061"/>
                  <a:pt x="7103" y="3069"/>
                  <a:pt x="7087" y="3076"/>
                </a:cubicBezTo>
                <a:cubicBezTo>
                  <a:pt x="7071" y="3083"/>
                  <a:pt x="7055" y="3088"/>
                  <a:pt x="7038" y="3091"/>
                </a:cubicBezTo>
                <a:cubicBezTo>
                  <a:pt x="7021" y="3095"/>
                  <a:pt x="7003" y="3096"/>
                  <a:pt x="6986" y="3096"/>
                </a:cubicBezTo>
                <a:lnTo>
                  <a:pt x="265" y="3096"/>
                </a:lnTo>
                <a:cubicBezTo>
                  <a:pt x="247" y="3096"/>
                  <a:pt x="230" y="3095"/>
                  <a:pt x="213" y="3091"/>
                </a:cubicBezTo>
                <a:cubicBezTo>
                  <a:pt x="196" y="3088"/>
                  <a:pt x="179" y="3083"/>
                  <a:pt x="163" y="3076"/>
                </a:cubicBezTo>
                <a:cubicBezTo>
                  <a:pt x="147" y="3069"/>
                  <a:pt x="132" y="3061"/>
                  <a:pt x="118" y="3052"/>
                </a:cubicBezTo>
                <a:cubicBezTo>
                  <a:pt x="103" y="3042"/>
                  <a:pt x="90" y="3031"/>
                  <a:pt x="78" y="3019"/>
                </a:cubicBezTo>
                <a:cubicBezTo>
                  <a:pt x="65" y="3006"/>
                  <a:pt x="54" y="2993"/>
                  <a:pt x="45" y="2979"/>
                </a:cubicBezTo>
                <a:cubicBezTo>
                  <a:pt x="35" y="2964"/>
                  <a:pt x="27" y="2949"/>
                  <a:pt x="20" y="2933"/>
                </a:cubicBezTo>
                <a:cubicBezTo>
                  <a:pt x="14" y="2917"/>
                  <a:pt x="9" y="2900"/>
                  <a:pt x="5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3357360" y="2730240"/>
            <a:ext cx="121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er bedoeld wordt.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6097320" y="2075400"/>
            <a:ext cx="1575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We doen het zelf al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6097320" y="2339640"/>
            <a:ext cx="248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Deze speciﬁcatie wordt nu al met AI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456840" y="3162240"/>
            <a:ext cx="8087400" cy="1067040"/>
          </a:xfrm>
          <a:custGeom>
            <a:avLst/>
            <a:gdLst/>
            <a:ahLst/>
            <a:rect l="0" t="0" r="r" b="b"/>
            <a:pathLst>
              <a:path w="22465" h="2964">
                <a:moveTo>
                  <a:pt x="0" y="0"/>
                </a:moveTo>
                <a:lnTo>
                  <a:pt x="22465" y="0"/>
                </a:lnTo>
                <a:lnTo>
                  <a:pt x="2246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456840" y="316224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/>
          <p:nvPr/>
        </p:nvSpPr>
        <p:spPr>
          <a:xfrm>
            <a:off x="456840" y="421956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853416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105"/>
                </a:moveTo>
                <a:lnTo>
                  <a:pt x="0" y="2964"/>
                </a:lnTo>
                <a:lnTo>
                  <a:pt x="28" y="2964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45684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0"/>
                </a:moveTo>
                <a:lnTo>
                  <a:pt x="0" y="2964"/>
                </a:lnTo>
                <a:lnTo>
                  <a:pt x="28" y="2964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6097320" y="2530080"/>
            <a:ext cx="254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gebouwd, gereviewd en versioneerd.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634320" y="3382920"/>
            <a:ext cx="8688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Leg de betekenis eenduidig vast en maak haar leesbaar voor een machine. Dan kan het bouwen straks heel snel,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 txBox="1"/>
          <p:nvPr/>
        </p:nvSpPr>
        <p:spPr>
          <a:xfrm>
            <a:off x="634320" y="3620880"/>
            <a:ext cx="9233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en zetten we AI in waar die sterk is. </a:t>
            </a:r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Wat het vraagt: focus en capaciteit voor het uitwerken van de speciﬁcatie,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634320" y="3859200"/>
            <a:ext cx="3518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en adoptie van het platform in het team.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