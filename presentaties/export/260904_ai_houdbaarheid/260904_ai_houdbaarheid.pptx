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60588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16568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455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3220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522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731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190296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1124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3220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522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731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72224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19317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1412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350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560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769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455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72224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193176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1412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350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560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4174920"/>
            <a:ext cx="6062760" cy="199440"/>
          </a:xfrm>
          <a:custGeom>
            <a:avLst/>
            <a:gdLst/>
            <a:ahLst/>
            <a:rect l="0" t="0" r="r" b="b"/>
            <a:pathLst>
              <a:path fill="none" w="16841" h="554">
                <a:moveTo>
                  <a:pt x="0" y="554"/>
                </a:moveTo>
                <a:cubicBezTo>
                  <a:pt x="4210" y="489"/>
                  <a:pt x="7252" y="424"/>
                  <a:pt x="10058" y="326"/>
                </a:cubicBezTo>
                <a:cubicBezTo>
                  <a:pt x="12631" y="228"/>
                  <a:pt x="14736" y="130"/>
                  <a:pt x="16841" y="0"/>
                </a:cubicBezTo>
              </a:path>
            </a:pathLst>
          </a:custGeom>
          <a:ln cap="rnd" w="50040">
            <a:solidFill>
              <a:srgbClr val="94a3b0"/>
            </a:solidFill>
            <a:miter/>
          </a:ln>
        </p:spPr>
        <p:txBody>
          <a:bodyPr lIns="24840" rIns="24840" tIns="24840" bIns="24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168720"/>
            <a:ext cx="6062760" cy="1229040"/>
          </a:xfrm>
          <a:custGeom>
            <a:avLst/>
            <a:gdLst/>
            <a:ahLst/>
            <a:rect l="0" t="0" r="r" b="b"/>
            <a:pathLst>
              <a:path fill="none" w="16841" h="3414">
                <a:moveTo>
                  <a:pt x="0" y="3414"/>
                </a:moveTo>
                <a:cubicBezTo>
                  <a:pt x="4913" y="3381"/>
                  <a:pt x="8421" y="3316"/>
                  <a:pt x="11228" y="3154"/>
                </a:cubicBezTo>
                <a:cubicBezTo>
                  <a:pt x="13099" y="3023"/>
                  <a:pt x="14222" y="2763"/>
                  <a:pt x="15064" y="2308"/>
                </a:cubicBezTo>
                <a:cubicBezTo>
                  <a:pt x="15906" y="1820"/>
                  <a:pt x="16420" y="1007"/>
                  <a:pt x="16841" y="0"/>
                </a:cubicBezTo>
              </a:path>
            </a:pathLst>
          </a:custGeom>
          <a:ln cap="rnd" w="70200">
            <a:solidFill>
              <a:srgbClr val="e8912b"/>
            </a:solidFill>
            <a:miter/>
          </a:ln>
        </p:spPr>
        <p:txBody>
          <a:bodyPr lIns="34920" rIns="34920" tIns="34920" bIns="34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051720"/>
            <a:ext cx="168840" cy="234360"/>
          </a:xfrm>
          <a:custGeom>
            <a:avLst/>
            <a:gdLst/>
            <a:ahLst/>
            <a:rect l="0" t="0" r="r" b="b"/>
            <a:pathLst>
              <a:path w="469" h="651">
                <a:moveTo>
                  <a:pt x="469" y="326"/>
                </a:moveTo>
                <a:cubicBezTo>
                  <a:pt x="469" y="347"/>
                  <a:pt x="467" y="368"/>
                  <a:pt x="464" y="389"/>
                </a:cubicBezTo>
                <a:cubicBezTo>
                  <a:pt x="461" y="410"/>
                  <a:pt x="457" y="430"/>
                  <a:pt x="451" y="450"/>
                </a:cubicBezTo>
                <a:cubicBezTo>
                  <a:pt x="445" y="470"/>
                  <a:pt x="438" y="489"/>
                  <a:pt x="430" y="506"/>
                </a:cubicBezTo>
                <a:cubicBezTo>
                  <a:pt x="421" y="524"/>
                  <a:pt x="411" y="541"/>
                  <a:pt x="400" y="556"/>
                </a:cubicBezTo>
                <a:cubicBezTo>
                  <a:pt x="390" y="571"/>
                  <a:pt x="378" y="584"/>
                  <a:pt x="365" y="596"/>
                </a:cubicBezTo>
                <a:cubicBezTo>
                  <a:pt x="352" y="608"/>
                  <a:pt x="339" y="618"/>
                  <a:pt x="325" y="626"/>
                </a:cubicBezTo>
                <a:cubicBezTo>
                  <a:pt x="310" y="634"/>
                  <a:pt x="296" y="640"/>
                  <a:pt x="281" y="645"/>
                </a:cubicBezTo>
                <a:cubicBezTo>
                  <a:pt x="266" y="649"/>
                  <a:pt x="250" y="651"/>
                  <a:pt x="235" y="651"/>
                </a:cubicBezTo>
                <a:cubicBezTo>
                  <a:pt x="220" y="651"/>
                  <a:pt x="204" y="649"/>
                  <a:pt x="189" y="645"/>
                </a:cubicBezTo>
                <a:cubicBezTo>
                  <a:pt x="174" y="640"/>
                  <a:pt x="160" y="634"/>
                  <a:pt x="146" y="626"/>
                </a:cubicBezTo>
                <a:cubicBezTo>
                  <a:pt x="131" y="618"/>
                  <a:pt x="118" y="608"/>
                  <a:pt x="105" y="596"/>
                </a:cubicBezTo>
                <a:cubicBezTo>
                  <a:pt x="91" y="584"/>
                  <a:pt x="80" y="571"/>
                  <a:pt x="69" y="556"/>
                </a:cubicBezTo>
                <a:cubicBezTo>
                  <a:pt x="58" y="541"/>
                  <a:pt x="48" y="524"/>
                  <a:pt x="40" y="506"/>
                </a:cubicBezTo>
                <a:cubicBezTo>
                  <a:pt x="31" y="489"/>
                  <a:pt x="24" y="470"/>
                  <a:pt x="18" y="450"/>
                </a:cubicBezTo>
                <a:cubicBezTo>
                  <a:pt x="12" y="430"/>
                  <a:pt x="8" y="410"/>
                  <a:pt x="5" y="389"/>
                </a:cubicBezTo>
                <a:cubicBezTo>
                  <a:pt x="2" y="368"/>
                  <a:pt x="0" y="347"/>
                  <a:pt x="0" y="326"/>
                </a:cubicBezTo>
                <a:cubicBezTo>
                  <a:pt x="0" y="304"/>
                  <a:pt x="2" y="282"/>
                  <a:pt x="5" y="261"/>
                </a:cubicBezTo>
                <a:cubicBezTo>
                  <a:pt x="8" y="240"/>
                  <a:pt x="12" y="220"/>
                  <a:pt x="18" y="200"/>
                </a:cubicBezTo>
                <a:cubicBezTo>
                  <a:pt x="24" y="181"/>
                  <a:pt x="31" y="162"/>
                  <a:pt x="40" y="144"/>
                </a:cubicBezTo>
                <a:cubicBezTo>
                  <a:pt x="48" y="126"/>
                  <a:pt x="58" y="110"/>
                  <a:pt x="69" y="95"/>
                </a:cubicBezTo>
                <a:cubicBezTo>
                  <a:pt x="80" y="80"/>
                  <a:pt x="91" y="66"/>
                  <a:pt x="105" y="55"/>
                </a:cubicBezTo>
                <a:cubicBezTo>
                  <a:pt x="118" y="43"/>
                  <a:pt x="131" y="33"/>
                  <a:pt x="146" y="25"/>
                </a:cubicBezTo>
                <a:cubicBezTo>
                  <a:pt x="160" y="16"/>
                  <a:pt x="174" y="10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10"/>
                  <a:pt x="310" y="16"/>
                  <a:pt x="325" y="25"/>
                </a:cubicBezTo>
                <a:cubicBezTo>
                  <a:pt x="339" y="33"/>
                  <a:pt x="352" y="43"/>
                  <a:pt x="365" y="55"/>
                </a:cubicBezTo>
                <a:cubicBezTo>
                  <a:pt x="378" y="66"/>
                  <a:pt x="390" y="80"/>
                  <a:pt x="400" y="95"/>
                </a:cubicBezTo>
                <a:cubicBezTo>
                  <a:pt x="411" y="110"/>
                  <a:pt x="421" y="126"/>
                  <a:pt x="430" y="144"/>
                </a:cubicBezTo>
                <a:cubicBezTo>
                  <a:pt x="438" y="162"/>
                  <a:pt x="445" y="181"/>
                  <a:pt x="451" y="200"/>
                </a:cubicBezTo>
                <a:cubicBezTo>
                  <a:pt x="457" y="220"/>
                  <a:pt x="461" y="240"/>
                  <a:pt x="464" y="261"/>
                </a:cubicBezTo>
                <a:cubicBezTo>
                  <a:pt x="467" y="282"/>
                  <a:pt x="469" y="304"/>
                  <a:pt x="469" y="326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4093200"/>
            <a:ext cx="118440" cy="164160"/>
          </a:xfrm>
          <a:custGeom>
            <a:avLst/>
            <a:gdLst/>
            <a:ahLst/>
            <a:rect l="0" t="0" r="r" b="b"/>
            <a:pathLst>
              <a:path w="329" h="456">
                <a:moveTo>
                  <a:pt x="329" y="227"/>
                </a:moveTo>
                <a:cubicBezTo>
                  <a:pt x="329" y="243"/>
                  <a:pt x="328" y="258"/>
                  <a:pt x="326" y="273"/>
                </a:cubicBezTo>
                <a:cubicBezTo>
                  <a:pt x="324" y="287"/>
                  <a:pt x="320" y="301"/>
                  <a:pt x="316" y="315"/>
                </a:cubicBezTo>
                <a:cubicBezTo>
                  <a:pt x="312" y="329"/>
                  <a:pt x="307" y="342"/>
                  <a:pt x="301" y="355"/>
                </a:cubicBezTo>
                <a:cubicBezTo>
                  <a:pt x="295" y="367"/>
                  <a:pt x="288" y="379"/>
                  <a:pt x="281" y="389"/>
                </a:cubicBezTo>
                <a:cubicBezTo>
                  <a:pt x="273" y="400"/>
                  <a:pt x="265" y="409"/>
                  <a:pt x="256" y="417"/>
                </a:cubicBezTo>
                <a:cubicBezTo>
                  <a:pt x="247" y="426"/>
                  <a:pt x="238" y="433"/>
                  <a:pt x="228" y="438"/>
                </a:cubicBezTo>
                <a:cubicBezTo>
                  <a:pt x="218" y="444"/>
                  <a:pt x="208" y="448"/>
                  <a:pt x="197" y="451"/>
                </a:cubicBezTo>
                <a:cubicBezTo>
                  <a:pt x="186" y="454"/>
                  <a:pt x="176" y="456"/>
                  <a:pt x="165" y="456"/>
                </a:cubicBezTo>
                <a:cubicBezTo>
                  <a:pt x="154" y="456"/>
                  <a:pt x="144" y="454"/>
                  <a:pt x="133" y="451"/>
                </a:cubicBezTo>
                <a:cubicBezTo>
                  <a:pt x="123" y="448"/>
                  <a:pt x="112" y="444"/>
                  <a:pt x="102" y="438"/>
                </a:cubicBezTo>
                <a:cubicBezTo>
                  <a:pt x="92" y="433"/>
                  <a:pt x="83" y="426"/>
                  <a:pt x="74" y="417"/>
                </a:cubicBezTo>
                <a:cubicBezTo>
                  <a:pt x="65" y="409"/>
                  <a:pt x="57" y="400"/>
                  <a:pt x="49" y="389"/>
                </a:cubicBezTo>
                <a:cubicBezTo>
                  <a:pt x="42" y="379"/>
                  <a:pt x="35" y="367"/>
                  <a:pt x="29" y="355"/>
                </a:cubicBezTo>
                <a:cubicBezTo>
                  <a:pt x="23" y="342"/>
                  <a:pt x="18" y="329"/>
                  <a:pt x="14" y="315"/>
                </a:cubicBezTo>
                <a:cubicBezTo>
                  <a:pt x="9" y="301"/>
                  <a:pt x="6" y="287"/>
                  <a:pt x="3" y="273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3" y="183"/>
                </a:cubicBezTo>
                <a:cubicBezTo>
                  <a:pt x="6" y="168"/>
                  <a:pt x="9" y="154"/>
                  <a:pt x="14" y="140"/>
                </a:cubicBezTo>
                <a:cubicBezTo>
                  <a:pt x="18" y="126"/>
                  <a:pt x="23" y="113"/>
                  <a:pt x="29" y="101"/>
                </a:cubicBezTo>
                <a:cubicBezTo>
                  <a:pt x="35" y="88"/>
                  <a:pt x="42" y="77"/>
                  <a:pt x="49" y="66"/>
                </a:cubicBezTo>
                <a:cubicBezTo>
                  <a:pt x="57" y="56"/>
                  <a:pt x="65" y="46"/>
                  <a:pt x="74" y="38"/>
                </a:cubicBezTo>
                <a:cubicBezTo>
                  <a:pt x="83" y="30"/>
                  <a:pt x="92" y="23"/>
                  <a:pt x="102" y="17"/>
                </a:cubicBezTo>
                <a:cubicBezTo>
                  <a:pt x="112" y="11"/>
                  <a:pt x="123" y="7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7"/>
                  <a:pt x="218" y="11"/>
                  <a:pt x="228" y="17"/>
                </a:cubicBezTo>
                <a:cubicBezTo>
                  <a:pt x="238" y="23"/>
                  <a:pt x="247" y="30"/>
                  <a:pt x="256" y="38"/>
                </a:cubicBezTo>
                <a:cubicBezTo>
                  <a:pt x="265" y="46"/>
                  <a:pt x="273" y="56"/>
                  <a:pt x="281" y="66"/>
                </a:cubicBezTo>
                <a:cubicBezTo>
                  <a:pt x="288" y="77"/>
                  <a:pt x="295" y="88"/>
                  <a:pt x="301" y="101"/>
                </a:cubicBezTo>
                <a:cubicBezTo>
                  <a:pt x="307" y="113"/>
                  <a:pt x="312" y="126"/>
                  <a:pt x="316" y="140"/>
                </a:cubicBezTo>
                <a:cubicBezTo>
                  <a:pt x="320" y="154"/>
                  <a:pt x="324" y="168"/>
                  <a:pt x="326" y="183"/>
                </a:cubicBezTo>
                <a:cubicBezTo>
                  <a:pt x="328" y="197"/>
                  <a:pt x="329" y="212"/>
                  <a:pt x="329" y="227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543200"/>
            <a:ext cx="248040" cy="38520"/>
          </a:xfrm>
          <a:custGeom>
            <a:avLst/>
            <a:gdLst/>
            <a:ahLst/>
            <a:rect l="0" t="0" r="r" b="b"/>
            <a:pathLst>
              <a:path w="689" h="107">
                <a:moveTo>
                  <a:pt x="0" y="54"/>
                </a:moveTo>
                <a:cubicBezTo>
                  <a:pt x="0" y="47"/>
                  <a:pt x="2" y="40"/>
                  <a:pt x="5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1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6"/>
                  <a:pt x="685" y="34"/>
                </a:cubicBezTo>
                <a:cubicBezTo>
                  <a:pt x="688" y="40"/>
                  <a:pt x="689" y="47"/>
                  <a:pt x="689" y="54"/>
                </a:cubicBezTo>
                <a:cubicBezTo>
                  <a:pt x="689" y="61"/>
                  <a:pt x="688" y="68"/>
                  <a:pt x="685" y="74"/>
                </a:cubicBezTo>
                <a:cubicBezTo>
                  <a:pt x="683" y="81"/>
                  <a:pt x="679" y="86"/>
                  <a:pt x="674" y="91"/>
                </a:cubicBezTo>
                <a:cubicBezTo>
                  <a:pt x="669" y="96"/>
                  <a:pt x="663" y="100"/>
                  <a:pt x="657" y="103"/>
                </a:cubicBezTo>
                <a:cubicBezTo>
                  <a:pt x="650" y="106"/>
                  <a:pt x="644" y="107"/>
                  <a:pt x="636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1"/>
                  <a:pt x="5" y="74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769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543200"/>
            <a:ext cx="238680" cy="38520"/>
          </a:xfrm>
          <a:custGeom>
            <a:avLst/>
            <a:gdLst/>
            <a:ahLst/>
            <a:rect l="0" t="0" r="r" b="b"/>
            <a:pathLst>
              <a:path w="663" h="107">
                <a:moveTo>
                  <a:pt x="0" y="54"/>
                </a:moveTo>
                <a:cubicBezTo>
                  <a:pt x="0" y="47"/>
                  <a:pt x="1" y="40"/>
                  <a:pt x="4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1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6"/>
                  <a:pt x="659" y="34"/>
                </a:cubicBezTo>
                <a:cubicBezTo>
                  <a:pt x="661" y="40"/>
                  <a:pt x="663" y="47"/>
                  <a:pt x="663" y="54"/>
                </a:cubicBezTo>
                <a:cubicBezTo>
                  <a:pt x="663" y="61"/>
                  <a:pt x="661" y="68"/>
                  <a:pt x="659" y="74"/>
                </a:cubicBezTo>
                <a:cubicBezTo>
                  <a:pt x="656" y="81"/>
                  <a:pt x="652" y="86"/>
                  <a:pt x="647" y="91"/>
                </a:cubicBezTo>
                <a:cubicBezTo>
                  <a:pt x="642" y="96"/>
                  <a:pt x="636" y="100"/>
                  <a:pt x="630" y="103"/>
                </a:cubicBezTo>
                <a:cubicBezTo>
                  <a:pt x="623" y="106"/>
                  <a:pt x="617" y="107"/>
                  <a:pt x="610" y="107"/>
                </a:cubicBezTo>
                <a:lnTo>
                  <a:pt x="53" y="107"/>
                </a:ln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49964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49964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 txBox="1"/>
          <p:nvPr/>
        </p:nvSpPr>
        <p:spPr>
          <a:xfrm>
            <a:off x="439920" y="90108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809720"/>
            <a:ext cx="2601000" cy="1562400"/>
          </a:xfrm>
          <a:custGeom>
            <a:avLst/>
            <a:gdLst/>
            <a:ahLst/>
            <a:rect l="0" t="0" r="r" b="b"/>
            <a:pathLst>
              <a:path w="7225" h="4340">
                <a:moveTo>
                  <a:pt x="0" y="407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4075"/>
                </a:lnTo>
                <a:cubicBezTo>
                  <a:pt x="7225" y="4093"/>
                  <a:pt x="7223" y="4110"/>
                  <a:pt x="7220" y="4127"/>
                </a:cubicBezTo>
                <a:cubicBezTo>
                  <a:pt x="7216" y="4144"/>
                  <a:pt x="7211" y="4160"/>
                  <a:pt x="7204" y="4176"/>
                </a:cubicBezTo>
                <a:cubicBezTo>
                  <a:pt x="7198" y="4192"/>
                  <a:pt x="7190" y="4208"/>
                  <a:pt x="7180" y="4222"/>
                </a:cubicBezTo>
                <a:cubicBezTo>
                  <a:pt x="7170" y="4237"/>
                  <a:pt x="7159" y="4250"/>
                  <a:pt x="7147" y="4262"/>
                </a:cubicBezTo>
                <a:cubicBezTo>
                  <a:pt x="7135" y="4275"/>
                  <a:pt x="7121" y="4286"/>
                  <a:pt x="7107" y="4295"/>
                </a:cubicBezTo>
                <a:cubicBezTo>
                  <a:pt x="7093" y="4305"/>
                  <a:pt x="7077" y="4313"/>
                  <a:pt x="7061" y="4320"/>
                </a:cubicBezTo>
                <a:cubicBezTo>
                  <a:pt x="7045" y="4326"/>
                  <a:pt x="7029" y="4331"/>
                  <a:pt x="7012" y="4335"/>
                </a:cubicBezTo>
                <a:cubicBezTo>
                  <a:pt x="6995" y="4338"/>
                  <a:pt x="6977" y="4340"/>
                  <a:pt x="6960" y="4340"/>
                </a:cubicBezTo>
                <a:lnTo>
                  <a:pt x="265" y="4340"/>
                </a:lnTo>
                <a:cubicBezTo>
                  <a:pt x="248" y="4340"/>
                  <a:pt x="231" y="4338"/>
                  <a:pt x="213" y="4335"/>
                </a:cubicBezTo>
                <a:cubicBezTo>
                  <a:pt x="196" y="4331"/>
                  <a:pt x="180" y="4326"/>
                  <a:pt x="164" y="4320"/>
                </a:cubicBezTo>
                <a:cubicBezTo>
                  <a:pt x="148" y="4313"/>
                  <a:pt x="133" y="4305"/>
                  <a:pt x="118" y="4295"/>
                </a:cubicBezTo>
                <a:cubicBezTo>
                  <a:pt x="104" y="4286"/>
                  <a:pt x="90" y="4275"/>
                  <a:pt x="78" y="4262"/>
                </a:cubicBezTo>
                <a:cubicBezTo>
                  <a:pt x="66" y="4250"/>
                  <a:pt x="55" y="4237"/>
                  <a:pt x="45" y="4222"/>
                </a:cubicBezTo>
                <a:cubicBezTo>
                  <a:pt x="35" y="4208"/>
                  <a:pt x="27" y="4192"/>
                  <a:pt x="21" y="4176"/>
                </a:cubicBezTo>
                <a:cubicBezTo>
                  <a:pt x="14" y="4160"/>
                  <a:pt x="9" y="4144"/>
                  <a:pt x="6" y="4127"/>
                </a:cubicBezTo>
                <a:cubicBezTo>
                  <a:pt x="2" y="4110"/>
                  <a:pt x="0" y="4093"/>
                  <a:pt x="0" y="407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57200" y="146628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609480" y="196128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/>
          <p:nvPr/>
        </p:nvSpPr>
        <p:spPr>
          <a:xfrm>
            <a:off x="609480" y="25239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609480" y="3019320"/>
            <a:ext cx="2295720" cy="200160"/>
          </a:xfrm>
          <a:custGeom>
            <a:avLst/>
            <a:gdLst/>
            <a:ahLst/>
            <a:rect l="0" t="0" r="r" b="b"/>
            <a:pathLst>
              <a:path w="6377" h="556">
                <a:moveTo>
                  <a:pt x="0" y="424"/>
                </a:moveTo>
                <a:lnTo>
                  <a:pt x="0" y="132"/>
                </a:ln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8" y="3"/>
                  <a:pt x="115" y="0"/>
                  <a:pt x="132" y="0"/>
                </a:cubicBezTo>
                <a:lnTo>
                  <a:pt x="6245" y="0"/>
                </a:lnTo>
                <a:cubicBezTo>
                  <a:pt x="6263" y="0"/>
                  <a:pt x="6279" y="3"/>
                  <a:pt x="6296" y="10"/>
                </a:cubicBezTo>
                <a:cubicBezTo>
                  <a:pt x="6312" y="17"/>
                  <a:pt x="6326" y="26"/>
                  <a:pt x="6339" y="39"/>
                </a:cubicBezTo>
                <a:cubicBezTo>
                  <a:pt x="6351" y="51"/>
                  <a:pt x="6361" y="65"/>
                  <a:pt x="6367" y="81"/>
                </a:cubicBezTo>
                <a:cubicBezTo>
                  <a:pt x="6374" y="98"/>
                  <a:pt x="6377" y="115"/>
                  <a:pt x="6377" y="132"/>
                </a:cubicBezTo>
                <a:lnTo>
                  <a:pt x="6377" y="424"/>
                </a:lnTo>
                <a:cubicBezTo>
                  <a:pt x="6377" y="442"/>
                  <a:pt x="6374" y="459"/>
                  <a:pt x="6367" y="475"/>
                </a:cubicBezTo>
                <a:cubicBezTo>
                  <a:pt x="6361" y="491"/>
                  <a:pt x="6351" y="505"/>
                  <a:pt x="6339" y="518"/>
                </a:cubicBezTo>
                <a:cubicBezTo>
                  <a:pt x="6326" y="530"/>
                  <a:pt x="6312" y="540"/>
                  <a:pt x="6296" y="546"/>
                </a:cubicBezTo>
                <a:cubicBezTo>
                  <a:pt x="6279" y="553"/>
                  <a:pt x="6263" y="556"/>
                  <a:pt x="6245" y="556"/>
                </a:cubicBezTo>
                <a:lnTo>
                  <a:pt x="132" y="556"/>
                </a:lnTo>
                <a:cubicBezTo>
                  <a:pt x="115" y="556"/>
                  <a:pt x="98" y="553"/>
                  <a:pt x="81" y="546"/>
                </a:cubicBezTo>
                <a:cubicBezTo>
                  <a:pt x="65" y="540"/>
                  <a:pt x="51" y="530"/>
                  <a:pt x="39" y="518"/>
                </a:cubicBezTo>
                <a:cubicBezTo>
                  <a:pt x="26" y="505"/>
                  <a:pt x="17" y="491"/>
                  <a:pt x="10" y="475"/>
                </a:cubicBezTo>
                <a:cubicBezTo>
                  <a:pt x="3" y="459"/>
                  <a:pt x="0" y="442"/>
                  <a:pt x="0" y="424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618840" y="2628720"/>
            <a:ext cx="714960" cy="209880"/>
          </a:xfrm>
          <a:custGeom>
            <a:avLst/>
            <a:gdLst/>
            <a:ahLst/>
            <a:rect l="0" t="0" r="r" b="b"/>
            <a:pathLst>
              <a:path w="1986" h="583">
                <a:moveTo>
                  <a:pt x="0" y="476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80" y="0"/>
                </a:lnTo>
                <a:cubicBezTo>
                  <a:pt x="1894" y="0"/>
                  <a:pt x="1907" y="3"/>
                  <a:pt x="1920" y="8"/>
                </a:cubicBezTo>
                <a:cubicBezTo>
                  <a:pt x="1933" y="13"/>
                  <a:pt x="1945" y="21"/>
                  <a:pt x="1955" y="31"/>
                </a:cubicBezTo>
                <a:cubicBezTo>
                  <a:pt x="1965" y="41"/>
                  <a:pt x="1972" y="52"/>
                  <a:pt x="1978" y="65"/>
                </a:cubicBezTo>
                <a:cubicBezTo>
                  <a:pt x="1983" y="78"/>
                  <a:pt x="1986" y="92"/>
                  <a:pt x="1986" y="106"/>
                </a:cubicBezTo>
                <a:lnTo>
                  <a:pt x="1986" y="476"/>
                </a:lnTo>
                <a:cubicBezTo>
                  <a:pt x="1986" y="490"/>
                  <a:pt x="1983" y="504"/>
                  <a:pt x="1978" y="517"/>
                </a:cubicBezTo>
                <a:cubicBezTo>
                  <a:pt x="1972" y="530"/>
                  <a:pt x="1965" y="541"/>
                  <a:pt x="1955" y="551"/>
                </a:cubicBezTo>
                <a:cubicBezTo>
                  <a:pt x="1945" y="562"/>
                  <a:pt x="1933" y="570"/>
                  <a:pt x="1920" y="575"/>
                </a:cubicBezTo>
                <a:cubicBezTo>
                  <a:pt x="1907" y="580"/>
                  <a:pt x="1894" y="583"/>
                  <a:pt x="1880" y="583"/>
                </a:cubicBezTo>
                <a:lnTo>
                  <a:pt x="106" y="583"/>
                </a:lnTo>
                <a:cubicBezTo>
                  <a:pt x="92" y="583"/>
                  <a:pt x="79" y="580"/>
                  <a:pt x="66" y="575"/>
                </a:cubicBezTo>
                <a:cubicBezTo>
                  <a:pt x="53" y="570"/>
                  <a:pt x="41" y="562"/>
                  <a:pt x="31" y="551"/>
                </a:cubicBezTo>
                <a:cubicBezTo>
                  <a:pt x="21" y="541"/>
                  <a:pt x="14" y="530"/>
                  <a:pt x="8" y="517"/>
                </a:cubicBezTo>
                <a:cubicBezTo>
                  <a:pt x="3" y="504"/>
                  <a:pt x="0" y="490"/>
                  <a:pt x="0" y="47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618840" y="2628720"/>
            <a:ext cx="714960" cy="209880"/>
          </a:xfrm>
          <a:custGeom>
            <a:avLst/>
            <a:gdLst/>
            <a:ahLst/>
            <a:rect l="0" t="0" r="r" b="b"/>
            <a:pathLst>
              <a:path w="1986" h="583">
                <a:moveTo>
                  <a:pt x="0" y="476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80" y="0"/>
                </a:lnTo>
                <a:cubicBezTo>
                  <a:pt x="1894" y="0"/>
                  <a:pt x="1907" y="3"/>
                  <a:pt x="1920" y="8"/>
                </a:cubicBezTo>
                <a:cubicBezTo>
                  <a:pt x="1933" y="13"/>
                  <a:pt x="1945" y="21"/>
                  <a:pt x="1955" y="31"/>
                </a:cubicBezTo>
                <a:cubicBezTo>
                  <a:pt x="1965" y="41"/>
                  <a:pt x="1972" y="52"/>
                  <a:pt x="1978" y="65"/>
                </a:cubicBezTo>
                <a:cubicBezTo>
                  <a:pt x="1983" y="78"/>
                  <a:pt x="1986" y="92"/>
                  <a:pt x="1986" y="106"/>
                </a:cubicBezTo>
                <a:lnTo>
                  <a:pt x="1986" y="476"/>
                </a:lnTo>
                <a:cubicBezTo>
                  <a:pt x="1986" y="490"/>
                  <a:pt x="1983" y="504"/>
                  <a:pt x="1978" y="517"/>
                </a:cubicBezTo>
                <a:cubicBezTo>
                  <a:pt x="1972" y="530"/>
                  <a:pt x="1965" y="541"/>
                  <a:pt x="1955" y="551"/>
                </a:cubicBezTo>
                <a:cubicBezTo>
                  <a:pt x="1945" y="562"/>
                  <a:pt x="1933" y="570"/>
                  <a:pt x="1920" y="575"/>
                </a:cubicBezTo>
                <a:cubicBezTo>
                  <a:pt x="1907" y="580"/>
                  <a:pt x="1894" y="583"/>
                  <a:pt x="1880" y="583"/>
                </a:cubicBezTo>
                <a:lnTo>
                  <a:pt x="106" y="583"/>
                </a:lnTo>
                <a:cubicBezTo>
                  <a:pt x="92" y="583"/>
                  <a:pt x="79" y="580"/>
                  <a:pt x="66" y="575"/>
                </a:cubicBezTo>
                <a:cubicBezTo>
                  <a:pt x="53" y="570"/>
                  <a:pt x="41" y="562"/>
                  <a:pt x="31" y="551"/>
                </a:cubicBezTo>
                <a:cubicBezTo>
                  <a:pt x="21" y="541"/>
                  <a:pt x="14" y="530"/>
                  <a:pt x="8" y="517"/>
                </a:cubicBezTo>
                <a:cubicBezTo>
                  <a:pt x="3" y="504"/>
                  <a:pt x="0" y="490"/>
                  <a:pt x="0" y="476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609480" y="2244600"/>
            <a:ext cx="2114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1400040" y="2628720"/>
            <a:ext cx="714600" cy="209880"/>
          </a:xfrm>
          <a:custGeom>
            <a:avLst/>
            <a:gdLst/>
            <a:ahLst/>
            <a:rect l="0" t="0" r="r" b="b"/>
            <a:pathLst>
              <a:path w="1985" h="583">
                <a:moveTo>
                  <a:pt x="0" y="476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79" y="0"/>
                </a:lnTo>
                <a:cubicBezTo>
                  <a:pt x="1893" y="0"/>
                  <a:pt x="1907" y="3"/>
                  <a:pt x="1920" y="8"/>
                </a:cubicBezTo>
                <a:cubicBezTo>
                  <a:pt x="1933" y="13"/>
                  <a:pt x="1944" y="21"/>
                  <a:pt x="1954" y="31"/>
                </a:cubicBezTo>
                <a:cubicBezTo>
                  <a:pt x="1964" y="41"/>
                  <a:pt x="1972" y="52"/>
                  <a:pt x="1977" y="65"/>
                </a:cubicBezTo>
                <a:cubicBezTo>
                  <a:pt x="1983" y="78"/>
                  <a:pt x="1985" y="92"/>
                  <a:pt x="1985" y="106"/>
                </a:cubicBezTo>
                <a:lnTo>
                  <a:pt x="1985" y="476"/>
                </a:lnTo>
                <a:cubicBezTo>
                  <a:pt x="1985" y="490"/>
                  <a:pt x="1983" y="504"/>
                  <a:pt x="1977" y="517"/>
                </a:cubicBezTo>
                <a:cubicBezTo>
                  <a:pt x="1972" y="530"/>
                  <a:pt x="1964" y="541"/>
                  <a:pt x="1954" y="551"/>
                </a:cubicBezTo>
                <a:cubicBezTo>
                  <a:pt x="1944" y="562"/>
                  <a:pt x="1933" y="570"/>
                  <a:pt x="1920" y="575"/>
                </a:cubicBezTo>
                <a:cubicBezTo>
                  <a:pt x="1907" y="580"/>
                  <a:pt x="1893" y="583"/>
                  <a:pt x="1879" y="583"/>
                </a:cubicBezTo>
                <a:lnTo>
                  <a:pt x="106" y="583"/>
                </a:lnTo>
                <a:cubicBezTo>
                  <a:pt x="92" y="583"/>
                  <a:pt x="78" y="580"/>
                  <a:pt x="65" y="575"/>
                </a:cubicBezTo>
                <a:cubicBezTo>
                  <a:pt x="52" y="570"/>
                  <a:pt x="41" y="562"/>
                  <a:pt x="31" y="551"/>
                </a:cubicBezTo>
                <a:cubicBezTo>
                  <a:pt x="21" y="541"/>
                  <a:pt x="13" y="530"/>
                  <a:pt x="8" y="517"/>
                </a:cubicBezTo>
                <a:cubicBezTo>
                  <a:pt x="3" y="504"/>
                  <a:pt x="0" y="490"/>
                  <a:pt x="0" y="47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/>
          <p:nvPr/>
        </p:nvSpPr>
        <p:spPr>
          <a:xfrm>
            <a:off x="1400040" y="2628720"/>
            <a:ext cx="714600" cy="209880"/>
          </a:xfrm>
          <a:custGeom>
            <a:avLst/>
            <a:gdLst/>
            <a:ahLst/>
            <a:rect l="0" t="0" r="r" b="b"/>
            <a:pathLst>
              <a:path w="1985" h="583">
                <a:moveTo>
                  <a:pt x="0" y="476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79" y="0"/>
                </a:lnTo>
                <a:cubicBezTo>
                  <a:pt x="1893" y="0"/>
                  <a:pt x="1907" y="3"/>
                  <a:pt x="1920" y="8"/>
                </a:cubicBezTo>
                <a:cubicBezTo>
                  <a:pt x="1933" y="13"/>
                  <a:pt x="1944" y="21"/>
                  <a:pt x="1954" y="31"/>
                </a:cubicBezTo>
                <a:cubicBezTo>
                  <a:pt x="1964" y="41"/>
                  <a:pt x="1972" y="52"/>
                  <a:pt x="1977" y="65"/>
                </a:cubicBezTo>
                <a:cubicBezTo>
                  <a:pt x="1983" y="78"/>
                  <a:pt x="1985" y="92"/>
                  <a:pt x="1985" y="106"/>
                </a:cubicBezTo>
                <a:lnTo>
                  <a:pt x="1985" y="476"/>
                </a:lnTo>
                <a:cubicBezTo>
                  <a:pt x="1985" y="490"/>
                  <a:pt x="1983" y="504"/>
                  <a:pt x="1977" y="517"/>
                </a:cubicBezTo>
                <a:cubicBezTo>
                  <a:pt x="1972" y="530"/>
                  <a:pt x="1964" y="541"/>
                  <a:pt x="1954" y="551"/>
                </a:cubicBezTo>
                <a:cubicBezTo>
                  <a:pt x="1944" y="562"/>
                  <a:pt x="1933" y="570"/>
                  <a:pt x="1920" y="575"/>
                </a:cubicBezTo>
                <a:cubicBezTo>
                  <a:pt x="1907" y="580"/>
                  <a:pt x="1893" y="583"/>
                  <a:pt x="1879" y="583"/>
                </a:cubicBezTo>
                <a:lnTo>
                  <a:pt x="106" y="583"/>
                </a:lnTo>
                <a:cubicBezTo>
                  <a:pt x="92" y="583"/>
                  <a:pt x="78" y="580"/>
                  <a:pt x="65" y="575"/>
                </a:cubicBezTo>
                <a:cubicBezTo>
                  <a:pt x="52" y="570"/>
                  <a:pt x="41" y="562"/>
                  <a:pt x="31" y="551"/>
                </a:cubicBezTo>
                <a:cubicBezTo>
                  <a:pt x="21" y="541"/>
                  <a:pt x="13" y="530"/>
                  <a:pt x="8" y="517"/>
                </a:cubicBezTo>
                <a:cubicBezTo>
                  <a:pt x="3" y="504"/>
                  <a:pt x="0" y="490"/>
                  <a:pt x="0" y="476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901080" y="2684160"/>
            <a:ext cx="151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0e9e7e"/>
                </a:solidFill>
                <a:latin typeface="Arial"/>
                <a:ea typeface="Arial"/>
              </a:rPr>
              <a:t>OC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2180880" y="2628720"/>
            <a:ext cx="714960" cy="209880"/>
          </a:xfrm>
          <a:custGeom>
            <a:avLst/>
            <a:gdLst/>
            <a:ahLst/>
            <a:rect l="0" t="0" r="r" b="b"/>
            <a:pathLst>
              <a:path w="1986" h="583">
                <a:moveTo>
                  <a:pt x="0" y="476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80" y="0"/>
                </a:lnTo>
                <a:cubicBezTo>
                  <a:pt x="1894" y="0"/>
                  <a:pt x="1908" y="3"/>
                  <a:pt x="1920" y="8"/>
                </a:cubicBezTo>
                <a:cubicBezTo>
                  <a:pt x="1933" y="13"/>
                  <a:pt x="1945" y="21"/>
                  <a:pt x="1955" y="31"/>
                </a:cubicBezTo>
                <a:cubicBezTo>
                  <a:pt x="1965" y="41"/>
                  <a:pt x="1972" y="52"/>
                  <a:pt x="1978" y="65"/>
                </a:cubicBezTo>
                <a:cubicBezTo>
                  <a:pt x="1983" y="78"/>
                  <a:pt x="1986" y="92"/>
                  <a:pt x="1986" y="106"/>
                </a:cubicBezTo>
                <a:lnTo>
                  <a:pt x="1986" y="476"/>
                </a:lnTo>
                <a:cubicBezTo>
                  <a:pt x="1986" y="490"/>
                  <a:pt x="1983" y="504"/>
                  <a:pt x="1978" y="517"/>
                </a:cubicBezTo>
                <a:cubicBezTo>
                  <a:pt x="1972" y="530"/>
                  <a:pt x="1965" y="541"/>
                  <a:pt x="1955" y="551"/>
                </a:cubicBezTo>
                <a:cubicBezTo>
                  <a:pt x="1945" y="562"/>
                  <a:pt x="1933" y="570"/>
                  <a:pt x="1920" y="575"/>
                </a:cubicBezTo>
                <a:cubicBezTo>
                  <a:pt x="1908" y="580"/>
                  <a:pt x="1894" y="583"/>
                  <a:pt x="1880" y="583"/>
                </a:cubicBezTo>
                <a:lnTo>
                  <a:pt x="106" y="583"/>
                </a:lnTo>
                <a:cubicBezTo>
                  <a:pt x="92" y="583"/>
                  <a:pt x="79" y="580"/>
                  <a:pt x="66" y="575"/>
                </a:cubicBezTo>
                <a:cubicBezTo>
                  <a:pt x="53" y="570"/>
                  <a:pt x="41" y="562"/>
                  <a:pt x="31" y="551"/>
                </a:cubicBezTo>
                <a:cubicBezTo>
                  <a:pt x="22" y="541"/>
                  <a:pt x="14" y="530"/>
                  <a:pt x="9" y="517"/>
                </a:cubicBezTo>
                <a:cubicBezTo>
                  <a:pt x="3" y="504"/>
                  <a:pt x="0" y="490"/>
                  <a:pt x="0" y="47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2180880" y="2628720"/>
            <a:ext cx="714960" cy="209880"/>
          </a:xfrm>
          <a:custGeom>
            <a:avLst/>
            <a:gdLst/>
            <a:ahLst/>
            <a:rect l="0" t="0" r="r" b="b"/>
            <a:pathLst>
              <a:path w="1986" h="583">
                <a:moveTo>
                  <a:pt x="0" y="476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80" y="0"/>
                </a:lnTo>
                <a:cubicBezTo>
                  <a:pt x="1894" y="0"/>
                  <a:pt x="1908" y="3"/>
                  <a:pt x="1920" y="8"/>
                </a:cubicBezTo>
                <a:cubicBezTo>
                  <a:pt x="1933" y="13"/>
                  <a:pt x="1945" y="21"/>
                  <a:pt x="1955" y="31"/>
                </a:cubicBezTo>
                <a:cubicBezTo>
                  <a:pt x="1965" y="41"/>
                  <a:pt x="1972" y="52"/>
                  <a:pt x="1978" y="65"/>
                </a:cubicBezTo>
                <a:cubicBezTo>
                  <a:pt x="1983" y="78"/>
                  <a:pt x="1986" y="92"/>
                  <a:pt x="1986" y="106"/>
                </a:cubicBezTo>
                <a:lnTo>
                  <a:pt x="1986" y="476"/>
                </a:lnTo>
                <a:cubicBezTo>
                  <a:pt x="1986" y="490"/>
                  <a:pt x="1983" y="504"/>
                  <a:pt x="1978" y="517"/>
                </a:cubicBezTo>
                <a:cubicBezTo>
                  <a:pt x="1972" y="530"/>
                  <a:pt x="1965" y="541"/>
                  <a:pt x="1955" y="551"/>
                </a:cubicBezTo>
                <a:cubicBezTo>
                  <a:pt x="1945" y="562"/>
                  <a:pt x="1933" y="570"/>
                  <a:pt x="1920" y="575"/>
                </a:cubicBezTo>
                <a:cubicBezTo>
                  <a:pt x="1908" y="580"/>
                  <a:pt x="1894" y="583"/>
                  <a:pt x="1880" y="583"/>
                </a:cubicBezTo>
                <a:lnTo>
                  <a:pt x="106" y="583"/>
                </a:lnTo>
                <a:cubicBezTo>
                  <a:pt x="92" y="583"/>
                  <a:pt x="79" y="580"/>
                  <a:pt x="66" y="575"/>
                </a:cubicBezTo>
                <a:cubicBezTo>
                  <a:pt x="53" y="570"/>
                  <a:pt x="41" y="562"/>
                  <a:pt x="31" y="551"/>
                </a:cubicBezTo>
                <a:cubicBezTo>
                  <a:pt x="22" y="541"/>
                  <a:pt x="14" y="530"/>
                  <a:pt x="9" y="517"/>
                </a:cubicBezTo>
                <a:cubicBezTo>
                  <a:pt x="3" y="504"/>
                  <a:pt x="0" y="490"/>
                  <a:pt x="0" y="476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1677600" y="2684160"/>
            <a:ext cx="1728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0e9e7e"/>
                </a:solidFill>
                <a:latin typeface="Arial"/>
                <a:ea typeface="Arial"/>
              </a:rPr>
              <a:t>SIS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988560" y="2847960"/>
            <a:ext cx="770400" cy="167760"/>
          </a:xfrm>
          <a:custGeom>
            <a:avLst/>
            <a:gdLst/>
            <a:ahLst/>
            <a:rect l="0" t="0" r="r" b="b"/>
            <a:pathLst>
              <a:path fill="none" w="2140" h="466">
                <a:moveTo>
                  <a:pt x="0" y="0"/>
                </a:moveTo>
                <a:lnTo>
                  <a:pt x="0" y="169"/>
                </a:lnTo>
                <a:lnTo>
                  <a:pt x="2140" y="169"/>
                </a:lnTo>
                <a:lnTo>
                  <a:pt x="2140" y="466"/>
                </a:lnTo>
              </a:path>
            </a:pathLst>
          </a:custGeom>
          <a:ln w="1908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1758600" y="2847960"/>
            <a:ext cx="0" cy="167400"/>
          </a:xfrm>
          <a:prstGeom prst="line">
            <a:avLst/>
          </a:prstGeom>
          <a:ln w="190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1758600" y="2847960"/>
            <a:ext cx="770040" cy="167760"/>
          </a:xfrm>
          <a:custGeom>
            <a:avLst/>
            <a:gdLst/>
            <a:ahLst/>
            <a:rect l="0" t="0" r="r" b="b"/>
            <a:pathLst>
              <a:path fill="none" w="2139" h="466">
                <a:moveTo>
                  <a:pt x="2139" y="0"/>
                </a:moveTo>
                <a:lnTo>
                  <a:pt x="2139" y="169"/>
                </a:lnTo>
                <a:lnTo>
                  <a:pt x="0" y="169"/>
                </a:lnTo>
                <a:lnTo>
                  <a:pt x="0" y="466"/>
                </a:lnTo>
              </a:path>
            </a:pathLst>
          </a:custGeom>
          <a:ln w="1908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2435040" y="2684160"/>
            <a:ext cx="2246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0e9e7e"/>
                </a:solidFill>
                <a:latin typeface="Arial"/>
                <a:ea typeface="Arial"/>
              </a:rPr>
              <a:t>LMS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3200040" y="1809720"/>
            <a:ext cx="2601000" cy="1562400"/>
          </a:xfrm>
          <a:custGeom>
            <a:avLst/>
            <a:gdLst/>
            <a:ahLst/>
            <a:rect l="0" t="0" r="r" b="b"/>
            <a:pathLst>
              <a:path w="7225" h="4340">
                <a:moveTo>
                  <a:pt x="0" y="407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4075"/>
                </a:lnTo>
                <a:cubicBezTo>
                  <a:pt x="7225" y="4093"/>
                  <a:pt x="7223" y="4110"/>
                  <a:pt x="7220" y="4127"/>
                </a:cubicBezTo>
                <a:cubicBezTo>
                  <a:pt x="7216" y="4144"/>
                  <a:pt x="7211" y="4160"/>
                  <a:pt x="7204" y="4176"/>
                </a:cubicBezTo>
                <a:cubicBezTo>
                  <a:pt x="7198" y="4192"/>
                  <a:pt x="7190" y="4208"/>
                  <a:pt x="7180" y="4222"/>
                </a:cubicBezTo>
                <a:cubicBezTo>
                  <a:pt x="7170" y="4237"/>
                  <a:pt x="7159" y="4250"/>
                  <a:pt x="7147" y="4262"/>
                </a:cubicBezTo>
                <a:cubicBezTo>
                  <a:pt x="7135" y="4275"/>
                  <a:pt x="7121" y="4286"/>
                  <a:pt x="7107" y="4295"/>
                </a:cubicBezTo>
                <a:cubicBezTo>
                  <a:pt x="7093" y="4305"/>
                  <a:pt x="7077" y="4313"/>
                  <a:pt x="7061" y="4320"/>
                </a:cubicBezTo>
                <a:cubicBezTo>
                  <a:pt x="7045" y="4326"/>
                  <a:pt x="7029" y="4331"/>
                  <a:pt x="7012" y="4335"/>
                </a:cubicBezTo>
                <a:cubicBezTo>
                  <a:pt x="6995" y="4338"/>
                  <a:pt x="6977" y="4340"/>
                  <a:pt x="6960" y="4340"/>
                </a:cubicBezTo>
                <a:lnTo>
                  <a:pt x="265" y="4340"/>
                </a:lnTo>
                <a:cubicBezTo>
                  <a:pt x="248" y="4340"/>
                  <a:pt x="231" y="4338"/>
                  <a:pt x="213" y="4335"/>
                </a:cubicBezTo>
                <a:cubicBezTo>
                  <a:pt x="196" y="4331"/>
                  <a:pt x="180" y="4326"/>
                  <a:pt x="164" y="4320"/>
                </a:cubicBezTo>
                <a:cubicBezTo>
                  <a:pt x="148" y="4313"/>
                  <a:pt x="133" y="4305"/>
                  <a:pt x="118" y="4295"/>
                </a:cubicBezTo>
                <a:cubicBezTo>
                  <a:pt x="104" y="4286"/>
                  <a:pt x="90" y="4275"/>
                  <a:pt x="78" y="4262"/>
                </a:cubicBezTo>
                <a:cubicBezTo>
                  <a:pt x="66" y="4250"/>
                  <a:pt x="55" y="4237"/>
                  <a:pt x="45" y="4222"/>
                </a:cubicBezTo>
                <a:cubicBezTo>
                  <a:pt x="35" y="4208"/>
                  <a:pt x="27" y="4192"/>
                  <a:pt x="21" y="4176"/>
                </a:cubicBezTo>
                <a:cubicBezTo>
                  <a:pt x="14" y="4160"/>
                  <a:pt x="9" y="4144"/>
                  <a:pt x="6" y="4127"/>
                </a:cubicBezTo>
                <a:cubicBezTo>
                  <a:pt x="2" y="4110"/>
                  <a:pt x="0" y="4093"/>
                  <a:pt x="0" y="407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1292040" y="3056760"/>
            <a:ext cx="1111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dezelfde betekenis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3349800" y="196128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3349800" y="2244600"/>
            <a:ext cx="2106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leest de 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3352680" y="2714400"/>
            <a:ext cx="2295720" cy="10080"/>
          </a:xfrm>
          <a:custGeom>
            <a:avLst/>
            <a:gdLst/>
            <a:ahLst/>
            <a:rect l="0" t="0" r="r" b="b"/>
            <a:pathLst>
              <a:path w="6377" h="28">
                <a:moveTo>
                  <a:pt x="0" y="0"/>
                </a:moveTo>
                <a:lnTo>
                  <a:pt x="6377" y="0"/>
                </a:lnTo>
                <a:lnTo>
                  <a:pt x="63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3952800" y="2833920"/>
            <a:ext cx="244080" cy="317520"/>
          </a:xfrm>
          <a:custGeom>
            <a:avLst/>
            <a:gdLst/>
            <a:ahLst/>
            <a:rect l="0" t="0" r="r" b="b"/>
            <a:pathLst>
              <a:path w="678" h="882">
                <a:moveTo>
                  <a:pt x="50" y="0"/>
                </a:moveTo>
                <a:lnTo>
                  <a:pt x="627" y="0"/>
                </a:lnTo>
                <a:cubicBezTo>
                  <a:pt x="634" y="0"/>
                  <a:pt x="640" y="2"/>
                  <a:pt x="647" y="4"/>
                </a:cubicBezTo>
                <a:cubicBezTo>
                  <a:pt x="653" y="7"/>
                  <a:pt x="658" y="11"/>
                  <a:pt x="663" y="15"/>
                </a:cubicBezTo>
                <a:cubicBezTo>
                  <a:pt x="668" y="20"/>
                  <a:pt x="671" y="26"/>
                  <a:pt x="674" y="32"/>
                </a:cubicBezTo>
                <a:cubicBezTo>
                  <a:pt x="677" y="38"/>
                  <a:pt x="678" y="44"/>
                  <a:pt x="678" y="51"/>
                </a:cubicBezTo>
                <a:lnTo>
                  <a:pt x="678" y="831"/>
                </a:lnTo>
                <a:cubicBezTo>
                  <a:pt x="678" y="838"/>
                  <a:pt x="677" y="844"/>
                  <a:pt x="674" y="850"/>
                </a:cubicBezTo>
                <a:cubicBezTo>
                  <a:pt x="671" y="857"/>
                  <a:pt x="668" y="862"/>
                  <a:pt x="663" y="867"/>
                </a:cubicBezTo>
                <a:cubicBezTo>
                  <a:pt x="658" y="872"/>
                  <a:pt x="653" y="875"/>
                  <a:pt x="647" y="878"/>
                </a:cubicBezTo>
                <a:cubicBezTo>
                  <a:pt x="640" y="880"/>
                  <a:pt x="634" y="882"/>
                  <a:pt x="627" y="882"/>
                </a:cubicBezTo>
                <a:lnTo>
                  <a:pt x="50" y="882"/>
                </a:lnTo>
                <a:cubicBezTo>
                  <a:pt x="44" y="882"/>
                  <a:pt x="37" y="880"/>
                  <a:pt x="31" y="878"/>
                </a:cubicBezTo>
                <a:cubicBezTo>
                  <a:pt x="25" y="875"/>
                  <a:pt x="19" y="872"/>
                  <a:pt x="15" y="867"/>
                </a:cubicBezTo>
                <a:cubicBezTo>
                  <a:pt x="10" y="862"/>
                  <a:pt x="6" y="857"/>
                  <a:pt x="4" y="850"/>
                </a:cubicBezTo>
                <a:cubicBezTo>
                  <a:pt x="1" y="844"/>
                  <a:pt x="0" y="838"/>
                  <a:pt x="0" y="831"/>
                </a:cubicBezTo>
                <a:lnTo>
                  <a:pt x="0" y="51"/>
                </a:lnTo>
                <a:cubicBezTo>
                  <a:pt x="0" y="44"/>
                  <a:pt x="1" y="38"/>
                  <a:pt x="4" y="32"/>
                </a:cubicBezTo>
                <a:cubicBezTo>
                  <a:pt x="6" y="26"/>
                  <a:pt x="10" y="20"/>
                  <a:pt x="15" y="15"/>
                </a:cubicBezTo>
                <a:cubicBezTo>
                  <a:pt x="19" y="11"/>
                  <a:pt x="25" y="7"/>
                  <a:pt x="31" y="4"/>
                </a:cubicBezTo>
                <a:cubicBezTo>
                  <a:pt x="37" y="2"/>
                  <a:pt x="44" y="0"/>
                  <a:pt x="5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3952800" y="2833920"/>
            <a:ext cx="244080" cy="317520"/>
          </a:xfrm>
          <a:custGeom>
            <a:avLst/>
            <a:gdLst/>
            <a:ahLst/>
            <a:rect l="0" t="0" r="r" b="b"/>
            <a:pathLst>
              <a:path w="678" h="882">
                <a:moveTo>
                  <a:pt x="50" y="0"/>
                </a:moveTo>
                <a:lnTo>
                  <a:pt x="627" y="0"/>
                </a:lnTo>
                <a:cubicBezTo>
                  <a:pt x="634" y="0"/>
                  <a:pt x="640" y="2"/>
                  <a:pt x="647" y="4"/>
                </a:cubicBezTo>
                <a:cubicBezTo>
                  <a:pt x="653" y="7"/>
                  <a:pt x="658" y="11"/>
                  <a:pt x="663" y="15"/>
                </a:cubicBezTo>
                <a:cubicBezTo>
                  <a:pt x="668" y="20"/>
                  <a:pt x="671" y="26"/>
                  <a:pt x="674" y="32"/>
                </a:cubicBezTo>
                <a:cubicBezTo>
                  <a:pt x="677" y="38"/>
                  <a:pt x="678" y="44"/>
                  <a:pt x="678" y="51"/>
                </a:cubicBezTo>
                <a:lnTo>
                  <a:pt x="678" y="831"/>
                </a:lnTo>
                <a:cubicBezTo>
                  <a:pt x="678" y="838"/>
                  <a:pt x="677" y="844"/>
                  <a:pt x="674" y="850"/>
                </a:cubicBezTo>
                <a:cubicBezTo>
                  <a:pt x="671" y="857"/>
                  <a:pt x="668" y="862"/>
                  <a:pt x="663" y="867"/>
                </a:cubicBezTo>
                <a:cubicBezTo>
                  <a:pt x="658" y="872"/>
                  <a:pt x="653" y="875"/>
                  <a:pt x="647" y="878"/>
                </a:cubicBezTo>
                <a:cubicBezTo>
                  <a:pt x="640" y="880"/>
                  <a:pt x="634" y="882"/>
                  <a:pt x="627" y="882"/>
                </a:cubicBezTo>
                <a:lnTo>
                  <a:pt x="50" y="882"/>
                </a:lnTo>
                <a:cubicBezTo>
                  <a:pt x="44" y="882"/>
                  <a:pt x="37" y="880"/>
                  <a:pt x="31" y="878"/>
                </a:cubicBezTo>
                <a:cubicBezTo>
                  <a:pt x="25" y="875"/>
                  <a:pt x="19" y="872"/>
                  <a:pt x="15" y="867"/>
                </a:cubicBezTo>
                <a:cubicBezTo>
                  <a:pt x="10" y="862"/>
                  <a:pt x="6" y="857"/>
                  <a:pt x="4" y="850"/>
                </a:cubicBezTo>
                <a:cubicBezTo>
                  <a:pt x="1" y="844"/>
                  <a:pt x="0" y="838"/>
                  <a:pt x="0" y="831"/>
                </a:cubicBezTo>
                <a:lnTo>
                  <a:pt x="0" y="51"/>
                </a:lnTo>
                <a:cubicBezTo>
                  <a:pt x="0" y="44"/>
                  <a:pt x="1" y="38"/>
                  <a:pt x="4" y="32"/>
                </a:cubicBezTo>
                <a:cubicBezTo>
                  <a:pt x="6" y="26"/>
                  <a:pt x="10" y="20"/>
                  <a:pt x="15" y="15"/>
                </a:cubicBezTo>
                <a:cubicBezTo>
                  <a:pt x="19" y="11"/>
                  <a:pt x="25" y="7"/>
                  <a:pt x="31" y="4"/>
                </a:cubicBezTo>
                <a:cubicBezTo>
                  <a:pt x="37" y="2"/>
                  <a:pt x="44" y="0"/>
                  <a:pt x="50" y="0"/>
                </a:cubicBezTo>
                <a:close/>
              </a:path>
            </a:pathLst>
          </a:custGeom>
          <a:noFill/>
          <a:ln w="11880">
            <a:solidFill>
              <a:srgbClr val="5b6670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3989160" y="2882880"/>
            <a:ext cx="171000" cy="24840"/>
          </a:xfrm>
          <a:custGeom>
            <a:avLst/>
            <a:gdLst/>
            <a:ahLst/>
            <a:rect l="0" t="0" r="r" b="b"/>
            <a:pathLst>
              <a:path w="475" h="69">
                <a:moveTo>
                  <a:pt x="34" y="0"/>
                </a:moveTo>
                <a:lnTo>
                  <a:pt x="441" y="0"/>
                </a:lnTo>
                <a:cubicBezTo>
                  <a:pt x="451" y="0"/>
                  <a:pt x="459" y="3"/>
                  <a:pt x="465" y="10"/>
                </a:cubicBezTo>
                <a:cubicBezTo>
                  <a:pt x="472" y="16"/>
                  <a:pt x="475" y="24"/>
                  <a:pt x="475" y="34"/>
                </a:cubicBezTo>
                <a:cubicBezTo>
                  <a:pt x="475" y="43"/>
                  <a:pt x="472" y="51"/>
                  <a:pt x="465" y="58"/>
                </a:cubicBezTo>
                <a:cubicBezTo>
                  <a:pt x="459" y="64"/>
                  <a:pt x="451" y="69"/>
                  <a:pt x="441" y="69"/>
                </a:cubicBezTo>
                <a:lnTo>
                  <a:pt x="34" y="69"/>
                </a:lnTo>
                <a:cubicBezTo>
                  <a:pt x="25" y="69"/>
                  <a:pt x="17" y="64"/>
                  <a:pt x="10" y="58"/>
                </a:cubicBezTo>
                <a:cubicBezTo>
                  <a:pt x="4" y="51"/>
                  <a:pt x="0" y="43"/>
                  <a:pt x="0" y="34"/>
                </a:cubicBezTo>
                <a:cubicBezTo>
                  <a:pt x="0" y="24"/>
                  <a:pt x="4" y="16"/>
                  <a:pt x="10" y="10"/>
                </a:cubicBezTo>
                <a:cubicBezTo>
                  <a:pt x="17" y="3"/>
                  <a:pt x="25" y="0"/>
                  <a:pt x="34" y="0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3989160" y="2968200"/>
            <a:ext cx="170640" cy="0"/>
          </a:xfrm>
          <a:prstGeom prst="line">
            <a:avLst/>
          </a:prstGeom>
          <a:ln w="1188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-5760" bIns="-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3989160" y="3016800"/>
            <a:ext cx="170640" cy="0"/>
          </a:xfrm>
          <a:prstGeom prst="line">
            <a:avLst/>
          </a:prstGeom>
          <a:ln w="1188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-5760" bIns="-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3989160" y="3065760"/>
            <a:ext cx="122040" cy="0"/>
          </a:xfrm>
          <a:prstGeom prst="line">
            <a:avLst/>
          </a:prstGeom>
          <a:ln w="1188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-5760" bIns="-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3349800" y="2435040"/>
            <a:ext cx="1239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zonder te gokken.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4298760" y="2906640"/>
            <a:ext cx="275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e86c1"/>
                </a:solidFill>
                <a:latin typeface="DejaVuSansMono"/>
                <a:ea typeface="DejaVuSansMono"/>
              </a:rPr>
              <a:t>{ }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4958640" y="2854440"/>
            <a:ext cx="0" cy="51480"/>
          </a:xfrm>
          <a:prstGeom prst="line">
            <a:avLst/>
          </a:prstGeom>
          <a:ln w="1260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4939200" y="2835360"/>
            <a:ext cx="38880" cy="38880"/>
          </a:xfrm>
          <a:custGeom>
            <a:avLst/>
            <a:gdLst/>
            <a:ahLst/>
            <a:rect l="0" t="0" r="r" b="b"/>
            <a:pathLst>
              <a:path w="108" h="108">
                <a:moveTo>
                  <a:pt x="108" y="53"/>
                </a:moveTo>
                <a:cubicBezTo>
                  <a:pt x="108" y="60"/>
                  <a:pt x="107" y="67"/>
                  <a:pt x="104" y="74"/>
                </a:cubicBezTo>
                <a:cubicBezTo>
                  <a:pt x="101" y="80"/>
                  <a:pt x="98" y="86"/>
                  <a:pt x="93" y="91"/>
                </a:cubicBezTo>
                <a:cubicBezTo>
                  <a:pt x="87" y="97"/>
                  <a:pt x="82" y="101"/>
                  <a:pt x="75" y="104"/>
                </a:cubicBezTo>
                <a:cubicBezTo>
                  <a:pt x="69" y="107"/>
                  <a:pt x="62" y="108"/>
                  <a:pt x="55" y="108"/>
                </a:cubicBezTo>
                <a:cubicBezTo>
                  <a:pt x="47" y="108"/>
                  <a:pt x="41" y="107"/>
                  <a:pt x="34" y="104"/>
                </a:cubicBezTo>
                <a:cubicBezTo>
                  <a:pt x="26" y="101"/>
                  <a:pt x="21" y="97"/>
                  <a:pt x="16" y="91"/>
                </a:cubicBezTo>
                <a:cubicBezTo>
                  <a:pt x="11" y="86"/>
                  <a:pt x="7" y="80"/>
                  <a:pt x="4" y="74"/>
                </a:cubicBezTo>
                <a:cubicBezTo>
                  <a:pt x="1" y="67"/>
                  <a:pt x="0" y="60"/>
                  <a:pt x="0" y="53"/>
                </a:cubicBez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4" y="4"/>
                </a:cubicBezTo>
                <a:cubicBezTo>
                  <a:pt x="41" y="1"/>
                  <a:pt x="47" y="0"/>
                  <a:pt x="55" y="0"/>
                </a:cubicBezTo>
                <a:cubicBezTo>
                  <a:pt x="62" y="0"/>
                  <a:pt x="69" y="1"/>
                  <a:pt x="75" y="4"/>
                </a:cubicBezTo>
                <a:cubicBezTo>
                  <a:pt x="82" y="6"/>
                  <a:pt x="87" y="10"/>
                  <a:pt x="93" y="15"/>
                </a:cubicBezTo>
                <a:cubicBezTo>
                  <a:pt x="98" y="20"/>
                  <a:pt x="101" y="26"/>
                  <a:pt x="104" y="33"/>
                </a:cubicBezTo>
                <a:cubicBezTo>
                  <a:pt x="107" y="39"/>
                  <a:pt x="108" y="46"/>
                  <a:pt x="108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4868280" y="290592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89" y="0"/>
                </a:moveTo>
                <a:lnTo>
                  <a:pt x="413" y="0"/>
                </a:lnTo>
                <a:cubicBezTo>
                  <a:pt x="425" y="0"/>
                  <a:pt x="436" y="3"/>
                  <a:pt x="447" y="7"/>
                </a:cubicBezTo>
                <a:cubicBezTo>
                  <a:pt x="458" y="12"/>
                  <a:pt x="468" y="18"/>
                  <a:pt x="476" y="27"/>
                </a:cubicBezTo>
                <a:cubicBezTo>
                  <a:pt x="484" y="35"/>
                  <a:pt x="491" y="45"/>
                  <a:pt x="495" y="56"/>
                </a:cubicBezTo>
                <a:cubicBezTo>
                  <a:pt x="500" y="67"/>
                  <a:pt x="502" y="78"/>
                  <a:pt x="502" y="90"/>
                </a:cubicBezTo>
                <a:lnTo>
                  <a:pt x="502" y="305"/>
                </a:lnTo>
                <a:cubicBezTo>
                  <a:pt x="502" y="317"/>
                  <a:pt x="500" y="328"/>
                  <a:pt x="495" y="339"/>
                </a:cubicBezTo>
                <a:cubicBezTo>
                  <a:pt x="491" y="350"/>
                  <a:pt x="484" y="360"/>
                  <a:pt x="476" y="368"/>
                </a:cubicBezTo>
                <a:cubicBezTo>
                  <a:pt x="468" y="377"/>
                  <a:pt x="458" y="384"/>
                  <a:pt x="447" y="389"/>
                </a:cubicBezTo>
                <a:cubicBezTo>
                  <a:pt x="436" y="393"/>
                  <a:pt x="425" y="395"/>
                  <a:pt x="413" y="395"/>
                </a:cubicBezTo>
                <a:lnTo>
                  <a:pt x="89" y="395"/>
                </a:lnTo>
                <a:cubicBezTo>
                  <a:pt x="78" y="395"/>
                  <a:pt x="66" y="393"/>
                  <a:pt x="55" y="389"/>
                </a:cubicBezTo>
                <a:cubicBezTo>
                  <a:pt x="44" y="384"/>
                  <a:pt x="35" y="377"/>
                  <a:pt x="26" y="368"/>
                </a:cubicBezTo>
                <a:cubicBezTo>
                  <a:pt x="18" y="360"/>
                  <a:pt x="11" y="350"/>
                  <a:pt x="7" y="339"/>
                </a:cubicBezTo>
                <a:cubicBezTo>
                  <a:pt x="2" y="328"/>
                  <a:pt x="0" y="317"/>
                  <a:pt x="0" y="305"/>
                </a:cubicBezTo>
                <a:lnTo>
                  <a:pt x="0" y="90"/>
                </a:lnTo>
                <a:cubicBezTo>
                  <a:pt x="0" y="78"/>
                  <a:pt x="2" y="67"/>
                  <a:pt x="7" y="56"/>
                </a:cubicBezTo>
                <a:cubicBezTo>
                  <a:pt x="11" y="45"/>
                  <a:pt x="18" y="35"/>
                  <a:pt x="26" y="27"/>
                </a:cubicBezTo>
                <a:cubicBezTo>
                  <a:pt x="35" y="18"/>
                  <a:pt x="44" y="12"/>
                  <a:pt x="55" y="7"/>
                </a:cubicBezTo>
                <a:cubicBezTo>
                  <a:pt x="66" y="3"/>
                  <a:pt x="78" y="0"/>
                  <a:pt x="8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4868280" y="290592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89" y="0"/>
                </a:moveTo>
                <a:lnTo>
                  <a:pt x="413" y="0"/>
                </a:lnTo>
                <a:cubicBezTo>
                  <a:pt x="425" y="0"/>
                  <a:pt x="436" y="3"/>
                  <a:pt x="447" y="7"/>
                </a:cubicBezTo>
                <a:cubicBezTo>
                  <a:pt x="458" y="12"/>
                  <a:pt x="468" y="18"/>
                  <a:pt x="476" y="27"/>
                </a:cubicBezTo>
                <a:cubicBezTo>
                  <a:pt x="484" y="35"/>
                  <a:pt x="491" y="45"/>
                  <a:pt x="495" y="56"/>
                </a:cubicBezTo>
                <a:cubicBezTo>
                  <a:pt x="500" y="67"/>
                  <a:pt x="502" y="78"/>
                  <a:pt x="502" y="90"/>
                </a:cubicBezTo>
                <a:lnTo>
                  <a:pt x="502" y="305"/>
                </a:lnTo>
                <a:cubicBezTo>
                  <a:pt x="502" y="317"/>
                  <a:pt x="500" y="328"/>
                  <a:pt x="495" y="339"/>
                </a:cubicBezTo>
                <a:cubicBezTo>
                  <a:pt x="491" y="350"/>
                  <a:pt x="484" y="360"/>
                  <a:pt x="476" y="368"/>
                </a:cubicBezTo>
                <a:cubicBezTo>
                  <a:pt x="468" y="377"/>
                  <a:pt x="458" y="384"/>
                  <a:pt x="447" y="389"/>
                </a:cubicBezTo>
                <a:cubicBezTo>
                  <a:pt x="436" y="393"/>
                  <a:pt x="425" y="395"/>
                  <a:pt x="413" y="395"/>
                </a:cubicBezTo>
                <a:lnTo>
                  <a:pt x="89" y="395"/>
                </a:lnTo>
                <a:cubicBezTo>
                  <a:pt x="78" y="395"/>
                  <a:pt x="66" y="393"/>
                  <a:pt x="55" y="389"/>
                </a:cubicBezTo>
                <a:cubicBezTo>
                  <a:pt x="44" y="384"/>
                  <a:pt x="35" y="377"/>
                  <a:pt x="26" y="368"/>
                </a:cubicBezTo>
                <a:cubicBezTo>
                  <a:pt x="18" y="360"/>
                  <a:pt x="11" y="350"/>
                  <a:pt x="7" y="339"/>
                </a:cubicBezTo>
                <a:cubicBezTo>
                  <a:pt x="2" y="328"/>
                  <a:pt x="0" y="317"/>
                  <a:pt x="0" y="305"/>
                </a:cubicBezTo>
                <a:lnTo>
                  <a:pt x="0" y="90"/>
                </a:lnTo>
                <a:cubicBezTo>
                  <a:pt x="0" y="78"/>
                  <a:pt x="2" y="67"/>
                  <a:pt x="7" y="56"/>
                </a:cubicBezTo>
                <a:cubicBezTo>
                  <a:pt x="11" y="45"/>
                  <a:pt x="18" y="35"/>
                  <a:pt x="26" y="27"/>
                </a:cubicBezTo>
                <a:cubicBezTo>
                  <a:pt x="35" y="18"/>
                  <a:pt x="44" y="12"/>
                  <a:pt x="55" y="7"/>
                </a:cubicBezTo>
                <a:cubicBezTo>
                  <a:pt x="66" y="3"/>
                  <a:pt x="78" y="0"/>
                  <a:pt x="89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4906800" y="295776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1"/>
                  <a:pt x="107" y="67"/>
                  <a:pt x="105" y="74"/>
                </a:cubicBezTo>
                <a:cubicBezTo>
                  <a:pt x="102" y="82"/>
                  <a:pt x="98" y="87"/>
                  <a:pt x="93" y="92"/>
                </a:cubicBezTo>
                <a:cubicBezTo>
                  <a:pt x="88" y="97"/>
                  <a:pt x="82" y="101"/>
                  <a:pt x="76" y="104"/>
                </a:cubicBezTo>
                <a:cubicBezTo>
                  <a:pt x="69" y="107"/>
                  <a:pt x="62" y="108"/>
                  <a:pt x="55" y="108"/>
                </a:cubicBezTo>
                <a:cubicBezTo>
                  <a:pt x="48" y="108"/>
                  <a:pt x="41" y="107"/>
                  <a:pt x="34" y="104"/>
                </a:cubicBezTo>
                <a:cubicBezTo>
                  <a:pt x="28" y="101"/>
                  <a:pt x="22" y="97"/>
                  <a:pt x="17" y="92"/>
                </a:cubicBezTo>
                <a:cubicBezTo>
                  <a:pt x="11" y="87"/>
                  <a:pt x="7" y="82"/>
                  <a:pt x="4" y="74"/>
                </a:cubicBezTo>
                <a:cubicBezTo>
                  <a:pt x="2" y="67"/>
                  <a:pt x="0" y="61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7" y="15"/>
                </a:cubicBezTo>
                <a:cubicBezTo>
                  <a:pt x="22" y="10"/>
                  <a:pt x="28" y="7"/>
                  <a:pt x="34" y="4"/>
                </a:cubicBezTo>
                <a:cubicBezTo>
                  <a:pt x="41" y="1"/>
                  <a:pt x="48" y="0"/>
                  <a:pt x="55" y="0"/>
                </a:cubicBezTo>
                <a:cubicBezTo>
                  <a:pt x="62" y="0"/>
                  <a:pt x="69" y="1"/>
                  <a:pt x="76" y="4"/>
                </a:cubicBezTo>
                <a:cubicBezTo>
                  <a:pt x="82" y="7"/>
                  <a:pt x="88" y="10"/>
                  <a:pt x="93" y="15"/>
                </a:cubicBezTo>
                <a:cubicBezTo>
                  <a:pt x="98" y="20"/>
                  <a:pt x="102" y="26"/>
                  <a:pt x="105" y="33"/>
                </a:cubicBezTo>
                <a:cubicBezTo>
                  <a:pt x="107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4971240" y="295776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1"/>
                  <a:pt x="107" y="67"/>
                  <a:pt x="105" y="74"/>
                </a:cubicBezTo>
                <a:cubicBezTo>
                  <a:pt x="102" y="82"/>
                  <a:pt x="98" y="87"/>
                  <a:pt x="93" y="92"/>
                </a:cubicBezTo>
                <a:cubicBezTo>
                  <a:pt x="88" y="97"/>
                  <a:pt x="82" y="101"/>
                  <a:pt x="76" y="104"/>
                </a:cubicBezTo>
                <a:cubicBezTo>
                  <a:pt x="69" y="107"/>
                  <a:pt x="62" y="108"/>
                  <a:pt x="55" y="108"/>
                </a:cubicBezTo>
                <a:cubicBezTo>
                  <a:pt x="47" y="108"/>
                  <a:pt x="40" y="107"/>
                  <a:pt x="34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2"/>
                  <a:pt x="4" y="74"/>
                </a:cubicBezTo>
                <a:cubicBezTo>
                  <a:pt x="2" y="67"/>
                  <a:pt x="0" y="61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4" y="4"/>
                </a:cubicBezTo>
                <a:cubicBezTo>
                  <a:pt x="40" y="1"/>
                  <a:pt x="47" y="0"/>
                  <a:pt x="55" y="0"/>
                </a:cubicBezTo>
                <a:cubicBezTo>
                  <a:pt x="62" y="0"/>
                  <a:pt x="69" y="1"/>
                  <a:pt x="76" y="4"/>
                </a:cubicBezTo>
                <a:cubicBezTo>
                  <a:pt x="82" y="7"/>
                  <a:pt x="88" y="10"/>
                  <a:pt x="93" y="15"/>
                </a:cubicBezTo>
                <a:cubicBezTo>
                  <a:pt x="98" y="20"/>
                  <a:pt x="102" y="26"/>
                  <a:pt x="105" y="33"/>
                </a:cubicBezTo>
                <a:cubicBezTo>
                  <a:pt x="107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4894200" y="307368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5" y="0"/>
                </a:moveTo>
                <a:lnTo>
                  <a:pt x="323" y="0"/>
                </a:lnTo>
                <a:cubicBezTo>
                  <a:pt x="328" y="0"/>
                  <a:pt x="332" y="1"/>
                  <a:pt x="336" y="3"/>
                </a:cubicBezTo>
                <a:cubicBezTo>
                  <a:pt x="341" y="5"/>
                  <a:pt x="345" y="7"/>
                  <a:pt x="348" y="10"/>
                </a:cubicBezTo>
                <a:cubicBezTo>
                  <a:pt x="351" y="14"/>
                  <a:pt x="354" y="18"/>
                  <a:pt x="356" y="22"/>
                </a:cubicBezTo>
                <a:cubicBezTo>
                  <a:pt x="358" y="26"/>
                  <a:pt x="359" y="31"/>
                  <a:pt x="359" y="36"/>
                </a:cubicBezTo>
                <a:lnTo>
                  <a:pt x="359" y="143"/>
                </a:lnTo>
                <a:cubicBezTo>
                  <a:pt x="359" y="149"/>
                  <a:pt x="358" y="154"/>
                  <a:pt x="356" y="158"/>
                </a:cubicBezTo>
                <a:cubicBezTo>
                  <a:pt x="354" y="162"/>
                  <a:pt x="351" y="166"/>
                  <a:pt x="348" y="170"/>
                </a:cubicBezTo>
                <a:cubicBezTo>
                  <a:pt x="345" y="173"/>
                  <a:pt x="341" y="175"/>
                  <a:pt x="336" y="177"/>
                </a:cubicBezTo>
                <a:cubicBezTo>
                  <a:pt x="332" y="179"/>
                  <a:pt x="328" y="180"/>
                  <a:pt x="323" y="180"/>
                </a:cubicBezTo>
                <a:lnTo>
                  <a:pt x="35" y="180"/>
                </a:lnTo>
                <a:cubicBezTo>
                  <a:pt x="31" y="180"/>
                  <a:pt x="26" y="179"/>
                  <a:pt x="22" y="177"/>
                </a:cubicBezTo>
                <a:cubicBezTo>
                  <a:pt x="17" y="175"/>
                  <a:pt x="13" y="173"/>
                  <a:pt x="10" y="170"/>
                </a:cubicBezTo>
                <a:cubicBezTo>
                  <a:pt x="7" y="166"/>
                  <a:pt x="4" y="162"/>
                  <a:pt x="2" y="158"/>
                </a:cubicBezTo>
                <a:cubicBezTo>
                  <a:pt x="0" y="154"/>
                  <a:pt x="0" y="149"/>
                  <a:pt x="0" y="143"/>
                </a:cubicBezTo>
                <a:lnTo>
                  <a:pt x="0" y="36"/>
                </a:lnTo>
                <a:cubicBezTo>
                  <a:pt x="0" y="31"/>
                  <a:pt x="0" y="26"/>
                  <a:pt x="2" y="22"/>
                </a:cubicBezTo>
                <a:cubicBezTo>
                  <a:pt x="4" y="18"/>
                  <a:pt x="7" y="14"/>
                  <a:pt x="10" y="10"/>
                </a:cubicBezTo>
                <a:cubicBezTo>
                  <a:pt x="13" y="7"/>
                  <a:pt x="17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4894200" y="307368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5" y="0"/>
                </a:moveTo>
                <a:lnTo>
                  <a:pt x="323" y="0"/>
                </a:lnTo>
                <a:cubicBezTo>
                  <a:pt x="328" y="0"/>
                  <a:pt x="332" y="1"/>
                  <a:pt x="336" y="3"/>
                </a:cubicBezTo>
                <a:cubicBezTo>
                  <a:pt x="341" y="5"/>
                  <a:pt x="345" y="7"/>
                  <a:pt x="348" y="10"/>
                </a:cubicBezTo>
                <a:cubicBezTo>
                  <a:pt x="351" y="14"/>
                  <a:pt x="354" y="18"/>
                  <a:pt x="356" y="22"/>
                </a:cubicBezTo>
                <a:cubicBezTo>
                  <a:pt x="358" y="26"/>
                  <a:pt x="359" y="31"/>
                  <a:pt x="359" y="36"/>
                </a:cubicBezTo>
                <a:lnTo>
                  <a:pt x="359" y="143"/>
                </a:lnTo>
                <a:cubicBezTo>
                  <a:pt x="359" y="149"/>
                  <a:pt x="358" y="154"/>
                  <a:pt x="356" y="158"/>
                </a:cubicBezTo>
                <a:cubicBezTo>
                  <a:pt x="354" y="162"/>
                  <a:pt x="351" y="166"/>
                  <a:pt x="348" y="170"/>
                </a:cubicBezTo>
                <a:cubicBezTo>
                  <a:pt x="345" y="173"/>
                  <a:pt x="341" y="175"/>
                  <a:pt x="336" y="177"/>
                </a:cubicBezTo>
                <a:cubicBezTo>
                  <a:pt x="332" y="179"/>
                  <a:pt x="328" y="180"/>
                  <a:pt x="323" y="180"/>
                </a:cubicBezTo>
                <a:lnTo>
                  <a:pt x="35" y="180"/>
                </a:lnTo>
                <a:cubicBezTo>
                  <a:pt x="31" y="180"/>
                  <a:pt x="26" y="179"/>
                  <a:pt x="22" y="177"/>
                </a:cubicBezTo>
                <a:cubicBezTo>
                  <a:pt x="17" y="175"/>
                  <a:pt x="13" y="173"/>
                  <a:pt x="10" y="170"/>
                </a:cubicBezTo>
                <a:cubicBezTo>
                  <a:pt x="7" y="166"/>
                  <a:pt x="4" y="162"/>
                  <a:pt x="2" y="158"/>
                </a:cubicBezTo>
                <a:cubicBezTo>
                  <a:pt x="0" y="154"/>
                  <a:pt x="0" y="149"/>
                  <a:pt x="0" y="143"/>
                </a:cubicBezTo>
                <a:lnTo>
                  <a:pt x="0" y="36"/>
                </a:lnTo>
                <a:cubicBezTo>
                  <a:pt x="0" y="31"/>
                  <a:pt x="0" y="26"/>
                  <a:pt x="2" y="22"/>
                </a:cubicBezTo>
                <a:cubicBezTo>
                  <a:pt x="4" y="18"/>
                  <a:pt x="7" y="14"/>
                  <a:pt x="10" y="10"/>
                </a:cubicBezTo>
                <a:cubicBezTo>
                  <a:pt x="13" y="7"/>
                  <a:pt x="17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5933880" y="1809720"/>
            <a:ext cx="2610360" cy="1562400"/>
          </a:xfrm>
          <a:custGeom>
            <a:avLst/>
            <a:gdLst/>
            <a:ahLst/>
            <a:rect l="0" t="0" r="r" b="b"/>
            <a:pathLst>
              <a:path w="7251" h="4340">
                <a:moveTo>
                  <a:pt x="0" y="4075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4075"/>
                </a:lnTo>
                <a:cubicBezTo>
                  <a:pt x="7251" y="4093"/>
                  <a:pt x="7249" y="4110"/>
                  <a:pt x="7246" y="4127"/>
                </a:cubicBezTo>
                <a:cubicBezTo>
                  <a:pt x="7242" y="4144"/>
                  <a:pt x="7237" y="4160"/>
                  <a:pt x="7230" y="4176"/>
                </a:cubicBezTo>
                <a:cubicBezTo>
                  <a:pt x="7224" y="4192"/>
                  <a:pt x="7216" y="4208"/>
                  <a:pt x="7206" y="4222"/>
                </a:cubicBezTo>
                <a:cubicBezTo>
                  <a:pt x="7196" y="4237"/>
                  <a:pt x="7185" y="4250"/>
                  <a:pt x="7173" y="4262"/>
                </a:cubicBezTo>
                <a:cubicBezTo>
                  <a:pt x="7161" y="4275"/>
                  <a:pt x="7147" y="4286"/>
                  <a:pt x="7133" y="4295"/>
                </a:cubicBezTo>
                <a:cubicBezTo>
                  <a:pt x="7119" y="4305"/>
                  <a:pt x="7103" y="4313"/>
                  <a:pt x="7087" y="4320"/>
                </a:cubicBezTo>
                <a:cubicBezTo>
                  <a:pt x="7071" y="4326"/>
                  <a:pt x="7055" y="4331"/>
                  <a:pt x="7038" y="4335"/>
                </a:cubicBezTo>
                <a:cubicBezTo>
                  <a:pt x="7021" y="4338"/>
                  <a:pt x="7003" y="4340"/>
                  <a:pt x="6986" y="4340"/>
                </a:cubicBezTo>
                <a:lnTo>
                  <a:pt x="265" y="4340"/>
                </a:lnTo>
                <a:cubicBezTo>
                  <a:pt x="247" y="4340"/>
                  <a:pt x="230" y="4338"/>
                  <a:pt x="213" y="4335"/>
                </a:cubicBezTo>
                <a:cubicBezTo>
                  <a:pt x="196" y="4331"/>
                  <a:pt x="179" y="4326"/>
                  <a:pt x="163" y="4320"/>
                </a:cubicBezTo>
                <a:cubicBezTo>
                  <a:pt x="147" y="4313"/>
                  <a:pt x="132" y="4305"/>
                  <a:pt x="118" y="4295"/>
                </a:cubicBezTo>
                <a:cubicBezTo>
                  <a:pt x="103" y="4286"/>
                  <a:pt x="90" y="4275"/>
                  <a:pt x="78" y="4262"/>
                </a:cubicBezTo>
                <a:cubicBezTo>
                  <a:pt x="65" y="4250"/>
                  <a:pt x="54" y="4237"/>
                  <a:pt x="45" y="4222"/>
                </a:cubicBezTo>
                <a:cubicBezTo>
                  <a:pt x="35" y="4208"/>
                  <a:pt x="27" y="4192"/>
                  <a:pt x="20" y="4176"/>
                </a:cubicBezTo>
                <a:cubicBezTo>
                  <a:pt x="14" y="4160"/>
                  <a:pt x="9" y="4144"/>
                  <a:pt x="5" y="4127"/>
                </a:cubicBezTo>
                <a:cubicBezTo>
                  <a:pt x="2" y="4110"/>
                  <a:pt x="0" y="4093"/>
                  <a:pt x="0" y="407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4642560" y="29160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6089760" y="196128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6089760" y="2244600"/>
            <a:ext cx="2097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6086160" y="2714400"/>
            <a:ext cx="2305440" cy="10080"/>
          </a:xfrm>
          <a:custGeom>
            <a:avLst/>
            <a:gdLst/>
            <a:ahLst/>
            <a:rect l="0" t="0" r="r" b="b"/>
            <a:pathLst>
              <a:path w="6404" h="28">
                <a:moveTo>
                  <a:pt x="0" y="0"/>
                </a:moveTo>
                <a:lnTo>
                  <a:pt x="6404" y="0"/>
                </a:lnTo>
                <a:lnTo>
                  <a:pt x="64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6352920" y="2819160"/>
            <a:ext cx="228960" cy="171720"/>
          </a:xfrm>
          <a:custGeom>
            <a:avLst/>
            <a:gdLst/>
            <a:ahLst/>
            <a:rect l="0" t="0" r="r" b="b"/>
            <a:pathLst>
              <a:path w="636" h="477">
                <a:moveTo>
                  <a:pt x="0" y="239"/>
                </a:moveTo>
                <a:cubicBezTo>
                  <a:pt x="0" y="224"/>
                  <a:pt x="2" y="208"/>
                  <a:pt x="5" y="193"/>
                </a:cubicBezTo>
                <a:cubicBezTo>
                  <a:pt x="8" y="178"/>
                  <a:pt x="12" y="163"/>
                  <a:pt x="18" y="148"/>
                </a:cubicBezTo>
                <a:cubicBezTo>
                  <a:pt x="24" y="134"/>
                  <a:pt x="32" y="120"/>
                  <a:pt x="40" y="107"/>
                </a:cubicBezTo>
                <a:cubicBezTo>
                  <a:pt x="49" y="94"/>
                  <a:pt x="59" y="82"/>
                  <a:pt x="70" y="71"/>
                </a:cubicBezTo>
                <a:cubicBezTo>
                  <a:pt x="81" y="60"/>
                  <a:pt x="93" y="50"/>
                  <a:pt x="106" y="41"/>
                </a:cubicBezTo>
                <a:cubicBezTo>
                  <a:pt x="119" y="33"/>
                  <a:pt x="133" y="25"/>
                  <a:pt x="147" y="18"/>
                </a:cubicBezTo>
                <a:cubicBezTo>
                  <a:pt x="162" y="12"/>
                  <a:pt x="177" y="8"/>
                  <a:pt x="192" y="5"/>
                </a:cubicBezTo>
                <a:cubicBezTo>
                  <a:pt x="207" y="2"/>
                  <a:pt x="223" y="0"/>
                  <a:pt x="238" y="0"/>
                </a:cubicBezTo>
                <a:lnTo>
                  <a:pt x="397" y="0"/>
                </a:lnTo>
                <a:cubicBezTo>
                  <a:pt x="413" y="0"/>
                  <a:pt x="429" y="2"/>
                  <a:pt x="445" y="5"/>
                </a:cubicBezTo>
                <a:cubicBezTo>
                  <a:pt x="460" y="8"/>
                  <a:pt x="475" y="12"/>
                  <a:pt x="489" y="18"/>
                </a:cubicBezTo>
                <a:cubicBezTo>
                  <a:pt x="504" y="25"/>
                  <a:pt x="517" y="33"/>
                  <a:pt x="530" y="41"/>
                </a:cubicBezTo>
                <a:cubicBezTo>
                  <a:pt x="543" y="50"/>
                  <a:pt x="555" y="60"/>
                  <a:pt x="566" y="71"/>
                </a:cubicBezTo>
                <a:cubicBezTo>
                  <a:pt x="578" y="82"/>
                  <a:pt x="587" y="94"/>
                  <a:pt x="596" y="107"/>
                </a:cubicBezTo>
                <a:cubicBezTo>
                  <a:pt x="605" y="120"/>
                  <a:pt x="612" y="134"/>
                  <a:pt x="618" y="148"/>
                </a:cubicBezTo>
                <a:cubicBezTo>
                  <a:pt x="624" y="163"/>
                  <a:pt x="629" y="178"/>
                  <a:pt x="632" y="193"/>
                </a:cubicBezTo>
                <a:cubicBezTo>
                  <a:pt x="635" y="208"/>
                  <a:pt x="636" y="224"/>
                  <a:pt x="636" y="239"/>
                </a:cubicBezTo>
                <a:cubicBezTo>
                  <a:pt x="636" y="255"/>
                  <a:pt x="635" y="270"/>
                  <a:pt x="632" y="286"/>
                </a:cubicBezTo>
                <a:cubicBezTo>
                  <a:pt x="629" y="301"/>
                  <a:pt x="624" y="316"/>
                  <a:pt x="618" y="330"/>
                </a:cubicBezTo>
                <a:cubicBezTo>
                  <a:pt x="612" y="345"/>
                  <a:pt x="605" y="359"/>
                  <a:pt x="596" y="372"/>
                </a:cubicBezTo>
                <a:cubicBezTo>
                  <a:pt x="587" y="385"/>
                  <a:pt x="578" y="397"/>
                  <a:pt x="566" y="408"/>
                </a:cubicBezTo>
                <a:cubicBezTo>
                  <a:pt x="555" y="419"/>
                  <a:pt x="543" y="429"/>
                  <a:pt x="530" y="437"/>
                </a:cubicBezTo>
                <a:cubicBezTo>
                  <a:pt x="517" y="446"/>
                  <a:pt x="504" y="453"/>
                  <a:pt x="489" y="459"/>
                </a:cubicBezTo>
                <a:cubicBezTo>
                  <a:pt x="475" y="465"/>
                  <a:pt x="460" y="470"/>
                  <a:pt x="445" y="473"/>
                </a:cubicBezTo>
                <a:cubicBezTo>
                  <a:pt x="429" y="476"/>
                  <a:pt x="413" y="477"/>
                  <a:pt x="397" y="477"/>
                </a:cubicBezTo>
                <a:lnTo>
                  <a:pt x="238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70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9"/>
                  <a:pt x="81" y="419"/>
                  <a:pt x="70" y="408"/>
                </a:cubicBezTo>
                <a:cubicBezTo>
                  <a:pt x="59" y="397"/>
                  <a:pt x="49" y="385"/>
                  <a:pt x="40" y="372"/>
                </a:cubicBezTo>
                <a:cubicBezTo>
                  <a:pt x="32" y="359"/>
                  <a:pt x="24" y="345"/>
                  <a:pt x="18" y="330"/>
                </a:cubicBezTo>
                <a:cubicBezTo>
                  <a:pt x="12" y="316"/>
                  <a:pt x="8" y="301"/>
                  <a:pt x="5" y="286"/>
                </a:cubicBezTo>
                <a:cubicBezTo>
                  <a:pt x="2" y="270"/>
                  <a:pt x="0" y="255"/>
                  <a:pt x="0" y="23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089760" y="2435040"/>
            <a:ext cx="1744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6421320" y="2855520"/>
            <a:ext cx="109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6767280" y="2814480"/>
            <a:ext cx="486360" cy="181440"/>
          </a:xfrm>
          <a:custGeom>
            <a:avLst/>
            <a:gdLst/>
            <a:ahLst/>
            <a:rect l="0" t="0" r="r" b="b"/>
            <a:pathLst>
              <a:path w="1351" h="504">
                <a:moveTo>
                  <a:pt x="0" y="251"/>
                </a:moveTo>
                <a:cubicBezTo>
                  <a:pt x="0" y="235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6" y="140"/>
                  <a:pt x="33" y="125"/>
                  <a:pt x="43" y="112"/>
                </a:cubicBezTo>
                <a:cubicBezTo>
                  <a:pt x="52" y="98"/>
                  <a:pt x="62" y="85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1099" y="0"/>
                </a:lnTo>
                <a:cubicBezTo>
                  <a:pt x="1116" y="0"/>
                  <a:pt x="1132" y="2"/>
                  <a:pt x="1148" y="5"/>
                </a:cubicBezTo>
                <a:cubicBezTo>
                  <a:pt x="1164" y="8"/>
                  <a:pt x="1180" y="13"/>
                  <a:pt x="1195" y="19"/>
                </a:cubicBezTo>
                <a:cubicBezTo>
                  <a:pt x="1211" y="25"/>
                  <a:pt x="1225" y="33"/>
                  <a:pt x="1239" y="42"/>
                </a:cubicBezTo>
                <a:cubicBezTo>
                  <a:pt x="1253" y="51"/>
                  <a:pt x="1265" y="62"/>
                  <a:pt x="1277" y="74"/>
                </a:cubicBezTo>
                <a:cubicBezTo>
                  <a:pt x="1289" y="85"/>
                  <a:pt x="1299" y="98"/>
                  <a:pt x="1308" y="112"/>
                </a:cubicBezTo>
                <a:cubicBezTo>
                  <a:pt x="1317" y="125"/>
                  <a:pt x="1325" y="140"/>
                  <a:pt x="1331" y="155"/>
                </a:cubicBezTo>
                <a:cubicBezTo>
                  <a:pt x="1338" y="170"/>
                  <a:pt x="1342" y="186"/>
                  <a:pt x="1346" y="202"/>
                </a:cubicBezTo>
                <a:cubicBezTo>
                  <a:pt x="1349" y="218"/>
                  <a:pt x="1351" y="235"/>
                  <a:pt x="1351" y="251"/>
                </a:cubicBezTo>
                <a:cubicBezTo>
                  <a:pt x="1351" y="268"/>
                  <a:pt x="1349" y="284"/>
                  <a:pt x="1346" y="300"/>
                </a:cubicBezTo>
                <a:cubicBezTo>
                  <a:pt x="1342" y="317"/>
                  <a:pt x="1338" y="332"/>
                  <a:pt x="1331" y="347"/>
                </a:cubicBezTo>
                <a:cubicBezTo>
                  <a:pt x="1325" y="363"/>
                  <a:pt x="1317" y="377"/>
                  <a:pt x="1308" y="391"/>
                </a:cubicBezTo>
                <a:cubicBezTo>
                  <a:pt x="1299" y="405"/>
                  <a:pt x="1289" y="417"/>
                  <a:pt x="1277" y="429"/>
                </a:cubicBezTo>
                <a:cubicBezTo>
                  <a:pt x="1265" y="441"/>
                  <a:pt x="1253" y="451"/>
                  <a:pt x="1239" y="460"/>
                </a:cubicBezTo>
                <a:cubicBezTo>
                  <a:pt x="1225" y="470"/>
                  <a:pt x="1211" y="478"/>
                  <a:pt x="1195" y="485"/>
                </a:cubicBezTo>
                <a:cubicBezTo>
                  <a:pt x="1180" y="491"/>
                  <a:pt x="1164" y="496"/>
                  <a:pt x="1148" y="499"/>
                </a:cubicBezTo>
                <a:cubicBezTo>
                  <a:pt x="1132" y="502"/>
                  <a:pt x="1116" y="504"/>
                  <a:pt x="1099" y="504"/>
                </a:cubicBezTo>
                <a:lnTo>
                  <a:pt x="251" y="504"/>
                </a:lnTo>
                <a:cubicBezTo>
                  <a:pt x="235" y="504"/>
                  <a:pt x="219" y="502"/>
                  <a:pt x="202" y="499"/>
                </a:cubicBezTo>
                <a:cubicBezTo>
                  <a:pt x="186" y="496"/>
                  <a:pt x="171" y="491"/>
                  <a:pt x="155" y="485"/>
                </a:cubicBezTo>
                <a:cubicBezTo>
                  <a:pt x="140" y="478"/>
                  <a:pt x="126" y="470"/>
                  <a:pt x="112" y="460"/>
                </a:cubicBezTo>
                <a:cubicBezTo>
                  <a:pt x="98" y="451"/>
                  <a:pt x="85" y="441"/>
                  <a:pt x="74" y="429"/>
                </a:cubicBezTo>
                <a:cubicBezTo>
                  <a:pt x="62" y="417"/>
                  <a:pt x="52" y="405"/>
                  <a:pt x="43" y="391"/>
                </a:cubicBezTo>
                <a:cubicBezTo>
                  <a:pt x="33" y="377"/>
                  <a:pt x="26" y="363"/>
                  <a:pt x="19" y="347"/>
                </a:cubicBezTo>
                <a:cubicBezTo>
                  <a:pt x="13" y="332"/>
                  <a:pt x="8" y="317"/>
                  <a:pt x="5" y="300"/>
                </a:cubicBezTo>
                <a:cubicBezTo>
                  <a:pt x="2" y="284"/>
                  <a:pt x="0" y="268"/>
                  <a:pt x="0" y="25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6767280" y="2814480"/>
            <a:ext cx="486360" cy="181440"/>
          </a:xfrm>
          <a:custGeom>
            <a:avLst/>
            <a:gdLst/>
            <a:ahLst/>
            <a:rect l="0" t="0" r="r" b="b"/>
            <a:pathLst>
              <a:path w="1351" h="504">
                <a:moveTo>
                  <a:pt x="0" y="251"/>
                </a:moveTo>
                <a:cubicBezTo>
                  <a:pt x="0" y="235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6" y="140"/>
                  <a:pt x="33" y="125"/>
                  <a:pt x="43" y="112"/>
                </a:cubicBezTo>
                <a:cubicBezTo>
                  <a:pt x="52" y="98"/>
                  <a:pt x="62" y="85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1099" y="0"/>
                </a:lnTo>
                <a:cubicBezTo>
                  <a:pt x="1116" y="0"/>
                  <a:pt x="1132" y="2"/>
                  <a:pt x="1148" y="5"/>
                </a:cubicBezTo>
                <a:cubicBezTo>
                  <a:pt x="1164" y="8"/>
                  <a:pt x="1180" y="13"/>
                  <a:pt x="1195" y="19"/>
                </a:cubicBezTo>
                <a:cubicBezTo>
                  <a:pt x="1211" y="25"/>
                  <a:pt x="1225" y="33"/>
                  <a:pt x="1239" y="42"/>
                </a:cubicBezTo>
                <a:cubicBezTo>
                  <a:pt x="1253" y="51"/>
                  <a:pt x="1265" y="62"/>
                  <a:pt x="1277" y="74"/>
                </a:cubicBezTo>
                <a:cubicBezTo>
                  <a:pt x="1289" y="85"/>
                  <a:pt x="1299" y="98"/>
                  <a:pt x="1308" y="112"/>
                </a:cubicBezTo>
                <a:cubicBezTo>
                  <a:pt x="1317" y="125"/>
                  <a:pt x="1325" y="140"/>
                  <a:pt x="1331" y="155"/>
                </a:cubicBezTo>
                <a:cubicBezTo>
                  <a:pt x="1338" y="170"/>
                  <a:pt x="1342" y="186"/>
                  <a:pt x="1346" y="202"/>
                </a:cubicBezTo>
                <a:cubicBezTo>
                  <a:pt x="1349" y="218"/>
                  <a:pt x="1351" y="235"/>
                  <a:pt x="1351" y="251"/>
                </a:cubicBezTo>
                <a:cubicBezTo>
                  <a:pt x="1351" y="268"/>
                  <a:pt x="1349" y="284"/>
                  <a:pt x="1346" y="300"/>
                </a:cubicBezTo>
                <a:cubicBezTo>
                  <a:pt x="1342" y="317"/>
                  <a:pt x="1338" y="332"/>
                  <a:pt x="1331" y="347"/>
                </a:cubicBezTo>
                <a:cubicBezTo>
                  <a:pt x="1325" y="363"/>
                  <a:pt x="1317" y="377"/>
                  <a:pt x="1308" y="391"/>
                </a:cubicBezTo>
                <a:cubicBezTo>
                  <a:pt x="1299" y="405"/>
                  <a:pt x="1289" y="417"/>
                  <a:pt x="1277" y="429"/>
                </a:cubicBezTo>
                <a:cubicBezTo>
                  <a:pt x="1265" y="441"/>
                  <a:pt x="1253" y="451"/>
                  <a:pt x="1239" y="460"/>
                </a:cubicBezTo>
                <a:cubicBezTo>
                  <a:pt x="1225" y="470"/>
                  <a:pt x="1211" y="478"/>
                  <a:pt x="1195" y="485"/>
                </a:cubicBezTo>
                <a:cubicBezTo>
                  <a:pt x="1180" y="491"/>
                  <a:pt x="1164" y="496"/>
                  <a:pt x="1148" y="499"/>
                </a:cubicBezTo>
                <a:cubicBezTo>
                  <a:pt x="1132" y="502"/>
                  <a:pt x="1116" y="504"/>
                  <a:pt x="1099" y="504"/>
                </a:cubicBezTo>
                <a:lnTo>
                  <a:pt x="251" y="504"/>
                </a:lnTo>
                <a:cubicBezTo>
                  <a:pt x="235" y="504"/>
                  <a:pt x="219" y="502"/>
                  <a:pt x="202" y="499"/>
                </a:cubicBezTo>
                <a:cubicBezTo>
                  <a:pt x="186" y="496"/>
                  <a:pt x="171" y="491"/>
                  <a:pt x="155" y="485"/>
                </a:cubicBezTo>
                <a:cubicBezTo>
                  <a:pt x="140" y="478"/>
                  <a:pt x="126" y="470"/>
                  <a:pt x="112" y="460"/>
                </a:cubicBezTo>
                <a:cubicBezTo>
                  <a:pt x="98" y="451"/>
                  <a:pt x="85" y="441"/>
                  <a:pt x="74" y="429"/>
                </a:cubicBezTo>
                <a:cubicBezTo>
                  <a:pt x="62" y="417"/>
                  <a:pt x="52" y="405"/>
                  <a:pt x="43" y="391"/>
                </a:cubicBezTo>
                <a:cubicBezTo>
                  <a:pt x="33" y="377"/>
                  <a:pt x="26" y="363"/>
                  <a:pt x="19" y="347"/>
                </a:cubicBezTo>
                <a:cubicBezTo>
                  <a:pt x="13" y="332"/>
                  <a:pt x="8" y="317"/>
                  <a:pt x="5" y="300"/>
                </a:cubicBezTo>
                <a:cubicBezTo>
                  <a:pt x="2" y="284"/>
                  <a:pt x="0" y="268"/>
                  <a:pt x="0" y="251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627600" y="283716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e8912b"/>
                </a:solidFill>
                <a:latin typeface="DejaVuSans"/>
                <a:ea typeface="DejaVuSans"/>
              </a:rPr>
              <a:t>▶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6828840" y="2855520"/>
            <a:ext cx="4183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8a5a12"/>
                </a:solidFill>
                <a:latin typeface="Arial"/>
                <a:ea typeface="Arial"/>
              </a:rPr>
              <a:t>bouwen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7434000" y="2814480"/>
            <a:ext cx="552960" cy="181440"/>
          </a:xfrm>
          <a:custGeom>
            <a:avLst/>
            <a:gdLst/>
            <a:ahLst/>
            <a:rect l="0" t="0" r="r" b="b"/>
            <a:pathLst>
              <a:path w="1536" h="504">
                <a:moveTo>
                  <a:pt x="0" y="251"/>
                </a:moveTo>
                <a:cubicBezTo>
                  <a:pt x="0" y="235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6" y="140"/>
                  <a:pt x="33" y="125"/>
                  <a:pt x="43" y="112"/>
                </a:cubicBezTo>
                <a:cubicBezTo>
                  <a:pt x="52" y="98"/>
                  <a:pt x="63" y="85"/>
                  <a:pt x="75" y="74"/>
                </a:cubicBezTo>
                <a:cubicBezTo>
                  <a:pt x="87" y="62"/>
                  <a:pt x="99" y="51"/>
                  <a:pt x="113" y="42"/>
                </a:cubicBezTo>
                <a:cubicBezTo>
                  <a:pt x="127" y="33"/>
                  <a:pt x="141" y="25"/>
                  <a:pt x="156" y="19"/>
                </a:cubicBezTo>
                <a:cubicBezTo>
                  <a:pt x="172" y="13"/>
                  <a:pt x="187" y="8"/>
                  <a:pt x="204" y="5"/>
                </a:cubicBezTo>
                <a:cubicBezTo>
                  <a:pt x="220" y="2"/>
                  <a:pt x="236" y="0"/>
                  <a:pt x="253" y="0"/>
                </a:cubicBezTo>
                <a:lnTo>
                  <a:pt x="1284" y="0"/>
                </a:lnTo>
                <a:cubicBezTo>
                  <a:pt x="1301" y="0"/>
                  <a:pt x="1317" y="2"/>
                  <a:pt x="1333" y="5"/>
                </a:cubicBezTo>
                <a:cubicBezTo>
                  <a:pt x="1350" y="8"/>
                  <a:pt x="1365" y="13"/>
                  <a:pt x="1381" y="19"/>
                </a:cubicBezTo>
                <a:cubicBezTo>
                  <a:pt x="1396" y="25"/>
                  <a:pt x="1410" y="33"/>
                  <a:pt x="1424" y="42"/>
                </a:cubicBezTo>
                <a:cubicBezTo>
                  <a:pt x="1438" y="51"/>
                  <a:pt x="1451" y="62"/>
                  <a:pt x="1462" y="74"/>
                </a:cubicBezTo>
                <a:cubicBezTo>
                  <a:pt x="1474" y="85"/>
                  <a:pt x="1484" y="98"/>
                  <a:pt x="1493" y="112"/>
                </a:cubicBezTo>
                <a:cubicBezTo>
                  <a:pt x="1503" y="125"/>
                  <a:pt x="1510" y="140"/>
                  <a:pt x="1517" y="155"/>
                </a:cubicBezTo>
                <a:cubicBezTo>
                  <a:pt x="1523" y="170"/>
                  <a:pt x="1528" y="186"/>
                  <a:pt x="1531" y="202"/>
                </a:cubicBezTo>
                <a:cubicBezTo>
                  <a:pt x="1534" y="218"/>
                  <a:pt x="1536" y="235"/>
                  <a:pt x="1536" y="251"/>
                </a:cubicBezTo>
                <a:cubicBezTo>
                  <a:pt x="1536" y="268"/>
                  <a:pt x="1534" y="284"/>
                  <a:pt x="1531" y="300"/>
                </a:cubicBezTo>
                <a:cubicBezTo>
                  <a:pt x="1528" y="317"/>
                  <a:pt x="1523" y="332"/>
                  <a:pt x="1517" y="347"/>
                </a:cubicBezTo>
                <a:cubicBezTo>
                  <a:pt x="1510" y="363"/>
                  <a:pt x="1503" y="377"/>
                  <a:pt x="1493" y="391"/>
                </a:cubicBezTo>
                <a:cubicBezTo>
                  <a:pt x="1484" y="405"/>
                  <a:pt x="1474" y="417"/>
                  <a:pt x="1462" y="429"/>
                </a:cubicBezTo>
                <a:cubicBezTo>
                  <a:pt x="1451" y="441"/>
                  <a:pt x="1438" y="451"/>
                  <a:pt x="1424" y="460"/>
                </a:cubicBezTo>
                <a:cubicBezTo>
                  <a:pt x="1410" y="470"/>
                  <a:pt x="1396" y="478"/>
                  <a:pt x="1381" y="485"/>
                </a:cubicBezTo>
                <a:cubicBezTo>
                  <a:pt x="1365" y="491"/>
                  <a:pt x="1350" y="496"/>
                  <a:pt x="1333" y="499"/>
                </a:cubicBezTo>
                <a:cubicBezTo>
                  <a:pt x="1317" y="502"/>
                  <a:pt x="1301" y="504"/>
                  <a:pt x="1284" y="504"/>
                </a:cubicBezTo>
                <a:lnTo>
                  <a:pt x="253" y="504"/>
                </a:lnTo>
                <a:cubicBezTo>
                  <a:pt x="236" y="504"/>
                  <a:pt x="220" y="502"/>
                  <a:pt x="204" y="499"/>
                </a:cubicBezTo>
                <a:cubicBezTo>
                  <a:pt x="187" y="496"/>
                  <a:pt x="172" y="491"/>
                  <a:pt x="156" y="485"/>
                </a:cubicBezTo>
                <a:cubicBezTo>
                  <a:pt x="141" y="478"/>
                  <a:pt x="127" y="470"/>
                  <a:pt x="113" y="460"/>
                </a:cubicBezTo>
                <a:cubicBezTo>
                  <a:pt x="99" y="451"/>
                  <a:pt x="87" y="441"/>
                  <a:pt x="75" y="429"/>
                </a:cubicBezTo>
                <a:cubicBezTo>
                  <a:pt x="63" y="417"/>
                  <a:pt x="52" y="405"/>
                  <a:pt x="43" y="391"/>
                </a:cubicBezTo>
                <a:cubicBezTo>
                  <a:pt x="33" y="377"/>
                  <a:pt x="26" y="363"/>
                  <a:pt x="19" y="347"/>
                </a:cubicBezTo>
                <a:cubicBezTo>
                  <a:pt x="13" y="332"/>
                  <a:pt x="8" y="317"/>
                  <a:pt x="5" y="300"/>
                </a:cubicBezTo>
                <a:cubicBezTo>
                  <a:pt x="2" y="284"/>
                  <a:pt x="0" y="268"/>
                  <a:pt x="0" y="25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7434000" y="2814480"/>
            <a:ext cx="552960" cy="181440"/>
          </a:xfrm>
          <a:custGeom>
            <a:avLst/>
            <a:gdLst/>
            <a:ahLst/>
            <a:rect l="0" t="0" r="r" b="b"/>
            <a:pathLst>
              <a:path w="1536" h="504">
                <a:moveTo>
                  <a:pt x="0" y="251"/>
                </a:moveTo>
                <a:cubicBezTo>
                  <a:pt x="0" y="235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6" y="140"/>
                  <a:pt x="33" y="125"/>
                  <a:pt x="43" y="112"/>
                </a:cubicBezTo>
                <a:cubicBezTo>
                  <a:pt x="52" y="98"/>
                  <a:pt x="63" y="85"/>
                  <a:pt x="75" y="74"/>
                </a:cubicBezTo>
                <a:cubicBezTo>
                  <a:pt x="87" y="62"/>
                  <a:pt x="99" y="51"/>
                  <a:pt x="113" y="42"/>
                </a:cubicBezTo>
                <a:cubicBezTo>
                  <a:pt x="127" y="33"/>
                  <a:pt x="141" y="25"/>
                  <a:pt x="156" y="19"/>
                </a:cubicBezTo>
                <a:cubicBezTo>
                  <a:pt x="172" y="13"/>
                  <a:pt x="187" y="8"/>
                  <a:pt x="204" y="5"/>
                </a:cubicBezTo>
                <a:cubicBezTo>
                  <a:pt x="220" y="2"/>
                  <a:pt x="236" y="0"/>
                  <a:pt x="253" y="0"/>
                </a:cubicBezTo>
                <a:lnTo>
                  <a:pt x="1284" y="0"/>
                </a:lnTo>
                <a:cubicBezTo>
                  <a:pt x="1301" y="0"/>
                  <a:pt x="1317" y="2"/>
                  <a:pt x="1333" y="5"/>
                </a:cubicBezTo>
                <a:cubicBezTo>
                  <a:pt x="1350" y="8"/>
                  <a:pt x="1365" y="13"/>
                  <a:pt x="1381" y="19"/>
                </a:cubicBezTo>
                <a:cubicBezTo>
                  <a:pt x="1396" y="25"/>
                  <a:pt x="1410" y="33"/>
                  <a:pt x="1424" y="42"/>
                </a:cubicBezTo>
                <a:cubicBezTo>
                  <a:pt x="1438" y="51"/>
                  <a:pt x="1451" y="62"/>
                  <a:pt x="1462" y="74"/>
                </a:cubicBezTo>
                <a:cubicBezTo>
                  <a:pt x="1474" y="85"/>
                  <a:pt x="1484" y="98"/>
                  <a:pt x="1493" y="112"/>
                </a:cubicBezTo>
                <a:cubicBezTo>
                  <a:pt x="1503" y="125"/>
                  <a:pt x="1510" y="140"/>
                  <a:pt x="1517" y="155"/>
                </a:cubicBezTo>
                <a:cubicBezTo>
                  <a:pt x="1523" y="170"/>
                  <a:pt x="1528" y="186"/>
                  <a:pt x="1531" y="202"/>
                </a:cubicBezTo>
                <a:cubicBezTo>
                  <a:pt x="1534" y="218"/>
                  <a:pt x="1536" y="235"/>
                  <a:pt x="1536" y="251"/>
                </a:cubicBezTo>
                <a:cubicBezTo>
                  <a:pt x="1536" y="268"/>
                  <a:pt x="1534" y="284"/>
                  <a:pt x="1531" y="300"/>
                </a:cubicBezTo>
                <a:cubicBezTo>
                  <a:pt x="1528" y="317"/>
                  <a:pt x="1523" y="332"/>
                  <a:pt x="1517" y="347"/>
                </a:cubicBezTo>
                <a:cubicBezTo>
                  <a:pt x="1510" y="363"/>
                  <a:pt x="1503" y="377"/>
                  <a:pt x="1493" y="391"/>
                </a:cubicBezTo>
                <a:cubicBezTo>
                  <a:pt x="1484" y="405"/>
                  <a:pt x="1474" y="417"/>
                  <a:pt x="1462" y="429"/>
                </a:cubicBezTo>
                <a:cubicBezTo>
                  <a:pt x="1451" y="441"/>
                  <a:pt x="1438" y="451"/>
                  <a:pt x="1424" y="460"/>
                </a:cubicBezTo>
                <a:cubicBezTo>
                  <a:pt x="1410" y="470"/>
                  <a:pt x="1396" y="478"/>
                  <a:pt x="1381" y="485"/>
                </a:cubicBezTo>
                <a:cubicBezTo>
                  <a:pt x="1365" y="491"/>
                  <a:pt x="1350" y="496"/>
                  <a:pt x="1333" y="499"/>
                </a:cubicBezTo>
                <a:cubicBezTo>
                  <a:pt x="1317" y="502"/>
                  <a:pt x="1301" y="504"/>
                  <a:pt x="1284" y="504"/>
                </a:cubicBezTo>
                <a:lnTo>
                  <a:pt x="253" y="504"/>
                </a:lnTo>
                <a:cubicBezTo>
                  <a:pt x="236" y="504"/>
                  <a:pt x="220" y="502"/>
                  <a:pt x="204" y="499"/>
                </a:cubicBezTo>
                <a:cubicBezTo>
                  <a:pt x="187" y="496"/>
                  <a:pt x="172" y="491"/>
                  <a:pt x="156" y="485"/>
                </a:cubicBezTo>
                <a:cubicBezTo>
                  <a:pt x="141" y="478"/>
                  <a:pt x="127" y="470"/>
                  <a:pt x="113" y="460"/>
                </a:cubicBezTo>
                <a:cubicBezTo>
                  <a:pt x="99" y="451"/>
                  <a:pt x="87" y="441"/>
                  <a:pt x="75" y="429"/>
                </a:cubicBezTo>
                <a:cubicBezTo>
                  <a:pt x="63" y="417"/>
                  <a:pt x="52" y="405"/>
                  <a:pt x="43" y="391"/>
                </a:cubicBezTo>
                <a:cubicBezTo>
                  <a:pt x="33" y="377"/>
                  <a:pt x="26" y="363"/>
                  <a:pt x="19" y="347"/>
                </a:cubicBezTo>
                <a:cubicBezTo>
                  <a:pt x="13" y="332"/>
                  <a:pt x="8" y="317"/>
                  <a:pt x="5" y="300"/>
                </a:cubicBezTo>
                <a:cubicBezTo>
                  <a:pt x="2" y="284"/>
                  <a:pt x="0" y="268"/>
                  <a:pt x="0" y="251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7303680" y="283716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e8912b"/>
                </a:solidFill>
                <a:latin typeface="DejaVuSans"/>
                <a:ea typeface="DejaVuSans"/>
              </a:rPr>
              <a:t>▶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7504560" y="2855520"/>
            <a:ext cx="4867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8a5a12"/>
                </a:solidFill>
                <a:latin typeface="Arial"/>
                <a:ea typeface="Arial"/>
              </a:rPr>
              <a:t>reviewen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6900840" y="3052440"/>
            <a:ext cx="676440" cy="181440"/>
          </a:xfrm>
          <a:custGeom>
            <a:avLst/>
            <a:gdLst/>
            <a:ahLst/>
            <a:rect l="0" t="0" r="r" b="b"/>
            <a:pathLst>
              <a:path w="1879" h="504">
                <a:moveTo>
                  <a:pt x="0" y="252"/>
                </a:moveTo>
                <a:cubicBezTo>
                  <a:pt x="0" y="235"/>
                  <a:pt x="1" y="219"/>
                  <a:pt x="4" y="203"/>
                </a:cubicBezTo>
                <a:cubicBezTo>
                  <a:pt x="8" y="187"/>
                  <a:pt x="12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39" y="26"/>
                  <a:pt x="155" y="20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4" y="0"/>
                  <a:pt x="251" y="0"/>
                </a:cubicBezTo>
                <a:lnTo>
                  <a:pt x="1628" y="0"/>
                </a:lnTo>
                <a:cubicBezTo>
                  <a:pt x="1644" y="0"/>
                  <a:pt x="1661" y="2"/>
                  <a:pt x="1677" y="5"/>
                </a:cubicBezTo>
                <a:cubicBezTo>
                  <a:pt x="1693" y="8"/>
                  <a:pt x="1709" y="13"/>
                  <a:pt x="1724" y="20"/>
                </a:cubicBezTo>
                <a:cubicBezTo>
                  <a:pt x="1739" y="26"/>
                  <a:pt x="1754" y="34"/>
                  <a:pt x="1767" y="43"/>
                </a:cubicBezTo>
                <a:cubicBezTo>
                  <a:pt x="1781" y="52"/>
                  <a:pt x="1794" y="62"/>
                  <a:pt x="1805" y="74"/>
                </a:cubicBezTo>
                <a:cubicBezTo>
                  <a:pt x="1817" y="86"/>
                  <a:pt x="1828" y="98"/>
                  <a:pt x="1837" y="112"/>
                </a:cubicBezTo>
                <a:cubicBezTo>
                  <a:pt x="1846" y="126"/>
                  <a:pt x="1854" y="140"/>
                  <a:pt x="1860" y="156"/>
                </a:cubicBezTo>
                <a:cubicBezTo>
                  <a:pt x="1866" y="171"/>
                  <a:pt x="1871" y="187"/>
                  <a:pt x="1874" y="203"/>
                </a:cubicBezTo>
                <a:cubicBezTo>
                  <a:pt x="1877" y="219"/>
                  <a:pt x="1879" y="235"/>
                  <a:pt x="1879" y="252"/>
                </a:cubicBezTo>
                <a:cubicBezTo>
                  <a:pt x="1879" y="268"/>
                  <a:pt x="1877" y="285"/>
                  <a:pt x="1874" y="301"/>
                </a:cubicBezTo>
                <a:cubicBezTo>
                  <a:pt x="1871" y="318"/>
                  <a:pt x="1866" y="334"/>
                  <a:pt x="1860" y="349"/>
                </a:cubicBezTo>
                <a:cubicBezTo>
                  <a:pt x="1854" y="364"/>
                  <a:pt x="1846" y="379"/>
                  <a:pt x="1837" y="392"/>
                </a:cubicBezTo>
                <a:cubicBezTo>
                  <a:pt x="1828" y="406"/>
                  <a:pt x="1817" y="419"/>
                  <a:pt x="1805" y="430"/>
                </a:cubicBezTo>
                <a:cubicBezTo>
                  <a:pt x="1794" y="442"/>
                  <a:pt x="1781" y="453"/>
                  <a:pt x="1767" y="462"/>
                </a:cubicBezTo>
                <a:cubicBezTo>
                  <a:pt x="1754" y="471"/>
                  <a:pt x="1739" y="479"/>
                  <a:pt x="1724" y="485"/>
                </a:cubicBezTo>
                <a:cubicBezTo>
                  <a:pt x="1709" y="491"/>
                  <a:pt x="1693" y="496"/>
                  <a:pt x="1677" y="499"/>
                </a:cubicBezTo>
                <a:cubicBezTo>
                  <a:pt x="1661" y="502"/>
                  <a:pt x="1644" y="504"/>
                  <a:pt x="1628" y="504"/>
                </a:cubicBezTo>
                <a:lnTo>
                  <a:pt x="251" y="504"/>
                </a:lnTo>
                <a:cubicBezTo>
                  <a:pt x="234" y="504"/>
                  <a:pt x="218" y="502"/>
                  <a:pt x="202" y="499"/>
                </a:cubicBezTo>
                <a:cubicBezTo>
                  <a:pt x="186" y="496"/>
                  <a:pt x="170" y="491"/>
                  <a:pt x="155" y="485"/>
                </a:cubicBezTo>
                <a:cubicBezTo>
                  <a:pt x="139" y="479"/>
                  <a:pt x="125" y="471"/>
                  <a:pt x="111" y="462"/>
                </a:cubicBezTo>
                <a:cubicBezTo>
                  <a:pt x="98" y="453"/>
                  <a:pt x="85" y="442"/>
                  <a:pt x="73" y="430"/>
                </a:cubicBezTo>
                <a:cubicBezTo>
                  <a:pt x="62" y="419"/>
                  <a:pt x="51" y="406"/>
                  <a:pt x="42" y="392"/>
                </a:cubicBezTo>
                <a:cubicBezTo>
                  <a:pt x="33" y="379"/>
                  <a:pt x="25" y="364"/>
                  <a:pt x="19" y="349"/>
                </a:cubicBezTo>
                <a:cubicBezTo>
                  <a:pt x="12" y="334"/>
                  <a:pt x="8" y="318"/>
                  <a:pt x="4" y="301"/>
                </a:cubicBezTo>
                <a:cubicBezTo>
                  <a:pt x="1" y="285"/>
                  <a:pt x="0" y="268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6900840" y="3052440"/>
            <a:ext cx="676440" cy="181440"/>
          </a:xfrm>
          <a:custGeom>
            <a:avLst/>
            <a:gdLst/>
            <a:ahLst/>
            <a:rect l="0" t="0" r="r" b="b"/>
            <a:pathLst>
              <a:path w="1879" h="504">
                <a:moveTo>
                  <a:pt x="0" y="252"/>
                </a:moveTo>
                <a:cubicBezTo>
                  <a:pt x="0" y="235"/>
                  <a:pt x="1" y="219"/>
                  <a:pt x="4" y="203"/>
                </a:cubicBezTo>
                <a:cubicBezTo>
                  <a:pt x="8" y="187"/>
                  <a:pt x="12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39" y="26"/>
                  <a:pt x="155" y="20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4" y="0"/>
                  <a:pt x="251" y="0"/>
                </a:cubicBezTo>
                <a:lnTo>
                  <a:pt x="1628" y="0"/>
                </a:lnTo>
                <a:cubicBezTo>
                  <a:pt x="1644" y="0"/>
                  <a:pt x="1661" y="2"/>
                  <a:pt x="1677" y="5"/>
                </a:cubicBezTo>
                <a:cubicBezTo>
                  <a:pt x="1693" y="8"/>
                  <a:pt x="1709" y="13"/>
                  <a:pt x="1724" y="20"/>
                </a:cubicBezTo>
                <a:cubicBezTo>
                  <a:pt x="1739" y="26"/>
                  <a:pt x="1754" y="34"/>
                  <a:pt x="1767" y="43"/>
                </a:cubicBezTo>
                <a:cubicBezTo>
                  <a:pt x="1781" y="52"/>
                  <a:pt x="1794" y="62"/>
                  <a:pt x="1805" y="74"/>
                </a:cubicBezTo>
                <a:cubicBezTo>
                  <a:pt x="1817" y="86"/>
                  <a:pt x="1828" y="98"/>
                  <a:pt x="1837" y="112"/>
                </a:cubicBezTo>
                <a:cubicBezTo>
                  <a:pt x="1846" y="126"/>
                  <a:pt x="1854" y="140"/>
                  <a:pt x="1860" y="156"/>
                </a:cubicBezTo>
                <a:cubicBezTo>
                  <a:pt x="1866" y="171"/>
                  <a:pt x="1871" y="187"/>
                  <a:pt x="1874" y="203"/>
                </a:cubicBezTo>
                <a:cubicBezTo>
                  <a:pt x="1877" y="219"/>
                  <a:pt x="1879" y="235"/>
                  <a:pt x="1879" y="252"/>
                </a:cubicBezTo>
                <a:cubicBezTo>
                  <a:pt x="1879" y="268"/>
                  <a:pt x="1877" y="285"/>
                  <a:pt x="1874" y="301"/>
                </a:cubicBezTo>
                <a:cubicBezTo>
                  <a:pt x="1871" y="318"/>
                  <a:pt x="1866" y="334"/>
                  <a:pt x="1860" y="349"/>
                </a:cubicBezTo>
                <a:cubicBezTo>
                  <a:pt x="1854" y="364"/>
                  <a:pt x="1846" y="379"/>
                  <a:pt x="1837" y="392"/>
                </a:cubicBezTo>
                <a:cubicBezTo>
                  <a:pt x="1828" y="406"/>
                  <a:pt x="1817" y="419"/>
                  <a:pt x="1805" y="430"/>
                </a:cubicBezTo>
                <a:cubicBezTo>
                  <a:pt x="1794" y="442"/>
                  <a:pt x="1781" y="453"/>
                  <a:pt x="1767" y="462"/>
                </a:cubicBezTo>
                <a:cubicBezTo>
                  <a:pt x="1754" y="471"/>
                  <a:pt x="1739" y="479"/>
                  <a:pt x="1724" y="485"/>
                </a:cubicBezTo>
                <a:cubicBezTo>
                  <a:pt x="1709" y="491"/>
                  <a:pt x="1693" y="496"/>
                  <a:pt x="1677" y="499"/>
                </a:cubicBezTo>
                <a:cubicBezTo>
                  <a:pt x="1661" y="502"/>
                  <a:pt x="1644" y="504"/>
                  <a:pt x="1628" y="504"/>
                </a:cubicBezTo>
                <a:lnTo>
                  <a:pt x="251" y="504"/>
                </a:lnTo>
                <a:cubicBezTo>
                  <a:pt x="234" y="504"/>
                  <a:pt x="218" y="502"/>
                  <a:pt x="202" y="499"/>
                </a:cubicBezTo>
                <a:cubicBezTo>
                  <a:pt x="186" y="496"/>
                  <a:pt x="170" y="491"/>
                  <a:pt x="155" y="485"/>
                </a:cubicBezTo>
                <a:cubicBezTo>
                  <a:pt x="139" y="479"/>
                  <a:pt x="125" y="471"/>
                  <a:pt x="111" y="462"/>
                </a:cubicBezTo>
                <a:cubicBezTo>
                  <a:pt x="98" y="453"/>
                  <a:pt x="85" y="442"/>
                  <a:pt x="73" y="430"/>
                </a:cubicBezTo>
                <a:cubicBezTo>
                  <a:pt x="62" y="419"/>
                  <a:pt x="51" y="406"/>
                  <a:pt x="42" y="392"/>
                </a:cubicBezTo>
                <a:cubicBezTo>
                  <a:pt x="33" y="379"/>
                  <a:pt x="25" y="364"/>
                  <a:pt x="19" y="349"/>
                </a:cubicBezTo>
                <a:cubicBezTo>
                  <a:pt x="12" y="334"/>
                  <a:pt x="8" y="318"/>
                  <a:pt x="4" y="301"/>
                </a:cubicBezTo>
                <a:cubicBezTo>
                  <a:pt x="1" y="285"/>
                  <a:pt x="0" y="268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8036640" y="283716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e8912b"/>
                </a:solidFill>
                <a:latin typeface="DejaVuSans"/>
                <a:ea typeface="DejaVuSans"/>
              </a:rPr>
              <a:t>▶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456840" y="352404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456840" y="35240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456840" y="43430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8534160" y="352404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456840" y="352404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 txBox="1"/>
          <p:nvPr/>
        </p:nvSpPr>
        <p:spPr>
          <a:xfrm>
            <a:off x="6967440" y="3093840"/>
            <a:ext cx="63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8a5a12"/>
                </a:solidFill>
                <a:latin typeface="Arial"/>
                <a:ea typeface="Arial"/>
              </a:rPr>
              <a:t>versioneren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34320" y="3744720"/>
            <a:ext cx="8589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Dan kan het bouwen straks heel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634320" y="3983040"/>
            <a:ext cx="3564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snel, en zetten we AI in waar die sterk is.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9" name=""/>
          <p:cNvSpPr/>
          <p:nvPr/>
        </p:nvSpPr>
        <p:spPr>
          <a:xfrm>
            <a:off x="485640" y="1056960"/>
            <a:ext cx="4705560" cy="1610280"/>
          </a:xfrm>
          <a:custGeom>
            <a:avLst/>
            <a:gdLst/>
            <a:ahLst/>
            <a:rect l="0" t="0" r="r" b="b"/>
            <a:pathLst>
              <a:path w="1307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261"/>
                </a:lnTo>
                <a:cubicBezTo>
                  <a:pt x="13071" y="4275"/>
                  <a:pt x="13070" y="4289"/>
                  <a:pt x="13067" y="4302"/>
                </a:cubicBezTo>
                <a:cubicBezTo>
                  <a:pt x="13065" y="4316"/>
                  <a:pt x="13060" y="4329"/>
                  <a:pt x="13055" y="4342"/>
                </a:cubicBezTo>
                <a:cubicBezTo>
                  <a:pt x="13050" y="4355"/>
                  <a:pt x="13043" y="4367"/>
                  <a:pt x="13036" y="4379"/>
                </a:cubicBezTo>
                <a:cubicBezTo>
                  <a:pt x="13028" y="4390"/>
                  <a:pt x="13019" y="4401"/>
                  <a:pt x="13009" y="4411"/>
                </a:cubicBezTo>
                <a:cubicBezTo>
                  <a:pt x="12999" y="4421"/>
                  <a:pt x="12989" y="4429"/>
                  <a:pt x="12977" y="4437"/>
                </a:cubicBezTo>
                <a:cubicBezTo>
                  <a:pt x="12966" y="4445"/>
                  <a:pt x="12953" y="4451"/>
                  <a:pt x="12941" y="4457"/>
                </a:cubicBezTo>
                <a:cubicBezTo>
                  <a:pt x="12928" y="4462"/>
                  <a:pt x="12915" y="4466"/>
                  <a:pt x="12901" y="4469"/>
                </a:cubicBezTo>
                <a:cubicBezTo>
                  <a:pt x="12887" y="4471"/>
                  <a:pt x="12874" y="4473"/>
                  <a:pt x="12860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90" y="4462"/>
                  <a:pt x="82" y="4457"/>
                </a:cubicBezTo>
                <a:cubicBezTo>
                  <a:pt x="74" y="4451"/>
                  <a:pt x="66" y="4445"/>
                  <a:pt x="59" y="4437"/>
                </a:cubicBezTo>
                <a:cubicBezTo>
                  <a:pt x="51" y="4429"/>
                  <a:pt x="45" y="4421"/>
                  <a:pt x="39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7" y="4329"/>
                  <a:pt x="4" y="4316"/>
                  <a:pt x="2" y="4302"/>
                </a:cubicBezTo>
                <a:cubicBezTo>
                  <a:pt x="1" y="4289"/>
                  <a:pt x="0" y="4275"/>
                  <a:pt x="0" y="426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456840" y="1056960"/>
            <a:ext cx="4734360" cy="1610280"/>
          </a:xfrm>
          <a:custGeom>
            <a:avLst/>
            <a:gdLst/>
            <a:ahLst/>
            <a:rect l="0" t="0" r="r" b="b"/>
            <a:pathLst>
              <a:path w="13151" h="4473">
                <a:moveTo>
                  <a:pt x="0" y="0"/>
                </a:moveTo>
                <a:lnTo>
                  <a:pt x="13151" y="0"/>
                </a:lnTo>
                <a:lnTo>
                  <a:pt x="1315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685440" y="192384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8a5a12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439920" y="3866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681840" y="12207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681840" y="1479600"/>
            <a:ext cx="480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En de techniek wisselt mogelijk zo snel dat 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2542320" y="2150280"/>
            <a:ext cx="631080" cy="96120"/>
          </a:xfrm>
          <a:custGeom>
            <a:avLst/>
            <a:gdLst/>
            <a:ahLst/>
            <a:rect l="0" t="0" r="r" b="b"/>
            <a:pathLst>
              <a:path w="1753" h="267">
                <a:moveTo>
                  <a:pt x="0" y="114"/>
                </a:moveTo>
                <a:cubicBezTo>
                  <a:pt x="26" y="92"/>
                  <a:pt x="52" y="73"/>
                  <a:pt x="78" y="57"/>
                </a:cubicBezTo>
                <a:lnTo>
                  <a:pt x="106" y="103"/>
                </a:lnTo>
                <a:cubicBezTo>
                  <a:pt x="82" y="117"/>
                  <a:pt x="58" y="134"/>
                  <a:pt x="35" y="155"/>
                </a:cubicBezTo>
                <a:lnTo>
                  <a:pt x="0" y="114"/>
                </a:lnTo>
                <a:moveTo>
                  <a:pt x="144" y="25"/>
                </a:moveTo>
                <a:cubicBezTo>
                  <a:pt x="175" y="12"/>
                  <a:pt x="206" y="4"/>
                  <a:pt x="238" y="1"/>
                </a:cubicBezTo>
                <a:lnTo>
                  <a:pt x="243" y="55"/>
                </a:lnTo>
                <a:cubicBezTo>
                  <a:pt x="216" y="58"/>
                  <a:pt x="190" y="64"/>
                  <a:pt x="163" y="74"/>
                </a:cubicBezTo>
                <a:lnTo>
                  <a:pt x="144" y="25"/>
                </a:lnTo>
                <a:moveTo>
                  <a:pt x="314" y="4"/>
                </a:moveTo>
                <a:cubicBezTo>
                  <a:pt x="345" y="8"/>
                  <a:pt x="376" y="19"/>
                  <a:pt x="406" y="33"/>
                </a:cubicBezTo>
                <a:lnTo>
                  <a:pt x="385" y="81"/>
                </a:lnTo>
                <a:cubicBezTo>
                  <a:pt x="358" y="69"/>
                  <a:pt x="332" y="61"/>
                  <a:pt x="306" y="57"/>
                </a:cubicBezTo>
                <a:lnTo>
                  <a:pt x="314" y="4"/>
                </a:lnTo>
                <a:moveTo>
                  <a:pt x="470" y="67"/>
                </a:moveTo>
                <a:cubicBezTo>
                  <a:pt x="491" y="81"/>
                  <a:pt x="511" y="96"/>
                  <a:pt x="532" y="114"/>
                </a:cubicBezTo>
                <a:cubicBezTo>
                  <a:pt x="537" y="118"/>
                  <a:pt x="542" y="122"/>
                  <a:pt x="547" y="126"/>
                </a:cubicBezTo>
                <a:lnTo>
                  <a:pt x="513" y="168"/>
                </a:lnTo>
                <a:cubicBezTo>
                  <a:pt x="508" y="164"/>
                  <a:pt x="502" y="159"/>
                  <a:pt x="497" y="155"/>
                </a:cubicBezTo>
                <a:cubicBezTo>
                  <a:pt x="478" y="138"/>
                  <a:pt x="459" y="124"/>
                  <a:pt x="441" y="112"/>
                </a:cubicBezTo>
                <a:lnTo>
                  <a:pt x="470" y="67"/>
                </a:lnTo>
                <a:moveTo>
                  <a:pt x="603" y="166"/>
                </a:moveTo>
                <a:cubicBezTo>
                  <a:pt x="628" y="181"/>
                  <a:pt x="652" y="192"/>
                  <a:pt x="677" y="200"/>
                </a:cubicBezTo>
                <a:lnTo>
                  <a:pt x="660" y="251"/>
                </a:lnTo>
                <a:cubicBezTo>
                  <a:pt x="632" y="242"/>
                  <a:pt x="604" y="229"/>
                  <a:pt x="576" y="212"/>
                </a:cubicBezTo>
                <a:lnTo>
                  <a:pt x="603" y="166"/>
                </a:lnTo>
                <a:moveTo>
                  <a:pt x="740" y="213"/>
                </a:moveTo>
                <a:cubicBezTo>
                  <a:pt x="766" y="215"/>
                  <a:pt x="793" y="214"/>
                  <a:pt x="819" y="208"/>
                </a:cubicBezTo>
                <a:lnTo>
                  <a:pt x="831" y="260"/>
                </a:lnTo>
                <a:cubicBezTo>
                  <a:pt x="799" y="267"/>
                  <a:pt x="767" y="269"/>
                  <a:pt x="736" y="266"/>
                </a:cubicBezTo>
                <a:lnTo>
                  <a:pt x="740" y="213"/>
                </a:lnTo>
                <a:moveTo>
                  <a:pt x="883" y="187"/>
                </a:moveTo>
                <a:cubicBezTo>
                  <a:pt x="907" y="177"/>
                  <a:pt x="930" y="163"/>
                  <a:pt x="953" y="147"/>
                </a:cubicBezTo>
                <a:lnTo>
                  <a:pt x="984" y="190"/>
                </a:lnTo>
                <a:cubicBezTo>
                  <a:pt x="958" y="209"/>
                  <a:pt x="931" y="224"/>
                  <a:pt x="905" y="236"/>
                </a:cubicBezTo>
                <a:lnTo>
                  <a:pt x="883" y="187"/>
                </a:lnTo>
                <a:moveTo>
                  <a:pt x="1012" y="100"/>
                </a:moveTo>
                <a:cubicBezTo>
                  <a:pt x="1038" y="79"/>
                  <a:pt x="1064" y="62"/>
                  <a:pt x="1090" y="47"/>
                </a:cubicBezTo>
                <a:lnTo>
                  <a:pt x="1116" y="94"/>
                </a:lnTo>
                <a:cubicBezTo>
                  <a:pt x="1092" y="107"/>
                  <a:pt x="1069" y="123"/>
                  <a:pt x="1045" y="142"/>
                </a:cubicBezTo>
                <a:lnTo>
                  <a:pt x="1012" y="100"/>
                </a:lnTo>
                <a:moveTo>
                  <a:pt x="1159" y="18"/>
                </a:moveTo>
                <a:cubicBezTo>
                  <a:pt x="1190" y="7"/>
                  <a:pt x="1222" y="1"/>
                  <a:pt x="1253" y="0"/>
                </a:cubicBezTo>
                <a:lnTo>
                  <a:pt x="1255" y="55"/>
                </a:lnTo>
                <a:cubicBezTo>
                  <a:pt x="1228" y="55"/>
                  <a:pt x="1202" y="60"/>
                  <a:pt x="1175" y="68"/>
                </a:cubicBezTo>
                <a:lnTo>
                  <a:pt x="1159" y="18"/>
                </a:lnTo>
                <a:moveTo>
                  <a:pt x="1329" y="8"/>
                </a:moveTo>
                <a:cubicBezTo>
                  <a:pt x="1359" y="15"/>
                  <a:pt x="1389" y="26"/>
                  <a:pt x="1419" y="41"/>
                </a:cubicBezTo>
                <a:lnTo>
                  <a:pt x="1395" y="88"/>
                </a:lnTo>
                <a:cubicBezTo>
                  <a:pt x="1369" y="75"/>
                  <a:pt x="1343" y="66"/>
                  <a:pt x="1318" y="61"/>
                </a:cubicBezTo>
                <a:lnTo>
                  <a:pt x="1329" y="8"/>
                </a:lnTo>
                <a:moveTo>
                  <a:pt x="1482" y="79"/>
                </a:moveTo>
                <a:cubicBezTo>
                  <a:pt x="1497" y="90"/>
                  <a:pt x="1512" y="101"/>
                  <a:pt x="1527" y="114"/>
                </a:cubicBezTo>
                <a:cubicBezTo>
                  <a:pt x="1538" y="124"/>
                  <a:pt x="1549" y="133"/>
                  <a:pt x="1560" y="141"/>
                </a:cubicBezTo>
                <a:lnTo>
                  <a:pt x="1526" y="183"/>
                </a:lnTo>
                <a:cubicBezTo>
                  <a:pt x="1515" y="174"/>
                  <a:pt x="1504" y="165"/>
                  <a:pt x="1492" y="155"/>
                </a:cubicBezTo>
                <a:cubicBezTo>
                  <a:pt x="1478" y="143"/>
                  <a:pt x="1465" y="132"/>
                  <a:pt x="1451" y="122"/>
                </a:cubicBezTo>
                <a:lnTo>
                  <a:pt x="1482" y="79"/>
                </a:lnTo>
                <a:moveTo>
                  <a:pt x="1614" y="181"/>
                </a:moveTo>
                <a:cubicBezTo>
                  <a:pt x="1643" y="201"/>
                  <a:pt x="1666" y="212"/>
                  <a:pt x="1682" y="214"/>
                </a:cubicBezTo>
                <a:lnTo>
                  <a:pt x="1675" y="267"/>
                </a:lnTo>
                <a:cubicBezTo>
                  <a:pt x="1650" y="263"/>
                  <a:pt x="1620" y="250"/>
                  <a:pt x="1584" y="226"/>
                </a:cubicBezTo>
                <a:lnTo>
                  <a:pt x="1614" y="181"/>
                </a:lnTo>
                <a:moveTo>
                  <a:pt x="1699" y="199"/>
                </a:moveTo>
                <a:cubicBezTo>
                  <a:pt x="1701" y="185"/>
                  <a:pt x="1700" y="165"/>
                  <a:pt x="1696" y="139"/>
                </a:cubicBezTo>
                <a:lnTo>
                  <a:pt x="1749" y="130"/>
                </a:lnTo>
                <a:cubicBezTo>
                  <a:pt x="1754" y="162"/>
                  <a:pt x="1755" y="188"/>
                  <a:pt x="1751" y="208"/>
                </a:cubicBezTo>
                <a:lnTo>
                  <a:pt x="1699" y="199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noFill/>
          <a:ln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2855160" y="2013120"/>
            <a:ext cx="32400" cy="64080"/>
          </a:xfrm>
          <a:custGeom>
            <a:avLst/>
            <a:gdLst/>
            <a:ahLst/>
            <a:rect l="0" t="0" r="r" b="b"/>
            <a:pathLst>
              <a:path fill="none" w="90" h="178">
                <a:moveTo>
                  <a:pt x="0" y="0"/>
                </a:moveTo>
                <a:lnTo>
                  <a:pt x="0" y="124"/>
                </a:lnTo>
                <a:lnTo>
                  <a:pt x="90" y="178"/>
                </a:lnTo>
              </a:path>
            </a:pathLst>
          </a:custGeom>
          <a:ln cap="rnd"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681840" y="1679760"/>
            <a:ext cx="252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tijd is om ertussen te bouwen.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5343480" y="1056960"/>
            <a:ext cx="3200760" cy="1610280"/>
          </a:xfrm>
          <a:custGeom>
            <a:avLst/>
            <a:gdLst/>
            <a:ahLst/>
            <a:rect l="0" t="0" r="r" b="b"/>
            <a:pathLst>
              <a:path w="889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261"/>
                </a:lnTo>
                <a:cubicBezTo>
                  <a:pt x="8891" y="4275"/>
                  <a:pt x="8889" y="4289"/>
                  <a:pt x="8887" y="4302"/>
                </a:cubicBezTo>
                <a:cubicBezTo>
                  <a:pt x="8884" y="4316"/>
                  <a:pt x="8880" y="4329"/>
                  <a:pt x="8875" y="4342"/>
                </a:cubicBezTo>
                <a:cubicBezTo>
                  <a:pt x="8869" y="4355"/>
                  <a:pt x="8863" y="4367"/>
                  <a:pt x="8855" y="4379"/>
                </a:cubicBezTo>
                <a:cubicBezTo>
                  <a:pt x="8847" y="4390"/>
                  <a:pt x="8838" y="4401"/>
                  <a:pt x="8829" y="4411"/>
                </a:cubicBezTo>
                <a:cubicBezTo>
                  <a:pt x="8819" y="4421"/>
                  <a:pt x="8808" y="4429"/>
                  <a:pt x="8797" y="4437"/>
                </a:cubicBezTo>
                <a:cubicBezTo>
                  <a:pt x="8785" y="4445"/>
                  <a:pt x="8773" y="4451"/>
                  <a:pt x="8760" y="4457"/>
                </a:cubicBezTo>
                <a:cubicBezTo>
                  <a:pt x="8747" y="4462"/>
                  <a:pt x="8734" y="4466"/>
                  <a:pt x="8720" y="4469"/>
                </a:cubicBezTo>
                <a:cubicBezTo>
                  <a:pt x="8707" y="4471"/>
                  <a:pt x="8693" y="4473"/>
                  <a:pt x="8679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89" y="4462"/>
                  <a:pt x="81" y="4457"/>
                </a:cubicBezTo>
                <a:cubicBezTo>
                  <a:pt x="73" y="4451"/>
                  <a:pt x="66" y="4445"/>
                  <a:pt x="58" y="4437"/>
                </a:cubicBezTo>
                <a:cubicBezTo>
                  <a:pt x="51" y="4429"/>
                  <a:pt x="45" y="4421"/>
                  <a:pt x="38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6" y="4329"/>
                  <a:pt x="4" y="4316"/>
                  <a:pt x="2" y="4302"/>
                </a:cubicBezTo>
                <a:cubicBezTo>
                  <a:pt x="0" y="4289"/>
                  <a:pt x="0" y="4275"/>
                  <a:pt x="0" y="4261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5314680" y="1056960"/>
            <a:ext cx="3229560" cy="1610280"/>
          </a:xfrm>
          <a:custGeom>
            <a:avLst/>
            <a:gdLst/>
            <a:ahLst/>
            <a:rect l="0" t="0" r="r" b="b"/>
            <a:pathLst>
              <a:path w="8971" h="4473">
                <a:moveTo>
                  <a:pt x="0" y="0"/>
                </a:moveTo>
                <a:lnTo>
                  <a:pt x="8971" y="0"/>
                </a:lnTo>
                <a:lnTo>
                  <a:pt x="897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1246680" y="2403360"/>
            <a:ext cx="371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Zolang de afspraak er niet is, knoopt de praktijk het zelf aan elkaar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5535360" y="12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5535360" y="142812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5535360" y="164736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485640" y="2781000"/>
            <a:ext cx="4705560" cy="2086560"/>
          </a:xfrm>
          <a:custGeom>
            <a:avLst/>
            <a:gdLst/>
            <a:ahLst/>
            <a:rect l="0" t="0" r="r" b="b"/>
            <a:pathLst>
              <a:path w="1307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5584"/>
                </a:lnTo>
                <a:cubicBezTo>
                  <a:pt x="13071" y="5598"/>
                  <a:pt x="13070" y="5612"/>
                  <a:pt x="13067" y="5625"/>
                </a:cubicBezTo>
                <a:cubicBezTo>
                  <a:pt x="13065" y="5639"/>
                  <a:pt x="13060" y="5652"/>
                  <a:pt x="13055" y="5665"/>
                </a:cubicBezTo>
                <a:cubicBezTo>
                  <a:pt x="13050" y="5678"/>
                  <a:pt x="13043" y="5690"/>
                  <a:pt x="13036" y="5702"/>
                </a:cubicBezTo>
                <a:cubicBezTo>
                  <a:pt x="13028" y="5713"/>
                  <a:pt x="13019" y="5724"/>
                  <a:pt x="13009" y="5734"/>
                </a:cubicBezTo>
                <a:cubicBezTo>
                  <a:pt x="12999" y="5744"/>
                  <a:pt x="12989" y="5752"/>
                  <a:pt x="12977" y="5760"/>
                </a:cubicBezTo>
                <a:cubicBezTo>
                  <a:pt x="12966" y="5768"/>
                  <a:pt x="12953" y="5774"/>
                  <a:pt x="12941" y="5780"/>
                </a:cubicBezTo>
                <a:cubicBezTo>
                  <a:pt x="12928" y="5785"/>
                  <a:pt x="12915" y="5789"/>
                  <a:pt x="12901" y="5792"/>
                </a:cubicBezTo>
                <a:cubicBezTo>
                  <a:pt x="12887" y="5794"/>
                  <a:pt x="12874" y="5796"/>
                  <a:pt x="12860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90" y="5785"/>
                  <a:pt x="82" y="5780"/>
                </a:cubicBezTo>
                <a:cubicBezTo>
                  <a:pt x="74" y="5774"/>
                  <a:pt x="66" y="5768"/>
                  <a:pt x="59" y="5760"/>
                </a:cubicBezTo>
                <a:cubicBezTo>
                  <a:pt x="51" y="5752"/>
                  <a:pt x="45" y="5744"/>
                  <a:pt x="39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7" y="5652"/>
                  <a:pt x="4" y="5639"/>
                  <a:pt x="2" y="5625"/>
                </a:cubicBezTo>
                <a:cubicBezTo>
                  <a:pt x="1" y="5612"/>
                  <a:pt x="0" y="5598"/>
                  <a:pt x="0" y="558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456840" y="2781000"/>
            <a:ext cx="4734360" cy="2086560"/>
          </a:xfrm>
          <a:custGeom>
            <a:avLst/>
            <a:gdLst/>
            <a:ahLst/>
            <a:rect l="0" t="0" r="r" b="b"/>
            <a:pathLst>
              <a:path w="13151" h="5796">
                <a:moveTo>
                  <a:pt x="0" y="0"/>
                </a:moveTo>
                <a:lnTo>
                  <a:pt x="13151" y="0"/>
                </a:lnTo>
                <a:lnTo>
                  <a:pt x="1315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685440" y="413352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c039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5535360" y="186624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681840" y="293508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681840" y="319428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681840" y="3394080"/>
            <a:ext cx="3425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is opgeschreven.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681840" y="36799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  <a:lnTo>
                  <a:pt x="0" y="27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fill="none"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</a:path>
            </a:pathLst>
          </a:custGeom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681840" y="38894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2764440" y="4276440"/>
            <a:ext cx="178200" cy="25920"/>
          </a:xfrm>
          <a:custGeom>
            <a:avLst/>
            <a:gdLst/>
            <a:ahLst/>
            <a:rect l="0" t="0" r="r" b="b"/>
            <a:pathLst>
              <a:path w="495" h="72">
                <a:moveTo>
                  <a:pt x="36" y="0"/>
                </a:moveTo>
                <a:lnTo>
                  <a:pt x="460" y="0"/>
                </a:lnTo>
                <a:cubicBezTo>
                  <a:pt x="465" y="0"/>
                  <a:pt x="469" y="1"/>
                  <a:pt x="473" y="3"/>
                </a:cubicBezTo>
                <a:cubicBezTo>
                  <a:pt x="478" y="5"/>
                  <a:pt x="482" y="7"/>
                  <a:pt x="485" y="11"/>
                </a:cubicBezTo>
                <a:cubicBezTo>
                  <a:pt x="488" y="14"/>
                  <a:pt x="491" y="18"/>
                  <a:pt x="493" y="22"/>
                </a:cubicBezTo>
                <a:cubicBezTo>
                  <a:pt x="494" y="26"/>
                  <a:pt x="495" y="31"/>
                  <a:pt x="495" y="36"/>
                </a:cubicBezTo>
                <a:cubicBezTo>
                  <a:pt x="495" y="40"/>
                  <a:pt x="494" y="45"/>
                  <a:pt x="493" y="49"/>
                </a:cubicBezTo>
                <a:cubicBezTo>
                  <a:pt x="491" y="53"/>
                  <a:pt x="488" y="58"/>
                  <a:pt x="485" y="62"/>
                </a:cubicBezTo>
                <a:cubicBezTo>
                  <a:pt x="482" y="65"/>
                  <a:pt x="478" y="67"/>
                  <a:pt x="473" y="69"/>
                </a:cubicBezTo>
                <a:cubicBezTo>
                  <a:pt x="469" y="71"/>
                  <a:pt x="465" y="72"/>
                  <a:pt x="460" y="72"/>
                </a:cubicBezTo>
                <a:lnTo>
                  <a:pt x="36" y="72"/>
                </a:lnTo>
                <a:cubicBezTo>
                  <a:pt x="31" y="72"/>
                  <a:pt x="26" y="71"/>
                  <a:pt x="22" y="69"/>
                </a:cubicBezTo>
                <a:cubicBezTo>
                  <a:pt x="18" y="67"/>
                  <a:pt x="14" y="65"/>
                  <a:pt x="11" y="62"/>
                </a:cubicBezTo>
                <a:cubicBezTo>
                  <a:pt x="7" y="58"/>
                  <a:pt x="5" y="53"/>
                  <a:pt x="3" y="49"/>
                </a:cubicBezTo>
                <a:cubicBezTo>
                  <a:pt x="1" y="45"/>
                  <a:pt x="0" y="40"/>
                  <a:pt x="0" y="36"/>
                </a:cubicBez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2764440" y="436536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2764440" y="441612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/>
          <p:nvPr/>
        </p:nvSpPr>
        <p:spPr>
          <a:xfrm>
            <a:off x="2764440" y="4466880"/>
            <a:ext cx="12708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251244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3396240" y="4245120"/>
            <a:ext cx="0" cy="51480"/>
          </a:xfrm>
          <a:prstGeom prst="line">
            <a:avLst/>
          </a:prstGeom>
          <a:ln w="1260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3377160" y="422568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08" y="54"/>
                </a:moveTo>
                <a:cubicBezTo>
                  <a:pt x="108" y="61"/>
                  <a:pt x="107" y="68"/>
                  <a:pt x="104" y="75"/>
                </a:cubicBezTo>
                <a:cubicBezTo>
                  <a:pt x="101" y="81"/>
                  <a:pt x="97" y="88"/>
                  <a:pt x="92" y="93"/>
                </a:cubicBezTo>
                <a:cubicBezTo>
                  <a:pt x="86" y="98"/>
                  <a:pt x="81" y="102"/>
                  <a:pt x="74" y="105"/>
                </a:cubicBezTo>
                <a:cubicBezTo>
                  <a:pt x="67" y="108"/>
                  <a:pt x="60" y="109"/>
                  <a:pt x="53" y="109"/>
                </a:cubicBezTo>
                <a:cubicBezTo>
                  <a:pt x="46" y="109"/>
                  <a:pt x="39" y="108"/>
                  <a:pt x="33" y="105"/>
                </a:cubicBezTo>
                <a:cubicBezTo>
                  <a:pt x="26" y="102"/>
                  <a:pt x="20" y="98"/>
                  <a:pt x="15" y="93"/>
                </a:cubicBezTo>
                <a:cubicBezTo>
                  <a:pt x="10" y="88"/>
                  <a:pt x="6" y="81"/>
                  <a:pt x="4" y="75"/>
                </a:cubicBezTo>
                <a:cubicBezTo>
                  <a:pt x="1" y="68"/>
                  <a:pt x="0" y="61"/>
                  <a:pt x="0" y="54"/>
                </a:cubicBezTo>
                <a:cubicBezTo>
                  <a:pt x="0" y="47"/>
                  <a:pt x="1" y="40"/>
                  <a:pt x="4" y="34"/>
                </a:cubicBezTo>
                <a:cubicBezTo>
                  <a:pt x="6" y="27"/>
                  <a:pt x="10" y="21"/>
                  <a:pt x="15" y="16"/>
                </a:cubicBezTo>
                <a:cubicBezTo>
                  <a:pt x="20" y="11"/>
                  <a:pt x="26" y="7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4" y="5"/>
                </a:cubicBezTo>
                <a:cubicBezTo>
                  <a:pt x="81" y="7"/>
                  <a:pt x="86" y="11"/>
                  <a:pt x="92" y="16"/>
                </a:cubicBezTo>
                <a:cubicBezTo>
                  <a:pt x="97" y="21"/>
                  <a:pt x="101" y="27"/>
                  <a:pt x="104" y="34"/>
                </a:cubicBezTo>
                <a:cubicBezTo>
                  <a:pt x="107" y="40"/>
                  <a:pt x="108" y="47"/>
                  <a:pt x="108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334476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7" y="68"/>
                  <a:pt x="104" y="75"/>
                </a:cubicBezTo>
                <a:cubicBezTo>
                  <a:pt x="102" y="81"/>
                  <a:pt x="98" y="87"/>
                  <a:pt x="93" y="92"/>
                </a:cubicBezTo>
                <a:cubicBezTo>
                  <a:pt x="88" y="97"/>
                  <a:pt x="82" y="101"/>
                  <a:pt x="75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5" y="4"/>
                </a:cubicBezTo>
                <a:cubicBezTo>
                  <a:pt x="82" y="6"/>
                  <a:pt x="88" y="10"/>
                  <a:pt x="93" y="15"/>
                </a:cubicBezTo>
                <a:cubicBezTo>
                  <a:pt x="98" y="20"/>
                  <a:pt x="102" y="26"/>
                  <a:pt x="104" y="33"/>
                </a:cubicBezTo>
                <a:cubicBezTo>
                  <a:pt x="107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/>
          <p:nvPr/>
        </p:nvSpPr>
        <p:spPr>
          <a:xfrm>
            <a:off x="340920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6" y="68"/>
                  <a:pt x="104" y="75"/>
                </a:cubicBezTo>
                <a:cubicBezTo>
                  <a:pt x="101" y="81"/>
                  <a:pt x="97" y="87"/>
                  <a:pt x="92" y="92"/>
                </a:cubicBezTo>
                <a:cubicBezTo>
                  <a:pt x="87" y="97"/>
                  <a:pt x="81" y="101"/>
                  <a:pt x="74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4" y="4"/>
                </a:cubicBezTo>
                <a:cubicBezTo>
                  <a:pt x="81" y="6"/>
                  <a:pt x="87" y="10"/>
                  <a:pt x="92" y="15"/>
                </a:cubicBezTo>
                <a:cubicBezTo>
                  <a:pt x="97" y="20"/>
                  <a:pt x="101" y="26"/>
                  <a:pt x="104" y="33"/>
                </a:cubicBezTo>
                <a:cubicBezTo>
                  <a:pt x="106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309528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5343480" y="2781000"/>
            <a:ext cx="3200760" cy="2086560"/>
          </a:xfrm>
          <a:custGeom>
            <a:avLst/>
            <a:gdLst/>
            <a:ahLst/>
            <a:rect l="0" t="0" r="r" b="b"/>
            <a:pathLst>
              <a:path w="889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5584"/>
                </a:lnTo>
                <a:cubicBezTo>
                  <a:pt x="8891" y="5598"/>
                  <a:pt x="8889" y="5612"/>
                  <a:pt x="8887" y="5625"/>
                </a:cubicBezTo>
                <a:cubicBezTo>
                  <a:pt x="8884" y="5639"/>
                  <a:pt x="8880" y="5652"/>
                  <a:pt x="8875" y="5665"/>
                </a:cubicBezTo>
                <a:cubicBezTo>
                  <a:pt x="8869" y="5678"/>
                  <a:pt x="8863" y="5690"/>
                  <a:pt x="8855" y="5702"/>
                </a:cubicBezTo>
                <a:cubicBezTo>
                  <a:pt x="8847" y="5713"/>
                  <a:pt x="8838" y="5724"/>
                  <a:pt x="8829" y="5734"/>
                </a:cubicBezTo>
                <a:cubicBezTo>
                  <a:pt x="8819" y="5744"/>
                  <a:pt x="8808" y="5752"/>
                  <a:pt x="8797" y="5760"/>
                </a:cubicBezTo>
                <a:cubicBezTo>
                  <a:pt x="8785" y="5768"/>
                  <a:pt x="8773" y="5774"/>
                  <a:pt x="8760" y="5780"/>
                </a:cubicBezTo>
                <a:cubicBezTo>
                  <a:pt x="8747" y="5785"/>
                  <a:pt x="8734" y="5789"/>
                  <a:pt x="8720" y="5792"/>
                </a:cubicBezTo>
                <a:cubicBezTo>
                  <a:pt x="8707" y="5794"/>
                  <a:pt x="8693" y="5796"/>
                  <a:pt x="8679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89" y="5785"/>
                  <a:pt x="81" y="5780"/>
                </a:cubicBezTo>
                <a:cubicBezTo>
                  <a:pt x="73" y="5774"/>
                  <a:pt x="66" y="5768"/>
                  <a:pt x="58" y="5760"/>
                </a:cubicBezTo>
                <a:cubicBezTo>
                  <a:pt x="51" y="5752"/>
                  <a:pt x="45" y="5744"/>
                  <a:pt x="38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6" y="5652"/>
                  <a:pt x="4" y="5639"/>
                  <a:pt x="2" y="5625"/>
                </a:cubicBezTo>
                <a:cubicBezTo>
                  <a:pt x="0" y="5612"/>
                  <a:pt x="0" y="5598"/>
                  <a:pt x="0" y="558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5314680" y="2781000"/>
            <a:ext cx="3229560" cy="2086560"/>
          </a:xfrm>
          <a:custGeom>
            <a:avLst/>
            <a:gdLst/>
            <a:ahLst/>
            <a:rect l="0" t="0" r="r" b="b"/>
            <a:pathLst>
              <a:path w="8971" h="5796">
                <a:moveTo>
                  <a:pt x="0" y="0"/>
                </a:moveTo>
                <a:lnTo>
                  <a:pt x="8971" y="0"/>
                </a:lnTo>
                <a:lnTo>
                  <a:pt x="897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1018080" y="4603680"/>
            <a:ext cx="4196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De eis staat nergens los: mens noch machine kan nalezen wat er bedoeld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5535360" y="292284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 txBox="1"/>
          <p:nvPr/>
        </p:nvSpPr>
        <p:spPr>
          <a:xfrm>
            <a:off x="5535360" y="315216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5535360" y="33710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5535360" y="359028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5670720" y="377136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65" name=""/>
          <p:cNvSpPr/>
          <p:nvPr/>
        </p:nvSpPr>
        <p:spPr>
          <a:xfrm>
            <a:off x="485640" y="1028520"/>
            <a:ext cx="8058600" cy="819360"/>
          </a:xfrm>
          <a:custGeom>
            <a:avLst/>
            <a:gdLst/>
            <a:ahLst/>
            <a:rect l="0" t="0" r="r" b="b"/>
            <a:pathLst>
              <a:path w="22385" h="2276">
                <a:moveTo>
                  <a:pt x="0" y="2012"/>
                </a:moveTo>
                <a:lnTo>
                  <a:pt x="0" y="265"/>
                </a:lnTo>
                <a:cubicBezTo>
                  <a:pt x="0" y="247"/>
                  <a:pt x="1" y="230"/>
                  <a:pt x="3" y="213"/>
                </a:cubicBezTo>
                <a:cubicBezTo>
                  <a:pt x="6" y="196"/>
                  <a:pt x="9" y="179"/>
                  <a:pt x="14" y="163"/>
                </a:cubicBezTo>
                <a:cubicBezTo>
                  <a:pt x="19" y="147"/>
                  <a:pt x="24" y="132"/>
                  <a:pt x="31" y="118"/>
                </a:cubicBezTo>
                <a:cubicBezTo>
                  <a:pt x="38" y="103"/>
                  <a:pt x="46" y="90"/>
                  <a:pt x="54" y="77"/>
                </a:cubicBezTo>
                <a:cubicBezTo>
                  <a:pt x="63" y="65"/>
                  <a:pt x="72" y="54"/>
                  <a:pt x="82" y="45"/>
                </a:cubicBezTo>
                <a:cubicBezTo>
                  <a:pt x="92" y="35"/>
                  <a:pt x="103" y="27"/>
                  <a:pt x="114" y="20"/>
                </a:cubicBezTo>
                <a:cubicBezTo>
                  <a:pt x="125" y="13"/>
                  <a:pt x="137" y="8"/>
                  <a:pt x="149" y="5"/>
                </a:cubicBezTo>
                <a:cubicBezTo>
                  <a:pt x="161" y="2"/>
                  <a:pt x="173" y="0"/>
                  <a:pt x="185" y="0"/>
                </a:cubicBezTo>
                <a:lnTo>
                  <a:pt x="22120" y="0"/>
                </a:lnTo>
                <a:cubicBezTo>
                  <a:pt x="22137" y="0"/>
                  <a:pt x="22155" y="2"/>
                  <a:pt x="22172" y="5"/>
                </a:cubicBezTo>
                <a:cubicBezTo>
                  <a:pt x="22189" y="8"/>
                  <a:pt x="22205" y="13"/>
                  <a:pt x="22221" y="20"/>
                </a:cubicBezTo>
                <a:cubicBezTo>
                  <a:pt x="22237" y="27"/>
                  <a:pt x="22253" y="35"/>
                  <a:pt x="22267" y="45"/>
                </a:cubicBezTo>
                <a:cubicBezTo>
                  <a:pt x="22281" y="54"/>
                  <a:pt x="22295" y="65"/>
                  <a:pt x="22307" y="77"/>
                </a:cubicBezTo>
                <a:cubicBezTo>
                  <a:pt x="22319" y="90"/>
                  <a:pt x="22330" y="103"/>
                  <a:pt x="22340" y="118"/>
                </a:cubicBezTo>
                <a:cubicBezTo>
                  <a:pt x="22350" y="132"/>
                  <a:pt x="22358" y="147"/>
                  <a:pt x="22364" y="163"/>
                </a:cubicBezTo>
                <a:cubicBezTo>
                  <a:pt x="22371" y="179"/>
                  <a:pt x="22376" y="196"/>
                  <a:pt x="22380" y="213"/>
                </a:cubicBezTo>
                <a:cubicBezTo>
                  <a:pt x="22383" y="230"/>
                  <a:pt x="22385" y="247"/>
                  <a:pt x="22385" y="265"/>
                </a:cubicBezTo>
                <a:lnTo>
                  <a:pt x="22385" y="2012"/>
                </a:lnTo>
                <a:cubicBezTo>
                  <a:pt x="22385" y="2029"/>
                  <a:pt x="22383" y="2046"/>
                  <a:pt x="22380" y="2063"/>
                </a:cubicBezTo>
                <a:cubicBezTo>
                  <a:pt x="22376" y="2080"/>
                  <a:pt x="22371" y="2097"/>
                  <a:pt x="22364" y="2113"/>
                </a:cubicBezTo>
                <a:cubicBezTo>
                  <a:pt x="22358" y="2129"/>
                  <a:pt x="22350" y="2144"/>
                  <a:pt x="22340" y="2159"/>
                </a:cubicBezTo>
                <a:cubicBezTo>
                  <a:pt x="22330" y="2173"/>
                  <a:pt x="22319" y="2187"/>
                  <a:pt x="22307" y="2199"/>
                </a:cubicBezTo>
                <a:cubicBezTo>
                  <a:pt x="22295" y="2211"/>
                  <a:pt x="22281" y="2222"/>
                  <a:pt x="22267" y="2232"/>
                </a:cubicBezTo>
                <a:cubicBezTo>
                  <a:pt x="22253" y="2241"/>
                  <a:pt x="22237" y="2250"/>
                  <a:pt x="22221" y="2256"/>
                </a:cubicBezTo>
                <a:cubicBezTo>
                  <a:pt x="22205" y="2263"/>
                  <a:pt x="22189" y="2268"/>
                  <a:pt x="22172" y="2271"/>
                </a:cubicBezTo>
                <a:cubicBezTo>
                  <a:pt x="22155" y="2275"/>
                  <a:pt x="22137" y="2276"/>
                  <a:pt x="22120" y="2276"/>
                </a:cubicBezTo>
                <a:lnTo>
                  <a:pt x="185" y="2276"/>
                </a:lnTo>
                <a:cubicBezTo>
                  <a:pt x="173" y="2276"/>
                  <a:pt x="161" y="2275"/>
                  <a:pt x="149" y="2271"/>
                </a:cubicBezTo>
                <a:cubicBezTo>
                  <a:pt x="137" y="2268"/>
                  <a:pt x="125" y="2263"/>
                  <a:pt x="114" y="2256"/>
                </a:cubicBezTo>
                <a:cubicBezTo>
                  <a:pt x="103" y="2250"/>
                  <a:pt x="92" y="2241"/>
                  <a:pt x="82" y="2232"/>
                </a:cubicBezTo>
                <a:cubicBezTo>
                  <a:pt x="72" y="2222"/>
                  <a:pt x="63" y="2211"/>
                  <a:pt x="54" y="2199"/>
                </a:cubicBezTo>
                <a:cubicBezTo>
                  <a:pt x="46" y="2187"/>
                  <a:pt x="38" y="2173"/>
                  <a:pt x="31" y="2159"/>
                </a:cubicBezTo>
                <a:cubicBezTo>
                  <a:pt x="24" y="2144"/>
                  <a:pt x="19" y="2129"/>
                  <a:pt x="14" y="2113"/>
                </a:cubicBezTo>
                <a:cubicBezTo>
                  <a:pt x="9" y="2097"/>
                  <a:pt x="6" y="2080"/>
                  <a:pt x="3" y="2063"/>
                </a:cubicBezTo>
                <a:cubicBezTo>
                  <a:pt x="1" y="2046"/>
                  <a:pt x="0" y="2029"/>
                  <a:pt x="0" y="2012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456840" y="102852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439920" y="386640"/>
            <a:ext cx="4600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Waardoor we vertragen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 txBox="1"/>
          <p:nvPr/>
        </p:nvSpPr>
        <p:spPr>
          <a:xfrm>
            <a:off x="704880" y="1199520"/>
            <a:ext cx="78570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7a5dba"/>
                </a:solidFill>
                <a:latin typeface="Arial"/>
                <a:ea typeface="Arial"/>
              </a:rPr>
              <a:t>We hebben capaciteit voor technische uitwerking, maar te weinig richting erin.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456840" y="1981080"/>
            <a:ext cx="2601000" cy="1981440"/>
          </a:xfrm>
          <a:custGeom>
            <a:avLst/>
            <a:gdLst/>
            <a:ahLst/>
            <a:rect l="0" t="0" r="r" b="b"/>
            <a:pathLst>
              <a:path w="7225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240"/>
                </a:lnTo>
                <a:cubicBezTo>
                  <a:pt x="7225" y="5257"/>
                  <a:pt x="7223" y="5274"/>
                  <a:pt x="7220" y="5291"/>
                </a:cubicBezTo>
                <a:cubicBezTo>
                  <a:pt x="7216" y="5308"/>
                  <a:pt x="7211" y="5325"/>
                  <a:pt x="7204" y="5341"/>
                </a:cubicBezTo>
                <a:cubicBezTo>
                  <a:pt x="7198" y="5357"/>
                  <a:pt x="7190" y="5372"/>
                  <a:pt x="7180" y="5387"/>
                </a:cubicBezTo>
                <a:cubicBezTo>
                  <a:pt x="7170" y="5401"/>
                  <a:pt x="7159" y="5414"/>
                  <a:pt x="7147" y="5427"/>
                </a:cubicBezTo>
                <a:cubicBezTo>
                  <a:pt x="7135" y="5439"/>
                  <a:pt x="7121" y="5450"/>
                  <a:pt x="7107" y="5460"/>
                </a:cubicBezTo>
                <a:cubicBezTo>
                  <a:pt x="7093" y="5469"/>
                  <a:pt x="7077" y="5477"/>
                  <a:pt x="7061" y="5484"/>
                </a:cubicBezTo>
                <a:cubicBezTo>
                  <a:pt x="7045" y="5491"/>
                  <a:pt x="7029" y="5496"/>
                  <a:pt x="7012" y="5499"/>
                </a:cubicBezTo>
                <a:cubicBezTo>
                  <a:pt x="6995" y="5502"/>
                  <a:pt x="6977" y="5504"/>
                  <a:pt x="6960" y="5504"/>
                </a:cubicBezTo>
                <a:lnTo>
                  <a:pt x="265" y="5504"/>
                </a:lnTo>
                <a:cubicBezTo>
                  <a:pt x="248" y="5504"/>
                  <a:pt x="231" y="5502"/>
                  <a:pt x="213" y="5499"/>
                </a:cubicBezTo>
                <a:cubicBezTo>
                  <a:pt x="196" y="5496"/>
                  <a:pt x="180" y="5491"/>
                  <a:pt x="164" y="5484"/>
                </a:cubicBezTo>
                <a:cubicBezTo>
                  <a:pt x="148" y="5477"/>
                  <a:pt x="133" y="5469"/>
                  <a:pt x="118" y="5460"/>
                </a:cubicBezTo>
                <a:cubicBezTo>
                  <a:pt x="104" y="5450"/>
                  <a:pt x="90" y="5439"/>
                  <a:pt x="78" y="5427"/>
                </a:cubicBezTo>
                <a:cubicBezTo>
                  <a:pt x="66" y="5414"/>
                  <a:pt x="55" y="5401"/>
                  <a:pt x="45" y="5387"/>
                </a:cubicBezTo>
                <a:cubicBezTo>
                  <a:pt x="35" y="5372"/>
                  <a:pt x="27" y="5357"/>
                  <a:pt x="21" y="5341"/>
                </a:cubicBezTo>
                <a:cubicBezTo>
                  <a:pt x="14" y="5325"/>
                  <a:pt x="9" y="5308"/>
                  <a:pt x="6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704880" y="1504080"/>
            <a:ext cx="7520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is er precies nodig om dit spoor te leggen? Waar leggen we het wel, waar bewust niet, en waarom?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609480" y="2142000"/>
            <a:ext cx="2690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Rollen en producten herverdelen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609480" y="2415960"/>
            <a:ext cx="1911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Inventariseren welke rollen,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609480" y="2606400"/>
            <a:ext cx="253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producten en verantwoordelijkheden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609480" y="2796840"/>
            <a:ext cx="2236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zijn, en die opnieuw beleggen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609480" y="2977920"/>
            <a:ext cx="246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zodat er richting vanuit de business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609480" y="34383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609480" y="3168360"/>
            <a:ext cx="395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komt.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609480" y="3506400"/>
            <a:ext cx="2305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Geen extra budget, wel keuzes in wat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3200040" y="1981080"/>
            <a:ext cx="2601000" cy="1981440"/>
          </a:xfrm>
          <a:custGeom>
            <a:avLst/>
            <a:gdLst/>
            <a:ahLst/>
            <a:rect l="0" t="0" r="r" b="b"/>
            <a:pathLst>
              <a:path w="7225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240"/>
                </a:lnTo>
                <a:cubicBezTo>
                  <a:pt x="7225" y="5257"/>
                  <a:pt x="7223" y="5274"/>
                  <a:pt x="7220" y="5291"/>
                </a:cubicBezTo>
                <a:cubicBezTo>
                  <a:pt x="7216" y="5308"/>
                  <a:pt x="7211" y="5325"/>
                  <a:pt x="7204" y="5341"/>
                </a:cubicBezTo>
                <a:cubicBezTo>
                  <a:pt x="7198" y="5357"/>
                  <a:pt x="7190" y="5372"/>
                  <a:pt x="7180" y="5387"/>
                </a:cubicBezTo>
                <a:cubicBezTo>
                  <a:pt x="7170" y="5401"/>
                  <a:pt x="7159" y="5414"/>
                  <a:pt x="7147" y="5427"/>
                </a:cubicBezTo>
                <a:cubicBezTo>
                  <a:pt x="7135" y="5439"/>
                  <a:pt x="7121" y="5450"/>
                  <a:pt x="7107" y="5460"/>
                </a:cubicBezTo>
                <a:cubicBezTo>
                  <a:pt x="7093" y="5469"/>
                  <a:pt x="7077" y="5477"/>
                  <a:pt x="7061" y="5484"/>
                </a:cubicBezTo>
                <a:cubicBezTo>
                  <a:pt x="7045" y="5491"/>
                  <a:pt x="7029" y="5496"/>
                  <a:pt x="7012" y="5499"/>
                </a:cubicBezTo>
                <a:cubicBezTo>
                  <a:pt x="6995" y="5502"/>
                  <a:pt x="6977" y="5504"/>
                  <a:pt x="6960" y="5504"/>
                </a:cubicBezTo>
                <a:lnTo>
                  <a:pt x="265" y="5504"/>
                </a:lnTo>
                <a:cubicBezTo>
                  <a:pt x="248" y="5504"/>
                  <a:pt x="231" y="5502"/>
                  <a:pt x="213" y="5499"/>
                </a:cubicBezTo>
                <a:cubicBezTo>
                  <a:pt x="196" y="5496"/>
                  <a:pt x="180" y="5491"/>
                  <a:pt x="164" y="5484"/>
                </a:cubicBezTo>
                <a:cubicBezTo>
                  <a:pt x="148" y="5477"/>
                  <a:pt x="133" y="5469"/>
                  <a:pt x="118" y="5460"/>
                </a:cubicBezTo>
                <a:cubicBezTo>
                  <a:pt x="104" y="5450"/>
                  <a:pt x="90" y="5439"/>
                  <a:pt x="78" y="5427"/>
                </a:cubicBezTo>
                <a:cubicBezTo>
                  <a:pt x="66" y="5414"/>
                  <a:pt x="55" y="5401"/>
                  <a:pt x="45" y="5387"/>
                </a:cubicBezTo>
                <a:cubicBezTo>
                  <a:pt x="35" y="5372"/>
                  <a:pt x="27" y="5357"/>
                  <a:pt x="21" y="5341"/>
                </a:cubicBezTo>
                <a:cubicBezTo>
                  <a:pt x="14" y="5325"/>
                  <a:pt x="9" y="5308"/>
                  <a:pt x="6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609480" y="3668400"/>
            <a:ext cx="68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blijft liggen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 txBox="1"/>
          <p:nvPr/>
        </p:nvSpPr>
        <p:spPr>
          <a:xfrm>
            <a:off x="3349800" y="2142000"/>
            <a:ext cx="2256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vraag bij de instellingen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 txBox="1"/>
          <p:nvPr/>
        </p:nvSpPr>
        <p:spPr>
          <a:xfrm>
            <a:off x="3349800" y="2351520"/>
            <a:ext cx="65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ophalen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3349800" y="2634840"/>
            <a:ext cx="2422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POC-scholen beschrijven hun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3349800" y="2815920"/>
            <a:ext cx="2062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bouwstenen, OKx toetst ze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3352680" y="36003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3349800" y="3006360"/>
            <a:ext cx="215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verbindt ze aan de speciﬁcatie.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5933880" y="1981080"/>
            <a:ext cx="2610360" cy="1981440"/>
          </a:xfrm>
          <a:custGeom>
            <a:avLst/>
            <a:gdLst/>
            <a:ahLst/>
            <a:rect l="0" t="0" r="r" b="b"/>
            <a:pathLst>
              <a:path w="7251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5240"/>
                </a:lnTo>
                <a:cubicBezTo>
                  <a:pt x="7251" y="5257"/>
                  <a:pt x="7249" y="5274"/>
                  <a:pt x="7246" y="5291"/>
                </a:cubicBezTo>
                <a:cubicBezTo>
                  <a:pt x="7242" y="5308"/>
                  <a:pt x="7237" y="5325"/>
                  <a:pt x="7230" y="5341"/>
                </a:cubicBezTo>
                <a:cubicBezTo>
                  <a:pt x="7224" y="5357"/>
                  <a:pt x="7216" y="5372"/>
                  <a:pt x="7206" y="5387"/>
                </a:cubicBezTo>
                <a:cubicBezTo>
                  <a:pt x="7196" y="5401"/>
                  <a:pt x="7185" y="5414"/>
                  <a:pt x="7173" y="5427"/>
                </a:cubicBezTo>
                <a:cubicBezTo>
                  <a:pt x="7161" y="5439"/>
                  <a:pt x="7147" y="5450"/>
                  <a:pt x="7133" y="5460"/>
                </a:cubicBezTo>
                <a:cubicBezTo>
                  <a:pt x="7119" y="5469"/>
                  <a:pt x="7103" y="5477"/>
                  <a:pt x="7087" y="5484"/>
                </a:cubicBezTo>
                <a:cubicBezTo>
                  <a:pt x="7071" y="5491"/>
                  <a:pt x="7055" y="5496"/>
                  <a:pt x="7038" y="5499"/>
                </a:cubicBezTo>
                <a:cubicBezTo>
                  <a:pt x="7021" y="5502"/>
                  <a:pt x="7003" y="5504"/>
                  <a:pt x="6986" y="5504"/>
                </a:cubicBezTo>
                <a:lnTo>
                  <a:pt x="265" y="5504"/>
                </a:lnTo>
                <a:cubicBezTo>
                  <a:pt x="247" y="5504"/>
                  <a:pt x="230" y="5502"/>
                  <a:pt x="213" y="5499"/>
                </a:cubicBezTo>
                <a:cubicBezTo>
                  <a:pt x="196" y="5496"/>
                  <a:pt x="179" y="5491"/>
                  <a:pt x="163" y="5484"/>
                </a:cubicBezTo>
                <a:cubicBezTo>
                  <a:pt x="147" y="5477"/>
                  <a:pt x="132" y="5469"/>
                  <a:pt x="118" y="5460"/>
                </a:cubicBezTo>
                <a:cubicBezTo>
                  <a:pt x="103" y="5450"/>
                  <a:pt x="90" y="5439"/>
                  <a:pt x="78" y="5427"/>
                </a:cubicBezTo>
                <a:cubicBezTo>
                  <a:pt x="65" y="5414"/>
                  <a:pt x="54" y="5401"/>
                  <a:pt x="45" y="5387"/>
                </a:cubicBezTo>
                <a:cubicBezTo>
                  <a:pt x="35" y="5372"/>
                  <a:pt x="27" y="5357"/>
                  <a:pt x="20" y="5341"/>
                </a:cubicBezTo>
                <a:cubicBezTo>
                  <a:pt x="14" y="5325"/>
                  <a:pt x="9" y="5308"/>
                  <a:pt x="5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3349800" y="3668400"/>
            <a:ext cx="211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Draagvlak groeit, kost doorlooptijd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6089760" y="2142000"/>
            <a:ext cx="1250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Capaciteit erbij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6089760" y="241596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tweede analist en architect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6089760" y="2606400"/>
            <a:ext cx="228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naast Niels, die de vraag vertaalt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6086160" y="3600360"/>
            <a:ext cx="2305440" cy="9720"/>
          </a:xfrm>
          <a:custGeom>
            <a:avLst/>
            <a:gdLst/>
            <a:ahLst/>
            <a:rect l="0" t="0" r="r" b="b"/>
            <a:pathLst>
              <a:path w="6404" h="27">
                <a:moveTo>
                  <a:pt x="0" y="0"/>
                </a:moveTo>
                <a:lnTo>
                  <a:pt x="6404" y="0"/>
                </a:lnTo>
                <a:lnTo>
                  <a:pt x="64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6089760" y="2796840"/>
            <a:ext cx="1422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naar werkpakketten.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456840" y="407664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456840" y="40766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456840" y="485748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8534160" y="40766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5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456840" y="40766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6089760" y="3668400"/>
            <a:ext cx="1675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Sneller scherp, kost budget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634320" y="4293360"/>
            <a:ext cx="883224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50" spc="-1" strike="noStrike">
                <a:solidFill>
                  <a:srgbClr val="1a1a2e"/>
                </a:solidFill>
                <a:latin typeface="Arial"/>
                <a:ea typeface="Arial"/>
              </a:rPr>
              <a:t>Zonder keuze blijft de richting bij een persoon liggen en loopt de doorlooptijd op. </a:t>
            </a:r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Gevraagd: welke route verkennen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634320" y="4512600"/>
            <a:ext cx="32076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we?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0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