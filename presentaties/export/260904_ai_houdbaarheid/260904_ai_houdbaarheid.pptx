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5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41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8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1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3" name=""/>
          <p:cNvSpPr/>
          <p:nvPr/>
        </p:nvSpPr>
        <p:spPr>
          <a:xfrm>
            <a:off x="2168640" y="142848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7320" y="209412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29760" y="20869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6"/>
                </a:lnTo>
                <a:lnTo>
                  <a:pt x="63" y="217"/>
                </a:lnTo>
                <a:lnTo>
                  <a:pt x="42" y="217"/>
                </a:lnTo>
                <a:lnTo>
                  <a:pt x="43" y="195"/>
                </a:lnTo>
                <a:moveTo>
                  <a:pt x="64" y="196"/>
                </a:moveTo>
                <a:lnTo>
                  <a:pt x="85" y="197"/>
                </a:lnTo>
                <a:lnTo>
                  <a:pt x="84" y="218"/>
                </a:lnTo>
                <a:lnTo>
                  <a:pt x="63" y="217"/>
                </a:lnTo>
                <a:lnTo>
                  <a:pt x="64" y="196"/>
                </a:lnTo>
                <a:moveTo>
                  <a:pt x="85" y="197"/>
                </a:moveTo>
                <a:lnTo>
                  <a:pt x="106" y="198"/>
                </a:lnTo>
                <a:lnTo>
                  <a:pt x="106" y="219"/>
                </a:lnTo>
                <a:lnTo>
                  <a:pt x="84" y="218"/>
                </a:lnTo>
                <a:lnTo>
                  <a:pt x="85" y="197"/>
                </a:lnTo>
                <a:moveTo>
                  <a:pt x="106" y="198"/>
                </a:moveTo>
                <a:lnTo>
                  <a:pt x="127" y="199"/>
                </a:lnTo>
                <a:lnTo>
                  <a:pt x="127" y="220"/>
                </a:lnTo>
                <a:lnTo>
                  <a:pt x="106" y="219"/>
                </a:lnTo>
                <a:lnTo>
                  <a:pt x="106" y="198"/>
                </a:lnTo>
                <a:moveTo>
                  <a:pt x="127" y="199"/>
                </a:moveTo>
                <a:lnTo>
                  <a:pt x="149" y="199"/>
                </a:lnTo>
                <a:lnTo>
                  <a:pt x="148" y="220"/>
                </a:lnTo>
                <a:lnTo>
                  <a:pt x="127" y="220"/>
                </a:lnTo>
                <a:lnTo>
                  <a:pt x="127" y="199"/>
                </a:lnTo>
                <a:moveTo>
                  <a:pt x="149" y="199"/>
                </a:moveTo>
                <a:lnTo>
                  <a:pt x="170" y="200"/>
                </a:lnTo>
                <a:lnTo>
                  <a:pt x="169" y="221"/>
                </a:lnTo>
                <a:lnTo>
                  <a:pt x="148" y="220"/>
                </a:lnTo>
                <a:lnTo>
                  <a:pt x="149" y="199"/>
                </a:lnTo>
                <a:moveTo>
                  <a:pt x="170" y="200"/>
                </a:moveTo>
                <a:lnTo>
                  <a:pt x="191" y="201"/>
                </a:lnTo>
                <a:lnTo>
                  <a:pt x="190" y="222"/>
                </a:lnTo>
                <a:lnTo>
                  <a:pt x="169" y="221"/>
                </a:lnTo>
                <a:lnTo>
                  <a:pt x="170" y="200"/>
                </a:lnTo>
                <a:moveTo>
                  <a:pt x="191" y="201"/>
                </a:moveTo>
                <a:lnTo>
                  <a:pt x="212" y="202"/>
                </a:lnTo>
                <a:lnTo>
                  <a:pt x="211" y="223"/>
                </a:lnTo>
                <a:lnTo>
                  <a:pt x="190" y="222"/>
                </a:lnTo>
                <a:lnTo>
                  <a:pt x="191" y="201"/>
                </a:lnTo>
                <a:moveTo>
                  <a:pt x="212" y="202"/>
                </a:moveTo>
                <a:lnTo>
                  <a:pt x="233" y="203"/>
                </a:lnTo>
                <a:lnTo>
                  <a:pt x="232" y="224"/>
                </a:lnTo>
                <a:lnTo>
                  <a:pt x="211" y="223"/>
                </a:lnTo>
                <a:lnTo>
                  <a:pt x="212" y="202"/>
                </a:lnTo>
                <a:moveTo>
                  <a:pt x="233" y="203"/>
                </a:moveTo>
                <a:lnTo>
                  <a:pt x="255" y="203"/>
                </a:lnTo>
                <a:lnTo>
                  <a:pt x="255" y="224"/>
                </a:lnTo>
                <a:lnTo>
                  <a:pt x="232" y="224"/>
                </a:lnTo>
                <a:lnTo>
                  <a:pt x="233" y="203"/>
                </a:lnTo>
                <a:moveTo>
                  <a:pt x="255" y="203"/>
                </a:moveTo>
                <a:lnTo>
                  <a:pt x="259" y="203"/>
                </a:lnTo>
                <a:lnTo>
                  <a:pt x="259" y="214"/>
                </a:lnTo>
                <a:lnTo>
                  <a:pt x="248" y="218"/>
                </a:lnTo>
                <a:lnTo>
                  <a:pt x="241" y="203"/>
                </a:lnTo>
                <a:lnTo>
                  <a:pt x="261" y="194"/>
                </a:lnTo>
                <a:lnTo>
                  <a:pt x="276" y="225"/>
                </a:lnTo>
                <a:lnTo>
                  <a:pt x="255" y="224"/>
                </a:lnTo>
                <a:lnTo>
                  <a:pt x="255" y="203"/>
                </a:lnTo>
                <a:moveTo>
                  <a:pt x="241" y="203"/>
                </a:moveTo>
                <a:lnTo>
                  <a:pt x="232" y="183"/>
                </a:lnTo>
                <a:lnTo>
                  <a:pt x="253" y="175"/>
                </a:lnTo>
                <a:lnTo>
                  <a:pt x="261" y="194"/>
                </a:lnTo>
                <a:lnTo>
                  <a:pt x="241" y="203"/>
                </a:lnTo>
                <a:moveTo>
                  <a:pt x="232" y="183"/>
                </a:moveTo>
                <a:lnTo>
                  <a:pt x="224" y="164"/>
                </a:lnTo>
                <a:lnTo>
                  <a:pt x="243" y="155"/>
                </a:lnTo>
                <a:lnTo>
                  <a:pt x="253" y="175"/>
                </a:lnTo>
                <a:lnTo>
                  <a:pt x="232" y="183"/>
                </a:lnTo>
                <a:moveTo>
                  <a:pt x="224" y="164"/>
                </a:moveTo>
                <a:lnTo>
                  <a:pt x="215" y="145"/>
                </a:lnTo>
                <a:lnTo>
                  <a:pt x="234" y="136"/>
                </a:lnTo>
                <a:lnTo>
                  <a:pt x="243" y="155"/>
                </a:lnTo>
                <a:lnTo>
                  <a:pt x="224" y="164"/>
                </a:lnTo>
                <a:moveTo>
                  <a:pt x="215" y="145"/>
                </a:moveTo>
                <a:lnTo>
                  <a:pt x="206" y="126"/>
                </a:lnTo>
                <a:lnTo>
                  <a:pt x="225" y="117"/>
                </a:lnTo>
                <a:lnTo>
                  <a:pt x="234" y="136"/>
                </a:lnTo>
                <a:lnTo>
                  <a:pt x="215" y="145"/>
                </a:lnTo>
                <a:moveTo>
                  <a:pt x="206" y="126"/>
                </a:moveTo>
                <a:lnTo>
                  <a:pt x="197" y="105"/>
                </a:lnTo>
                <a:lnTo>
                  <a:pt x="217" y="96"/>
                </a:lnTo>
                <a:lnTo>
                  <a:pt x="225" y="117"/>
                </a:lnTo>
                <a:lnTo>
                  <a:pt x="206" y="126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7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9"/>
                </a:lnTo>
                <a:lnTo>
                  <a:pt x="171" y="47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4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4"/>
                </a:moveTo>
                <a:lnTo>
                  <a:pt x="88" y="140"/>
                </a:lnTo>
                <a:lnTo>
                  <a:pt x="71" y="127"/>
                </a:lnTo>
                <a:lnTo>
                  <a:pt x="85" y="109"/>
                </a:lnTo>
                <a:lnTo>
                  <a:pt x="101" y="124"/>
                </a:lnTo>
                <a:moveTo>
                  <a:pt x="88" y="140"/>
                </a:moveTo>
                <a:lnTo>
                  <a:pt x="74" y="157"/>
                </a:lnTo>
                <a:lnTo>
                  <a:pt x="58" y="143"/>
                </a:lnTo>
                <a:lnTo>
                  <a:pt x="71" y="127"/>
                </a:lnTo>
                <a:lnTo>
                  <a:pt x="88" y="140"/>
                </a:lnTo>
                <a:moveTo>
                  <a:pt x="74" y="157"/>
                </a:moveTo>
                <a:lnTo>
                  <a:pt x="61" y="173"/>
                </a:lnTo>
                <a:lnTo>
                  <a:pt x="45" y="160"/>
                </a:lnTo>
                <a:lnTo>
                  <a:pt x="58" y="143"/>
                </a:lnTo>
                <a:lnTo>
                  <a:pt x="74" y="157"/>
                </a:lnTo>
                <a:moveTo>
                  <a:pt x="61" y="173"/>
                </a:moveTo>
                <a:lnTo>
                  <a:pt x="48" y="189"/>
                </a:lnTo>
                <a:lnTo>
                  <a:pt x="31" y="176"/>
                </a:lnTo>
                <a:lnTo>
                  <a:pt x="45" y="160"/>
                </a:lnTo>
                <a:lnTo>
                  <a:pt x="61" y="173"/>
                </a:lnTo>
                <a:moveTo>
                  <a:pt x="48" y="189"/>
                </a:moveTo>
                <a:lnTo>
                  <a:pt x="34" y="206"/>
                </a:lnTo>
                <a:lnTo>
                  <a:pt x="18" y="193"/>
                </a:lnTo>
                <a:lnTo>
                  <a:pt x="31" y="176"/>
                </a:lnTo>
                <a:lnTo>
                  <a:pt x="48" y="189"/>
                </a:lnTo>
                <a:moveTo>
                  <a:pt x="34" y="206"/>
                </a:moveTo>
                <a:lnTo>
                  <a:pt x="30" y="212"/>
                </a:lnTo>
                <a:lnTo>
                  <a:pt x="21" y="205"/>
                </a:lnTo>
                <a:lnTo>
                  <a:pt x="22" y="195"/>
                </a:lnTo>
                <a:lnTo>
                  <a:pt x="43" y="195"/>
                </a:lnTo>
                <a:lnTo>
                  <a:pt x="42" y="217"/>
                </a:lnTo>
                <a:lnTo>
                  <a:pt x="0" y="215"/>
                </a:lnTo>
                <a:lnTo>
                  <a:pt x="18" y="193"/>
                </a:lnTo>
                <a:lnTo>
                  <a:pt x="34" y="2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974840" y="1390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4970880" y="1384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2"/>
                </a:lnTo>
                <a:lnTo>
                  <a:pt x="219" y="114"/>
                </a:lnTo>
                <a:lnTo>
                  <a:pt x="223" y="123"/>
                </a:lnTo>
                <a:lnTo>
                  <a:pt x="219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8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8"/>
                </a:moveTo>
                <a:lnTo>
                  <a:pt x="61" y="217"/>
                </a:lnTo>
                <a:lnTo>
                  <a:pt x="52" y="197"/>
                </a:lnTo>
                <a:lnTo>
                  <a:pt x="70" y="188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7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4"/>
                </a:lnTo>
                <a:lnTo>
                  <a:pt x="21" y="194"/>
                </a:lnTo>
                <a:lnTo>
                  <a:pt x="21" y="217"/>
                </a:lnTo>
                <a:lnTo>
                  <a:pt x="0" y="217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639880" y="241920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60568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7"/>
                </a:moveTo>
                <a:lnTo>
                  <a:pt x="212" y="213"/>
                </a:lnTo>
                <a:lnTo>
                  <a:pt x="212" y="0"/>
                </a:lnTo>
                <a:lnTo>
                  <a:pt x="0" y="10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9704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2"/>
                </a:lnTo>
                <a:lnTo>
                  <a:pt x="39" y="143"/>
                </a:lnTo>
                <a:lnTo>
                  <a:pt x="48" y="123"/>
                </a:lnTo>
                <a:moveTo>
                  <a:pt x="67" y="132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2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7"/>
                </a:lnTo>
                <a:lnTo>
                  <a:pt x="247" y="127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7"/>
                </a:moveTo>
                <a:lnTo>
                  <a:pt x="226" y="106"/>
                </a:lnTo>
                <a:lnTo>
                  <a:pt x="247" y="106"/>
                </a:lnTo>
                <a:lnTo>
                  <a:pt x="247" y="127"/>
                </a:lnTo>
                <a:lnTo>
                  <a:pt x="226" y="127"/>
                </a:lnTo>
                <a:moveTo>
                  <a:pt x="226" y="106"/>
                </a:moveTo>
                <a:lnTo>
                  <a:pt x="226" y="84"/>
                </a:lnTo>
                <a:lnTo>
                  <a:pt x="247" y="84"/>
                </a:lnTo>
                <a:lnTo>
                  <a:pt x="247" y="106"/>
                </a:lnTo>
                <a:lnTo>
                  <a:pt x="226" y="106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4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4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4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1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1"/>
                </a:moveTo>
                <a:lnTo>
                  <a:pt x="74" y="110"/>
                </a:lnTo>
                <a:lnTo>
                  <a:pt x="65" y="91"/>
                </a:lnTo>
                <a:lnTo>
                  <a:pt x="84" y="82"/>
                </a:lnTo>
                <a:lnTo>
                  <a:pt x="93" y="101"/>
                </a:lnTo>
                <a:moveTo>
                  <a:pt x="74" y="110"/>
                </a:moveTo>
                <a:lnTo>
                  <a:pt x="55" y="120"/>
                </a:lnTo>
                <a:lnTo>
                  <a:pt x="46" y="101"/>
                </a:lnTo>
                <a:lnTo>
                  <a:pt x="65" y="91"/>
                </a:lnTo>
                <a:lnTo>
                  <a:pt x="74" y="110"/>
                </a:lnTo>
                <a:moveTo>
                  <a:pt x="55" y="120"/>
                </a:moveTo>
                <a:lnTo>
                  <a:pt x="36" y="129"/>
                </a:lnTo>
                <a:lnTo>
                  <a:pt x="27" y="110"/>
                </a:lnTo>
                <a:lnTo>
                  <a:pt x="46" y="101"/>
                </a:lnTo>
                <a:lnTo>
                  <a:pt x="55" y="120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3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482112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81716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7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2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2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2"/>
                </a:lnTo>
                <a:lnTo>
                  <a:pt x="214" y="131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1"/>
                </a:lnTo>
                <a:lnTo>
                  <a:pt x="225" y="112"/>
                </a:lnTo>
                <a:moveTo>
                  <a:pt x="211" y="140"/>
                </a:moveTo>
                <a:lnTo>
                  <a:pt x="192" y="151"/>
                </a:lnTo>
                <a:lnTo>
                  <a:pt x="183" y="131"/>
                </a:lnTo>
                <a:lnTo>
                  <a:pt x="202" y="121"/>
                </a:lnTo>
                <a:lnTo>
                  <a:pt x="211" y="140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0"/>
                </a:lnTo>
                <a:lnTo>
                  <a:pt x="183" y="131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0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68640" y="269208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7320" y="26748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29760" y="267084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29"/>
                </a:moveTo>
                <a:lnTo>
                  <a:pt x="56" y="46"/>
                </a:lnTo>
                <a:lnTo>
                  <a:pt x="40" y="60"/>
                </a:lnTo>
                <a:lnTo>
                  <a:pt x="26" y="43"/>
                </a:lnTo>
                <a:lnTo>
                  <a:pt x="43" y="29"/>
                </a:lnTo>
                <a:moveTo>
                  <a:pt x="56" y="46"/>
                </a:moveTo>
                <a:lnTo>
                  <a:pt x="70" y="63"/>
                </a:lnTo>
                <a:lnTo>
                  <a:pt x="53" y="77"/>
                </a:lnTo>
                <a:lnTo>
                  <a:pt x="40" y="60"/>
                </a:lnTo>
                <a:lnTo>
                  <a:pt x="56" y="46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7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10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3"/>
                </a:lnTo>
                <a:lnTo>
                  <a:pt x="93" y="126"/>
                </a:lnTo>
                <a:lnTo>
                  <a:pt x="80" y="110"/>
                </a:lnTo>
                <a:lnTo>
                  <a:pt x="96" y="96"/>
                </a:lnTo>
                <a:moveTo>
                  <a:pt x="110" y="113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3"/>
                </a:lnTo>
                <a:moveTo>
                  <a:pt x="123" y="129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8"/>
                </a:lnTo>
                <a:lnTo>
                  <a:pt x="146" y="192"/>
                </a:lnTo>
                <a:lnTo>
                  <a:pt x="133" y="175"/>
                </a:lnTo>
                <a:lnTo>
                  <a:pt x="149" y="162"/>
                </a:lnTo>
                <a:moveTo>
                  <a:pt x="163" y="178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8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7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7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7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7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9"/>
                </a:lnTo>
                <a:lnTo>
                  <a:pt x="240" y="77"/>
                </a:lnTo>
                <a:lnTo>
                  <a:pt x="231" y="97"/>
                </a:lnTo>
                <a:lnTo>
                  <a:pt x="212" y="88"/>
                </a:lnTo>
                <a:moveTo>
                  <a:pt x="220" y="69"/>
                </a:moveTo>
                <a:lnTo>
                  <a:pt x="229" y="48"/>
                </a:lnTo>
                <a:lnTo>
                  <a:pt x="248" y="58"/>
                </a:lnTo>
                <a:lnTo>
                  <a:pt x="240" y="77"/>
                </a:lnTo>
                <a:lnTo>
                  <a:pt x="220" y="69"/>
                </a:lnTo>
                <a:moveTo>
                  <a:pt x="229" y="48"/>
                </a:moveTo>
                <a:lnTo>
                  <a:pt x="238" y="29"/>
                </a:lnTo>
                <a:lnTo>
                  <a:pt x="258" y="38"/>
                </a:lnTo>
                <a:lnTo>
                  <a:pt x="248" y="58"/>
                </a:lnTo>
                <a:lnTo>
                  <a:pt x="229" y="48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6"/>
                </a:lnTo>
                <a:lnTo>
                  <a:pt x="259" y="11"/>
                </a:lnTo>
                <a:lnTo>
                  <a:pt x="259" y="21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2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4"/>
                </a:lnTo>
                <a:lnTo>
                  <a:pt x="177" y="3"/>
                </a:lnTo>
                <a:lnTo>
                  <a:pt x="198" y="2"/>
                </a:lnTo>
                <a:lnTo>
                  <a:pt x="199" y="24"/>
                </a:lnTo>
                <a:moveTo>
                  <a:pt x="177" y="24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4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6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8"/>
                </a:lnTo>
                <a:lnTo>
                  <a:pt x="71" y="7"/>
                </a:lnTo>
                <a:lnTo>
                  <a:pt x="92" y="6"/>
                </a:lnTo>
                <a:lnTo>
                  <a:pt x="93" y="28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8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29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5291640" y="33717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5287680" y="33656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1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1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7" y="188"/>
                </a:lnTo>
                <a:lnTo>
                  <a:pt x="107" y="169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5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5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2"/>
                </a:lnTo>
                <a:lnTo>
                  <a:pt x="21" y="152"/>
                </a:lnTo>
                <a:lnTo>
                  <a:pt x="21" y="174"/>
                </a:lnTo>
                <a:lnTo>
                  <a:pt x="0" y="174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439920" y="55800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2968200" y="122076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345120" y="144936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944080" y="22111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2840040" y="24397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2968200" y="320184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3225240" y="343044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819000" y="232560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5337000" y="133488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182920" y="232560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456840" y="3876480"/>
            <a:ext cx="7915680" cy="819360"/>
          </a:xfrm>
          <a:custGeom>
            <a:avLst/>
            <a:gdLst/>
            <a:ahLst/>
            <a:rect l="0" t="0" r="r" b="b"/>
            <a:pathLst>
              <a:path w="21988" h="2276">
                <a:moveTo>
                  <a:pt x="0" y="0"/>
                </a:moveTo>
                <a:lnTo>
                  <a:pt x="21988" y="0"/>
                </a:lnTo>
                <a:lnTo>
                  <a:pt x="2198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6840" y="38764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6840" y="46861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8362800" y="3876480"/>
            <a:ext cx="9720" cy="819360"/>
          </a:xfrm>
          <a:custGeom>
            <a:avLst/>
            <a:gdLst/>
            <a:ahLst/>
            <a:rect l="0" t="0" r="r" b="b"/>
            <a:pathLst>
              <a:path w="27" h="2276">
                <a:moveTo>
                  <a:pt x="0" y="106"/>
                </a:moveTo>
                <a:lnTo>
                  <a:pt x="0" y="2276"/>
                </a:lnTo>
                <a:lnTo>
                  <a:pt x="27" y="227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56840" y="387648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653440" y="331632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634320" y="4100040"/>
            <a:ext cx="85899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OKx wijst de punten aan waar systemen elkaar raken, en legt vast wat er over zo'n punt gaat en wat het betekent.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634320" y="4338000"/>
            <a:ext cx="8141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Niet willekeurig, maar op basis van wat een student moet kunnen: kiezen, inschrijven, leren, resultaat halen.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7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4109400"/>
            <a:ext cx="90302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agent moet bij die informatie kunnen en weten wat ze betekent. Het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34320" y="4338000"/>
            <a:ext cx="392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eerste is een koppeling. Het tweede is een 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8" name=""/>
          <p:cNvSpPr/>
          <p:nvPr/>
        </p:nvSpPr>
        <p:spPr>
          <a:xfrm>
            <a:off x="456840" y="1581120"/>
            <a:ext cx="3848760" cy="314640"/>
          </a:xfrm>
          <a:custGeom>
            <a:avLst/>
            <a:gdLst/>
            <a:ahLst/>
            <a:rect l="0" t="0" r="r" b="b"/>
            <a:pathLst>
              <a:path w="10691" h="874">
                <a:moveTo>
                  <a:pt x="0" y="0"/>
                </a:moveTo>
                <a:lnTo>
                  <a:pt x="10691" y="0"/>
                </a:lnTo>
                <a:lnTo>
                  <a:pt x="10691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4305240" y="1581120"/>
            <a:ext cx="4067280" cy="314640"/>
          </a:xfrm>
          <a:custGeom>
            <a:avLst/>
            <a:gdLst/>
            <a:ahLst/>
            <a:rect l="0" t="0" r="r" b="b"/>
            <a:pathLst>
              <a:path w="11298" h="874">
                <a:moveTo>
                  <a:pt x="0" y="0"/>
                </a:moveTo>
                <a:lnTo>
                  <a:pt x="11298" y="0"/>
                </a:lnTo>
                <a:lnTo>
                  <a:pt x="1129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456840" y="1885680"/>
            <a:ext cx="3848760" cy="19440"/>
          </a:xfrm>
          <a:custGeom>
            <a:avLst/>
            <a:gdLst/>
            <a:ahLst/>
            <a:rect l="0" t="0" r="r" b="b"/>
            <a:pathLst>
              <a:path w="10691" h="54">
                <a:moveTo>
                  <a:pt x="0" y="0"/>
                </a:moveTo>
                <a:lnTo>
                  <a:pt x="10691" y="0"/>
                </a:lnTo>
                <a:lnTo>
                  <a:pt x="1069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305240" y="1885680"/>
            <a:ext cx="4067280" cy="19440"/>
          </a:xfrm>
          <a:custGeom>
            <a:avLst/>
            <a:gdLst/>
            <a:ahLst/>
            <a:rect l="0" t="0" r="r" b="b"/>
            <a:pathLst>
              <a:path w="11298" h="54">
                <a:moveTo>
                  <a:pt x="0" y="0"/>
                </a:moveTo>
                <a:lnTo>
                  <a:pt x="11298" y="0"/>
                </a:lnTo>
                <a:lnTo>
                  <a:pt x="1129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56840" y="2466720"/>
            <a:ext cx="3848760" cy="10080"/>
          </a:xfrm>
          <a:custGeom>
            <a:avLst/>
            <a:gdLst/>
            <a:ahLst/>
            <a:rect l="0" t="0" r="r" b="b"/>
            <a:pathLst>
              <a:path w="10691" h="28">
                <a:moveTo>
                  <a:pt x="0" y="0"/>
                </a:moveTo>
                <a:lnTo>
                  <a:pt x="10691" y="0"/>
                </a:lnTo>
                <a:lnTo>
                  <a:pt x="106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4305240" y="2466720"/>
            <a:ext cx="4067280" cy="10080"/>
          </a:xfrm>
          <a:custGeom>
            <a:avLst/>
            <a:gdLst/>
            <a:ahLst/>
            <a:rect l="0" t="0" r="r" b="b"/>
            <a:pathLst>
              <a:path w="11298" h="28">
                <a:moveTo>
                  <a:pt x="0" y="0"/>
                </a:moveTo>
                <a:lnTo>
                  <a:pt x="11298" y="0"/>
                </a:lnTo>
                <a:lnTo>
                  <a:pt x="1129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56840" y="2819160"/>
            <a:ext cx="3848760" cy="10080"/>
          </a:xfrm>
          <a:custGeom>
            <a:avLst/>
            <a:gdLst/>
            <a:ahLst/>
            <a:rect l="0" t="0" r="r" b="b"/>
            <a:pathLst>
              <a:path w="10691" h="28">
                <a:moveTo>
                  <a:pt x="0" y="0"/>
                </a:moveTo>
                <a:lnTo>
                  <a:pt x="10691" y="0"/>
                </a:lnTo>
                <a:lnTo>
                  <a:pt x="106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305240" y="2819160"/>
            <a:ext cx="4067280" cy="10080"/>
          </a:xfrm>
          <a:custGeom>
            <a:avLst/>
            <a:gdLst/>
            <a:ahLst/>
            <a:rect l="0" t="0" r="r" b="b"/>
            <a:pathLst>
              <a:path w="11298" h="28">
                <a:moveTo>
                  <a:pt x="0" y="0"/>
                </a:moveTo>
                <a:lnTo>
                  <a:pt x="11298" y="0"/>
                </a:lnTo>
                <a:lnTo>
                  <a:pt x="1129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56840" y="3390840"/>
            <a:ext cx="3848760" cy="9720"/>
          </a:xfrm>
          <a:custGeom>
            <a:avLst/>
            <a:gdLst/>
            <a:ahLst/>
            <a:rect l="0" t="0" r="r" b="b"/>
            <a:pathLst>
              <a:path w="10691" h="27">
                <a:moveTo>
                  <a:pt x="0" y="0"/>
                </a:moveTo>
                <a:lnTo>
                  <a:pt x="10691" y="0"/>
                </a:lnTo>
                <a:lnTo>
                  <a:pt x="106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305240" y="3390840"/>
            <a:ext cx="4067280" cy="9720"/>
          </a:xfrm>
          <a:custGeom>
            <a:avLst/>
            <a:gdLst/>
            <a:ahLst/>
            <a:rect l="0" t="0" r="r" b="b"/>
            <a:pathLst>
              <a:path w="11298" h="27">
                <a:moveTo>
                  <a:pt x="0" y="0"/>
                </a:moveTo>
                <a:lnTo>
                  <a:pt x="11298" y="0"/>
                </a:lnTo>
                <a:lnTo>
                  <a:pt x="1129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56840" y="3962160"/>
            <a:ext cx="3848760" cy="10080"/>
          </a:xfrm>
          <a:custGeom>
            <a:avLst/>
            <a:gdLst/>
            <a:ahLst/>
            <a:rect l="0" t="0" r="r" b="b"/>
            <a:pathLst>
              <a:path w="10691" h="28">
                <a:moveTo>
                  <a:pt x="0" y="0"/>
                </a:moveTo>
                <a:lnTo>
                  <a:pt x="10691" y="0"/>
                </a:lnTo>
                <a:lnTo>
                  <a:pt x="106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305240" y="3962160"/>
            <a:ext cx="4067280" cy="10080"/>
          </a:xfrm>
          <a:custGeom>
            <a:avLst/>
            <a:gdLst/>
            <a:ahLst/>
            <a:rect l="0" t="0" r="r" b="b"/>
            <a:pathLst>
              <a:path w="11298" h="28">
                <a:moveTo>
                  <a:pt x="0" y="0"/>
                </a:moveTo>
                <a:lnTo>
                  <a:pt x="11298" y="0"/>
                </a:lnTo>
                <a:lnTo>
                  <a:pt x="1129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439920" y="93924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63760" y="166968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409280" y="166968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563760" y="1980360"/>
            <a:ext cx="3810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Eerste sector met een speciﬁcatie die een agent kan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63760" y="2199240"/>
            <a:ext cx="384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lezen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409280" y="1980360"/>
            <a:ext cx="2644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63760" y="2551680"/>
            <a:ext cx="3140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als meer dan een document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4409280" y="2551680"/>
            <a:ext cx="3022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Dezelfde bron kan meer dragen dan tekst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63760" y="2913480"/>
            <a:ext cx="180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Ons tempo als voorbeeld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4409280" y="2913480"/>
            <a:ext cx="4123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negen dagen per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409280" y="3123360"/>
            <a:ext cx="369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issue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563760" y="3485160"/>
            <a:ext cx="2017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4409280" y="3485160"/>
            <a:ext cx="3915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voor, hun keuzes zijn over 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4409280" y="3694680"/>
            <a:ext cx="502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200" y="4127400"/>
            <a:ext cx="7323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3" name=""/>
          <p:cNvSpPr/>
          <p:nvPr/>
        </p:nvSpPr>
        <p:spPr>
          <a:xfrm>
            <a:off x="485640" y="1419120"/>
            <a:ext cx="4353120" cy="1495800"/>
          </a:xfrm>
          <a:custGeom>
            <a:avLst/>
            <a:gdLst/>
            <a:ahLst/>
            <a:rect l="0" t="0" r="r" b="b"/>
            <a:pathLst>
              <a:path w="12092" h="4155">
                <a:moveTo>
                  <a:pt x="0" y="3943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1881" y="0"/>
                </a:lnTo>
                <a:cubicBezTo>
                  <a:pt x="11895" y="0"/>
                  <a:pt x="11908" y="1"/>
                  <a:pt x="11922" y="4"/>
                </a:cubicBezTo>
                <a:cubicBezTo>
                  <a:pt x="11936" y="7"/>
                  <a:pt x="11949" y="11"/>
                  <a:pt x="11962" y="16"/>
                </a:cubicBezTo>
                <a:cubicBezTo>
                  <a:pt x="11975" y="21"/>
                  <a:pt x="11987" y="28"/>
                  <a:pt x="11998" y="35"/>
                </a:cubicBezTo>
                <a:cubicBezTo>
                  <a:pt x="12010" y="43"/>
                  <a:pt x="12021" y="52"/>
                  <a:pt x="12030" y="62"/>
                </a:cubicBezTo>
                <a:cubicBezTo>
                  <a:pt x="12040" y="72"/>
                  <a:pt x="12049" y="82"/>
                  <a:pt x="12057" y="94"/>
                </a:cubicBezTo>
                <a:cubicBezTo>
                  <a:pt x="12064" y="105"/>
                  <a:pt x="12071" y="118"/>
                  <a:pt x="12076" y="130"/>
                </a:cubicBezTo>
                <a:cubicBezTo>
                  <a:pt x="12082" y="143"/>
                  <a:pt x="12086" y="157"/>
                  <a:pt x="12088" y="170"/>
                </a:cubicBezTo>
                <a:cubicBezTo>
                  <a:pt x="12091" y="184"/>
                  <a:pt x="12092" y="198"/>
                  <a:pt x="12092" y="211"/>
                </a:cubicBezTo>
                <a:lnTo>
                  <a:pt x="12092" y="3943"/>
                </a:lnTo>
                <a:cubicBezTo>
                  <a:pt x="12092" y="3957"/>
                  <a:pt x="12091" y="3971"/>
                  <a:pt x="12088" y="3984"/>
                </a:cubicBezTo>
                <a:cubicBezTo>
                  <a:pt x="12086" y="3998"/>
                  <a:pt x="12082" y="4011"/>
                  <a:pt x="12076" y="4024"/>
                </a:cubicBezTo>
                <a:cubicBezTo>
                  <a:pt x="12071" y="4037"/>
                  <a:pt x="12064" y="4049"/>
                  <a:pt x="12057" y="4061"/>
                </a:cubicBezTo>
                <a:cubicBezTo>
                  <a:pt x="12049" y="4072"/>
                  <a:pt x="12040" y="4083"/>
                  <a:pt x="12030" y="4093"/>
                </a:cubicBezTo>
                <a:cubicBezTo>
                  <a:pt x="12021" y="4103"/>
                  <a:pt x="12010" y="4111"/>
                  <a:pt x="11998" y="4119"/>
                </a:cubicBezTo>
                <a:cubicBezTo>
                  <a:pt x="11987" y="4127"/>
                  <a:pt x="11975" y="4133"/>
                  <a:pt x="11962" y="4139"/>
                </a:cubicBezTo>
                <a:cubicBezTo>
                  <a:pt x="11949" y="4144"/>
                  <a:pt x="11936" y="4148"/>
                  <a:pt x="11922" y="4151"/>
                </a:cubicBezTo>
                <a:cubicBezTo>
                  <a:pt x="11908" y="4153"/>
                  <a:pt x="11895" y="4155"/>
                  <a:pt x="11881" y="4155"/>
                </a:cubicBezTo>
                <a:lnTo>
                  <a:pt x="132" y="4155"/>
                </a:lnTo>
                <a:cubicBezTo>
                  <a:pt x="123" y="4155"/>
                  <a:pt x="115" y="4153"/>
                  <a:pt x="106" y="4151"/>
                </a:cubicBezTo>
                <a:cubicBezTo>
                  <a:pt x="98" y="4148"/>
                  <a:pt x="90" y="4144"/>
                  <a:pt x="82" y="4139"/>
                </a:cubicBezTo>
                <a:cubicBezTo>
                  <a:pt x="74" y="4133"/>
                  <a:pt x="66" y="4127"/>
                  <a:pt x="59" y="4119"/>
                </a:cubicBezTo>
                <a:cubicBezTo>
                  <a:pt x="51" y="4111"/>
                  <a:pt x="45" y="4103"/>
                  <a:pt x="39" y="4093"/>
                </a:cubicBezTo>
                <a:cubicBezTo>
                  <a:pt x="32" y="4083"/>
                  <a:pt x="27" y="4072"/>
                  <a:pt x="22" y="4061"/>
                </a:cubicBezTo>
                <a:cubicBezTo>
                  <a:pt x="17" y="4049"/>
                  <a:pt x="13" y="4037"/>
                  <a:pt x="10" y="4024"/>
                </a:cubicBezTo>
                <a:cubicBezTo>
                  <a:pt x="7" y="4011"/>
                  <a:pt x="4" y="3998"/>
                  <a:pt x="2" y="3984"/>
                </a:cubicBezTo>
                <a:cubicBezTo>
                  <a:pt x="1" y="3971"/>
                  <a:pt x="0" y="3957"/>
                  <a:pt x="0" y="3943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456840" y="1419120"/>
            <a:ext cx="4381920" cy="1495800"/>
          </a:xfrm>
          <a:custGeom>
            <a:avLst/>
            <a:gdLst/>
            <a:ahLst/>
            <a:rect l="0" t="0" r="r" b="b"/>
            <a:pathLst>
              <a:path w="12172" h="4155">
                <a:moveTo>
                  <a:pt x="0" y="0"/>
                </a:moveTo>
                <a:lnTo>
                  <a:pt x="12172" y="0"/>
                </a:lnTo>
                <a:lnTo>
                  <a:pt x="12172" y="4155"/>
                </a:lnTo>
                <a:lnTo>
                  <a:pt x="0" y="4155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439920" y="7484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681840" y="15825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1840" y="1841400"/>
            <a:ext cx="4462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Elke maand zonder gedragen afspraak 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1840" y="2041560"/>
            <a:ext cx="3957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maand waarin systemen op eigen houtje aan elkaar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681840" y="2241720"/>
            <a:ext cx="4162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geknoopt worden, en die knopen zijn later moeilijk terug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991040" y="1419120"/>
            <a:ext cx="3553200" cy="1495800"/>
          </a:xfrm>
          <a:custGeom>
            <a:avLst/>
            <a:gdLst/>
            <a:ahLst/>
            <a:rect l="0" t="0" r="r" b="b"/>
            <a:pathLst>
              <a:path w="9870" h="4155">
                <a:moveTo>
                  <a:pt x="0" y="3943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9658" y="0"/>
                </a:lnTo>
                <a:cubicBezTo>
                  <a:pt x="9672" y="0"/>
                  <a:pt x="9686" y="1"/>
                  <a:pt x="9699" y="4"/>
                </a:cubicBezTo>
                <a:cubicBezTo>
                  <a:pt x="9713" y="7"/>
                  <a:pt x="9726" y="11"/>
                  <a:pt x="9739" y="16"/>
                </a:cubicBezTo>
                <a:cubicBezTo>
                  <a:pt x="9752" y="21"/>
                  <a:pt x="9764" y="28"/>
                  <a:pt x="9776" y="35"/>
                </a:cubicBezTo>
                <a:cubicBezTo>
                  <a:pt x="9787" y="43"/>
                  <a:pt x="9798" y="52"/>
                  <a:pt x="9808" y="62"/>
                </a:cubicBezTo>
                <a:cubicBezTo>
                  <a:pt x="9817" y="72"/>
                  <a:pt x="9826" y="82"/>
                  <a:pt x="9834" y="94"/>
                </a:cubicBezTo>
                <a:cubicBezTo>
                  <a:pt x="9842" y="105"/>
                  <a:pt x="9848" y="118"/>
                  <a:pt x="9854" y="130"/>
                </a:cubicBezTo>
                <a:cubicBezTo>
                  <a:pt x="9859" y="143"/>
                  <a:pt x="9863" y="157"/>
                  <a:pt x="9866" y="170"/>
                </a:cubicBezTo>
                <a:cubicBezTo>
                  <a:pt x="9868" y="184"/>
                  <a:pt x="9870" y="198"/>
                  <a:pt x="9870" y="211"/>
                </a:cubicBezTo>
                <a:lnTo>
                  <a:pt x="9870" y="3943"/>
                </a:lnTo>
                <a:cubicBezTo>
                  <a:pt x="9870" y="3957"/>
                  <a:pt x="9868" y="3971"/>
                  <a:pt x="9866" y="3984"/>
                </a:cubicBezTo>
                <a:cubicBezTo>
                  <a:pt x="9863" y="3998"/>
                  <a:pt x="9859" y="4011"/>
                  <a:pt x="9854" y="4024"/>
                </a:cubicBezTo>
                <a:cubicBezTo>
                  <a:pt x="9848" y="4037"/>
                  <a:pt x="9842" y="4049"/>
                  <a:pt x="9834" y="4061"/>
                </a:cubicBezTo>
                <a:cubicBezTo>
                  <a:pt x="9826" y="4072"/>
                  <a:pt x="9817" y="4083"/>
                  <a:pt x="9808" y="4093"/>
                </a:cubicBezTo>
                <a:cubicBezTo>
                  <a:pt x="9798" y="4103"/>
                  <a:pt x="9787" y="4111"/>
                  <a:pt x="9776" y="4119"/>
                </a:cubicBezTo>
                <a:cubicBezTo>
                  <a:pt x="9764" y="4127"/>
                  <a:pt x="9752" y="4133"/>
                  <a:pt x="9739" y="4139"/>
                </a:cubicBezTo>
                <a:cubicBezTo>
                  <a:pt x="9726" y="4144"/>
                  <a:pt x="9713" y="4148"/>
                  <a:pt x="9699" y="4151"/>
                </a:cubicBezTo>
                <a:cubicBezTo>
                  <a:pt x="9686" y="4153"/>
                  <a:pt x="9672" y="4155"/>
                  <a:pt x="9658" y="4155"/>
                </a:cubicBezTo>
                <a:lnTo>
                  <a:pt x="132" y="4155"/>
                </a:lnTo>
                <a:cubicBezTo>
                  <a:pt x="123" y="4155"/>
                  <a:pt x="115" y="4153"/>
                  <a:pt x="106" y="4151"/>
                </a:cubicBezTo>
                <a:cubicBezTo>
                  <a:pt x="98" y="4148"/>
                  <a:pt x="89" y="4144"/>
                  <a:pt x="81" y="4139"/>
                </a:cubicBezTo>
                <a:cubicBezTo>
                  <a:pt x="73" y="4133"/>
                  <a:pt x="66" y="4127"/>
                  <a:pt x="58" y="4119"/>
                </a:cubicBezTo>
                <a:cubicBezTo>
                  <a:pt x="51" y="4111"/>
                  <a:pt x="45" y="4103"/>
                  <a:pt x="38" y="4093"/>
                </a:cubicBezTo>
                <a:cubicBezTo>
                  <a:pt x="32" y="4083"/>
                  <a:pt x="27" y="4072"/>
                  <a:pt x="22" y="4061"/>
                </a:cubicBezTo>
                <a:cubicBezTo>
                  <a:pt x="17" y="4049"/>
                  <a:pt x="13" y="4037"/>
                  <a:pt x="10" y="4024"/>
                </a:cubicBezTo>
                <a:cubicBezTo>
                  <a:pt x="6" y="4011"/>
                  <a:pt x="4" y="3998"/>
                  <a:pt x="2" y="3984"/>
                </a:cubicBezTo>
                <a:cubicBezTo>
                  <a:pt x="1" y="3971"/>
                  <a:pt x="0" y="3957"/>
                  <a:pt x="0" y="3943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962240" y="1419120"/>
            <a:ext cx="3582000" cy="1495800"/>
          </a:xfrm>
          <a:custGeom>
            <a:avLst/>
            <a:gdLst/>
            <a:ahLst/>
            <a:rect l="0" t="0" r="r" b="b"/>
            <a:pathLst>
              <a:path w="9950" h="4155">
                <a:moveTo>
                  <a:pt x="0" y="0"/>
                </a:moveTo>
                <a:lnTo>
                  <a:pt x="9950" y="0"/>
                </a:lnTo>
                <a:lnTo>
                  <a:pt x="9950" y="4155"/>
                </a:lnTo>
                <a:lnTo>
                  <a:pt x="0" y="4155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681840" y="2451240"/>
            <a:ext cx="57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draaien.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5182920" y="1575720"/>
            <a:ext cx="1186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182920" y="1784520"/>
            <a:ext cx="3508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platform staat en er wordt op gebouwd. Sinds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5182920" y="1994040"/>
            <a:ext cx="3544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vorige sessie van de kerngroep techniek zijn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5182920" y="2193840"/>
            <a:ext cx="333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89 issues van acht deelnemers, waaronder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5182920" y="2394000"/>
            <a:ext cx="3476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leverancier. Draagvlak komt traag op gang,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85640" y="3019320"/>
            <a:ext cx="4353120" cy="1486080"/>
          </a:xfrm>
          <a:custGeom>
            <a:avLst/>
            <a:gdLst/>
            <a:ahLst/>
            <a:rect l="0" t="0" r="r" b="b"/>
            <a:pathLst>
              <a:path w="12092" h="4128">
                <a:moveTo>
                  <a:pt x="0" y="391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1881" y="0"/>
                </a:lnTo>
                <a:cubicBezTo>
                  <a:pt x="11895" y="0"/>
                  <a:pt x="11908" y="1"/>
                  <a:pt x="11922" y="4"/>
                </a:cubicBezTo>
                <a:cubicBezTo>
                  <a:pt x="11936" y="7"/>
                  <a:pt x="11949" y="11"/>
                  <a:pt x="11962" y="16"/>
                </a:cubicBezTo>
                <a:cubicBezTo>
                  <a:pt x="11975" y="21"/>
                  <a:pt x="11987" y="28"/>
                  <a:pt x="11998" y="35"/>
                </a:cubicBezTo>
                <a:cubicBezTo>
                  <a:pt x="12010" y="43"/>
                  <a:pt x="12021" y="52"/>
                  <a:pt x="12030" y="62"/>
                </a:cubicBezTo>
                <a:cubicBezTo>
                  <a:pt x="12040" y="72"/>
                  <a:pt x="12049" y="82"/>
                  <a:pt x="12057" y="94"/>
                </a:cubicBezTo>
                <a:cubicBezTo>
                  <a:pt x="12064" y="105"/>
                  <a:pt x="12071" y="118"/>
                  <a:pt x="12076" y="130"/>
                </a:cubicBezTo>
                <a:cubicBezTo>
                  <a:pt x="12082" y="143"/>
                  <a:pt x="12086" y="157"/>
                  <a:pt x="12088" y="170"/>
                </a:cubicBezTo>
                <a:cubicBezTo>
                  <a:pt x="12091" y="184"/>
                  <a:pt x="12092" y="198"/>
                  <a:pt x="12092" y="211"/>
                </a:cubicBezTo>
                <a:lnTo>
                  <a:pt x="12092" y="3917"/>
                </a:lnTo>
                <a:cubicBezTo>
                  <a:pt x="12092" y="3931"/>
                  <a:pt x="12091" y="3944"/>
                  <a:pt x="12088" y="3958"/>
                </a:cubicBezTo>
                <a:cubicBezTo>
                  <a:pt x="12086" y="3972"/>
                  <a:pt x="12082" y="3985"/>
                  <a:pt x="12076" y="3998"/>
                </a:cubicBezTo>
                <a:cubicBezTo>
                  <a:pt x="12071" y="4010"/>
                  <a:pt x="12064" y="4023"/>
                  <a:pt x="12057" y="4034"/>
                </a:cubicBezTo>
                <a:cubicBezTo>
                  <a:pt x="12049" y="4046"/>
                  <a:pt x="12040" y="4056"/>
                  <a:pt x="12030" y="4066"/>
                </a:cubicBezTo>
                <a:cubicBezTo>
                  <a:pt x="12021" y="4076"/>
                  <a:pt x="12010" y="4085"/>
                  <a:pt x="11998" y="4093"/>
                </a:cubicBezTo>
                <a:cubicBezTo>
                  <a:pt x="11987" y="4100"/>
                  <a:pt x="11975" y="4107"/>
                  <a:pt x="11962" y="4112"/>
                </a:cubicBezTo>
                <a:cubicBezTo>
                  <a:pt x="11949" y="4117"/>
                  <a:pt x="11936" y="4122"/>
                  <a:pt x="11922" y="4124"/>
                </a:cubicBezTo>
                <a:cubicBezTo>
                  <a:pt x="11908" y="4127"/>
                  <a:pt x="11895" y="4128"/>
                  <a:pt x="11881" y="4128"/>
                </a:cubicBezTo>
                <a:lnTo>
                  <a:pt x="132" y="4128"/>
                </a:lnTo>
                <a:cubicBezTo>
                  <a:pt x="123" y="4128"/>
                  <a:pt x="115" y="4127"/>
                  <a:pt x="106" y="4124"/>
                </a:cubicBezTo>
                <a:cubicBezTo>
                  <a:pt x="98" y="4122"/>
                  <a:pt x="90" y="4117"/>
                  <a:pt x="82" y="4112"/>
                </a:cubicBezTo>
                <a:cubicBezTo>
                  <a:pt x="74" y="4107"/>
                  <a:pt x="66" y="4100"/>
                  <a:pt x="59" y="4093"/>
                </a:cubicBezTo>
                <a:cubicBezTo>
                  <a:pt x="51" y="4085"/>
                  <a:pt x="45" y="4076"/>
                  <a:pt x="39" y="4066"/>
                </a:cubicBezTo>
                <a:cubicBezTo>
                  <a:pt x="32" y="4056"/>
                  <a:pt x="27" y="4046"/>
                  <a:pt x="22" y="4034"/>
                </a:cubicBezTo>
                <a:cubicBezTo>
                  <a:pt x="17" y="4023"/>
                  <a:pt x="13" y="4010"/>
                  <a:pt x="10" y="3998"/>
                </a:cubicBezTo>
                <a:cubicBezTo>
                  <a:pt x="7" y="3985"/>
                  <a:pt x="4" y="3972"/>
                  <a:pt x="2" y="3958"/>
                </a:cubicBezTo>
                <a:cubicBezTo>
                  <a:pt x="1" y="3944"/>
                  <a:pt x="0" y="3931"/>
                  <a:pt x="0" y="3917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456840" y="3019320"/>
            <a:ext cx="4381920" cy="1486080"/>
          </a:xfrm>
          <a:custGeom>
            <a:avLst/>
            <a:gdLst/>
            <a:ahLst/>
            <a:rect l="0" t="0" r="r" b="b"/>
            <a:pathLst>
              <a:path w="12172" h="4128">
                <a:moveTo>
                  <a:pt x="0" y="0"/>
                </a:moveTo>
                <a:lnTo>
                  <a:pt x="12172" y="0"/>
                </a:lnTo>
                <a:lnTo>
                  <a:pt x="12172" y="4128"/>
                </a:lnTo>
                <a:lnTo>
                  <a:pt x="0" y="4128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5182920" y="2603520"/>
            <a:ext cx="1829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beweging is meetbaar.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681840" y="3173400"/>
            <a:ext cx="4452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a8481f"/>
                </a:solidFill>
                <a:latin typeface="Arial"/>
                <a:ea typeface="Arial"/>
              </a:rPr>
              <a:t>Speciﬁceren in een standaard in plaats van in eisen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81840" y="3432240"/>
            <a:ext cx="4462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Leggen we alleen vast hoe het in OEAPI moet, dan verdwijnt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681840" y="3641760"/>
            <a:ext cx="4026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eis erachter uit beeld. Bij een nieuwe versie of een ander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4991040" y="3019320"/>
            <a:ext cx="3553200" cy="1486080"/>
          </a:xfrm>
          <a:custGeom>
            <a:avLst/>
            <a:gdLst/>
            <a:ahLst/>
            <a:rect l="0" t="0" r="r" b="b"/>
            <a:pathLst>
              <a:path w="9870" h="4128">
                <a:moveTo>
                  <a:pt x="0" y="391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9658" y="0"/>
                </a:lnTo>
                <a:cubicBezTo>
                  <a:pt x="9672" y="0"/>
                  <a:pt x="9686" y="1"/>
                  <a:pt x="9699" y="4"/>
                </a:cubicBezTo>
                <a:cubicBezTo>
                  <a:pt x="9713" y="7"/>
                  <a:pt x="9726" y="11"/>
                  <a:pt x="9739" y="16"/>
                </a:cubicBezTo>
                <a:cubicBezTo>
                  <a:pt x="9752" y="21"/>
                  <a:pt x="9764" y="28"/>
                  <a:pt x="9776" y="35"/>
                </a:cubicBezTo>
                <a:cubicBezTo>
                  <a:pt x="9787" y="43"/>
                  <a:pt x="9798" y="52"/>
                  <a:pt x="9808" y="62"/>
                </a:cubicBezTo>
                <a:cubicBezTo>
                  <a:pt x="9817" y="72"/>
                  <a:pt x="9826" y="82"/>
                  <a:pt x="9834" y="94"/>
                </a:cubicBezTo>
                <a:cubicBezTo>
                  <a:pt x="9842" y="105"/>
                  <a:pt x="9848" y="118"/>
                  <a:pt x="9854" y="130"/>
                </a:cubicBezTo>
                <a:cubicBezTo>
                  <a:pt x="9859" y="143"/>
                  <a:pt x="9863" y="157"/>
                  <a:pt x="9866" y="170"/>
                </a:cubicBezTo>
                <a:cubicBezTo>
                  <a:pt x="9868" y="184"/>
                  <a:pt x="9870" y="198"/>
                  <a:pt x="9870" y="211"/>
                </a:cubicBezTo>
                <a:lnTo>
                  <a:pt x="9870" y="3917"/>
                </a:lnTo>
                <a:cubicBezTo>
                  <a:pt x="9870" y="3931"/>
                  <a:pt x="9868" y="3944"/>
                  <a:pt x="9866" y="3958"/>
                </a:cubicBezTo>
                <a:cubicBezTo>
                  <a:pt x="9863" y="3972"/>
                  <a:pt x="9859" y="3985"/>
                  <a:pt x="9854" y="3998"/>
                </a:cubicBezTo>
                <a:cubicBezTo>
                  <a:pt x="9848" y="4010"/>
                  <a:pt x="9842" y="4023"/>
                  <a:pt x="9834" y="4034"/>
                </a:cubicBezTo>
                <a:cubicBezTo>
                  <a:pt x="9826" y="4046"/>
                  <a:pt x="9817" y="4056"/>
                  <a:pt x="9808" y="4066"/>
                </a:cubicBezTo>
                <a:cubicBezTo>
                  <a:pt x="9798" y="4076"/>
                  <a:pt x="9787" y="4085"/>
                  <a:pt x="9776" y="4093"/>
                </a:cubicBezTo>
                <a:cubicBezTo>
                  <a:pt x="9764" y="4100"/>
                  <a:pt x="9752" y="4107"/>
                  <a:pt x="9739" y="4112"/>
                </a:cubicBezTo>
                <a:cubicBezTo>
                  <a:pt x="9726" y="4117"/>
                  <a:pt x="9713" y="4122"/>
                  <a:pt x="9699" y="4124"/>
                </a:cubicBezTo>
                <a:cubicBezTo>
                  <a:pt x="9686" y="4127"/>
                  <a:pt x="9672" y="4128"/>
                  <a:pt x="9658" y="4128"/>
                </a:cubicBezTo>
                <a:lnTo>
                  <a:pt x="132" y="4128"/>
                </a:lnTo>
                <a:cubicBezTo>
                  <a:pt x="123" y="4128"/>
                  <a:pt x="115" y="4127"/>
                  <a:pt x="106" y="4124"/>
                </a:cubicBezTo>
                <a:cubicBezTo>
                  <a:pt x="98" y="4122"/>
                  <a:pt x="89" y="4117"/>
                  <a:pt x="81" y="4112"/>
                </a:cubicBezTo>
                <a:cubicBezTo>
                  <a:pt x="73" y="4107"/>
                  <a:pt x="66" y="4100"/>
                  <a:pt x="58" y="4093"/>
                </a:cubicBezTo>
                <a:cubicBezTo>
                  <a:pt x="51" y="4085"/>
                  <a:pt x="45" y="4076"/>
                  <a:pt x="38" y="4066"/>
                </a:cubicBezTo>
                <a:cubicBezTo>
                  <a:pt x="32" y="4056"/>
                  <a:pt x="27" y="4046"/>
                  <a:pt x="22" y="4034"/>
                </a:cubicBezTo>
                <a:cubicBezTo>
                  <a:pt x="17" y="4023"/>
                  <a:pt x="13" y="4010"/>
                  <a:pt x="10" y="3998"/>
                </a:cubicBezTo>
                <a:cubicBezTo>
                  <a:pt x="6" y="3985"/>
                  <a:pt x="4" y="3972"/>
                  <a:pt x="2" y="3958"/>
                </a:cubicBezTo>
                <a:cubicBezTo>
                  <a:pt x="1" y="3944"/>
                  <a:pt x="0" y="3931"/>
                  <a:pt x="0" y="3917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4962240" y="3019320"/>
            <a:ext cx="3582000" cy="1486080"/>
          </a:xfrm>
          <a:custGeom>
            <a:avLst/>
            <a:gdLst/>
            <a:ahLst/>
            <a:rect l="0" t="0" r="r" b="b"/>
            <a:pathLst>
              <a:path w="9950" h="4128">
                <a:moveTo>
                  <a:pt x="0" y="0"/>
                </a:moveTo>
                <a:lnTo>
                  <a:pt x="9950" y="0"/>
                </a:lnTo>
                <a:lnTo>
                  <a:pt x="9950" y="4128"/>
                </a:lnTo>
                <a:lnTo>
                  <a:pt x="0" y="4128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81840" y="3841920"/>
            <a:ext cx="3222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protocol begint het speciﬁceren dan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5182920" y="3166200"/>
            <a:ext cx="1186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182920" y="3384720"/>
            <a:ext cx="3501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 aan een referentiekader dat los staat van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5182920" y="3584520"/>
            <a:ext cx="326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techniek: uitlijnen met MORA en HORA,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5182920" y="3794040"/>
            <a:ext cx="324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OKx-kader uitwerken in het businesskader,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5182920" y="3994200"/>
            <a:ext cx="361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expliciet maken wat we bouwen, voor wie en onder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5182920" y="4194360"/>
            <a:ext cx="1677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welke omstandigheden.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51" name=""/>
          <p:cNvSpPr/>
          <p:nvPr/>
        </p:nvSpPr>
        <p:spPr>
          <a:xfrm>
            <a:off x="456840" y="2361960"/>
            <a:ext cx="2572200" cy="1248120"/>
          </a:xfrm>
          <a:custGeom>
            <a:avLst/>
            <a:gdLst/>
            <a:ahLst/>
            <a:rect l="0" t="0" r="r" b="b"/>
            <a:pathLst>
              <a:path w="7145" h="3467">
                <a:moveTo>
                  <a:pt x="0" y="3203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881" y="0"/>
                </a:lnTo>
                <a:cubicBezTo>
                  <a:pt x="6898" y="0"/>
                  <a:pt x="6915" y="2"/>
                  <a:pt x="6932" y="5"/>
                </a:cubicBezTo>
                <a:cubicBezTo>
                  <a:pt x="6949" y="9"/>
                  <a:pt x="6966" y="14"/>
                  <a:pt x="6982" y="20"/>
                </a:cubicBezTo>
                <a:cubicBezTo>
                  <a:pt x="6998" y="27"/>
                  <a:pt x="7013" y="35"/>
                  <a:pt x="7028" y="45"/>
                </a:cubicBezTo>
                <a:cubicBezTo>
                  <a:pt x="7042" y="54"/>
                  <a:pt x="7055" y="65"/>
                  <a:pt x="7068" y="78"/>
                </a:cubicBezTo>
                <a:cubicBezTo>
                  <a:pt x="7080" y="90"/>
                  <a:pt x="7091" y="103"/>
                  <a:pt x="7101" y="118"/>
                </a:cubicBezTo>
                <a:cubicBezTo>
                  <a:pt x="7110" y="132"/>
                  <a:pt x="7118" y="147"/>
                  <a:pt x="7125" y="163"/>
                </a:cubicBezTo>
                <a:cubicBezTo>
                  <a:pt x="7132" y="180"/>
                  <a:pt x="7137" y="196"/>
                  <a:pt x="7140" y="213"/>
                </a:cubicBezTo>
                <a:cubicBezTo>
                  <a:pt x="7144" y="230"/>
                  <a:pt x="7145" y="247"/>
                  <a:pt x="7145" y="265"/>
                </a:cubicBezTo>
                <a:lnTo>
                  <a:pt x="7145" y="3203"/>
                </a:lnTo>
                <a:cubicBezTo>
                  <a:pt x="7145" y="3220"/>
                  <a:pt x="7144" y="3237"/>
                  <a:pt x="7140" y="3254"/>
                </a:cubicBezTo>
                <a:cubicBezTo>
                  <a:pt x="7137" y="3271"/>
                  <a:pt x="7132" y="3288"/>
                  <a:pt x="7125" y="3304"/>
                </a:cubicBezTo>
                <a:cubicBezTo>
                  <a:pt x="7118" y="3320"/>
                  <a:pt x="7110" y="3335"/>
                  <a:pt x="7101" y="3350"/>
                </a:cubicBezTo>
                <a:cubicBezTo>
                  <a:pt x="7091" y="3364"/>
                  <a:pt x="7080" y="3377"/>
                  <a:pt x="7068" y="3390"/>
                </a:cubicBezTo>
                <a:cubicBezTo>
                  <a:pt x="7055" y="3402"/>
                  <a:pt x="7042" y="3413"/>
                  <a:pt x="7028" y="3423"/>
                </a:cubicBezTo>
                <a:cubicBezTo>
                  <a:pt x="7013" y="3432"/>
                  <a:pt x="6998" y="3440"/>
                  <a:pt x="6982" y="3447"/>
                </a:cubicBezTo>
                <a:cubicBezTo>
                  <a:pt x="6966" y="3454"/>
                  <a:pt x="6949" y="3459"/>
                  <a:pt x="6932" y="3462"/>
                </a:cubicBezTo>
                <a:cubicBezTo>
                  <a:pt x="6915" y="3466"/>
                  <a:pt x="6898" y="3467"/>
                  <a:pt x="6881" y="3467"/>
                </a:cubicBezTo>
                <a:lnTo>
                  <a:pt x="265" y="3467"/>
                </a:lnTo>
                <a:cubicBezTo>
                  <a:pt x="248" y="3467"/>
                  <a:pt x="231" y="3466"/>
                  <a:pt x="213" y="3462"/>
                </a:cubicBezTo>
                <a:cubicBezTo>
                  <a:pt x="196" y="3459"/>
                  <a:pt x="180" y="3454"/>
                  <a:pt x="164" y="3447"/>
                </a:cubicBezTo>
                <a:cubicBezTo>
                  <a:pt x="148" y="3440"/>
                  <a:pt x="133" y="3432"/>
                  <a:pt x="118" y="3423"/>
                </a:cubicBezTo>
                <a:cubicBezTo>
                  <a:pt x="104" y="3413"/>
                  <a:pt x="90" y="3402"/>
                  <a:pt x="78" y="3390"/>
                </a:cubicBezTo>
                <a:cubicBezTo>
                  <a:pt x="66" y="3377"/>
                  <a:pt x="55" y="3364"/>
                  <a:pt x="45" y="3350"/>
                </a:cubicBezTo>
                <a:cubicBezTo>
                  <a:pt x="35" y="3335"/>
                  <a:pt x="27" y="3320"/>
                  <a:pt x="21" y="3304"/>
                </a:cubicBezTo>
                <a:cubicBezTo>
                  <a:pt x="14" y="3288"/>
                  <a:pt x="9" y="3271"/>
                  <a:pt x="6" y="3254"/>
                </a:cubicBezTo>
                <a:cubicBezTo>
                  <a:pt x="2" y="3237"/>
                  <a:pt x="0" y="3220"/>
                  <a:pt x="0" y="320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439920" y="1643760"/>
            <a:ext cx="5554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sector hiervan merkt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640080" y="2532600"/>
            <a:ext cx="851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Studenten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40080" y="2818440"/>
            <a:ext cx="1783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keuze die klopt over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640080" y="3037320"/>
            <a:ext cx="189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instellingen heen, niet per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209760" y="2361960"/>
            <a:ext cx="2572200" cy="1248120"/>
          </a:xfrm>
          <a:custGeom>
            <a:avLst/>
            <a:gdLst/>
            <a:ahLst/>
            <a:rect l="0" t="0" r="r" b="b"/>
            <a:pathLst>
              <a:path w="7145" h="3467">
                <a:moveTo>
                  <a:pt x="0" y="3203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880" y="0"/>
                </a:lnTo>
                <a:cubicBezTo>
                  <a:pt x="6897" y="0"/>
                  <a:pt x="6915" y="2"/>
                  <a:pt x="6932" y="5"/>
                </a:cubicBezTo>
                <a:cubicBezTo>
                  <a:pt x="6949" y="9"/>
                  <a:pt x="6965" y="14"/>
                  <a:pt x="6981" y="20"/>
                </a:cubicBezTo>
                <a:cubicBezTo>
                  <a:pt x="6997" y="27"/>
                  <a:pt x="7013" y="35"/>
                  <a:pt x="7027" y="45"/>
                </a:cubicBezTo>
                <a:cubicBezTo>
                  <a:pt x="7042" y="54"/>
                  <a:pt x="7055" y="65"/>
                  <a:pt x="7067" y="78"/>
                </a:cubicBezTo>
                <a:cubicBezTo>
                  <a:pt x="7079" y="90"/>
                  <a:pt x="7090" y="103"/>
                  <a:pt x="7100" y="118"/>
                </a:cubicBezTo>
                <a:cubicBezTo>
                  <a:pt x="7110" y="132"/>
                  <a:pt x="7118" y="147"/>
                  <a:pt x="7125" y="163"/>
                </a:cubicBezTo>
                <a:cubicBezTo>
                  <a:pt x="7131" y="180"/>
                  <a:pt x="7136" y="196"/>
                  <a:pt x="7140" y="213"/>
                </a:cubicBezTo>
                <a:cubicBezTo>
                  <a:pt x="7143" y="230"/>
                  <a:pt x="7145" y="247"/>
                  <a:pt x="7145" y="265"/>
                </a:cubicBezTo>
                <a:lnTo>
                  <a:pt x="7145" y="3203"/>
                </a:lnTo>
                <a:cubicBezTo>
                  <a:pt x="7145" y="3220"/>
                  <a:pt x="7143" y="3237"/>
                  <a:pt x="7140" y="3254"/>
                </a:cubicBezTo>
                <a:cubicBezTo>
                  <a:pt x="7136" y="3271"/>
                  <a:pt x="7131" y="3288"/>
                  <a:pt x="7125" y="3304"/>
                </a:cubicBezTo>
                <a:cubicBezTo>
                  <a:pt x="7118" y="3320"/>
                  <a:pt x="7110" y="3335"/>
                  <a:pt x="7100" y="3350"/>
                </a:cubicBezTo>
                <a:cubicBezTo>
                  <a:pt x="7090" y="3364"/>
                  <a:pt x="7079" y="3377"/>
                  <a:pt x="7067" y="3390"/>
                </a:cubicBezTo>
                <a:cubicBezTo>
                  <a:pt x="7055" y="3402"/>
                  <a:pt x="7042" y="3413"/>
                  <a:pt x="7027" y="3423"/>
                </a:cubicBezTo>
                <a:cubicBezTo>
                  <a:pt x="7013" y="3432"/>
                  <a:pt x="6997" y="3440"/>
                  <a:pt x="6981" y="3447"/>
                </a:cubicBezTo>
                <a:cubicBezTo>
                  <a:pt x="6965" y="3454"/>
                  <a:pt x="6949" y="3459"/>
                  <a:pt x="6932" y="3462"/>
                </a:cubicBezTo>
                <a:cubicBezTo>
                  <a:pt x="6915" y="3466"/>
                  <a:pt x="6897" y="3467"/>
                  <a:pt x="6880" y="3467"/>
                </a:cubicBezTo>
                <a:lnTo>
                  <a:pt x="265" y="3467"/>
                </a:lnTo>
                <a:cubicBezTo>
                  <a:pt x="247" y="3467"/>
                  <a:pt x="230" y="3466"/>
                  <a:pt x="213" y="3462"/>
                </a:cubicBezTo>
                <a:cubicBezTo>
                  <a:pt x="196" y="3459"/>
                  <a:pt x="179" y="3454"/>
                  <a:pt x="163" y="3447"/>
                </a:cubicBezTo>
                <a:cubicBezTo>
                  <a:pt x="147" y="3440"/>
                  <a:pt x="132" y="3432"/>
                  <a:pt x="118" y="3423"/>
                </a:cubicBezTo>
                <a:cubicBezTo>
                  <a:pt x="103" y="3413"/>
                  <a:pt x="90" y="3402"/>
                  <a:pt x="77" y="3390"/>
                </a:cubicBezTo>
                <a:cubicBezTo>
                  <a:pt x="65" y="3377"/>
                  <a:pt x="54" y="3364"/>
                  <a:pt x="45" y="3350"/>
                </a:cubicBezTo>
                <a:cubicBezTo>
                  <a:pt x="35" y="3335"/>
                  <a:pt x="27" y="3320"/>
                  <a:pt x="20" y="3304"/>
                </a:cubicBezTo>
                <a:cubicBezTo>
                  <a:pt x="13" y="3288"/>
                  <a:pt x="8" y="3271"/>
                  <a:pt x="5" y="3254"/>
                </a:cubicBezTo>
                <a:cubicBezTo>
                  <a:pt x="2" y="3237"/>
                  <a:pt x="0" y="3220"/>
                  <a:pt x="0" y="320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40080" y="3256560"/>
            <a:ext cx="1311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systeem opnieuw.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3395160" y="2532600"/>
            <a:ext cx="969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3395160" y="2818440"/>
            <a:ext cx="2307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Kiezen over systemen heen kan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3395160" y="3037320"/>
            <a:ext cx="236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alleen als die systemen het eens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5972040" y="2361960"/>
            <a:ext cx="2572200" cy="1248120"/>
          </a:xfrm>
          <a:custGeom>
            <a:avLst/>
            <a:gdLst/>
            <a:ahLst/>
            <a:rect l="0" t="0" r="r" b="b"/>
            <a:pathLst>
              <a:path w="7145" h="3467">
                <a:moveTo>
                  <a:pt x="0" y="3203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6880" y="0"/>
                </a:lnTo>
                <a:cubicBezTo>
                  <a:pt x="6897" y="0"/>
                  <a:pt x="6915" y="2"/>
                  <a:pt x="6932" y="5"/>
                </a:cubicBezTo>
                <a:cubicBezTo>
                  <a:pt x="6949" y="9"/>
                  <a:pt x="6965" y="14"/>
                  <a:pt x="6981" y="20"/>
                </a:cubicBezTo>
                <a:cubicBezTo>
                  <a:pt x="6997" y="27"/>
                  <a:pt x="7013" y="35"/>
                  <a:pt x="7027" y="45"/>
                </a:cubicBezTo>
                <a:cubicBezTo>
                  <a:pt x="7041" y="54"/>
                  <a:pt x="7055" y="65"/>
                  <a:pt x="7067" y="78"/>
                </a:cubicBezTo>
                <a:cubicBezTo>
                  <a:pt x="7079" y="90"/>
                  <a:pt x="7090" y="103"/>
                  <a:pt x="7100" y="118"/>
                </a:cubicBezTo>
                <a:cubicBezTo>
                  <a:pt x="7110" y="132"/>
                  <a:pt x="7118" y="147"/>
                  <a:pt x="7124" y="163"/>
                </a:cubicBezTo>
                <a:cubicBezTo>
                  <a:pt x="7131" y="180"/>
                  <a:pt x="7136" y="196"/>
                  <a:pt x="7140" y="213"/>
                </a:cubicBezTo>
                <a:cubicBezTo>
                  <a:pt x="7143" y="230"/>
                  <a:pt x="7145" y="247"/>
                  <a:pt x="7145" y="265"/>
                </a:cubicBezTo>
                <a:lnTo>
                  <a:pt x="7145" y="3203"/>
                </a:lnTo>
                <a:cubicBezTo>
                  <a:pt x="7145" y="3220"/>
                  <a:pt x="7143" y="3237"/>
                  <a:pt x="7140" y="3254"/>
                </a:cubicBezTo>
                <a:cubicBezTo>
                  <a:pt x="7136" y="3271"/>
                  <a:pt x="7131" y="3288"/>
                  <a:pt x="7124" y="3304"/>
                </a:cubicBezTo>
                <a:cubicBezTo>
                  <a:pt x="7118" y="3320"/>
                  <a:pt x="7110" y="3335"/>
                  <a:pt x="7100" y="3350"/>
                </a:cubicBezTo>
                <a:cubicBezTo>
                  <a:pt x="7090" y="3364"/>
                  <a:pt x="7079" y="3377"/>
                  <a:pt x="7067" y="3390"/>
                </a:cubicBezTo>
                <a:cubicBezTo>
                  <a:pt x="7055" y="3402"/>
                  <a:pt x="7041" y="3413"/>
                  <a:pt x="7027" y="3423"/>
                </a:cubicBezTo>
                <a:cubicBezTo>
                  <a:pt x="7013" y="3432"/>
                  <a:pt x="6997" y="3440"/>
                  <a:pt x="6981" y="3447"/>
                </a:cubicBezTo>
                <a:cubicBezTo>
                  <a:pt x="6965" y="3454"/>
                  <a:pt x="6949" y="3459"/>
                  <a:pt x="6932" y="3462"/>
                </a:cubicBezTo>
                <a:cubicBezTo>
                  <a:pt x="6915" y="3466"/>
                  <a:pt x="6897" y="3467"/>
                  <a:pt x="6880" y="3467"/>
                </a:cubicBezTo>
                <a:lnTo>
                  <a:pt x="264" y="3467"/>
                </a:lnTo>
                <a:cubicBezTo>
                  <a:pt x="247" y="3467"/>
                  <a:pt x="230" y="3466"/>
                  <a:pt x="213" y="3462"/>
                </a:cubicBezTo>
                <a:cubicBezTo>
                  <a:pt x="196" y="3459"/>
                  <a:pt x="179" y="3454"/>
                  <a:pt x="163" y="3447"/>
                </a:cubicBezTo>
                <a:cubicBezTo>
                  <a:pt x="147" y="3440"/>
                  <a:pt x="132" y="3432"/>
                  <a:pt x="117" y="3423"/>
                </a:cubicBezTo>
                <a:cubicBezTo>
                  <a:pt x="103" y="3413"/>
                  <a:pt x="90" y="3402"/>
                  <a:pt x="77" y="3390"/>
                </a:cubicBezTo>
                <a:cubicBezTo>
                  <a:pt x="65" y="3377"/>
                  <a:pt x="54" y="3364"/>
                  <a:pt x="44" y="3350"/>
                </a:cubicBezTo>
                <a:cubicBezTo>
                  <a:pt x="35" y="3335"/>
                  <a:pt x="27" y="3320"/>
                  <a:pt x="20" y="3304"/>
                </a:cubicBezTo>
                <a:cubicBezTo>
                  <a:pt x="13" y="3288"/>
                  <a:pt x="8" y="3271"/>
                  <a:pt x="5" y="3254"/>
                </a:cubicBezTo>
                <a:cubicBezTo>
                  <a:pt x="2" y="3237"/>
                  <a:pt x="0" y="3220"/>
                  <a:pt x="0" y="32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3395160" y="3256560"/>
            <a:ext cx="2397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zijn over wat een leeruitkomst is.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6150600" y="2532600"/>
            <a:ext cx="1047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Leveranciers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6150600" y="2818440"/>
            <a:ext cx="224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Bouwen tegen een afspraak, 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6150600" y="3037320"/>
            <a:ext cx="2256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plaats van tegen elke instelling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6150600" y="3256560"/>
            <a:ext cx="430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apart.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5" name=""/>
          <p:cNvSpPr txBox="1"/>
          <p:nvPr/>
        </p:nvSpPr>
        <p:spPr>
          <a:xfrm>
            <a:off x="439920" y="59616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456840" y="1857240"/>
            <a:ext cx="2067480" cy="305280"/>
          </a:xfrm>
          <a:custGeom>
            <a:avLst/>
            <a:gdLst/>
            <a:ahLst/>
            <a:rect l="0" t="0" r="r" b="b"/>
            <a:pathLst>
              <a:path w="5743" h="848">
                <a:moveTo>
                  <a:pt x="0" y="0"/>
                </a:moveTo>
                <a:lnTo>
                  <a:pt x="5743" y="0"/>
                </a:lnTo>
                <a:lnTo>
                  <a:pt x="57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523960" y="1857240"/>
            <a:ext cx="3210120" cy="305280"/>
          </a:xfrm>
          <a:custGeom>
            <a:avLst/>
            <a:gdLst/>
            <a:ahLst/>
            <a:rect l="0" t="0" r="r" b="b"/>
            <a:pathLst>
              <a:path w="8917" h="848">
                <a:moveTo>
                  <a:pt x="0" y="0"/>
                </a:moveTo>
                <a:lnTo>
                  <a:pt x="8917" y="0"/>
                </a:lnTo>
                <a:lnTo>
                  <a:pt x="891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5733720" y="1857240"/>
            <a:ext cx="2810520" cy="305280"/>
          </a:xfrm>
          <a:custGeom>
            <a:avLst/>
            <a:gdLst/>
            <a:ahLst/>
            <a:rect l="0" t="0" r="r" b="b"/>
            <a:pathLst>
              <a:path w="7807" h="848">
                <a:moveTo>
                  <a:pt x="0" y="0"/>
                </a:moveTo>
                <a:lnTo>
                  <a:pt x="7807" y="0"/>
                </a:lnTo>
                <a:lnTo>
                  <a:pt x="780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2152440"/>
            <a:ext cx="2067480" cy="19440"/>
          </a:xfrm>
          <a:custGeom>
            <a:avLst/>
            <a:gdLst/>
            <a:ahLst/>
            <a:rect l="0" t="0" r="r" b="b"/>
            <a:pathLst>
              <a:path w="5743" h="54">
                <a:moveTo>
                  <a:pt x="0" y="0"/>
                </a:moveTo>
                <a:lnTo>
                  <a:pt x="5743" y="0"/>
                </a:lnTo>
                <a:lnTo>
                  <a:pt x="57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523960" y="2152440"/>
            <a:ext cx="3210120" cy="19440"/>
          </a:xfrm>
          <a:custGeom>
            <a:avLst/>
            <a:gdLst/>
            <a:ahLst/>
            <a:rect l="0" t="0" r="r" b="b"/>
            <a:pathLst>
              <a:path w="8917" h="54">
                <a:moveTo>
                  <a:pt x="0" y="0"/>
                </a:moveTo>
                <a:lnTo>
                  <a:pt x="8917" y="0"/>
                </a:lnTo>
                <a:lnTo>
                  <a:pt x="891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5733720" y="2152440"/>
            <a:ext cx="2810520" cy="19440"/>
          </a:xfrm>
          <a:custGeom>
            <a:avLst/>
            <a:gdLst/>
            <a:ahLst/>
            <a:rect l="0" t="0" r="r" b="b"/>
            <a:pathLst>
              <a:path w="7807" h="54">
                <a:moveTo>
                  <a:pt x="0" y="0"/>
                </a:moveTo>
                <a:lnTo>
                  <a:pt x="7807" y="0"/>
                </a:lnTo>
                <a:lnTo>
                  <a:pt x="780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269532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523960" y="269532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733720" y="269532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456840" y="3409920"/>
            <a:ext cx="2067480" cy="9720"/>
          </a:xfrm>
          <a:custGeom>
            <a:avLst/>
            <a:gdLst/>
            <a:ahLst/>
            <a:rect l="0" t="0" r="r" b="b"/>
            <a:pathLst>
              <a:path w="5743" h="27">
                <a:moveTo>
                  <a:pt x="0" y="0"/>
                </a:moveTo>
                <a:lnTo>
                  <a:pt x="5743" y="0"/>
                </a:lnTo>
                <a:lnTo>
                  <a:pt x="5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2523960" y="3409920"/>
            <a:ext cx="3210120" cy="9720"/>
          </a:xfrm>
          <a:custGeom>
            <a:avLst/>
            <a:gdLst/>
            <a:ahLst/>
            <a:rect l="0" t="0" r="r" b="b"/>
            <a:pathLst>
              <a:path w="8917" h="27">
                <a:moveTo>
                  <a:pt x="0" y="0"/>
                </a:moveTo>
                <a:lnTo>
                  <a:pt x="8917" y="0"/>
                </a:lnTo>
                <a:lnTo>
                  <a:pt x="8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5733720" y="3409920"/>
            <a:ext cx="2810520" cy="9720"/>
          </a:xfrm>
          <a:custGeom>
            <a:avLst/>
            <a:gdLst/>
            <a:ahLst/>
            <a:rect l="0" t="0" r="r" b="b"/>
            <a:pathLst>
              <a:path w="7807" h="27">
                <a:moveTo>
                  <a:pt x="0" y="0"/>
                </a:moveTo>
                <a:lnTo>
                  <a:pt x="7807" y="0"/>
                </a:lnTo>
                <a:lnTo>
                  <a:pt x="78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56840" y="394308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2523960" y="394308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733720" y="394308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57200" y="138960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26305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8381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563760" y="22568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2630520" y="22568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2630520" y="245664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5838120" y="2256840"/>
            <a:ext cx="2820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838120" y="2456640"/>
            <a:ext cx="132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bij de projectleiding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563760" y="27806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63760" y="298080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2630520" y="27806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5838120" y="2780640"/>
            <a:ext cx="212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5838120" y="2980800"/>
            <a:ext cx="2827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vastleggen, de vertaling naar OEAPI apart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838120" y="3171240"/>
            <a:ext cx="506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563760" y="350460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2630520" y="3504600"/>
            <a:ext cx="311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de vliegende auto’s: de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630520" y="3695040"/>
            <a:ext cx="333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werkt nu al met AI en draagt de doorontwikkeling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456840" y="4086000"/>
            <a:ext cx="7915680" cy="572040"/>
          </a:xfrm>
          <a:custGeom>
            <a:avLst/>
            <a:gdLst/>
            <a:ahLst/>
            <a:rect l="0" t="0" r="r" b="b"/>
            <a:pathLst>
              <a:path w="21988" h="1589">
                <a:moveTo>
                  <a:pt x="0" y="0"/>
                </a:moveTo>
                <a:lnTo>
                  <a:pt x="21988" y="0"/>
                </a:lnTo>
                <a:lnTo>
                  <a:pt x="2198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456840" y="40860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56840" y="464796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8362800" y="408600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106"/>
                </a:moveTo>
                <a:lnTo>
                  <a:pt x="0" y="1589"/>
                </a:lnTo>
                <a:lnTo>
                  <a:pt x="27" y="158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56840" y="40860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5838120" y="3504600"/>
            <a:ext cx="2318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34320" y="4304160"/>
            <a:ext cx="4575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