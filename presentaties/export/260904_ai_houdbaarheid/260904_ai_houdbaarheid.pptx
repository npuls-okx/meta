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14480" y="2532960"/>
            <a:ext cx="62658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Veertig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609560"/>
            <a:ext cx="7382160" cy="505080"/>
          </a:xfrm>
          <a:custGeom>
            <a:avLst/>
            <a:gdLst/>
            <a:ahLst/>
            <a:rect l="0" t="0" r="r" b="b"/>
            <a:pathLst>
              <a:path w="20506" h="1403">
                <a:moveTo>
                  <a:pt x="0" y="1192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2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3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192"/>
                </a:lnTo>
                <a:cubicBezTo>
                  <a:pt x="20506" y="1205"/>
                  <a:pt x="20505" y="1219"/>
                  <a:pt x="20502" y="1233"/>
                </a:cubicBezTo>
                <a:cubicBezTo>
                  <a:pt x="20499" y="1247"/>
                  <a:pt x="20495" y="1260"/>
                  <a:pt x="20490" y="1273"/>
                </a:cubicBezTo>
                <a:cubicBezTo>
                  <a:pt x="20485" y="1285"/>
                  <a:pt x="20478" y="1298"/>
                  <a:pt x="20470" y="1309"/>
                </a:cubicBezTo>
                <a:cubicBezTo>
                  <a:pt x="20463" y="1321"/>
                  <a:pt x="20454" y="1331"/>
                  <a:pt x="20444" y="1341"/>
                </a:cubicBezTo>
                <a:cubicBezTo>
                  <a:pt x="20434" y="1351"/>
                  <a:pt x="20424" y="1360"/>
                  <a:pt x="20412" y="1368"/>
                </a:cubicBezTo>
                <a:cubicBezTo>
                  <a:pt x="20400" y="1375"/>
                  <a:pt x="20388" y="1382"/>
                  <a:pt x="20375" y="1387"/>
                </a:cubicBezTo>
                <a:cubicBezTo>
                  <a:pt x="20363" y="1392"/>
                  <a:pt x="20349" y="1396"/>
                  <a:pt x="20336" y="1399"/>
                </a:cubicBezTo>
                <a:cubicBezTo>
                  <a:pt x="20322" y="1402"/>
                  <a:pt x="20308" y="1403"/>
                  <a:pt x="20294" y="1403"/>
                </a:cubicBezTo>
                <a:lnTo>
                  <a:pt x="132" y="1403"/>
                </a:lnTo>
                <a:cubicBezTo>
                  <a:pt x="123" y="1403"/>
                  <a:pt x="115" y="1402"/>
                  <a:pt x="106" y="1399"/>
                </a:cubicBezTo>
                <a:cubicBezTo>
                  <a:pt x="98" y="1396"/>
                  <a:pt x="90" y="1392"/>
                  <a:pt x="82" y="1387"/>
                </a:cubicBezTo>
                <a:cubicBezTo>
                  <a:pt x="74" y="1382"/>
                  <a:pt x="66" y="1375"/>
                  <a:pt x="59" y="1368"/>
                </a:cubicBezTo>
                <a:cubicBezTo>
                  <a:pt x="51" y="1360"/>
                  <a:pt x="45" y="1351"/>
                  <a:pt x="39" y="1341"/>
                </a:cubicBezTo>
                <a:cubicBezTo>
                  <a:pt x="32" y="1331"/>
                  <a:pt x="27" y="1321"/>
                  <a:pt x="22" y="1309"/>
                </a:cubicBezTo>
                <a:cubicBezTo>
                  <a:pt x="17" y="1298"/>
                  <a:pt x="13" y="1285"/>
                  <a:pt x="10" y="1273"/>
                </a:cubicBezTo>
                <a:cubicBezTo>
                  <a:pt x="7" y="1260"/>
                  <a:pt x="4" y="1247"/>
                  <a:pt x="2" y="1233"/>
                </a:cubicBezTo>
                <a:cubicBezTo>
                  <a:pt x="1" y="1219"/>
                  <a:pt x="0" y="1205"/>
                  <a:pt x="0" y="119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609560"/>
            <a:ext cx="7410960" cy="505080"/>
          </a:xfrm>
          <a:custGeom>
            <a:avLst/>
            <a:gdLst/>
            <a:ahLst/>
            <a:rect l="0" t="0" r="r" b="b"/>
            <a:pathLst>
              <a:path w="20586" h="1403">
                <a:moveTo>
                  <a:pt x="0" y="0"/>
                </a:moveTo>
                <a:lnTo>
                  <a:pt x="20586" y="0"/>
                </a:lnTo>
                <a:lnTo>
                  <a:pt x="20586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93924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485640" y="2190600"/>
            <a:ext cx="7382160" cy="495720"/>
          </a:xfrm>
          <a:custGeom>
            <a:avLst/>
            <a:gdLst/>
            <a:ahLst/>
            <a:rect l="0" t="0" r="r" b="b"/>
            <a:pathLst>
              <a:path w="20506" h="1377">
                <a:moveTo>
                  <a:pt x="0" y="1165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2"/>
                </a:cubicBezTo>
                <a:cubicBezTo>
                  <a:pt x="13" y="119"/>
                  <a:pt x="17" y="107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2"/>
                  <a:pt x="20470" y="94"/>
                </a:cubicBezTo>
                <a:cubicBezTo>
                  <a:pt x="20478" y="107"/>
                  <a:pt x="20485" y="119"/>
                  <a:pt x="20490" y="132"/>
                </a:cubicBezTo>
                <a:cubicBezTo>
                  <a:pt x="20495" y="144"/>
                  <a:pt x="20499" y="158"/>
                  <a:pt x="20502" y="171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65"/>
                </a:lnTo>
                <a:cubicBezTo>
                  <a:pt x="20506" y="1179"/>
                  <a:pt x="20505" y="1193"/>
                  <a:pt x="20502" y="1206"/>
                </a:cubicBezTo>
                <a:cubicBezTo>
                  <a:pt x="20499" y="1220"/>
                  <a:pt x="20495" y="1233"/>
                  <a:pt x="20490" y="1246"/>
                </a:cubicBezTo>
                <a:cubicBezTo>
                  <a:pt x="20485" y="1259"/>
                  <a:pt x="20478" y="1271"/>
                  <a:pt x="20470" y="1283"/>
                </a:cubicBezTo>
                <a:cubicBezTo>
                  <a:pt x="20463" y="1294"/>
                  <a:pt x="20454" y="1305"/>
                  <a:pt x="20444" y="1315"/>
                </a:cubicBezTo>
                <a:cubicBezTo>
                  <a:pt x="20434" y="1325"/>
                  <a:pt x="20424" y="1333"/>
                  <a:pt x="20412" y="1341"/>
                </a:cubicBezTo>
                <a:cubicBezTo>
                  <a:pt x="20400" y="1349"/>
                  <a:pt x="20388" y="1355"/>
                  <a:pt x="20375" y="1361"/>
                </a:cubicBezTo>
                <a:cubicBezTo>
                  <a:pt x="20363" y="1366"/>
                  <a:pt x="20349" y="1370"/>
                  <a:pt x="20336" y="1373"/>
                </a:cubicBezTo>
                <a:cubicBezTo>
                  <a:pt x="20322" y="1375"/>
                  <a:pt x="20308" y="1377"/>
                  <a:pt x="20294" y="1377"/>
                </a:cubicBezTo>
                <a:lnTo>
                  <a:pt x="132" y="1377"/>
                </a:lnTo>
                <a:cubicBezTo>
                  <a:pt x="123" y="1377"/>
                  <a:pt x="115" y="1375"/>
                  <a:pt x="106" y="1373"/>
                </a:cubicBezTo>
                <a:cubicBezTo>
                  <a:pt x="98" y="1370"/>
                  <a:pt x="90" y="1366"/>
                  <a:pt x="82" y="1361"/>
                </a:cubicBezTo>
                <a:cubicBezTo>
                  <a:pt x="74" y="1355"/>
                  <a:pt x="66" y="1349"/>
                  <a:pt x="59" y="1341"/>
                </a:cubicBezTo>
                <a:cubicBezTo>
                  <a:pt x="51" y="1333"/>
                  <a:pt x="45" y="1325"/>
                  <a:pt x="39" y="1315"/>
                </a:cubicBezTo>
                <a:cubicBezTo>
                  <a:pt x="32" y="1305"/>
                  <a:pt x="27" y="1294"/>
                  <a:pt x="22" y="1283"/>
                </a:cubicBezTo>
                <a:cubicBezTo>
                  <a:pt x="17" y="1271"/>
                  <a:pt x="13" y="1259"/>
                  <a:pt x="10" y="1246"/>
                </a:cubicBezTo>
                <a:cubicBezTo>
                  <a:pt x="7" y="1233"/>
                  <a:pt x="4" y="1220"/>
                  <a:pt x="2" y="1206"/>
                </a:cubicBezTo>
                <a:cubicBezTo>
                  <a:pt x="1" y="1193"/>
                  <a:pt x="0" y="1179"/>
                  <a:pt x="0" y="1165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56840" y="2190600"/>
            <a:ext cx="7410960" cy="495720"/>
          </a:xfrm>
          <a:custGeom>
            <a:avLst/>
            <a:gdLst/>
            <a:ahLst/>
            <a:rect l="0" t="0" r="r" b="b"/>
            <a:pathLst>
              <a:path w="20586" h="1377">
                <a:moveTo>
                  <a:pt x="0" y="0"/>
                </a:moveTo>
                <a:lnTo>
                  <a:pt x="20586" y="0"/>
                </a:lnTo>
                <a:lnTo>
                  <a:pt x="2058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96960" y="1775520"/>
            <a:ext cx="4969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Ja, we bouwen een stoomtrein. En we leggen meteen de rails.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485640" y="2761920"/>
            <a:ext cx="7382160" cy="505440"/>
          </a:xfrm>
          <a:custGeom>
            <a:avLst/>
            <a:gdLst/>
            <a:ahLst/>
            <a:rect l="0" t="0" r="r" b="b"/>
            <a:pathLst>
              <a:path w="20506" h="1404">
                <a:moveTo>
                  <a:pt x="0" y="1192"/>
                </a:moveTo>
                <a:lnTo>
                  <a:pt x="0" y="213"/>
                </a:lnTo>
                <a:cubicBezTo>
                  <a:pt x="0" y="199"/>
                  <a:pt x="1" y="185"/>
                  <a:pt x="2" y="172"/>
                </a:cubicBezTo>
                <a:cubicBezTo>
                  <a:pt x="4" y="158"/>
                  <a:pt x="7" y="145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4"/>
                  <a:pt x="32" y="73"/>
                  <a:pt x="39" y="63"/>
                </a:cubicBezTo>
                <a:cubicBezTo>
                  <a:pt x="45" y="54"/>
                  <a:pt x="51" y="45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2"/>
                  <a:pt x="20336" y="4"/>
                </a:cubicBezTo>
                <a:cubicBezTo>
                  <a:pt x="20349" y="7"/>
                  <a:pt x="20363" y="11"/>
                  <a:pt x="20375" y="17"/>
                </a:cubicBezTo>
                <a:cubicBezTo>
                  <a:pt x="20388" y="22"/>
                  <a:pt x="20400" y="28"/>
                  <a:pt x="20412" y="36"/>
                </a:cubicBezTo>
                <a:cubicBezTo>
                  <a:pt x="20424" y="45"/>
                  <a:pt x="20434" y="54"/>
                  <a:pt x="20444" y="63"/>
                </a:cubicBezTo>
                <a:cubicBezTo>
                  <a:pt x="20454" y="73"/>
                  <a:pt x="20463" y="84"/>
                  <a:pt x="20470" y="95"/>
                </a:cubicBezTo>
                <a:cubicBezTo>
                  <a:pt x="20478" y="107"/>
                  <a:pt x="20485" y="119"/>
                  <a:pt x="20490" y="132"/>
                </a:cubicBezTo>
                <a:cubicBezTo>
                  <a:pt x="20495" y="145"/>
                  <a:pt x="20499" y="158"/>
                  <a:pt x="20502" y="172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92"/>
                </a:lnTo>
                <a:cubicBezTo>
                  <a:pt x="20506" y="1206"/>
                  <a:pt x="20505" y="1220"/>
                  <a:pt x="20502" y="1233"/>
                </a:cubicBezTo>
                <a:cubicBezTo>
                  <a:pt x="20499" y="1247"/>
                  <a:pt x="20495" y="1260"/>
                  <a:pt x="20490" y="1273"/>
                </a:cubicBezTo>
                <a:cubicBezTo>
                  <a:pt x="20485" y="1286"/>
                  <a:pt x="20478" y="1298"/>
                  <a:pt x="20470" y="1310"/>
                </a:cubicBezTo>
                <a:cubicBezTo>
                  <a:pt x="20463" y="1321"/>
                  <a:pt x="20454" y="1332"/>
                  <a:pt x="20444" y="1342"/>
                </a:cubicBezTo>
                <a:cubicBezTo>
                  <a:pt x="20434" y="1352"/>
                  <a:pt x="20424" y="1360"/>
                  <a:pt x="20412" y="1368"/>
                </a:cubicBezTo>
                <a:cubicBezTo>
                  <a:pt x="20400" y="1376"/>
                  <a:pt x="20388" y="1382"/>
                  <a:pt x="20375" y="1388"/>
                </a:cubicBezTo>
                <a:cubicBezTo>
                  <a:pt x="20363" y="1393"/>
                  <a:pt x="20349" y="1397"/>
                  <a:pt x="20336" y="1400"/>
                </a:cubicBezTo>
                <a:cubicBezTo>
                  <a:pt x="20322" y="1402"/>
                  <a:pt x="20308" y="1404"/>
                  <a:pt x="20294" y="1404"/>
                </a:cubicBezTo>
                <a:lnTo>
                  <a:pt x="132" y="1404"/>
                </a:lnTo>
                <a:cubicBezTo>
                  <a:pt x="123" y="1404"/>
                  <a:pt x="115" y="1402"/>
                  <a:pt x="106" y="1400"/>
                </a:cubicBezTo>
                <a:cubicBezTo>
                  <a:pt x="98" y="1397"/>
                  <a:pt x="90" y="1393"/>
                  <a:pt x="82" y="1388"/>
                </a:cubicBezTo>
                <a:cubicBezTo>
                  <a:pt x="74" y="1382"/>
                  <a:pt x="66" y="1376"/>
                  <a:pt x="59" y="1368"/>
                </a:cubicBezTo>
                <a:cubicBezTo>
                  <a:pt x="51" y="1360"/>
                  <a:pt x="45" y="1352"/>
                  <a:pt x="39" y="1342"/>
                </a:cubicBezTo>
                <a:cubicBezTo>
                  <a:pt x="32" y="1332"/>
                  <a:pt x="27" y="1321"/>
                  <a:pt x="22" y="1310"/>
                </a:cubicBezTo>
                <a:cubicBezTo>
                  <a:pt x="17" y="1298"/>
                  <a:pt x="13" y="1286"/>
                  <a:pt x="10" y="1273"/>
                </a:cubicBezTo>
                <a:cubicBezTo>
                  <a:pt x="7" y="1260"/>
                  <a:pt x="4" y="1247"/>
                  <a:pt x="2" y="1233"/>
                </a:cubicBezTo>
                <a:cubicBezTo>
                  <a:pt x="1" y="1220"/>
                  <a:pt x="0" y="1206"/>
                  <a:pt x="0" y="119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6840" y="2761920"/>
            <a:ext cx="7410960" cy="505440"/>
          </a:xfrm>
          <a:custGeom>
            <a:avLst/>
            <a:gdLst/>
            <a:ahLst/>
            <a:rect l="0" t="0" r="r" b="b"/>
            <a:pathLst>
              <a:path w="20586" h="1404">
                <a:moveTo>
                  <a:pt x="0" y="0"/>
                </a:moveTo>
                <a:lnTo>
                  <a:pt x="20586" y="0"/>
                </a:lnTo>
                <a:lnTo>
                  <a:pt x="20586" y="1404"/>
                </a:lnTo>
                <a:lnTo>
                  <a:pt x="0" y="1404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96960" y="2347200"/>
            <a:ext cx="52434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De afspraak maken is mensenwerk. Alles daarna versnelt met AI.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96960" y="2928240"/>
            <a:ext cx="67017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Daar zit de waarde: betekenis die eenduidig vastligt en die een machine kan lezen.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13440" y="3499200"/>
            <a:ext cx="80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6543360" y="3419280"/>
            <a:ext cx="1324440" cy="324360"/>
          </a:xfrm>
          <a:custGeom>
            <a:avLst/>
            <a:gdLst/>
            <a:ahLst/>
            <a:rect l="0" t="0" r="r" b="b"/>
            <a:pathLst>
              <a:path w="3679" h="901">
                <a:moveTo>
                  <a:pt x="0" y="0"/>
                </a:moveTo>
                <a:lnTo>
                  <a:pt x="3679" y="0"/>
                </a:lnTo>
                <a:lnTo>
                  <a:pt x="3679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409560" y="3499200"/>
            <a:ext cx="1415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701040" y="3499200"/>
            <a:ext cx="120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233352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3500280" y="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379188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3937680" y="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4083840" y="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466704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7000560" y="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75841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77299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875720" y="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816768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33352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3500280" y="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379188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3937680" y="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4083840" y="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66704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7000560" y="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75841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77299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875720" y="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816768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456840" y="3828960"/>
            <a:ext cx="7410960" cy="38520"/>
          </a:xfrm>
          <a:custGeom>
            <a:avLst/>
            <a:gdLst/>
            <a:ahLst/>
            <a:rect l="0" t="0" r="r" b="b"/>
            <a:pathLst>
              <a:path w="20586" h="107">
                <a:moveTo>
                  <a:pt x="0" y="54"/>
                </a:moveTo>
                <a:cubicBezTo>
                  <a:pt x="0" y="47"/>
                  <a:pt x="2" y="40"/>
                  <a:pt x="5" y="33"/>
                </a:cubicBezTo>
                <a:cubicBezTo>
                  <a:pt x="7" y="27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1"/>
                  <a:pt x="20553" y="4"/>
                </a:cubicBezTo>
                <a:cubicBezTo>
                  <a:pt x="20560" y="6"/>
                  <a:pt x="20566" y="10"/>
                  <a:pt x="20571" y="15"/>
                </a:cubicBezTo>
                <a:cubicBezTo>
                  <a:pt x="20576" y="20"/>
                  <a:pt x="20579" y="27"/>
                  <a:pt x="20582" y="33"/>
                </a:cubicBezTo>
                <a:cubicBezTo>
                  <a:pt x="20585" y="40"/>
                  <a:pt x="20586" y="47"/>
                  <a:pt x="20586" y="54"/>
                </a:cubicBezTo>
                <a:cubicBezTo>
                  <a:pt x="20586" y="61"/>
                  <a:pt x="20585" y="67"/>
                  <a:pt x="20582" y="74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100"/>
                  <a:pt x="20553" y="103"/>
                </a:cubicBezTo>
                <a:cubicBezTo>
                  <a:pt x="20547" y="105"/>
                  <a:pt x="20540" y="107"/>
                  <a:pt x="20533" y="107"/>
                </a:cubicBezTo>
                <a:lnTo>
                  <a:pt x="53" y="107"/>
                </a:lnTo>
                <a:cubicBezTo>
                  <a:pt x="46" y="107"/>
                  <a:pt x="40" y="105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456840" y="3971880"/>
            <a:ext cx="7410960" cy="38160"/>
          </a:xfrm>
          <a:custGeom>
            <a:avLst/>
            <a:gdLst/>
            <a:ahLst/>
            <a:rect l="0" t="0" r="r" b="b"/>
            <a:pathLst>
              <a:path w="20586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1"/>
                  <a:pt x="20553" y="4"/>
                </a:cubicBezTo>
                <a:cubicBezTo>
                  <a:pt x="20560" y="6"/>
                  <a:pt x="20566" y="10"/>
                  <a:pt x="20571" y="15"/>
                </a:cubicBezTo>
                <a:cubicBezTo>
                  <a:pt x="20576" y="20"/>
                  <a:pt x="20579" y="26"/>
                  <a:pt x="20582" y="32"/>
                </a:cubicBezTo>
                <a:cubicBezTo>
                  <a:pt x="20585" y="39"/>
                  <a:pt x="20586" y="47"/>
                  <a:pt x="20586" y="54"/>
                </a:cubicBezTo>
                <a:cubicBezTo>
                  <a:pt x="20586" y="61"/>
                  <a:pt x="20585" y="67"/>
                  <a:pt x="20582" y="74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100"/>
                  <a:pt x="20553" y="102"/>
                </a:cubicBezTo>
                <a:cubicBezTo>
                  <a:pt x="20547" y="105"/>
                  <a:pt x="20540" y="106"/>
                  <a:pt x="20533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1471320" y="414684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5" name=""/>
          <p:cNvSpPr txBox="1"/>
          <p:nvPr/>
        </p:nvSpPr>
        <p:spPr>
          <a:xfrm>
            <a:off x="439920" y="805680"/>
            <a:ext cx="8436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Waarom we met informatiestromen werken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457200" y="1370880"/>
            <a:ext cx="4223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Elke golf zette er een laag bij. Geen enkele haalde er een weg.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618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618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4618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4618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4618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618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457200" y="1727640"/>
            <a:ext cx="10598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94a3b0"/>
                </a:solidFill>
                <a:latin typeface="Arial"/>
                <a:ea typeface="Arial"/>
              </a:rPr>
              <a:t>Jaren 80 en 90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1025640" y="203184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1135080" y="23079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1235160" y="259380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457200" y="4151520"/>
            <a:ext cx="1882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Een systeem op een server in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457200" y="4304160"/>
            <a:ext cx="2106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kelder. Alles binnen dezelfde muren.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5192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25192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25192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5192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5192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5192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5192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5192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25192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5192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2512080" y="1727640"/>
            <a:ext cx="786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Jaren 2000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3080880" y="203184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3190320" y="23079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3290400" y="259380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066480" y="2869920"/>
            <a:ext cx="89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Koppelvlak (API)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3099960" y="3155760"/>
            <a:ext cx="828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Ander 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2512080" y="4151520"/>
            <a:ext cx="1901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Systemen gaan elkaar bevragen.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2512080" y="4304160"/>
            <a:ext cx="15109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Het koppelvlak komt erbij.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45766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5766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766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45766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45766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45766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45766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5766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45766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45766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576680" y="337644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4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576680" y="337644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4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4567320" y="1727640"/>
            <a:ext cx="786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Jaren 2010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5164200" y="2031840"/>
            <a:ext cx="825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5245200" y="23079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345280" y="259380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5121360" y="2869920"/>
            <a:ext cx="89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Koppelvlak (API)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5216760" y="3155760"/>
            <a:ext cx="65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5064480" y="343188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4567320" y="4008600"/>
            <a:ext cx="1920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Niet meer een systeem maar een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4567320" y="4151520"/>
            <a:ext cx="1635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ecosysteem, dat aan andere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4567320" y="4304160"/>
            <a:ext cx="1164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ecosystemen hangt.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6624360" y="196668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7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6624360" y="196668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7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6624360" y="225252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5"/>
                  <a:pt x="5285" y="36"/>
                </a:cubicBezTo>
                <a:cubicBezTo>
                  <a:pt x="5296" y="47"/>
                  <a:pt x="5304" y="60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7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6624360" y="225252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5"/>
                  <a:pt x="5285" y="36"/>
                </a:cubicBezTo>
                <a:cubicBezTo>
                  <a:pt x="5296" y="47"/>
                  <a:pt x="5304" y="60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7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624360" y="252864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8"/>
                  <a:pt x="5316" y="574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624360" y="252864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8"/>
                  <a:pt x="5316" y="574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6624360" y="281448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6624360" y="281448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6624360" y="309060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6624360" y="309060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624360" y="337644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4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624360" y="337644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4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6624360" y="365256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20"/>
                </a:lnTo>
                <a:cubicBezTo>
                  <a:pt x="0" y="105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5"/>
                  <a:pt x="5319" y="120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624360" y="365256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20"/>
                </a:lnTo>
                <a:cubicBezTo>
                  <a:pt x="0" y="105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5"/>
                  <a:pt x="5319" y="120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6622560" y="1727640"/>
            <a:ext cx="777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Nu, met AI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7052760" y="2031840"/>
            <a:ext cx="1186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Agent (slaat niets op)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7219440" y="2307960"/>
            <a:ext cx="825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7300440" y="259380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7400160" y="286992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7176600" y="3155760"/>
            <a:ext cx="89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Koppelvlak (API)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7271640" y="3431880"/>
            <a:ext cx="65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7119360" y="371772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6622560" y="4008600"/>
            <a:ext cx="1918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Er komt een laag bij die zelf niets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6622560" y="4151520"/>
            <a:ext cx="1730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bewaart en alles van de lagen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6622560" y="4304160"/>
            <a:ext cx="939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eronder betrekt.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2" name=""/>
          <p:cNvSpPr txBox="1"/>
          <p:nvPr/>
        </p:nvSpPr>
        <p:spPr>
          <a:xfrm>
            <a:off x="439920" y="986760"/>
            <a:ext cx="6931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Steeds meer lagen om te verbinden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57200" y="1780200"/>
            <a:ext cx="885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Geteld in de vier platen hiervoor: het aantal blokken groeide, maar het aantal informatiestromen ertussen groeide harder.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457200" y="2298600"/>
            <a:ext cx="102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80 en 90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428640" y="2295360"/>
            <a:ext cx="1238760" cy="162360"/>
          </a:xfrm>
          <a:custGeom>
            <a:avLst/>
            <a:gdLst/>
            <a:ahLst/>
            <a:rect l="0" t="0" r="r" b="b"/>
            <a:pathLst>
              <a:path w="3441" h="451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371"/>
                </a:lnTo>
                <a:cubicBezTo>
                  <a:pt x="3441" y="382"/>
                  <a:pt x="3439" y="392"/>
                  <a:pt x="3435" y="402"/>
                </a:cubicBezTo>
                <a:cubicBezTo>
                  <a:pt x="3431" y="411"/>
                  <a:pt x="3425" y="420"/>
                  <a:pt x="3418" y="428"/>
                </a:cubicBezTo>
                <a:cubicBezTo>
                  <a:pt x="3410" y="435"/>
                  <a:pt x="3402" y="441"/>
                  <a:pt x="3392" y="445"/>
                </a:cubicBezTo>
                <a:cubicBezTo>
                  <a:pt x="3382" y="449"/>
                  <a:pt x="3372" y="451"/>
                  <a:pt x="3362" y="451"/>
                </a:cubicBezTo>
                <a:lnTo>
                  <a:pt x="80" y="451"/>
                </a:lnTo>
                <a:cubicBezTo>
                  <a:pt x="69" y="451"/>
                  <a:pt x="59" y="449"/>
                  <a:pt x="49" y="445"/>
                </a:cubicBezTo>
                <a:cubicBezTo>
                  <a:pt x="40" y="441"/>
                  <a:pt x="31" y="435"/>
                  <a:pt x="24" y="428"/>
                </a:cubicBezTo>
                <a:cubicBezTo>
                  <a:pt x="16" y="420"/>
                  <a:pt x="11" y="411"/>
                  <a:pt x="7" y="402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38280" y="229896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4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4762800" y="230148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94a3b0"/>
                </a:solidFill>
                <a:latin typeface="Arial"/>
                <a:ea typeface="Arial"/>
              </a:rPr>
              <a:t>6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457200" y="258444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2000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3428640" y="2581200"/>
            <a:ext cx="1867320" cy="162000"/>
          </a:xfrm>
          <a:custGeom>
            <a:avLst/>
            <a:gdLst/>
            <a:ahLst/>
            <a:rect l="0" t="0" r="r" b="b"/>
            <a:pathLst>
              <a:path w="5187" h="450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5108" y="0"/>
                </a:lnTo>
                <a:cubicBezTo>
                  <a:pt x="5118" y="0"/>
                  <a:pt x="5129" y="2"/>
                  <a:pt x="5138" y="6"/>
                </a:cubicBezTo>
                <a:cubicBezTo>
                  <a:pt x="5148" y="10"/>
                  <a:pt x="5157" y="16"/>
                  <a:pt x="5164" y="23"/>
                </a:cubicBezTo>
                <a:cubicBezTo>
                  <a:pt x="5172" y="30"/>
                  <a:pt x="5177" y="39"/>
                  <a:pt x="5181" y="49"/>
                </a:cubicBezTo>
                <a:cubicBezTo>
                  <a:pt x="5185" y="58"/>
                  <a:pt x="5187" y="69"/>
                  <a:pt x="5187" y="79"/>
                </a:cubicBezTo>
                <a:lnTo>
                  <a:pt x="5187" y="371"/>
                </a:lnTo>
                <a:cubicBezTo>
                  <a:pt x="5187" y="382"/>
                  <a:pt x="5185" y="392"/>
                  <a:pt x="5181" y="401"/>
                </a:cubicBezTo>
                <a:cubicBezTo>
                  <a:pt x="5177" y="411"/>
                  <a:pt x="5172" y="420"/>
                  <a:pt x="5164" y="427"/>
                </a:cubicBezTo>
                <a:cubicBezTo>
                  <a:pt x="5157" y="435"/>
                  <a:pt x="5148" y="440"/>
                  <a:pt x="5138" y="444"/>
                </a:cubicBezTo>
                <a:cubicBezTo>
                  <a:pt x="5129" y="448"/>
                  <a:pt x="5118" y="450"/>
                  <a:pt x="5108" y="450"/>
                </a:cubicBezTo>
                <a:lnTo>
                  <a:pt x="80" y="450"/>
                </a:lnTo>
                <a:cubicBezTo>
                  <a:pt x="69" y="450"/>
                  <a:pt x="59" y="448"/>
                  <a:pt x="49" y="444"/>
                </a:cubicBezTo>
                <a:cubicBezTo>
                  <a:pt x="40" y="440"/>
                  <a:pt x="31" y="435"/>
                  <a:pt x="24" y="427"/>
                </a:cubicBezTo>
                <a:cubicBezTo>
                  <a:pt x="16" y="420"/>
                  <a:pt x="11" y="411"/>
                  <a:pt x="7" y="401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2438280" y="258480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7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384160" y="258732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9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457200" y="287028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2010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3428640" y="2866680"/>
            <a:ext cx="2667600" cy="172080"/>
          </a:xfrm>
          <a:custGeom>
            <a:avLst/>
            <a:gdLst/>
            <a:ahLst/>
            <a:rect l="0" t="0" r="r" b="b"/>
            <a:pathLst>
              <a:path w="7410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330" y="0"/>
                </a:lnTo>
                <a:cubicBezTo>
                  <a:pt x="7341" y="0"/>
                  <a:pt x="7351" y="2"/>
                  <a:pt x="7361" y="6"/>
                </a:cubicBezTo>
                <a:cubicBezTo>
                  <a:pt x="7371" y="11"/>
                  <a:pt x="7379" y="16"/>
                  <a:pt x="7387" y="24"/>
                </a:cubicBezTo>
                <a:cubicBezTo>
                  <a:pt x="7394" y="31"/>
                  <a:pt x="7400" y="40"/>
                  <a:pt x="7404" y="49"/>
                </a:cubicBezTo>
                <a:cubicBezTo>
                  <a:pt x="7408" y="59"/>
                  <a:pt x="7410" y="69"/>
                  <a:pt x="7410" y="80"/>
                </a:cubicBezTo>
                <a:lnTo>
                  <a:pt x="7410" y="398"/>
                </a:lnTo>
                <a:cubicBezTo>
                  <a:pt x="7410" y="409"/>
                  <a:pt x="7408" y="419"/>
                  <a:pt x="7404" y="429"/>
                </a:cubicBezTo>
                <a:cubicBezTo>
                  <a:pt x="7400" y="438"/>
                  <a:pt x="7394" y="447"/>
                  <a:pt x="7387" y="454"/>
                </a:cubicBezTo>
                <a:cubicBezTo>
                  <a:pt x="7379" y="462"/>
                  <a:pt x="7371" y="468"/>
                  <a:pt x="7361" y="472"/>
                </a:cubicBezTo>
                <a:cubicBezTo>
                  <a:pt x="7351" y="476"/>
                  <a:pt x="7341" y="478"/>
                  <a:pt x="7330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40" y="468"/>
                  <a:pt x="31" y="462"/>
                  <a:pt x="24" y="454"/>
                </a:cubicBezTo>
                <a:cubicBezTo>
                  <a:pt x="16" y="447"/>
                  <a:pt x="11" y="438"/>
                  <a:pt x="7" y="429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2438280" y="288000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10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6183000" y="287316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13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457200" y="3156120"/>
            <a:ext cx="74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Nu, met AI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3428640" y="3152520"/>
            <a:ext cx="3191400" cy="171720"/>
          </a:xfrm>
          <a:custGeom>
            <a:avLst/>
            <a:gdLst/>
            <a:ahLst/>
            <a:rect l="0" t="0" r="r" b="b"/>
            <a:pathLst>
              <a:path w="8865" h="477">
                <a:moveTo>
                  <a:pt x="0" y="398"/>
                </a:moveTo>
                <a:lnTo>
                  <a:pt x="0" y="81"/>
                </a:lnTo>
                <a:cubicBezTo>
                  <a:pt x="0" y="70"/>
                  <a:pt x="3" y="60"/>
                  <a:pt x="7" y="50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786" y="0"/>
                </a:lnTo>
                <a:cubicBezTo>
                  <a:pt x="8796" y="0"/>
                  <a:pt x="8806" y="2"/>
                  <a:pt x="8816" y="6"/>
                </a:cubicBezTo>
                <a:cubicBezTo>
                  <a:pt x="8826" y="10"/>
                  <a:pt x="8834" y="16"/>
                  <a:pt x="8842" y="23"/>
                </a:cubicBezTo>
                <a:cubicBezTo>
                  <a:pt x="8849" y="31"/>
                  <a:pt x="8855" y="39"/>
                  <a:pt x="8859" y="50"/>
                </a:cubicBezTo>
                <a:cubicBezTo>
                  <a:pt x="8863" y="60"/>
                  <a:pt x="8865" y="70"/>
                  <a:pt x="8865" y="81"/>
                </a:cubicBezTo>
                <a:lnTo>
                  <a:pt x="8865" y="398"/>
                </a:lnTo>
                <a:cubicBezTo>
                  <a:pt x="8865" y="409"/>
                  <a:pt x="8863" y="419"/>
                  <a:pt x="8859" y="428"/>
                </a:cubicBezTo>
                <a:cubicBezTo>
                  <a:pt x="8855" y="438"/>
                  <a:pt x="8849" y="447"/>
                  <a:pt x="8842" y="454"/>
                </a:cubicBezTo>
                <a:cubicBezTo>
                  <a:pt x="8834" y="462"/>
                  <a:pt x="8826" y="467"/>
                  <a:pt x="8816" y="471"/>
                </a:cubicBezTo>
                <a:cubicBezTo>
                  <a:pt x="8806" y="475"/>
                  <a:pt x="8796" y="477"/>
                  <a:pt x="878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2438280" y="316584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11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56840" y="34765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56840" y="3476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56840" y="4257360"/>
            <a:ext cx="7744320" cy="10080"/>
          </a:xfrm>
          <a:custGeom>
            <a:avLst/>
            <a:gdLst/>
            <a:ahLst/>
            <a:rect l="0" t="0" r="r" b="b"/>
            <a:pathLst>
              <a:path w="21512" h="28">
                <a:moveTo>
                  <a:pt x="0" y="0"/>
                </a:moveTo>
                <a:lnTo>
                  <a:pt x="21512" y="0"/>
                </a:lnTo>
                <a:lnTo>
                  <a:pt x="21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8191440" y="34765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456840" y="34765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6715440" y="315900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e8912b"/>
                </a:solidFill>
                <a:latin typeface="Arial"/>
                <a:ea typeface="Arial"/>
              </a:rPr>
              <a:t>17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634320" y="3685320"/>
            <a:ext cx="798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En dat is nog binnen een organisatie. Zet er de koppelingen tussen organisaties naast en het loopt hard op.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634320" y="3904200"/>
            <a:ext cx="749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verwerkt informatie makkelijker dan ooit, en vergroot daarmee de vraag naar wat er te verwerken valt.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7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75" name=""/>
          <p:cNvSpPr txBox="1"/>
          <p:nvPr/>
        </p:nvSpPr>
        <p:spPr>
          <a:xfrm>
            <a:off x="439920" y="443880"/>
            <a:ext cx="8442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gebeurde toen de afspraak er kwam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457200" y="1003680"/>
            <a:ext cx="39142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keer bestond de techniek al. Wat ontbrak was de maat.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457200" y="1427040"/>
            <a:ext cx="9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Spoorbreedte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57200" y="1589040"/>
            <a:ext cx="112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Verenigde Staten,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2327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24418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25556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669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783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2897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3011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2275200" y="17384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275200" y="18608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355464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3668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37825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389628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4010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412416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42379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3502080" y="176472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3502080" y="183456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3282840" y="1598040"/>
            <a:ext cx="18000" cy="333360"/>
          </a:xfrm>
          <a:custGeom>
            <a:avLst/>
            <a:gdLst/>
            <a:ahLst/>
            <a:rect l="0" t="0" r="r" b="b"/>
            <a:pathLst>
              <a:path w="50" h="926">
                <a:moveTo>
                  <a:pt x="50" y="0"/>
                </a:moveTo>
                <a:lnTo>
                  <a:pt x="50" y="97"/>
                </a:lnTo>
                <a:lnTo>
                  <a:pt x="0" y="97"/>
                </a:lnTo>
                <a:lnTo>
                  <a:pt x="0" y="0"/>
                </a:lnTo>
                <a:lnTo>
                  <a:pt x="50" y="0"/>
                </a:lnTo>
                <a:moveTo>
                  <a:pt x="50" y="171"/>
                </a:moveTo>
                <a:lnTo>
                  <a:pt x="50" y="268"/>
                </a:lnTo>
                <a:lnTo>
                  <a:pt x="0" y="268"/>
                </a:lnTo>
                <a:lnTo>
                  <a:pt x="0" y="171"/>
                </a:lnTo>
                <a:lnTo>
                  <a:pt x="50" y="171"/>
                </a:lnTo>
                <a:moveTo>
                  <a:pt x="50" y="341"/>
                </a:moveTo>
                <a:lnTo>
                  <a:pt x="50" y="438"/>
                </a:lnTo>
                <a:lnTo>
                  <a:pt x="0" y="438"/>
                </a:lnTo>
                <a:lnTo>
                  <a:pt x="0" y="341"/>
                </a:lnTo>
                <a:lnTo>
                  <a:pt x="50" y="341"/>
                </a:lnTo>
                <a:moveTo>
                  <a:pt x="50" y="511"/>
                </a:moveTo>
                <a:lnTo>
                  <a:pt x="50" y="609"/>
                </a:lnTo>
                <a:lnTo>
                  <a:pt x="0" y="609"/>
                </a:lnTo>
                <a:lnTo>
                  <a:pt x="0" y="511"/>
                </a:lnTo>
                <a:lnTo>
                  <a:pt x="50" y="511"/>
                </a:lnTo>
                <a:moveTo>
                  <a:pt x="50" y="683"/>
                </a:moveTo>
                <a:lnTo>
                  <a:pt x="50" y="780"/>
                </a:lnTo>
                <a:lnTo>
                  <a:pt x="0" y="780"/>
                </a:lnTo>
                <a:lnTo>
                  <a:pt x="0" y="683"/>
                </a:lnTo>
                <a:lnTo>
                  <a:pt x="50" y="683"/>
                </a:lnTo>
                <a:moveTo>
                  <a:pt x="50" y="853"/>
                </a:moveTo>
                <a:lnTo>
                  <a:pt x="50" y="926"/>
                </a:lnTo>
                <a:lnTo>
                  <a:pt x="0" y="926"/>
                </a:lnTo>
                <a:lnTo>
                  <a:pt x="0" y="853"/>
                </a:lnTo>
                <a:lnTo>
                  <a:pt x="50" y="85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3073680" y="1476000"/>
            <a:ext cx="436320" cy="196920"/>
          </a:xfrm>
          <a:custGeom>
            <a:avLst/>
            <a:gdLst/>
            <a:ahLst/>
            <a:rect l="0" t="0" r="r" b="b"/>
            <a:pathLst>
              <a:path w="1212" h="547">
                <a:moveTo>
                  <a:pt x="0" y="522"/>
                </a:moveTo>
                <a:cubicBezTo>
                  <a:pt x="18" y="490"/>
                  <a:pt x="36" y="460"/>
                  <a:pt x="54" y="432"/>
                </a:cubicBezTo>
                <a:lnTo>
                  <a:pt x="95" y="458"/>
                </a:lnTo>
                <a:cubicBezTo>
                  <a:pt x="78" y="486"/>
                  <a:pt x="60" y="515"/>
                  <a:pt x="43" y="547"/>
                </a:cubicBezTo>
                <a:lnTo>
                  <a:pt x="0" y="522"/>
                </a:lnTo>
                <a:moveTo>
                  <a:pt x="95" y="370"/>
                </a:moveTo>
                <a:cubicBezTo>
                  <a:pt x="113" y="344"/>
                  <a:pt x="131" y="319"/>
                  <a:pt x="149" y="295"/>
                </a:cubicBezTo>
                <a:lnTo>
                  <a:pt x="187" y="324"/>
                </a:lnTo>
                <a:cubicBezTo>
                  <a:pt x="170" y="347"/>
                  <a:pt x="152" y="372"/>
                  <a:pt x="135" y="397"/>
                </a:cubicBezTo>
                <a:lnTo>
                  <a:pt x="95" y="370"/>
                </a:lnTo>
                <a:moveTo>
                  <a:pt x="199" y="233"/>
                </a:moveTo>
                <a:cubicBezTo>
                  <a:pt x="221" y="207"/>
                  <a:pt x="244" y="183"/>
                  <a:pt x="266" y="161"/>
                </a:cubicBezTo>
                <a:lnTo>
                  <a:pt x="300" y="196"/>
                </a:lnTo>
                <a:cubicBezTo>
                  <a:pt x="279" y="217"/>
                  <a:pt x="257" y="240"/>
                  <a:pt x="236" y="265"/>
                </a:cubicBezTo>
                <a:lnTo>
                  <a:pt x="199" y="233"/>
                </a:lnTo>
                <a:moveTo>
                  <a:pt x="321" y="112"/>
                </a:moveTo>
                <a:cubicBezTo>
                  <a:pt x="350" y="89"/>
                  <a:pt x="378" y="70"/>
                  <a:pt x="406" y="54"/>
                </a:cubicBezTo>
                <a:lnTo>
                  <a:pt x="430" y="97"/>
                </a:lnTo>
                <a:cubicBezTo>
                  <a:pt x="404" y="111"/>
                  <a:pt x="378" y="129"/>
                  <a:pt x="352" y="150"/>
                </a:cubicBezTo>
                <a:lnTo>
                  <a:pt x="321" y="112"/>
                </a:lnTo>
                <a:moveTo>
                  <a:pt x="474" y="23"/>
                </a:moveTo>
                <a:cubicBezTo>
                  <a:pt x="508" y="10"/>
                  <a:pt x="543" y="3"/>
                  <a:pt x="577" y="0"/>
                </a:cubicBezTo>
                <a:lnTo>
                  <a:pt x="581" y="48"/>
                </a:lnTo>
                <a:cubicBezTo>
                  <a:pt x="551" y="51"/>
                  <a:pt x="521" y="57"/>
                  <a:pt x="491" y="68"/>
                </a:cubicBezTo>
                <a:lnTo>
                  <a:pt x="474" y="23"/>
                </a:lnTo>
                <a:moveTo>
                  <a:pt x="653" y="1"/>
                </a:moveTo>
                <a:cubicBezTo>
                  <a:pt x="687" y="6"/>
                  <a:pt x="721" y="15"/>
                  <a:pt x="754" y="29"/>
                </a:cubicBezTo>
                <a:lnTo>
                  <a:pt x="736" y="74"/>
                </a:lnTo>
                <a:cubicBezTo>
                  <a:pt x="706" y="62"/>
                  <a:pt x="676" y="53"/>
                  <a:pt x="647" y="50"/>
                </a:cubicBezTo>
                <a:lnTo>
                  <a:pt x="653" y="1"/>
                </a:lnTo>
                <a:moveTo>
                  <a:pt x="820" y="62"/>
                </a:moveTo>
                <a:cubicBezTo>
                  <a:pt x="848" y="79"/>
                  <a:pt x="876" y="99"/>
                  <a:pt x="904" y="123"/>
                </a:cubicBezTo>
                <a:lnTo>
                  <a:pt x="873" y="160"/>
                </a:lnTo>
                <a:cubicBezTo>
                  <a:pt x="847" y="138"/>
                  <a:pt x="821" y="119"/>
                  <a:pt x="795" y="104"/>
                </a:cubicBezTo>
                <a:lnTo>
                  <a:pt x="820" y="62"/>
                </a:lnTo>
                <a:moveTo>
                  <a:pt x="957" y="172"/>
                </a:moveTo>
                <a:cubicBezTo>
                  <a:pt x="979" y="194"/>
                  <a:pt x="1002" y="219"/>
                  <a:pt x="1024" y="245"/>
                </a:cubicBezTo>
                <a:lnTo>
                  <a:pt x="987" y="277"/>
                </a:lnTo>
                <a:cubicBezTo>
                  <a:pt x="965" y="251"/>
                  <a:pt x="944" y="227"/>
                  <a:pt x="923" y="206"/>
                </a:cubicBezTo>
                <a:lnTo>
                  <a:pt x="957" y="172"/>
                </a:lnTo>
                <a:moveTo>
                  <a:pt x="1072" y="306"/>
                </a:moveTo>
                <a:cubicBezTo>
                  <a:pt x="1090" y="330"/>
                  <a:pt x="1108" y="356"/>
                  <a:pt x="1126" y="383"/>
                </a:cubicBezTo>
                <a:lnTo>
                  <a:pt x="1086" y="410"/>
                </a:lnTo>
                <a:cubicBezTo>
                  <a:pt x="1068" y="384"/>
                  <a:pt x="1051" y="359"/>
                  <a:pt x="1033" y="335"/>
                </a:cubicBezTo>
                <a:lnTo>
                  <a:pt x="1072" y="306"/>
                </a:lnTo>
                <a:moveTo>
                  <a:pt x="1167" y="446"/>
                </a:moveTo>
                <a:cubicBezTo>
                  <a:pt x="1182" y="470"/>
                  <a:pt x="1197" y="495"/>
                  <a:pt x="1212" y="522"/>
                </a:cubicBezTo>
                <a:lnTo>
                  <a:pt x="1170" y="547"/>
                </a:lnTo>
                <a:cubicBezTo>
                  <a:pt x="1155" y="520"/>
                  <a:pt x="1140" y="495"/>
                  <a:pt x="1125" y="471"/>
                </a:cubicBezTo>
                <a:lnTo>
                  <a:pt x="1167" y="446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4115520" y="138780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457200" y="1751040"/>
            <a:ext cx="317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1886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2670840" y="1949040"/>
            <a:ext cx="148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overladen bij elke overgang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5013720" y="151344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6347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6461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6575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6689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6803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69170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7031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71449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7258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73728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74865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7600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77144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7828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79423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80560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8170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82839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6294960" y="17384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6294960" y="18608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7661880" y="1589400"/>
            <a:ext cx="40320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8012520" y="1536840"/>
            <a:ext cx="70200" cy="105480"/>
          </a:xfrm>
          <a:custGeom>
            <a:avLst/>
            <a:gdLst/>
            <a:ahLst/>
            <a:rect l="0" t="0" r="r" b="b"/>
            <a:pathLst>
              <a:path w="195" h="293">
                <a:moveTo>
                  <a:pt x="0" y="0"/>
                </a:moveTo>
                <a:lnTo>
                  <a:pt x="195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5240880" y="16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6666480" y="1949040"/>
            <a:ext cx="1521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doorgaand over het hele net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457200" y="2408040"/>
            <a:ext cx="93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Zeecontainer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27520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291840" y="2195640"/>
            <a:ext cx="0" cy="21024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15144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282840" y="2405880"/>
            <a:ext cx="18000" cy="70560"/>
          </a:xfrm>
          <a:custGeom>
            <a:avLst/>
            <a:gdLst/>
            <a:ahLst/>
            <a:rect l="0" t="0" r="r" b="b"/>
            <a:pathLst>
              <a:path w="50" h="196">
                <a:moveTo>
                  <a:pt x="50" y="0"/>
                </a:moveTo>
                <a:lnTo>
                  <a:pt x="50" y="74"/>
                </a:lnTo>
                <a:lnTo>
                  <a:pt x="0" y="74"/>
                </a:lnTo>
                <a:lnTo>
                  <a:pt x="0" y="0"/>
                </a:lnTo>
                <a:lnTo>
                  <a:pt x="50" y="0"/>
                </a:lnTo>
                <a:moveTo>
                  <a:pt x="50" y="147"/>
                </a:moveTo>
                <a:lnTo>
                  <a:pt x="50" y="196"/>
                </a:lnTo>
                <a:lnTo>
                  <a:pt x="0" y="196"/>
                </a:lnTo>
                <a:lnTo>
                  <a:pt x="0" y="147"/>
                </a:lnTo>
                <a:lnTo>
                  <a:pt x="50" y="147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4115520" y="226548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457200" y="2570040"/>
            <a:ext cx="811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ISO, jaren 60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2675520" y="284436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elke rederij een eigen maat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5013720" y="240876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629496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7381440" y="2195640"/>
            <a:ext cx="0" cy="17496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724140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7574400" y="2283120"/>
            <a:ext cx="40284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7924680" y="223056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7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5240880" y="25351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6661440" y="2844360"/>
            <a:ext cx="149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past op schip, trein en truck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457200" y="3313080"/>
            <a:ext cx="45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TCP/IP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334440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334440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 flipH="1">
            <a:off x="326988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 flipH="1">
            <a:off x="319536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 flipH="1" flipV="1">
            <a:off x="326988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 flipV="1">
            <a:off x="334440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4132800" y="3125880"/>
            <a:ext cx="44280" cy="79200"/>
          </a:xfrm>
          <a:custGeom>
            <a:avLst/>
            <a:gdLst/>
            <a:ahLst/>
            <a:rect l="0" t="0" r="r" b="b"/>
            <a:pathLst>
              <a:path fill="none" w="123" h="220">
                <a:moveTo>
                  <a:pt x="0" y="0"/>
                </a:moveTo>
                <a:lnTo>
                  <a:pt x="0" y="146"/>
                </a:lnTo>
                <a:lnTo>
                  <a:pt x="123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457200" y="3475080"/>
            <a:ext cx="517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jaren 80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2613600" y="373968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per koppeling een vertaalslag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5013720" y="331380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6610320" y="3160800"/>
            <a:ext cx="131436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7872120" y="310824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5240880" y="34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456840" y="40194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456840" y="4019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456840" y="4800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853416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45684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6780600" y="3739680"/>
            <a:ext cx="1248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netwerken lezen elkaar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634320" y="4228200"/>
            <a:ext cx="88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Overladen kost tijd, en tijd is waar de groei op stukliep.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AI komt straks op zulke afspraken te staan. Wij kunnen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634320" y="4447080"/>
            <a:ext cx="110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afspraak zijn.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27" name=""/>
          <p:cNvSpPr/>
          <p:nvPr/>
        </p:nvSpPr>
        <p:spPr>
          <a:xfrm>
            <a:off x="4568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439920" y="510480"/>
            <a:ext cx="772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Maar wat als AI alles anders gaat doen?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8118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9234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10346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11462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12574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13690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760320" y="16704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760320" y="180756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160056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17118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18234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19346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20462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21578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1549080" y="19620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1549080" y="204768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206352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21747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22863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23976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25092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26204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27320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2012040" y="220176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2012040" y="232200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1454760" y="1618920"/>
            <a:ext cx="17640" cy="214920"/>
          </a:xfrm>
          <a:custGeom>
            <a:avLst/>
            <a:gdLst/>
            <a:ahLst/>
            <a:rect l="0" t="0" r="r" b="b"/>
            <a:pathLst>
              <a:path w="49" h="597">
                <a:moveTo>
                  <a:pt x="49" y="0"/>
                </a:moveTo>
                <a:lnTo>
                  <a:pt x="49" y="96"/>
                </a:lnTo>
                <a:lnTo>
                  <a:pt x="0" y="96"/>
                </a:lnTo>
                <a:lnTo>
                  <a:pt x="0" y="0"/>
                </a:lnTo>
                <a:lnTo>
                  <a:pt x="49" y="0"/>
                </a:lnTo>
                <a:moveTo>
                  <a:pt x="49" y="167"/>
                </a:moveTo>
                <a:lnTo>
                  <a:pt x="49" y="262"/>
                </a:lnTo>
                <a:lnTo>
                  <a:pt x="0" y="262"/>
                </a:lnTo>
                <a:lnTo>
                  <a:pt x="0" y="167"/>
                </a:lnTo>
                <a:lnTo>
                  <a:pt x="49" y="167"/>
                </a:lnTo>
                <a:moveTo>
                  <a:pt x="49" y="334"/>
                </a:moveTo>
                <a:lnTo>
                  <a:pt x="49" y="429"/>
                </a:lnTo>
                <a:lnTo>
                  <a:pt x="0" y="429"/>
                </a:lnTo>
                <a:lnTo>
                  <a:pt x="0" y="334"/>
                </a:lnTo>
                <a:lnTo>
                  <a:pt x="49" y="334"/>
                </a:lnTo>
                <a:moveTo>
                  <a:pt x="49" y="500"/>
                </a:moveTo>
                <a:lnTo>
                  <a:pt x="49" y="597"/>
                </a:lnTo>
                <a:lnTo>
                  <a:pt x="0" y="597"/>
                </a:lnTo>
                <a:lnTo>
                  <a:pt x="0" y="500"/>
                </a:lnTo>
                <a:lnTo>
                  <a:pt x="49" y="50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2243520" y="1910520"/>
            <a:ext cx="17280" cy="189000"/>
          </a:xfrm>
          <a:custGeom>
            <a:avLst/>
            <a:gdLst/>
            <a:ahLst/>
            <a:rect l="0" t="0" r="r" b="b"/>
            <a:pathLst>
              <a:path w="48" h="525">
                <a:moveTo>
                  <a:pt x="48" y="0"/>
                </a:moveTo>
                <a:lnTo>
                  <a:pt x="48" y="95"/>
                </a:lnTo>
                <a:lnTo>
                  <a:pt x="0" y="95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30"/>
                </a:lnTo>
                <a:lnTo>
                  <a:pt x="0" y="430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25"/>
                </a:lnTo>
                <a:lnTo>
                  <a:pt x="0" y="525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1917720" y="2150640"/>
            <a:ext cx="17280" cy="205920"/>
          </a:xfrm>
          <a:custGeom>
            <a:avLst/>
            <a:gdLst/>
            <a:ahLst/>
            <a:rect l="0" t="0" r="r" b="b"/>
            <a:pathLst>
              <a:path w="48" h="572">
                <a:moveTo>
                  <a:pt x="48" y="0"/>
                </a:moveTo>
                <a:lnTo>
                  <a:pt x="48" y="96"/>
                </a:lnTo>
                <a:lnTo>
                  <a:pt x="0" y="96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29"/>
                </a:lnTo>
                <a:lnTo>
                  <a:pt x="0" y="429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72"/>
                </a:lnTo>
                <a:lnTo>
                  <a:pt x="0" y="572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991800" y="1298520"/>
            <a:ext cx="183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Overal ligt ander spoor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620640" y="2417760"/>
            <a:ext cx="2638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Elke instelling en elke leverancier legt zijn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2000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1429920" y="2579760"/>
            <a:ext cx="74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eigen maat.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35550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36666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37778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38894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40006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41122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42238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43351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44467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45579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46695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47808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48924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50036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51152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52264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53380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54493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3503520" y="187632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3503520" y="209916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3863880" y="1876320"/>
            <a:ext cx="0" cy="222840"/>
          </a:xfrm>
          <a:prstGeom prst="line">
            <a:avLst/>
          </a:prstGeom>
          <a:ln w="16920">
            <a:solidFill>
              <a:srgbClr val="a8481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3829320" y="187632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144"/>
                </a:moveTo>
                <a:lnTo>
                  <a:pt x="96" y="0"/>
                </a:lnTo>
                <a:lnTo>
                  <a:pt x="192" y="144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3829320" y="204768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0"/>
                </a:moveTo>
                <a:lnTo>
                  <a:pt x="96" y="144"/>
                </a:lnTo>
                <a:lnTo>
                  <a:pt x="192" y="0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5149440" y="2088360"/>
            <a:ext cx="269280" cy="195480"/>
          </a:xfrm>
          <a:custGeom>
            <a:avLst/>
            <a:gdLst/>
            <a:ahLst/>
            <a:rect l="0" t="0" r="r" b="b"/>
            <a:pathLst>
              <a:path w="748" h="543">
                <a:moveTo>
                  <a:pt x="0" y="471"/>
                </a:moveTo>
                <a:cubicBezTo>
                  <a:pt x="44" y="471"/>
                  <a:pt x="86" y="470"/>
                  <a:pt x="126" y="466"/>
                </a:cubicBezTo>
                <a:lnTo>
                  <a:pt x="132" y="537"/>
                </a:lnTo>
                <a:cubicBezTo>
                  <a:pt x="90" y="541"/>
                  <a:pt x="46" y="543"/>
                  <a:pt x="0" y="543"/>
                </a:cubicBezTo>
                <a:lnTo>
                  <a:pt x="0" y="471"/>
                </a:lnTo>
                <a:moveTo>
                  <a:pt x="217" y="455"/>
                </a:moveTo>
                <a:cubicBezTo>
                  <a:pt x="254" y="449"/>
                  <a:pt x="291" y="441"/>
                  <a:pt x="324" y="431"/>
                </a:cubicBezTo>
                <a:lnTo>
                  <a:pt x="344" y="500"/>
                </a:lnTo>
                <a:cubicBezTo>
                  <a:pt x="308" y="510"/>
                  <a:pt x="270" y="519"/>
                  <a:pt x="228" y="526"/>
                </a:cubicBezTo>
                <a:lnTo>
                  <a:pt x="217" y="455"/>
                </a:lnTo>
                <a:moveTo>
                  <a:pt x="412" y="397"/>
                </a:moveTo>
                <a:cubicBezTo>
                  <a:pt x="446" y="382"/>
                  <a:pt x="477" y="364"/>
                  <a:pt x="505" y="343"/>
                </a:cubicBezTo>
                <a:lnTo>
                  <a:pt x="548" y="400"/>
                </a:lnTo>
                <a:cubicBezTo>
                  <a:pt x="516" y="425"/>
                  <a:pt x="481" y="445"/>
                  <a:pt x="442" y="463"/>
                </a:cubicBezTo>
                <a:lnTo>
                  <a:pt x="412" y="397"/>
                </a:lnTo>
                <a:moveTo>
                  <a:pt x="568" y="283"/>
                </a:moveTo>
                <a:cubicBezTo>
                  <a:pt x="592" y="256"/>
                  <a:pt x="612" y="225"/>
                  <a:pt x="629" y="191"/>
                </a:cubicBezTo>
                <a:lnTo>
                  <a:pt x="693" y="222"/>
                </a:lnTo>
                <a:cubicBezTo>
                  <a:pt x="674" y="262"/>
                  <a:pt x="651" y="298"/>
                  <a:pt x="622" y="330"/>
                </a:cubicBezTo>
                <a:lnTo>
                  <a:pt x="568" y="283"/>
                </a:lnTo>
                <a:moveTo>
                  <a:pt x="658" y="112"/>
                </a:moveTo>
                <a:cubicBezTo>
                  <a:pt x="667" y="77"/>
                  <a:pt x="674" y="40"/>
                  <a:pt x="677" y="0"/>
                </a:cubicBezTo>
                <a:lnTo>
                  <a:pt x="748" y="6"/>
                </a:lnTo>
                <a:cubicBezTo>
                  <a:pt x="744" y="50"/>
                  <a:pt x="737" y="92"/>
                  <a:pt x="727" y="130"/>
                </a:cubicBezTo>
                <a:lnTo>
                  <a:pt x="658" y="112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3598560" y="1298520"/>
            <a:ext cx="213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Wij ontwerpen 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 txBox="1"/>
          <p:nvPr/>
        </p:nvSpPr>
        <p:spPr>
          <a:xfrm>
            <a:off x="3644640" y="2446920"/>
            <a:ext cx="462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breedte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4236840" y="244692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bochten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 txBox="1"/>
          <p:nvPr/>
        </p:nvSpPr>
        <p:spPr>
          <a:xfrm>
            <a:off x="4838400" y="2446920"/>
            <a:ext cx="634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onderhoud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4298760" y="268524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uitbouw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/>
          <p:nvPr/>
        </p:nvSpPr>
        <p:spPr>
          <a:xfrm>
            <a:off x="5933880" y="1152360"/>
            <a:ext cx="2610360" cy="2029320"/>
          </a:xfrm>
          <a:custGeom>
            <a:avLst/>
            <a:gdLst/>
            <a:ahLst/>
            <a:rect l="0" t="0" r="r" b="b"/>
            <a:pathLst>
              <a:path w="7251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5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8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5"/>
                </a:cubicBezTo>
                <a:lnTo>
                  <a:pt x="7251" y="5372"/>
                </a:lnTo>
                <a:cubicBezTo>
                  <a:pt x="7251" y="5389"/>
                  <a:pt x="7249" y="5407"/>
                  <a:pt x="7246" y="5424"/>
                </a:cubicBezTo>
                <a:cubicBezTo>
                  <a:pt x="7242" y="5441"/>
                  <a:pt x="7237" y="5457"/>
                  <a:pt x="7230" y="5473"/>
                </a:cubicBezTo>
                <a:cubicBezTo>
                  <a:pt x="7224" y="5489"/>
                  <a:pt x="7216" y="5505"/>
                  <a:pt x="7206" y="5519"/>
                </a:cubicBezTo>
                <a:cubicBezTo>
                  <a:pt x="7196" y="5533"/>
                  <a:pt x="7185" y="5547"/>
                  <a:pt x="7173" y="5559"/>
                </a:cubicBezTo>
                <a:cubicBezTo>
                  <a:pt x="7161" y="5571"/>
                  <a:pt x="7147" y="5582"/>
                  <a:pt x="7133" y="5592"/>
                </a:cubicBezTo>
                <a:cubicBezTo>
                  <a:pt x="7119" y="5602"/>
                  <a:pt x="7103" y="5610"/>
                  <a:pt x="7087" y="5616"/>
                </a:cubicBezTo>
                <a:cubicBezTo>
                  <a:pt x="7071" y="5623"/>
                  <a:pt x="7055" y="5628"/>
                  <a:pt x="7038" y="5631"/>
                </a:cubicBezTo>
                <a:cubicBezTo>
                  <a:pt x="7021" y="5635"/>
                  <a:pt x="7003" y="5637"/>
                  <a:pt x="6986" y="5637"/>
                </a:cubicBezTo>
                <a:lnTo>
                  <a:pt x="265" y="5637"/>
                </a:lnTo>
                <a:cubicBezTo>
                  <a:pt x="247" y="5637"/>
                  <a:pt x="230" y="5635"/>
                  <a:pt x="213" y="5631"/>
                </a:cubicBezTo>
                <a:cubicBezTo>
                  <a:pt x="196" y="5628"/>
                  <a:pt x="179" y="5623"/>
                  <a:pt x="163" y="5616"/>
                </a:cubicBezTo>
                <a:cubicBezTo>
                  <a:pt x="147" y="5610"/>
                  <a:pt x="132" y="5602"/>
                  <a:pt x="118" y="5592"/>
                </a:cubicBezTo>
                <a:cubicBezTo>
                  <a:pt x="103" y="5582"/>
                  <a:pt x="90" y="5571"/>
                  <a:pt x="78" y="5559"/>
                </a:cubicBezTo>
                <a:cubicBezTo>
                  <a:pt x="65" y="5547"/>
                  <a:pt x="54" y="5533"/>
                  <a:pt x="45" y="5519"/>
                </a:cubicBezTo>
                <a:cubicBezTo>
                  <a:pt x="35" y="5505"/>
                  <a:pt x="27" y="5489"/>
                  <a:pt x="20" y="5473"/>
                </a:cubicBezTo>
                <a:cubicBezTo>
                  <a:pt x="14" y="5457"/>
                  <a:pt x="9" y="5441"/>
                  <a:pt x="5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3503520" y="2903400"/>
            <a:ext cx="2257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Wij leggen vast hoe die maat werkt.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6962760" y="1533240"/>
            <a:ext cx="552600" cy="238680"/>
          </a:xfrm>
          <a:custGeom>
            <a:avLst/>
            <a:gdLst/>
            <a:ahLst/>
            <a:rect l="0" t="0" r="r" b="b"/>
            <a:pathLst>
              <a:path w="1535" h="663">
                <a:moveTo>
                  <a:pt x="0" y="504"/>
                </a:move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90"/>
                  <a:pt x="21" y="81"/>
                  <a:pt x="26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6" y="0"/>
                </a:lnTo>
                <a:cubicBezTo>
                  <a:pt x="1387" y="0"/>
                  <a:pt x="1397" y="1"/>
                  <a:pt x="1407" y="3"/>
                </a:cubicBezTo>
                <a:cubicBezTo>
                  <a:pt x="1418" y="5"/>
                  <a:pt x="1427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40"/>
                  <a:pt x="1489" y="48"/>
                </a:cubicBezTo>
                <a:cubicBezTo>
                  <a:pt x="1496" y="55"/>
                  <a:pt x="1503" y="63"/>
                  <a:pt x="1508" y="72"/>
                </a:cubicBezTo>
                <a:cubicBezTo>
                  <a:pt x="1514" y="81"/>
                  <a:pt x="1519" y="90"/>
                  <a:pt x="1523" y="99"/>
                </a:cubicBezTo>
                <a:cubicBezTo>
                  <a:pt x="1527" y="109"/>
                  <a:pt x="1530" y="119"/>
                  <a:pt x="1532" y="129"/>
                </a:cubicBezTo>
                <a:cubicBezTo>
                  <a:pt x="1534" y="139"/>
                  <a:pt x="1535" y="150"/>
                  <a:pt x="1535" y="160"/>
                </a:cubicBezTo>
                <a:lnTo>
                  <a:pt x="1535" y="504"/>
                </a:lnTo>
                <a:cubicBezTo>
                  <a:pt x="1535" y="514"/>
                  <a:pt x="1534" y="525"/>
                  <a:pt x="1532" y="535"/>
                </a:cubicBezTo>
                <a:cubicBezTo>
                  <a:pt x="1530" y="545"/>
                  <a:pt x="1527" y="555"/>
                  <a:pt x="1523" y="565"/>
                </a:cubicBezTo>
                <a:cubicBezTo>
                  <a:pt x="1519" y="574"/>
                  <a:pt x="1514" y="584"/>
                  <a:pt x="1508" y="592"/>
                </a:cubicBezTo>
                <a:cubicBezTo>
                  <a:pt x="1503" y="601"/>
                  <a:pt x="1496" y="609"/>
                  <a:pt x="1489" y="616"/>
                </a:cubicBezTo>
                <a:cubicBezTo>
                  <a:pt x="1481" y="624"/>
                  <a:pt x="1473" y="630"/>
                  <a:pt x="1465" y="636"/>
                </a:cubicBezTo>
                <a:cubicBezTo>
                  <a:pt x="1456" y="642"/>
                  <a:pt x="1447" y="647"/>
                  <a:pt x="1437" y="651"/>
                </a:cubicBezTo>
                <a:cubicBezTo>
                  <a:pt x="1427" y="655"/>
                  <a:pt x="1418" y="658"/>
                  <a:pt x="1407" y="660"/>
                </a:cubicBezTo>
                <a:cubicBezTo>
                  <a:pt x="1397" y="662"/>
                  <a:pt x="1387" y="663"/>
                  <a:pt x="1376" y="663"/>
                </a:cubicBezTo>
                <a:lnTo>
                  <a:pt x="158" y="663"/>
                </a:lnTo>
                <a:cubicBezTo>
                  <a:pt x="148" y="663"/>
                  <a:pt x="138" y="662"/>
                  <a:pt x="127" y="660"/>
                </a:cubicBezTo>
                <a:cubicBezTo>
                  <a:pt x="117" y="658"/>
                  <a:pt x="107" y="655"/>
                  <a:pt x="98" y="651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1" y="630"/>
                  <a:pt x="53" y="624"/>
                  <a:pt x="46" y="616"/>
                </a:cubicBezTo>
                <a:cubicBezTo>
                  <a:pt x="39" y="609"/>
                  <a:pt x="32" y="601"/>
                  <a:pt x="26" y="592"/>
                </a:cubicBezTo>
                <a:cubicBezTo>
                  <a:pt x="21" y="584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6391080" y="1298520"/>
            <a:ext cx="201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AI bouwt om, veel sneller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62982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64098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65210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66326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67438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68554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69670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6246720" y="220392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6246720" y="228960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73954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75070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76183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77299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78411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79527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80640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81756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7344000" y="215244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7344000" y="237528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noFill/>
          <a:ln w="16920">
            <a:solidFill>
              <a:srgbClr val="8a5a12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7103880" y="2264040"/>
            <a:ext cx="171720" cy="0"/>
          </a:xfrm>
          <a:prstGeom prst="line">
            <a:avLst/>
          </a:prstGeom>
          <a:ln w="2556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7232760" y="2212560"/>
            <a:ext cx="60120" cy="102960"/>
          </a:xfrm>
          <a:custGeom>
            <a:avLst/>
            <a:gdLst/>
            <a:ahLst/>
            <a:rect l="0" t="0" r="r" b="b"/>
            <a:pathLst>
              <a:path w="167" h="286">
                <a:moveTo>
                  <a:pt x="0" y="0"/>
                </a:moveTo>
                <a:lnTo>
                  <a:pt x="167" y="143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noFill/>
          <a:ln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8029800" y="1903680"/>
            <a:ext cx="43200" cy="86400"/>
          </a:xfrm>
          <a:custGeom>
            <a:avLst/>
            <a:gdLst/>
            <a:ahLst/>
            <a:rect l="0" t="0" r="r" b="b"/>
            <a:pathLst>
              <a:path fill="none" w="120" h="240">
                <a:moveTo>
                  <a:pt x="0" y="0"/>
                </a:moveTo>
                <a:lnTo>
                  <a:pt x="0" y="168"/>
                </a:lnTo>
                <a:lnTo>
                  <a:pt x="120" y="240"/>
                </a:lnTo>
              </a:path>
            </a:pathLst>
          </a:custGeom>
          <a:ln cap="rnd"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7824240" y="1912320"/>
            <a:ext cx="0" cy="10296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7781040" y="1981080"/>
            <a:ext cx="86400" cy="51840"/>
          </a:xfrm>
          <a:custGeom>
            <a:avLst/>
            <a:gdLst/>
            <a:ahLst/>
            <a:rect l="0" t="0" r="r" b="b"/>
            <a:pathLst>
              <a:path w="240" h="144">
                <a:moveTo>
                  <a:pt x="0" y="0"/>
                </a:moveTo>
                <a:lnTo>
                  <a:pt x="120" y="144"/>
                </a:lnTo>
                <a:lnTo>
                  <a:pt x="240" y="0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 txBox="1"/>
          <p:nvPr/>
        </p:nvSpPr>
        <p:spPr>
          <a:xfrm>
            <a:off x="7072200" y="1589400"/>
            <a:ext cx="384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 txBox="1"/>
          <p:nvPr/>
        </p:nvSpPr>
        <p:spPr>
          <a:xfrm>
            <a:off x="6191280" y="2684520"/>
            <a:ext cx="227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Omspoorwerk dat mensenwerk was,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56840" y="3276360"/>
            <a:ext cx="8087400" cy="552960"/>
          </a:xfrm>
          <a:custGeom>
            <a:avLst/>
            <a:gdLst/>
            <a:ahLst/>
            <a:rect l="0" t="0" r="r" b="b"/>
            <a:pathLst>
              <a:path w="22465" h="1536">
                <a:moveTo>
                  <a:pt x="0" y="0"/>
                </a:moveTo>
                <a:lnTo>
                  <a:pt x="22465" y="0"/>
                </a:lnTo>
                <a:lnTo>
                  <a:pt x="22465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456840" y="327636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456840" y="3819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853416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106"/>
                </a:moveTo>
                <a:lnTo>
                  <a:pt x="0" y="1536"/>
                </a:lnTo>
                <a:lnTo>
                  <a:pt x="28" y="15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45684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0" y="1536"/>
                </a:lnTo>
                <a:lnTo>
                  <a:pt x="28" y="153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6662520" y="2855880"/>
            <a:ext cx="1276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wordt machinewerk.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634320" y="3489480"/>
            <a:ext cx="739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Wat AI niet overneemt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komen tot een afspraak, en de verantwoordelijkheid dragen voor die afspraak.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674280" y="4078800"/>
            <a:ext cx="670464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79" spc="-1" strike="noStrike">
                <a:solidFill>
                  <a:srgbClr val="0e9e7e"/>
                </a:solidFill>
                <a:latin typeface="Arial"/>
                <a:ea typeface="Arial"/>
              </a:rPr>
              <a:t>OKx is die afspraak. AI rijdt erover, maar legt hem niet.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 txBox="1"/>
          <p:nvPr/>
        </p:nvSpPr>
        <p:spPr>
          <a:xfrm>
            <a:off x="674280" y="4399560"/>
            <a:ext cx="475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Mensen maken de afspraak. Systemen en agents gebruiken hem.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4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50" name=""/>
          <p:cNvSpPr txBox="1"/>
          <p:nvPr/>
        </p:nvSpPr>
        <p:spPr>
          <a:xfrm>
            <a:off x="439920" y="6264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2165040" y="1152360"/>
            <a:ext cx="2819520" cy="717840"/>
          </a:xfrm>
          <a:custGeom>
            <a:avLst/>
            <a:gdLst/>
            <a:ahLst/>
            <a:rect l="0" t="0" r="r" b="b"/>
            <a:pathLst>
              <a:path fill="none" w="7832" h="1994">
                <a:moveTo>
                  <a:pt x="0" y="1994"/>
                </a:moveTo>
                <a:lnTo>
                  <a:pt x="727" y="1661"/>
                </a:lnTo>
                <a:cubicBezTo>
                  <a:pt x="1453" y="1329"/>
                  <a:pt x="2907" y="664"/>
                  <a:pt x="4213" y="332"/>
                </a:cubicBezTo>
                <a:cubicBezTo>
                  <a:pt x="5518" y="0"/>
                  <a:pt x="6675" y="0"/>
                  <a:pt x="7253" y="0"/>
                </a:cubicBezTo>
                <a:lnTo>
                  <a:pt x="7832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2133720" y="1818000"/>
            <a:ext cx="85320" cy="69480"/>
          </a:xfrm>
          <a:custGeom>
            <a:avLst/>
            <a:gdLst/>
            <a:ahLst/>
            <a:rect l="0" t="0" r="r" b="b"/>
            <a:pathLst>
              <a:path w="237" h="193">
                <a:moveTo>
                  <a:pt x="0" y="185"/>
                </a:moveTo>
                <a:lnTo>
                  <a:pt x="237" y="193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/>
          <p:nvPr/>
        </p:nvSpPr>
        <p:spPr>
          <a:xfrm>
            <a:off x="2125800" y="1810800"/>
            <a:ext cx="99360" cy="80640"/>
          </a:xfrm>
          <a:custGeom>
            <a:avLst/>
            <a:gdLst/>
            <a:ahLst/>
            <a:rect l="0" t="0" r="r" b="b"/>
            <a:pathLst>
              <a:path w="276" h="224">
                <a:moveTo>
                  <a:pt x="44" y="194"/>
                </a:moveTo>
                <a:lnTo>
                  <a:pt x="65" y="195"/>
                </a:lnTo>
                <a:lnTo>
                  <a:pt x="64" y="217"/>
                </a:lnTo>
                <a:lnTo>
                  <a:pt x="43" y="216"/>
                </a:lnTo>
                <a:lnTo>
                  <a:pt x="44" y="194"/>
                </a:lnTo>
                <a:moveTo>
                  <a:pt x="65" y="195"/>
                </a:moveTo>
                <a:lnTo>
                  <a:pt x="86" y="195"/>
                </a:lnTo>
                <a:lnTo>
                  <a:pt x="85" y="218"/>
                </a:lnTo>
                <a:lnTo>
                  <a:pt x="64" y="217"/>
                </a:lnTo>
                <a:lnTo>
                  <a:pt x="65" y="195"/>
                </a:lnTo>
                <a:moveTo>
                  <a:pt x="86" y="195"/>
                </a:moveTo>
                <a:lnTo>
                  <a:pt x="107" y="196"/>
                </a:lnTo>
                <a:lnTo>
                  <a:pt x="106" y="218"/>
                </a:lnTo>
                <a:lnTo>
                  <a:pt x="85" y="218"/>
                </a:lnTo>
                <a:lnTo>
                  <a:pt x="86" y="195"/>
                </a:lnTo>
                <a:moveTo>
                  <a:pt x="107" y="196"/>
                </a:moveTo>
                <a:lnTo>
                  <a:pt x="128" y="197"/>
                </a:lnTo>
                <a:lnTo>
                  <a:pt x="127" y="219"/>
                </a:lnTo>
                <a:lnTo>
                  <a:pt x="106" y="218"/>
                </a:lnTo>
                <a:lnTo>
                  <a:pt x="107" y="196"/>
                </a:lnTo>
                <a:moveTo>
                  <a:pt x="128" y="197"/>
                </a:moveTo>
                <a:lnTo>
                  <a:pt x="149" y="198"/>
                </a:lnTo>
                <a:lnTo>
                  <a:pt x="149" y="220"/>
                </a:lnTo>
                <a:lnTo>
                  <a:pt x="127" y="219"/>
                </a:lnTo>
                <a:lnTo>
                  <a:pt x="128" y="197"/>
                </a:lnTo>
                <a:moveTo>
                  <a:pt x="149" y="198"/>
                </a:moveTo>
                <a:lnTo>
                  <a:pt x="170" y="198"/>
                </a:lnTo>
                <a:lnTo>
                  <a:pt x="170" y="221"/>
                </a:lnTo>
                <a:lnTo>
                  <a:pt x="149" y="220"/>
                </a:lnTo>
                <a:lnTo>
                  <a:pt x="149" y="198"/>
                </a:lnTo>
                <a:moveTo>
                  <a:pt x="170" y="198"/>
                </a:moveTo>
                <a:lnTo>
                  <a:pt x="192" y="199"/>
                </a:lnTo>
                <a:lnTo>
                  <a:pt x="191" y="221"/>
                </a:lnTo>
                <a:lnTo>
                  <a:pt x="170" y="221"/>
                </a:lnTo>
                <a:lnTo>
                  <a:pt x="170" y="198"/>
                </a:lnTo>
                <a:moveTo>
                  <a:pt x="192" y="199"/>
                </a:moveTo>
                <a:lnTo>
                  <a:pt x="213" y="200"/>
                </a:lnTo>
                <a:lnTo>
                  <a:pt x="212" y="222"/>
                </a:lnTo>
                <a:lnTo>
                  <a:pt x="191" y="221"/>
                </a:lnTo>
                <a:lnTo>
                  <a:pt x="192" y="199"/>
                </a:lnTo>
                <a:moveTo>
                  <a:pt x="213" y="200"/>
                </a:moveTo>
                <a:lnTo>
                  <a:pt x="234" y="201"/>
                </a:lnTo>
                <a:lnTo>
                  <a:pt x="233" y="223"/>
                </a:lnTo>
                <a:lnTo>
                  <a:pt x="212" y="222"/>
                </a:lnTo>
                <a:lnTo>
                  <a:pt x="213" y="200"/>
                </a:lnTo>
                <a:moveTo>
                  <a:pt x="234" y="201"/>
                </a:moveTo>
                <a:lnTo>
                  <a:pt x="255" y="201"/>
                </a:lnTo>
                <a:lnTo>
                  <a:pt x="254" y="224"/>
                </a:lnTo>
                <a:lnTo>
                  <a:pt x="233" y="223"/>
                </a:lnTo>
                <a:lnTo>
                  <a:pt x="234" y="201"/>
                </a:lnTo>
                <a:moveTo>
                  <a:pt x="255" y="201"/>
                </a:moveTo>
                <a:lnTo>
                  <a:pt x="259" y="202"/>
                </a:lnTo>
                <a:lnTo>
                  <a:pt x="258" y="213"/>
                </a:lnTo>
                <a:lnTo>
                  <a:pt x="249" y="218"/>
                </a:lnTo>
                <a:lnTo>
                  <a:pt x="242" y="201"/>
                </a:lnTo>
                <a:lnTo>
                  <a:pt x="262" y="192"/>
                </a:lnTo>
                <a:lnTo>
                  <a:pt x="276" y="224"/>
                </a:lnTo>
                <a:lnTo>
                  <a:pt x="254" y="224"/>
                </a:lnTo>
                <a:lnTo>
                  <a:pt x="255" y="201"/>
                </a:lnTo>
                <a:moveTo>
                  <a:pt x="242" y="201"/>
                </a:moveTo>
                <a:lnTo>
                  <a:pt x="233" y="181"/>
                </a:lnTo>
                <a:lnTo>
                  <a:pt x="252" y="173"/>
                </a:lnTo>
                <a:lnTo>
                  <a:pt x="262" y="192"/>
                </a:lnTo>
                <a:lnTo>
                  <a:pt x="242" y="201"/>
                </a:lnTo>
                <a:moveTo>
                  <a:pt x="233" y="181"/>
                </a:moveTo>
                <a:lnTo>
                  <a:pt x="224" y="162"/>
                </a:lnTo>
                <a:lnTo>
                  <a:pt x="243" y="153"/>
                </a:lnTo>
                <a:lnTo>
                  <a:pt x="252" y="173"/>
                </a:lnTo>
                <a:lnTo>
                  <a:pt x="233" y="181"/>
                </a:lnTo>
                <a:moveTo>
                  <a:pt x="224" y="162"/>
                </a:moveTo>
                <a:lnTo>
                  <a:pt x="215" y="143"/>
                </a:lnTo>
                <a:lnTo>
                  <a:pt x="235" y="134"/>
                </a:lnTo>
                <a:lnTo>
                  <a:pt x="243" y="153"/>
                </a:lnTo>
                <a:lnTo>
                  <a:pt x="224" y="162"/>
                </a:lnTo>
                <a:moveTo>
                  <a:pt x="215" y="143"/>
                </a:moveTo>
                <a:lnTo>
                  <a:pt x="206" y="124"/>
                </a:lnTo>
                <a:lnTo>
                  <a:pt x="226" y="115"/>
                </a:lnTo>
                <a:lnTo>
                  <a:pt x="235" y="134"/>
                </a:lnTo>
                <a:lnTo>
                  <a:pt x="215" y="143"/>
                </a:lnTo>
                <a:moveTo>
                  <a:pt x="206" y="124"/>
                </a:moveTo>
                <a:lnTo>
                  <a:pt x="198" y="104"/>
                </a:lnTo>
                <a:lnTo>
                  <a:pt x="217" y="96"/>
                </a:lnTo>
                <a:lnTo>
                  <a:pt x="226" y="115"/>
                </a:lnTo>
                <a:lnTo>
                  <a:pt x="206" y="124"/>
                </a:lnTo>
                <a:moveTo>
                  <a:pt x="198" y="104"/>
                </a:moveTo>
                <a:lnTo>
                  <a:pt x="189" y="85"/>
                </a:lnTo>
                <a:lnTo>
                  <a:pt x="208" y="76"/>
                </a:lnTo>
                <a:lnTo>
                  <a:pt x="217" y="96"/>
                </a:lnTo>
                <a:lnTo>
                  <a:pt x="198" y="104"/>
                </a:lnTo>
                <a:moveTo>
                  <a:pt x="189" y="85"/>
                </a:moveTo>
                <a:lnTo>
                  <a:pt x="180" y="66"/>
                </a:lnTo>
                <a:lnTo>
                  <a:pt x="199" y="57"/>
                </a:lnTo>
                <a:lnTo>
                  <a:pt x="208" y="76"/>
                </a:lnTo>
                <a:lnTo>
                  <a:pt x="189" y="85"/>
                </a:lnTo>
                <a:moveTo>
                  <a:pt x="180" y="66"/>
                </a:moveTo>
                <a:lnTo>
                  <a:pt x="171" y="47"/>
                </a:lnTo>
                <a:lnTo>
                  <a:pt x="191" y="38"/>
                </a:lnTo>
                <a:lnTo>
                  <a:pt x="199" y="57"/>
                </a:lnTo>
                <a:lnTo>
                  <a:pt x="180" y="66"/>
                </a:lnTo>
                <a:moveTo>
                  <a:pt x="171" y="47"/>
                </a:moveTo>
                <a:lnTo>
                  <a:pt x="162" y="27"/>
                </a:lnTo>
                <a:lnTo>
                  <a:pt x="182" y="19"/>
                </a:lnTo>
                <a:lnTo>
                  <a:pt x="191" y="38"/>
                </a:lnTo>
                <a:lnTo>
                  <a:pt x="171" y="47"/>
                </a:lnTo>
                <a:moveTo>
                  <a:pt x="162" y="27"/>
                </a:moveTo>
                <a:lnTo>
                  <a:pt x="161" y="24"/>
                </a:lnTo>
                <a:lnTo>
                  <a:pt x="171" y="20"/>
                </a:lnTo>
                <a:lnTo>
                  <a:pt x="179" y="26"/>
                </a:lnTo>
                <a:lnTo>
                  <a:pt x="168" y="40"/>
                </a:lnTo>
                <a:lnTo>
                  <a:pt x="151" y="26"/>
                </a:lnTo>
                <a:lnTo>
                  <a:pt x="173" y="0"/>
                </a:lnTo>
                <a:lnTo>
                  <a:pt x="182" y="19"/>
                </a:lnTo>
                <a:lnTo>
                  <a:pt x="162" y="27"/>
                </a:lnTo>
                <a:moveTo>
                  <a:pt x="168" y="40"/>
                </a:moveTo>
                <a:lnTo>
                  <a:pt x="155" y="56"/>
                </a:lnTo>
                <a:lnTo>
                  <a:pt x="138" y="43"/>
                </a:lnTo>
                <a:lnTo>
                  <a:pt x="151" y="26"/>
                </a:lnTo>
                <a:lnTo>
                  <a:pt x="168" y="40"/>
                </a:lnTo>
                <a:moveTo>
                  <a:pt x="155" y="56"/>
                </a:moveTo>
                <a:lnTo>
                  <a:pt x="141" y="73"/>
                </a:lnTo>
                <a:lnTo>
                  <a:pt x="125" y="59"/>
                </a:lnTo>
                <a:lnTo>
                  <a:pt x="138" y="43"/>
                </a:lnTo>
                <a:lnTo>
                  <a:pt x="155" y="56"/>
                </a:lnTo>
                <a:moveTo>
                  <a:pt x="141" y="73"/>
                </a:moveTo>
                <a:lnTo>
                  <a:pt x="128" y="89"/>
                </a:lnTo>
                <a:lnTo>
                  <a:pt x="112" y="76"/>
                </a:lnTo>
                <a:lnTo>
                  <a:pt x="125" y="59"/>
                </a:lnTo>
                <a:lnTo>
                  <a:pt x="141" y="73"/>
                </a:lnTo>
                <a:moveTo>
                  <a:pt x="128" y="89"/>
                </a:moveTo>
                <a:lnTo>
                  <a:pt x="115" y="106"/>
                </a:lnTo>
                <a:lnTo>
                  <a:pt x="98" y="92"/>
                </a:lnTo>
                <a:lnTo>
                  <a:pt x="112" y="76"/>
                </a:lnTo>
                <a:lnTo>
                  <a:pt x="128" y="89"/>
                </a:lnTo>
                <a:moveTo>
                  <a:pt x="115" y="106"/>
                </a:moveTo>
                <a:lnTo>
                  <a:pt x="101" y="122"/>
                </a:lnTo>
                <a:lnTo>
                  <a:pt x="85" y="109"/>
                </a:lnTo>
                <a:lnTo>
                  <a:pt x="98" y="92"/>
                </a:lnTo>
                <a:lnTo>
                  <a:pt x="115" y="106"/>
                </a:lnTo>
                <a:moveTo>
                  <a:pt x="101" y="122"/>
                </a:moveTo>
                <a:lnTo>
                  <a:pt x="88" y="139"/>
                </a:lnTo>
                <a:lnTo>
                  <a:pt x="72" y="125"/>
                </a:lnTo>
                <a:lnTo>
                  <a:pt x="85" y="109"/>
                </a:lnTo>
                <a:lnTo>
                  <a:pt x="101" y="122"/>
                </a:lnTo>
                <a:moveTo>
                  <a:pt x="88" y="139"/>
                </a:moveTo>
                <a:lnTo>
                  <a:pt x="75" y="155"/>
                </a:lnTo>
                <a:lnTo>
                  <a:pt x="58" y="142"/>
                </a:lnTo>
                <a:lnTo>
                  <a:pt x="72" y="125"/>
                </a:lnTo>
                <a:lnTo>
                  <a:pt x="88" y="139"/>
                </a:lnTo>
                <a:moveTo>
                  <a:pt x="75" y="155"/>
                </a:moveTo>
                <a:lnTo>
                  <a:pt x="62" y="172"/>
                </a:lnTo>
                <a:lnTo>
                  <a:pt x="45" y="158"/>
                </a:lnTo>
                <a:lnTo>
                  <a:pt x="58" y="142"/>
                </a:lnTo>
                <a:lnTo>
                  <a:pt x="75" y="155"/>
                </a:lnTo>
                <a:moveTo>
                  <a:pt x="62" y="172"/>
                </a:moveTo>
                <a:lnTo>
                  <a:pt x="48" y="188"/>
                </a:lnTo>
                <a:lnTo>
                  <a:pt x="32" y="175"/>
                </a:lnTo>
                <a:lnTo>
                  <a:pt x="45" y="158"/>
                </a:lnTo>
                <a:lnTo>
                  <a:pt x="62" y="172"/>
                </a:lnTo>
                <a:moveTo>
                  <a:pt x="48" y="188"/>
                </a:moveTo>
                <a:lnTo>
                  <a:pt x="35" y="205"/>
                </a:lnTo>
                <a:lnTo>
                  <a:pt x="19" y="191"/>
                </a:lnTo>
                <a:lnTo>
                  <a:pt x="32" y="175"/>
                </a:lnTo>
                <a:lnTo>
                  <a:pt x="48" y="188"/>
                </a:lnTo>
                <a:moveTo>
                  <a:pt x="35" y="205"/>
                </a:moveTo>
                <a:lnTo>
                  <a:pt x="30" y="210"/>
                </a:lnTo>
                <a:lnTo>
                  <a:pt x="22" y="204"/>
                </a:lnTo>
                <a:lnTo>
                  <a:pt x="22" y="193"/>
                </a:lnTo>
                <a:lnTo>
                  <a:pt x="44" y="194"/>
                </a:lnTo>
                <a:lnTo>
                  <a:pt x="43" y="216"/>
                </a:lnTo>
                <a:lnTo>
                  <a:pt x="0" y="215"/>
                </a:lnTo>
                <a:lnTo>
                  <a:pt x="19" y="191"/>
                </a:lnTo>
                <a:lnTo>
                  <a:pt x="35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4946040" y="11142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4942080" y="11080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1" y="74"/>
                </a:lnTo>
                <a:lnTo>
                  <a:pt x="82" y="64"/>
                </a:lnTo>
                <a:lnTo>
                  <a:pt x="91" y="46"/>
                </a:lnTo>
                <a:moveTo>
                  <a:pt x="110" y="55"/>
                </a:moveTo>
                <a:lnTo>
                  <a:pt x="130" y="64"/>
                </a:lnTo>
                <a:lnTo>
                  <a:pt x="121" y="83"/>
                </a:lnTo>
                <a:lnTo>
                  <a:pt x="101" y="74"/>
                </a:lnTo>
                <a:lnTo>
                  <a:pt x="110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9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9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3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1"/>
                </a:lnTo>
                <a:lnTo>
                  <a:pt x="213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8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8" y="197"/>
                </a:moveTo>
                <a:lnTo>
                  <a:pt x="79" y="206"/>
                </a:lnTo>
                <a:lnTo>
                  <a:pt x="70" y="188"/>
                </a:lnTo>
                <a:lnTo>
                  <a:pt x="89" y="178"/>
                </a:lnTo>
                <a:lnTo>
                  <a:pt x="98" y="197"/>
                </a:lnTo>
                <a:moveTo>
                  <a:pt x="79" y="206"/>
                </a:moveTo>
                <a:lnTo>
                  <a:pt x="60" y="216"/>
                </a:lnTo>
                <a:lnTo>
                  <a:pt x="51" y="197"/>
                </a:lnTo>
                <a:lnTo>
                  <a:pt x="70" y="188"/>
                </a:lnTo>
                <a:lnTo>
                  <a:pt x="79" y="206"/>
                </a:lnTo>
                <a:moveTo>
                  <a:pt x="60" y="216"/>
                </a:moveTo>
                <a:lnTo>
                  <a:pt x="41" y="225"/>
                </a:lnTo>
                <a:lnTo>
                  <a:pt x="32" y="206"/>
                </a:lnTo>
                <a:lnTo>
                  <a:pt x="51" y="197"/>
                </a:lnTo>
                <a:lnTo>
                  <a:pt x="60" y="216"/>
                </a:lnTo>
                <a:moveTo>
                  <a:pt x="41" y="225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1" y="225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19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/>
          <p:nvPr/>
        </p:nvSpPr>
        <p:spPr>
          <a:xfrm>
            <a:off x="2639880" y="2143080"/>
            <a:ext cx="2190600" cy="0"/>
          </a:xfrm>
          <a:custGeom>
            <a:avLst/>
            <a:gdLst/>
            <a:ahLst/>
            <a:rect l="0" t="0" r="r" b="b"/>
            <a:pathLst>
              <a:path fill="none" w="6085" h="0">
                <a:moveTo>
                  <a:pt x="0" y="0"/>
                </a:moveTo>
                <a:lnTo>
                  <a:pt x="507" y="0"/>
                </a:lnTo>
                <a:cubicBezTo>
                  <a:pt x="1014" y="0"/>
                  <a:pt x="2028" y="0"/>
                  <a:pt x="3042" y="0"/>
                </a:cubicBezTo>
                <a:cubicBezTo>
                  <a:pt x="4056" y="0"/>
                  <a:pt x="5071" y="0"/>
                  <a:pt x="5578" y="0"/>
                </a:cubicBezTo>
                <a:lnTo>
                  <a:pt x="6085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260568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106"/>
                </a:moveTo>
                <a:lnTo>
                  <a:pt x="212" y="212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/>
          <p:nvPr/>
        </p:nvSpPr>
        <p:spPr>
          <a:xfrm>
            <a:off x="259704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1"/>
                </a:lnTo>
                <a:lnTo>
                  <a:pt x="39" y="142"/>
                </a:lnTo>
                <a:lnTo>
                  <a:pt x="48" y="123"/>
                </a:lnTo>
                <a:moveTo>
                  <a:pt x="67" y="132"/>
                </a:moveTo>
                <a:lnTo>
                  <a:pt x="86" y="142"/>
                </a:lnTo>
                <a:lnTo>
                  <a:pt x="77" y="160"/>
                </a:lnTo>
                <a:lnTo>
                  <a:pt x="58" y="151"/>
                </a:lnTo>
                <a:lnTo>
                  <a:pt x="67" y="132"/>
                </a:lnTo>
                <a:moveTo>
                  <a:pt x="86" y="142"/>
                </a:moveTo>
                <a:lnTo>
                  <a:pt x="105" y="151"/>
                </a:lnTo>
                <a:lnTo>
                  <a:pt x="96" y="170"/>
                </a:lnTo>
                <a:lnTo>
                  <a:pt x="77" y="160"/>
                </a:lnTo>
                <a:lnTo>
                  <a:pt x="86" y="142"/>
                </a:lnTo>
                <a:moveTo>
                  <a:pt x="105" y="151"/>
                </a:moveTo>
                <a:lnTo>
                  <a:pt x="124" y="160"/>
                </a:lnTo>
                <a:lnTo>
                  <a:pt x="115" y="180"/>
                </a:lnTo>
                <a:lnTo>
                  <a:pt x="96" y="170"/>
                </a:lnTo>
                <a:lnTo>
                  <a:pt x="105" y="151"/>
                </a:lnTo>
                <a:moveTo>
                  <a:pt x="124" y="160"/>
                </a:moveTo>
                <a:lnTo>
                  <a:pt x="143" y="170"/>
                </a:lnTo>
                <a:lnTo>
                  <a:pt x="134" y="190"/>
                </a:lnTo>
                <a:lnTo>
                  <a:pt x="115" y="180"/>
                </a:lnTo>
                <a:lnTo>
                  <a:pt x="124" y="160"/>
                </a:lnTo>
                <a:moveTo>
                  <a:pt x="143" y="170"/>
                </a:moveTo>
                <a:lnTo>
                  <a:pt x="162" y="180"/>
                </a:lnTo>
                <a:lnTo>
                  <a:pt x="153" y="199"/>
                </a:lnTo>
                <a:lnTo>
                  <a:pt x="134" y="190"/>
                </a:lnTo>
                <a:lnTo>
                  <a:pt x="143" y="170"/>
                </a:lnTo>
                <a:moveTo>
                  <a:pt x="162" y="180"/>
                </a:moveTo>
                <a:lnTo>
                  <a:pt x="181" y="190"/>
                </a:lnTo>
                <a:lnTo>
                  <a:pt x="171" y="209"/>
                </a:lnTo>
                <a:lnTo>
                  <a:pt x="153" y="199"/>
                </a:lnTo>
                <a:lnTo>
                  <a:pt x="162" y="180"/>
                </a:lnTo>
                <a:moveTo>
                  <a:pt x="181" y="190"/>
                </a:moveTo>
                <a:lnTo>
                  <a:pt x="200" y="199"/>
                </a:lnTo>
                <a:lnTo>
                  <a:pt x="190" y="218"/>
                </a:lnTo>
                <a:lnTo>
                  <a:pt x="171" y="209"/>
                </a:lnTo>
                <a:lnTo>
                  <a:pt x="181" y="190"/>
                </a:lnTo>
                <a:moveTo>
                  <a:pt x="200" y="199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8"/>
                </a:lnTo>
                <a:lnTo>
                  <a:pt x="200" y="199"/>
                </a:lnTo>
                <a:moveTo>
                  <a:pt x="219" y="209"/>
                </a:moveTo>
                <a:lnTo>
                  <a:pt x="238" y="218"/>
                </a:lnTo>
                <a:lnTo>
                  <a:pt x="228" y="237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8"/>
                </a:moveTo>
                <a:lnTo>
                  <a:pt x="241" y="220"/>
                </a:lnTo>
                <a:lnTo>
                  <a:pt x="236" y="229"/>
                </a:lnTo>
                <a:lnTo>
                  <a:pt x="226" y="229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7"/>
                </a:lnTo>
                <a:lnTo>
                  <a:pt x="238" y="218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69"/>
                </a:lnTo>
                <a:lnTo>
                  <a:pt x="247" y="169"/>
                </a:lnTo>
                <a:lnTo>
                  <a:pt x="247" y="191"/>
                </a:lnTo>
                <a:lnTo>
                  <a:pt x="226" y="191"/>
                </a:lnTo>
                <a:moveTo>
                  <a:pt x="226" y="169"/>
                </a:moveTo>
                <a:lnTo>
                  <a:pt x="226" y="148"/>
                </a:lnTo>
                <a:lnTo>
                  <a:pt x="247" y="148"/>
                </a:lnTo>
                <a:lnTo>
                  <a:pt x="247" y="169"/>
                </a:lnTo>
                <a:lnTo>
                  <a:pt x="226" y="169"/>
                </a:lnTo>
                <a:moveTo>
                  <a:pt x="226" y="148"/>
                </a:moveTo>
                <a:lnTo>
                  <a:pt x="226" y="126"/>
                </a:lnTo>
                <a:lnTo>
                  <a:pt x="247" y="126"/>
                </a:lnTo>
                <a:lnTo>
                  <a:pt x="247" y="148"/>
                </a:lnTo>
                <a:lnTo>
                  <a:pt x="226" y="148"/>
                </a:lnTo>
                <a:moveTo>
                  <a:pt x="226" y="126"/>
                </a:moveTo>
                <a:lnTo>
                  <a:pt x="226" y="105"/>
                </a:lnTo>
                <a:lnTo>
                  <a:pt x="247" y="105"/>
                </a:lnTo>
                <a:lnTo>
                  <a:pt x="247" y="126"/>
                </a:lnTo>
                <a:lnTo>
                  <a:pt x="226" y="126"/>
                </a:lnTo>
                <a:moveTo>
                  <a:pt x="226" y="105"/>
                </a:moveTo>
                <a:lnTo>
                  <a:pt x="226" y="84"/>
                </a:lnTo>
                <a:lnTo>
                  <a:pt x="247" y="84"/>
                </a:lnTo>
                <a:lnTo>
                  <a:pt x="247" y="105"/>
                </a:lnTo>
                <a:lnTo>
                  <a:pt x="226" y="105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6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3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3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3"/>
                </a:lnTo>
                <a:moveTo>
                  <a:pt x="188" y="53"/>
                </a:moveTo>
                <a:lnTo>
                  <a:pt x="169" y="62"/>
                </a:lnTo>
                <a:lnTo>
                  <a:pt x="159" y="43"/>
                </a:lnTo>
                <a:lnTo>
                  <a:pt x="178" y="34"/>
                </a:lnTo>
                <a:lnTo>
                  <a:pt x="188" y="53"/>
                </a:lnTo>
                <a:moveTo>
                  <a:pt x="169" y="62"/>
                </a:moveTo>
                <a:lnTo>
                  <a:pt x="150" y="72"/>
                </a:lnTo>
                <a:lnTo>
                  <a:pt x="140" y="53"/>
                </a:lnTo>
                <a:lnTo>
                  <a:pt x="159" y="43"/>
                </a:lnTo>
                <a:lnTo>
                  <a:pt x="169" y="62"/>
                </a:lnTo>
                <a:moveTo>
                  <a:pt x="150" y="72"/>
                </a:moveTo>
                <a:lnTo>
                  <a:pt x="131" y="81"/>
                </a:lnTo>
                <a:lnTo>
                  <a:pt x="122" y="62"/>
                </a:lnTo>
                <a:lnTo>
                  <a:pt x="140" y="53"/>
                </a:lnTo>
                <a:lnTo>
                  <a:pt x="150" y="72"/>
                </a:lnTo>
                <a:moveTo>
                  <a:pt x="131" y="81"/>
                </a:moveTo>
                <a:lnTo>
                  <a:pt x="112" y="91"/>
                </a:lnTo>
                <a:lnTo>
                  <a:pt x="103" y="72"/>
                </a:lnTo>
                <a:lnTo>
                  <a:pt x="122" y="62"/>
                </a:lnTo>
                <a:lnTo>
                  <a:pt x="131" y="81"/>
                </a:lnTo>
                <a:moveTo>
                  <a:pt x="112" y="91"/>
                </a:moveTo>
                <a:lnTo>
                  <a:pt x="93" y="100"/>
                </a:lnTo>
                <a:lnTo>
                  <a:pt x="84" y="81"/>
                </a:lnTo>
                <a:lnTo>
                  <a:pt x="103" y="72"/>
                </a:lnTo>
                <a:lnTo>
                  <a:pt x="112" y="91"/>
                </a:lnTo>
                <a:moveTo>
                  <a:pt x="93" y="100"/>
                </a:moveTo>
                <a:lnTo>
                  <a:pt x="74" y="110"/>
                </a:lnTo>
                <a:lnTo>
                  <a:pt x="65" y="91"/>
                </a:lnTo>
                <a:lnTo>
                  <a:pt x="84" y="81"/>
                </a:lnTo>
                <a:lnTo>
                  <a:pt x="93" y="100"/>
                </a:lnTo>
                <a:moveTo>
                  <a:pt x="74" y="110"/>
                </a:moveTo>
                <a:lnTo>
                  <a:pt x="55" y="119"/>
                </a:lnTo>
                <a:lnTo>
                  <a:pt x="46" y="100"/>
                </a:lnTo>
                <a:lnTo>
                  <a:pt x="65" y="91"/>
                </a:lnTo>
                <a:lnTo>
                  <a:pt x="74" y="110"/>
                </a:lnTo>
                <a:moveTo>
                  <a:pt x="55" y="119"/>
                </a:moveTo>
                <a:lnTo>
                  <a:pt x="36" y="129"/>
                </a:lnTo>
                <a:lnTo>
                  <a:pt x="27" y="110"/>
                </a:lnTo>
                <a:lnTo>
                  <a:pt x="46" y="100"/>
                </a:lnTo>
                <a:lnTo>
                  <a:pt x="55" y="119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2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/>
          <p:nvPr/>
        </p:nvSpPr>
        <p:spPr>
          <a:xfrm>
            <a:off x="479232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6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478836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4" y="26"/>
                </a:moveTo>
                <a:lnTo>
                  <a:pt x="73" y="36"/>
                </a:lnTo>
                <a:lnTo>
                  <a:pt x="64" y="55"/>
                </a:lnTo>
                <a:lnTo>
                  <a:pt x="44" y="45"/>
                </a:lnTo>
                <a:lnTo>
                  <a:pt x="54" y="26"/>
                </a:lnTo>
                <a:moveTo>
                  <a:pt x="73" y="36"/>
                </a:moveTo>
                <a:lnTo>
                  <a:pt x="92" y="45"/>
                </a:lnTo>
                <a:lnTo>
                  <a:pt x="83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5"/>
                </a:moveTo>
                <a:lnTo>
                  <a:pt x="111" y="55"/>
                </a:lnTo>
                <a:lnTo>
                  <a:pt x="102" y="74"/>
                </a:lnTo>
                <a:lnTo>
                  <a:pt x="83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1" y="83"/>
                </a:lnTo>
                <a:lnTo>
                  <a:pt x="102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1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1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1"/>
                </a:lnTo>
                <a:lnTo>
                  <a:pt x="215" y="130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0"/>
                </a:lnTo>
                <a:lnTo>
                  <a:pt x="225" y="111"/>
                </a:lnTo>
                <a:moveTo>
                  <a:pt x="213" y="140"/>
                </a:moveTo>
                <a:lnTo>
                  <a:pt x="194" y="149"/>
                </a:lnTo>
                <a:lnTo>
                  <a:pt x="184" y="130"/>
                </a:lnTo>
                <a:lnTo>
                  <a:pt x="203" y="121"/>
                </a:lnTo>
                <a:lnTo>
                  <a:pt x="213" y="140"/>
                </a:lnTo>
                <a:moveTo>
                  <a:pt x="194" y="149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0"/>
                </a:lnTo>
                <a:lnTo>
                  <a:pt x="194" y="149"/>
                </a:lnTo>
                <a:moveTo>
                  <a:pt x="175" y="159"/>
                </a:moveTo>
                <a:lnTo>
                  <a:pt x="156" y="168"/>
                </a:lnTo>
                <a:lnTo>
                  <a:pt x="146" y="149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8"/>
                </a:moveTo>
                <a:lnTo>
                  <a:pt x="137" y="179"/>
                </a:lnTo>
                <a:lnTo>
                  <a:pt x="127" y="159"/>
                </a:lnTo>
                <a:lnTo>
                  <a:pt x="146" y="149"/>
                </a:lnTo>
                <a:lnTo>
                  <a:pt x="156" y="168"/>
                </a:lnTo>
                <a:moveTo>
                  <a:pt x="137" y="179"/>
                </a:moveTo>
                <a:lnTo>
                  <a:pt x="118" y="188"/>
                </a:lnTo>
                <a:lnTo>
                  <a:pt x="109" y="168"/>
                </a:lnTo>
                <a:lnTo>
                  <a:pt x="127" y="159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90" y="179"/>
                </a:lnTo>
                <a:lnTo>
                  <a:pt x="109" y="168"/>
                </a:lnTo>
                <a:lnTo>
                  <a:pt x="118" y="188"/>
                </a:lnTo>
                <a:moveTo>
                  <a:pt x="99" y="198"/>
                </a:moveTo>
                <a:lnTo>
                  <a:pt x="80" y="207"/>
                </a:lnTo>
                <a:lnTo>
                  <a:pt x="71" y="188"/>
                </a:lnTo>
                <a:lnTo>
                  <a:pt x="90" y="179"/>
                </a:lnTo>
                <a:lnTo>
                  <a:pt x="99" y="198"/>
                </a:lnTo>
                <a:moveTo>
                  <a:pt x="80" y="207"/>
                </a:moveTo>
                <a:lnTo>
                  <a:pt x="61" y="217"/>
                </a:lnTo>
                <a:lnTo>
                  <a:pt x="51" y="198"/>
                </a:lnTo>
                <a:lnTo>
                  <a:pt x="71" y="188"/>
                </a:lnTo>
                <a:lnTo>
                  <a:pt x="80" y="207"/>
                </a:lnTo>
                <a:moveTo>
                  <a:pt x="61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1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1"/>
                </a:lnTo>
                <a:lnTo>
                  <a:pt x="21" y="151"/>
                </a:lnTo>
                <a:lnTo>
                  <a:pt x="21" y="174"/>
                </a:lnTo>
                <a:lnTo>
                  <a:pt x="0" y="174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2165040" y="2415960"/>
            <a:ext cx="2682000" cy="717840"/>
          </a:xfrm>
          <a:custGeom>
            <a:avLst/>
            <a:gdLst/>
            <a:ahLst/>
            <a:rect l="0" t="0" r="r" b="b"/>
            <a:pathLst>
              <a:path fill="none" w="7450" h="1994">
                <a:moveTo>
                  <a:pt x="0" y="0"/>
                </a:moveTo>
                <a:lnTo>
                  <a:pt x="727" y="333"/>
                </a:lnTo>
                <a:cubicBezTo>
                  <a:pt x="1453" y="665"/>
                  <a:pt x="2907" y="1330"/>
                  <a:pt x="4149" y="1662"/>
                </a:cubicBezTo>
                <a:cubicBezTo>
                  <a:pt x="5392" y="1994"/>
                  <a:pt x="6421" y="1994"/>
                  <a:pt x="6936" y="1994"/>
                </a:cubicBezTo>
                <a:lnTo>
                  <a:pt x="7450" y="1994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/>
          <p:nvPr/>
        </p:nvSpPr>
        <p:spPr>
          <a:xfrm>
            <a:off x="2133720" y="2398680"/>
            <a:ext cx="85320" cy="69840"/>
          </a:xfrm>
          <a:custGeom>
            <a:avLst/>
            <a:gdLst/>
            <a:ahLst/>
            <a:rect l="0" t="0" r="r" b="b"/>
            <a:pathLst>
              <a:path w="237" h="194">
                <a:moveTo>
                  <a:pt x="0" y="8"/>
                </a:moveTo>
                <a:lnTo>
                  <a:pt x="150" y="194"/>
                </a:lnTo>
                <a:lnTo>
                  <a:pt x="237" y="0"/>
                </a:lnTo>
                <a:lnTo>
                  <a:pt x="0" y="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2125800" y="239472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4" y="29"/>
                </a:moveTo>
                <a:lnTo>
                  <a:pt x="57" y="46"/>
                </a:lnTo>
                <a:lnTo>
                  <a:pt x="40" y="59"/>
                </a:lnTo>
                <a:lnTo>
                  <a:pt x="27" y="43"/>
                </a:lnTo>
                <a:lnTo>
                  <a:pt x="44" y="29"/>
                </a:lnTo>
                <a:moveTo>
                  <a:pt x="57" y="46"/>
                </a:moveTo>
                <a:lnTo>
                  <a:pt x="70" y="62"/>
                </a:lnTo>
                <a:lnTo>
                  <a:pt x="54" y="75"/>
                </a:lnTo>
                <a:lnTo>
                  <a:pt x="40" y="59"/>
                </a:lnTo>
                <a:lnTo>
                  <a:pt x="57" y="46"/>
                </a:lnTo>
                <a:moveTo>
                  <a:pt x="70" y="62"/>
                </a:moveTo>
                <a:lnTo>
                  <a:pt x="83" y="79"/>
                </a:lnTo>
                <a:lnTo>
                  <a:pt x="67" y="92"/>
                </a:lnTo>
                <a:lnTo>
                  <a:pt x="54" y="75"/>
                </a:lnTo>
                <a:lnTo>
                  <a:pt x="70" y="62"/>
                </a:lnTo>
                <a:moveTo>
                  <a:pt x="83" y="79"/>
                </a:moveTo>
                <a:lnTo>
                  <a:pt x="97" y="95"/>
                </a:lnTo>
                <a:lnTo>
                  <a:pt x="80" y="108"/>
                </a:lnTo>
                <a:lnTo>
                  <a:pt x="67" y="92"/>
                </a:lnTo>
                <a:lnTo>
                  <a:pt x="83" y="79"/>
                </a:lnTo>
                <a:moveTo>
                  <a:pt x="97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8"/>
                </a:lnTo>
                <a:lnTo>
                  <a:pt x="97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7" y="141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5"/>
                </a:lnTo>
                <a:lnTo>
                  <a:pt x="120" y="159"/>
                </a:lnTo>
                <a:lnTo>
                  <a:pt x="107" y="141"/>
                </a:lnTo>
                <a:lnTo>
                  <a:pt x="123" y="128"/>
                </a:lnTo>
                <a:moveTo>
                  <a:pt x="136" y="145"/>
                </a:moveTo>
                <a:lnTo>
                  <a:pt x="150" y="162"/>
                </a:lnTo>
                <a:lnTo>
                  <a:pt x="133" y="175"/>
                </a:lnTo>
                <a:lnTo>
                  <a:pt x="120" y="159"/>
                </a:lnTo>
                <a:lnTo>
                  <a:pt x="136" y="145"/>
                </a:lnTo>
                <a:moveTo>
                  <a:pt x="150" y="162"/>
                </a:moveTo>
                <a:lnTo>
                  <a:pt x="163" y="179"/>
                </a:lnTo>
                <a:lnTo>
                  <a:pt x="147" y="192"/>
                </a:lnTo>
                <a:lnTo>
                  <a:pt x="133" y="175"/>
                </a:lnTo>
                <a:lnTo>
                  <a:pt x="150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7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1" y="205"/>
                </a:lnTo>
                <a:lnTo>
                  <a:pt x="161" y="200"/>
                </a:lnTo>
                <a:lnTo>
                  <a:pt x="168" y="184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4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4"/>
                </a:lnTo>
                <a:moveTo>
                  <a:pt x="177" y="165"/>
                </a:moveTo>
                <a:lnTo>
                  <a:pt x="186" y="145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6" y="145"/>
                </a:moveTo>
                <a:lnTo>
                  <a:pt x="194" y="126"/>
                </a:lnTo>
                <a:lnTo>
                  <a:pt x="214" y="135"/>
                </a:lnTo>
                <a:lnTo>
                  <a:pt x="205" y="155"/>
                </a:lnTo>
                <a:lnTo>
                  <a:pt x="186" y="145"/>
                </a:lnTo>
                <a:moveTo>
                  <a:pt x="194" y="126"/>
                </a:moveTo>
                <a:lnTo>
                  <a:pt x="203" y="106"/>
                </a:lnTo>
                <a:lnTo>
                  <a:pt x="223" y="115"/>
                </a:lnTo>
                <a:lnTo>
                  <a:pt x="214" y="135"/>
                </a:lnTo>
                <a:lnTo>
                  <a:pt x="194" y="126"/>
                </a:lnTo>
                <a:moveTo>
                  <a:pt x="203" y="106"/>
                </a:moveTo>
                <a:lnTo>
                  <a:pt x="212" y="87"/>
                </a:lnTo>
                <a:lnTo>
                  <a:pt x="231" y="96"/>
                </a:lnTo>
                <a:lnTo>
                  <a:pt x="223" y="115"/>
                </a:lnTo>
                <a:lnTo>
                  <a:pt x="203" y="106"/>
                </a:lnTo>
                <a:moveTo>
                  <a:pt x="212" y="87"/>
                </a:moveTo>
                <a:lnTo>
                  <a:pt x="221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1" y="68"/>
                </a:moveTo>
                <a:lnTo>
                  <a:pt x="230" y="49"/>
                </a:lnTo>
                <a:lnTo>
                  <a:pt x="249" y="58"/>
                </a:lnTo>
                <a:lnTo>
                  <a:pt x="240" y="77"/>
                </a:lnTo>
                <a:lnTo>
                  <a:pt x="221" y="68"/>
                </a:lnTo>
                <a:moveTo>
                  <a:pt x="230" y="49"/>
                </a:moveTo>
                <a:lnTo>
                  <a:pt x="238" y="29"/>
                </a:lnTo>
                <a:lnTo>
                  <a:pt x="258" y="38"/>
                </a:lnTo>
                <a:lnTo>
                  <a:pt x="249" y="58"/>
                </a:lnTo>
                <a:lnTo>
                  <a:pt x="230" y="49"/>
                </a:lnTo>
                <a:moveTo>
                  <a:pt x="238" y="29"/>
                </a:moveTo>
                <a:lnTo>
                  <a:pt x="247" y="10"/>
                </a:lnTo>
                <a:lnTo>
                  <a:pt x="268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9" y="7"/>
                </a:lnTo>
                <a:lnTo>
                  <a:pt x="258" y="11"/>
                </a:lnTo>
                <a:lnTo>
                  <a:pt x="259" y="22"/>
                </a:lnTo>
                <a:lnTo>
                  <a:pt x="242" y="22"/>
                </a:lnTo>
                <a:lnTo>
                  <a:pt x="241" y="1"/>
                </a:lnTo>
                <a:lnTo>
                  <a:pt x="276" y="0"/>
                </a:lnTo>
                <a:lnTo>
                  <a:pt x="268" y="19"/>
                </a:lnTo>
                <a:lnTo>
                  <a:pt x="247" y="10"/>
                </a:lnTo>
                <a:moveTo>
                  <a:pt x="242" y="22"/>
                </a:moveTo>
                <a:lnTo>
                  <a:pt x="220" y="23"/>
                </a:lnTo>
                <a:lnTo>
                  <a:pt x="220" y="2"/>
                </a:lnTo>
                <a:lnTo>
                  <a:pt x="241" y="1"/>
                </a:lnTo>
                <a:lnTo>
                  <a:pt x="242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20" y="2"/>
                </a:lnTo>
                <a:lnTo>
                  <a:pt x="220" y="23"/>
                </a:lnTo>
                <a:moveTo>
                  <a:pt x="199" y="24"/>
                </a:moveTo>
                <a:lnTo>
                  <a:pt x="178" y="25"/>
                </a:lnTo>
                <a:lnTo>
                  <a:pt x="177" y="3"/>
                </a:lnTo>
                <a:lnTo>
                  <a:pt x="198" y="3"/>
                </a:lnTo>
                <a:lnTo>
                  <a:pt x="199" y="24"/>
                </a:lnTo>
                <a:moveTo>
                  <a:pt x="178" y="25"/>
                </a:moveTo>
                <a:lnTo>
                  <a:pt x="157" y="25"/>
                </a:lnTo>
                <a:lnTo>
                  <a:pt x="156" y="4"/>
                </a:lnTo>
                <a:lnTo>
                  <a:pt x="177" y="3"/>
                </a:lnTo>
                <a:lnTo>
                  <a:pt x="178" y="25"/>
                </a:lnTo>
                <a:moveTo>
                  <a:pt x="157" y="25"/>
                </a:moveTo>
                <a:lnTo>
                  <a:pt x="136" y="26"/>
                </a:lnTo>
                <a:lnTo>
                  <a:pt x="135" y="5"/>
                </a:lnTo>
                <a:lnTo>
                  <a:pt x="156" y="4"/>
                </a:lnTo>
                <a:lnTo>
                  <a:pt x="157" y="25"/>
                </a:lnTo>
                <a:moveTo>
                  <a:pt x="136" y="26"/>
                </a:moveTo>
                <a:lnTo>
                  <a:pt x="115" y="27"/>
                </a:lnTo>
                <a:lnTo>
                  <a:pt x="114" y="6"/>
                </a:lnTo>
                <a:lnTo>
                  <a:pt x="135" y="5"/>
                </a:lnTo>
                <a:lnTo>
                  <a:pt x="136" y="26"/>
                </a:lnTo>
                <a:moveTo>
                  <a:pt x="115" y="27"/>
                </a:moveTo>
                <a:lnTo>
                  <a:pt x="93" y="27"/>
                </a:lnTo>
                <a:lnTo>
                  <a:pt x="93" y="6"/>
                </a:lnTo>
                <a:lnTo>
                  <a:pt x="114" y="6"/>
                </a:lnTo>
                <a:lnTo>
                  <a:pt x="115" y="27"/>
                </a:lnTo>
                <a:moveTo>
                  <a:pt x="93" y="27"/>
                </a:moveTo>
                <a:lnTo>
                  <a:pt x="72" y="28"/>
                </a:lnTo>
                <a:lnTo>
                  <a:pt x="72" y="7"/>
                </a:lnTo>
                <a:lnTo>
                  <a:pt x="93" y="6"/>
                </a:lnTo>
                <a:lnTo>
                  <a:pt x="93" y="27"/>
                </a:lnTo>
                <a:moveTo>
                  <a:pt x="72" y="28"/>
                </a:moveTo>
                <a:lnTo>
                  <a:pt x="51" y="29"/>
                </a:lnTo>
                <a:lnTo>
                  <a:pt x="50" y="8"/>
                </a:lnTo>
                <a:lnTo>
                  <a:pt x="72" y="7"/>
                </a:lnTo>
                <a:lnTo>
                  <a:pt x="72" y="28"/>
                </a:lnTo>
                <a:moveTo>
                  <a:pt x="51" y="29"/>
                </a:moveTo>
                <a:lnTo>
                  <a:pt x="30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30" y="30"/>
                </a:moveTo>
                <a:lnTo>
                  <a:pt x="22" y="30"/>
                </a:lnTo>
                <a:lnTo>
                  <a:pt x="22" y="19"/>
                </a:lnTo>
                <a:lnTo>
                  <a:pt x="30" y="13"/>
                </a:lnTo>
                <a:lnTo>
                  <a:pt x="44" y="29"/>
                </a:lnTo>
                <a:lnTo>
                  <a:pt x="27" y="43"/>
                </a:lnTo>
                <a:lnTo>
                  <a:pt x="0" y="10"/>
                </a:lnTo>
                <a:lnTo>
                  <a:pt x="29" y="9"/>
                </a:lnTo>
                <a:lnTo>
                  <a:pt x="30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/>
          <p:nvPr/>
        </p:nvSpPr>
        <p:spPr>
          <a:xfrm>
            <a:off x="4808520" y="30952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4804920" y="30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5" y="17"/>
                </a:moveTo>
                <a:lnTo>
                  <a:pt x="54" y="27"/>
                </a:lnTo>
                <a:lnTo>
                  <a:pt x="45" y="46"/>
                </a:lnTo>
                <a:lnTo>
                  <a:pt x="26" y="36"/>
                </a:lnTo>
                <a:lnTo>
                  <a:pt x="35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2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1" y="74"/>
                </a:lnTo>
                <a:lnTo>
                  <a:pt x="82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1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5" y="103"/>
                </a:lnTo>
                <a:lnTo>
                  <a:pt x="196" y="123"/>
                </a:lnTo>
                <a:lnTo>
                  <a:pt x="177" y="112"/>
                </a:lnTo>
                <a:lnTo>
                  <a:pt x="187" y="93"/>
                </a:lnTo>
                <a:moveTo>
                  <a:pt x="205" y="103"/>
                </a:moveTo>
                <a:lnTo>
                  <a:pt x="224" y="112"/>
                </a:lnTo>
                <a:lnTo>
                  <a:pt x="215" y="132"/>
                </a:lnTo>
                <a:lnTo>
                  <a:pt x="196" y="123"/>
                </a:lnTo>
                <a:lnTo>
                  <a:pt x="205" y="103"/>
                </a:lnTo>
                <a:moveTo>
                  <a:pt x="224" y="112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8" y="114"/>
                </a:lnTo>
                <a:lnTo>
                  <a:pt x="223" y="124"/>
                </a:lnTo>
                <a:lnTo>
                  <a:pt x="218" y="134"/>
                </a:lnTo>
                <a:lnTo>
                  <a:pt x="215" y="132"/>
                </a:lnTo>
                <a:lnTo>
                  <a:pt x="224" y="112"/>
                </a:lnTo>
                <a:moveTo>
                  <a:pt x="212" y="142"/>
                </a:moveTo>
                <a:lnTo>
                  <a:pt x="193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3" y="151"/>
                </a:moveTo>
                <a:lnTo>
                  <a:pt x="174" y="160"/>
                </a:lnTo>
                <a:lnTo>
                  <a:pt x="165" y="142"/>
                </a:lnTo>
                <a:lnTo>
                  <a:pt x="184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4" y="160"/>
                </a:lnTo>
                <a:moveTo>
                  <a:pt x="156" y="170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1"/>
                </a:lnTo>
                <a:lnTo>
                  <a:pt x="156" y="170"/>
                </a:lnTo>
                <a:moveTo>
                  <a:pt x="137" y="179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9"/>
                </a:moveTo>
                <a:lnTo>
                  <a:pt x="99" y="198"/>
                </a:lnTo>
                <a:lnTo>
                  <a:pt x="89" y="179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79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1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1" y="198"/>
                </a:lnTo>
                <a:lnTo>
                  <a:pt x="61" y="217"/>
                </a:lnTo>
                <a:moveTo>
                  <a:pt x="42" y="227"/>
                </a:moveTo>
                <a:lnTo>
                  <a:pt x="23" y="236"/>
                </a:lnTo>
                <a:lnTo>
                  <a:pt x="14" y="217"/>
                </a:lnTo>
                <a:lnTo>
                  <a:pt x="32" y="208"/>
                </a:lnTo>
                <a:lnTo>
                  <a:pt x="42" y="227"/>
                </a:lnTo>
                <a:moveTo>
                  <a:pt x="23" y="236"/>
                </a:moveTo>
                <a:lnTo>
                  <a:pt x="0" y="247"/>
                </a:lnTo>
                <a:lnTo>
                  <a:pt x="0" y="217"/>
                </a:lnTo>
                <a:lnTo>
                  <a:pt x="22" y="217"/>
                </a:lnTo>
                <a:lnTo>
                  <a:pt x="22" y="230"/>
                </a:lnTo>
                <a:lnTo>
                  <a:pt x="11" y="230"/>
                </a:lnTo>
                <a:lnTo>
                  <a:pt x="7" y="221"/>
                </a:lnTo>
                <a:lnTo>
                  <a:pt x="14" y="217"/>
                </a:lnTo>
                <a:lnTo>
                  <a:pt x="23" y="236"/>
                </a:lnTo>
                <a:moveTo>
                  <a:pt x="0" y="217"/>
                </a:moveTo>
                <a:lnTo>
                  <a:pt x="0" y="195"/>
                </a:lnTo>
                <a:lnTo>
                  <a:pt x="22" y="195"/>
                </a:lnTo>
                <a:lnTo>
                  <a:pt x="22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2" y="174"/>
                </a:lnTo>
                <a:lnTo>
                  <a:pt x="22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2" y="153"/>
                </a:lnTo>
                <a:lnTo>
                  <a:pt x="22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2" y="132"/>
                </a:lnTo>
                <a:lnTo>
                  <a:pt x="22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2" y="110"/>
                </a:lnTo>
                <a:lnTo>
                  <a:pt x="22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2" y="89"/>
                </a:lnTo>
                <a:lnTo>
                  <a:pt x="22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2" y="67"/>
                </a:lnTo>
                <a:lnTo>
                  <a:pt x="22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2" y="46"/>
                </a:lnTo>
                <a:lnTo>
                  <a:pt x="22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2" y="25"/>
                </a:lnTo>
                <a:lnTo>
                  <a:pt x="22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5" y="17"/>
                </a:lnTo>
                <a:lnTo>
                  <a:pt x="26" y="36"/>
                </a:lnTo>
                <a:lnTo>
                  <a:pt x="7" y="27"/>
                </a:lnTo>
                <a:lnTo>
                  <a:pt x="11" y="17"/>
                </a:lnTo>
                <a:lnTo>
                  <a:pt x="22" y="17"/>
                </a:lnTo>
                <a:lnTo>
                  <a:pt x="22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457200" y="62784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2953800" y="9442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3330720" y="117288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2953800" y="193500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2928240" y="2163600"/>
            <a:ext cx="1614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resultaatstructuur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2953800" y="292572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2840040" y="3154320"/>
            <a:ext cx="1798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leermiddelkoppeling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819000" y="204948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5308200" y="105876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5154480" y="204948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/>
          <p:nvPr/>
        </p:nvSpPr>
        <p:spPr>
          <a:xfrm>
            <a:off x="45684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9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7" y="72"/>
                  <a:pt x="5356" y="82"/>
                  <a:pt x="5363" y="94"/>
                </a:cubicBezTo>
                <a:cubicBezTo>
                  <a:pt x="5371" y="106"/>
                  <a:pt x="5378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8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8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8" y="1947"/>
                  <a:pt x="5371" y="1959"/>
                  <a:pt x="5363" y="1971"/>
                </a:cubicBezTo>
                <a:cubicBezTo>
                  <a:pt x="5356" y="1982"/>
                  <a:pt x="5347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9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5" y="2063"/>
                  <a:pt x="171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5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3" y="1993"/>
                  <a:pt x="44" y="1982"/>
                  <a:pt x="36" y="1971"/>
                </a:cubicBezTo>
                <a:cubicBezTo>
                  <a:pt x="28" y="1959"/>
                  <a:pt x="22" y="1947"/>
                  <a:pt x="17" y="1934"/>
                </a:cubicBezTo>
                <a:cubicBezTo>
                  <a:pt x="11" y="1921"/>
                  <a:pt x="7" y="1908"/>
                  <a:pt x="5" y="1894"/>
                </a:cubicBezTo>
                <a:cubicBezTo>
                  <a:pt x="2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5170680" y="3039840"/>
            <a:ext cx="200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Leermanagementsysteem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571320" y="3680280"/>
            <a:ext cx="1568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Onderwijsspeciﬁcatie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571320" y="3884400"/>
            <a:ext cx="1690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een opleiding inhoudt,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250488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1" y="118"/>
                  <a:pt x="28" y="106"/>
                  <a:pt x="36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4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2" y="131"/>
                </a:cubicBezTo>
                <a:cubicBezTo>
                  <a:pt x="5388" y="143"/>
                  <a:pt x="5392" y="157"/>
                  <a:pt x="5394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4" y="1894"/>
                </a:cubicBezTo>
                <a:cubicBezTo>
                  <a:pt x="5392" y="1908"/>
                  <a:pt x="5388" y="1921"/>
                  <a:pt x="5382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4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3" y="1982"/>
                  <a:pt x="36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571320" y="4056120"/>
            <a:ext cx="1785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uitgedrukt in leeruitkomsten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2619000" y="3680280"/>
            <a:ext cx="1276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Onderwijsaanbod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2619000" y="3884400"/>
            <a:ext cx="1786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Wanneer het draait, hoeveel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4552920" y="3562200"/>
            <a:ext cx="1943280" cy="743400"/>
          </a:xfrm>
          <a:custGeom>
            <a:avLst/>
            <a:gdLst/>
            <a:ahLst/>
            <a:rect l="0" t="0" r="r" b="b"/>
            <a:pathLst>
              <a:path w="5398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6" y="157"/>
                  <a:pt x="10" y="143"/>
                  <a:pt x="16" y="131"/>
                </a:cubicBezTo>
                <a:cubicBezTo>
                  <a:pt x="21" y="118"/>
                  <a:pt x="28" y="106"/>
                  <a:pt x="35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1" y="52"/>
                  <a:pt x="82" y="43"/>
                  <a:pt x="94" y="36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4" y="1"/>
                  <a:pt x="197" y="0"/>
                  <a:pt x="211" y="0"/>
                </a:cubicBezTo>
                <a:lnTo>
                  <a:pt x="5186" y="0"/>
                </a:lnTo>
                <a:cubicBezTo>
                  <a:pt x="5200" y="0"/>
                  <a:pt x="5214" y="1"/>
                  <a:pt x="5228" y="4"/>
                </a:cubicBezTo>
                <a:cubicBezTo>
                  <a:pt x="5241" y="7"/>
                  <a:pt x="5255" y="11"/>
                  <a:pt x="5267" y="16"/>
                </a:cubicBezTo>
                <a:cubicBezTo>
                  <a:pt x="5280" y="21"/>
                  <a:pt x="5292" y="28"/>
                  <a:pt x="5304" y="36"/>
                </a:cubicBezTo>
                <a:cubicBezTo>
                  <a:pt x="5316" y="43"/>
                  <a:pt x="5326" y="52"/>
                  <a:pt x="5336" y="62"/>
                </a:cubicBezTo>
                <a:cubicBezTo>
                  <a:pt x="5346" y="72"/>
                  <a:pt x="5355" y="82"/>
                  <a:pt x="5362" y="94"/>
                </a:cubicBezTo>
                <a:cubicBezTo>
                  <a:pt x="5370" y="106"/>
                  <a:pt x="5377" y="118"/>
                  <a:pt x="5382" y="131"/>
                </a:cubicBezTo>
                <a:cubicBezTo>
                  <a:pt x="5387" y="143"/>
                  <a:pt x="5391" y="157"/>
                  <a:pt x="5394" y="170"/>
                </a:cubicBezTo>
                <a:cubicBezTo>
                  <a:pt x="5397" y="184"/>
                  <a:pt x="5398" y="198"/>
                  <a:pt x="5398" y="212"/>
                </a:cubicBezTo>
                <a:lnTo>
                  <a:pt x="5398" y="1853"/>
                </a:lnTo>
                <a:cubicBezTo>
                  <a:pt x="5398" y="1867"/>
                  <a:pt x="5397" y="1881"/>
                  <a:pt x="5394" y="1894"/>
                </a:cubicBezTo>
                <a:cubicBezTo>
                  <a:pt x="5391" y="1908"/>
                  <a:pt x="5387" y="1921"/>
                  <a:pt x="5382" y="1934"/>
                </a:cubicBezTo>
                <a:cubicBezTo>
                  <a:pt x="5377" y="1947"/>
                  <a:pt x="5370" y="1959"/>
                  <a:pt x="5362" y="1971"/>
                </a:cubicBezTo>
                <a:cubicBezTo>
                  <a:pt x="5355" y="1982"/>
                  <a:pt x="5346" y="1993"/>
                  <a:pt x="5336" y="2003"/>
                </a:cubicBezTo>
                <a:cubicBezTo>
                  <a:pt x="5326" y="2012"/>
                  <a:pt x="5316" y="2021"/>
                  <a:pt x="5304" y="2029"/>
                </a:cubicBezTo>
                <a:cubicBezTo>
                  <a:pt x="5292" y="2037"/>
                  <a:pt x="5280" y="2043"/>
                  <a:pt x="5267" y="2049"/>
                </a:cubicBezTo>
                <a:cubicBezTo>
                  <a:pt x="5255" y="2054"/>
                  <a:pt x="5241" y="2058"/>
                  <a:pt x="5228" y="2061"/>
                </a:cubicBezTo>
                <a:cubicBezTo>
                  <a:pt x="5214" y="2063"/>
                  <a:pt x="5200" y="2065"/>
                  <a:pt x="5186" y="2065"/>
                </a:cubicBezTo>
                <a:lnTo>
                  <a:pt x="211" y="2065"/>
                </a:lnTo>
                <a:cubicBezTo>
                  <a:pt x="197" y="2065"/>
                  <a:pt x="184" y="2063"/>
                  <a:pt x="170" y="2061"/>
                </a:cubicBezTo>
                <a:cubicBezTo>
                  <a:pt x="156" y="2058"/>
                  <a:pt x="143" y="2054"/>
                  <a:pt x="130" y="2049"/>
                </a:cubicBezTo>
                <a:cubicBezTo>
                  <a:pt x="117" y="2043"/>
                  <a:pt x="105" y="2037"/>
                  <a:pt x="94" y="2029"/>
                </a:cubicBezTo>
                <a:cubicBezTo>
                  <a:pt x="82" y="2021"/>
                  <a:pt x="71" y="2012"/>
                  <a:pt x="62" y="2003"/>
                </a:cubicBezTo>
                <a:cubicBezTo>
                  <a:pt x="52" y="1993"/>
                  <a:pt x="43" y="1982"/>
                  <a:pt x="35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0" y="1921"/>
                  <a:pt x="6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2619000" y="4056120"/>
            <a:ext cx="1069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plekken, met wie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4666320" y="3680280"/>
            <a:ext cx="1567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7a5dba"/>
                </a:solidFill>
                <a:latin typeface="Arial"/>
                <a:ea typeface="Arial"/>
              </a:rPr>
              <a:t>Onderwijsverbintenis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4666320" y="3884400"/>
            <a:ext cx="1896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Welke relatie een student met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660060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4" y="1982"/>
                  <a:pt x="36" y="1971"/>
                </a:cubicBezTo>
                <a:cubicBezTo>
                  <a:pt x="28" y="1959"/>
                  <a:pt x="22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4666320" y="4056120"/>
            <a:ext cx="1114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 aanbod heef 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 txBox="1"/>
          <p:nvPr/>
        </p:nvSpPr>
        <p:spPr>
          <a:xfrm>
            <a:off x="6713640" y="3680280"/>
            <a:ext cx="1401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Onderwijsresultaat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456840" y="440028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456840" y="44002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456840" y="518148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853416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45684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 txBox="1"/>
          <p:nvPr/>
        </p:nvSpPr>
        <p:spPr>
          <a:xfrm>
            <a:off x="6713640" y="3884400"/>
            <a:ext cx="1940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die student heef t behaald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 txBox="1"/>
          <p:nvPr/>
        </p:nvSpPr>
        <p:spPr>
          <a:xfrm>
            <a:off x="634320" y="4609080"/>
            <a:ext cx="8757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Vier begrippen die in elk systeem hetzelfde moeten betekenen. Anders kan een student niet kiezen, inschrijven, leren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634320" y="4828320"/>
            <a:ext cx="3233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resultaat halen over die systemen heen.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20" name=""/>
          <p:cNvSpPr txBox="1"/>
          <p:nvPr/>
        </p:nvSpPr>
        <p:spPr>
          <a:xfrm>
            <a:off x="439920" y="34848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/>
          <p:nvPr/>
        </p:nvSpPr>
        <p:spPr>
          <a:xfrm>
            <a:off x="461880" y="2138040"/>
            <a:ext cx="1800360" cy="1657800"/>
          </a:xfrm>
          <a:custGeom>
            <a:avLst/>
            <a:gdLst/>
            <a:ahLst/>
            <a:rect l="0" t="0" r="r" b="b"/>
            <a:pathLst>
              <a:path w="5001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4" y="7"/>
                  <a:pt x="4867" y="11"/>
                  <a:pt x="4879" y="16"/>
                </a:cubicBezTo>
                <a:cubicBezTo>
                  <a:pt x="4891" y="20"/>
                  <a:pt x="4902" y="27"/>
                  <a:pt x="4913" y="34"/>
                </a:cubicBezTo>
                <a:cubicBezTo>
                  <a:pt x="4924" y="41"/>
                  <a:pt x="4934" y="49"/>
                  <a:pt x="4943" y="59"/>
                </a:cubicBezTo>
                <a:cubicBezTo>
                  <a:pt x="4952" y="68"/>
                  <a:pt x="4961" y="78"/>
                  <a:pt x="4968" y="89"/>
                </a:cubicBezTo>
                <a:cubicBezTo>
                  <a:pt x="4975" y="99"/>
                  <a:pt x="4981" y="111"/>
                  <a:pt x="4986" y="123"/>
                </a:cubicBezTo>
                <a:cubicBezTo>
                  <a:pt x="4991" y="135"/>
                  <a:pt x="4995" y="147"/>
                  <a:pt x="4998" y="160"/>
                </a:cubicBezTo>
                <a:cubicBezTo>
                  <a:pt x="5000" y="173"/>
                  <a:pt x="5001" y="186"/>
                  <a:pt x="5001" y="199"/>
                </a:cubicBezTo>
                <a:lnTo>
                  <a:pt x="5001" y="4407"/>
                </a:lnTo>
                <a:cubicBezTo>
                  <a:pt x="5001" y="4420"/>
                  <a:pt x="5000" y="4433"/>
                  <a:pt x="4998" y="4445"/>
                </a:cubicBezTo>
                <a:cubicBezTo>
                  <a:pt x="4995" y="4458"/>
                  <a:pt x="4991" y="4471"/>
                  <a:pt x="4986" y="4483"/>
                </a:cubicBezTo>
                <a:cubicBezTo>
                  <a:pt x="4981" y="4495"/>
                  <a:pt x="4975" y="4506"/>
                  <a:pt x="4968" y="4517"/>
                </a:cubicBezTo>
                <a:cubicBezTo>
                  <a:pt x="4961" y="4528"/>
                  <a:pt x="4952" y="4538"/>
                  <a:pt x="4943" y="4547"/>
                </a:cubicBezTo>
                <a:cubicBezTo>
                  <a:pt x="4934" y="4556"/>
                  <a:pt x="4924" y="4564"/>
                  <a:pt x="4913" y="4572"/>
                </a:cubicBezTo>
                <a:cubicBezTo>
                  <a:pt x="4902" y="4579"/>
                  <a:pt x="4891" y="4585"/>
                  <a:pt x="4879" y="4590"/>
                </a:cubicBezTo>
                <a:cubicBezTo>
                  <a:pt x="4867" y="4595"/>
                  <a:pt x="4854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8" y="4605"/>
                </a:lnTo>
                <a:cubicBezTo>
                  <a:pt x="185" y="4605"/>
                  <a:pt x="172" y="4604"/>
                  <a:pt x="159" y="4601"/>
                </a:cubicBezTo>
                <a:cubicBezTo>
                  <a:pt x="147" y="4599"/>
                  <a:pt x="134" y="4595"/>
                  <a:pt x="122" y="4590"/>
                </a:cubicBezTo>
                <a:cubicBezTo>
                  <a:pt x="110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0" y="4528"/>
                  <a:pt x="33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466560" y="2143080"/>
            <a:ext cx="1791000" cy="1067040"/>
          </a:xfrm>
          <a:custGeom>
            <a:avLst/>
            <a:gdLst/>
            <a:ahLst/>
            <a:rect l="0" t="0" r="r" b="b"/>
            <a:pathLst>
              <a:path w="4975" h="2964">
                <a:moveTo>
                  <a:pt x="0" y="0"/>
                </a:moveTo>
                <a:lnTo>
                  <a:pt x="4975" y="0"/>
                </a:lnTo>
                <a:lnTo>
                  <a:pt x="497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457200" y="908640"/>
            <a:ext cx="3342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Boven wat er gebeurt, onder wat AI eraan toevoegt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133740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735840" y="2454120"/>
            <a:ext cx="1497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afspraak maken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/>
          <p:nvPr/>
        </p:nvSpPr>
        <p:spPr>
          <a:xfrm>
            <a:off x="466560" y="3209760"/>
            <a:ext cx="1791000" cy="581400"/>
          </a:xfrm>
          <a:custGeom>
            <a:avLst/>
            <a:gdLst/>
            <a:ahLst/>
            <a:rect l="0" t="0" r="r" b="b"/>
            <a:pathLst>
              <a:path w="4975" h="1615">
                <a:moveTo>
                  <a:pt x="0" y="0"/>
                </a:moveTo>
                <a:lnTo>
                  <a:pt x="4975" y="0"/>
                </a:lnTo>
                <a:lnTo>
                  <a:pt x="497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1228680" y="3362040"/>
            <a:ext cx="257400" cy="172080"/>
          </a:xfrm>
          <a:custGeom>
            <a:avLst/>
            <a:gdLst/>
            <a:ahLst/>
            <a:rect l="0" t="0" r="r" b="b"/>
            <a:pathLst>
              <a:path w="71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476" y="0"/>
                </a:lnTo>
                <a:cubicBezTo>
                  <a:pt x="492" y="0"/>
                  <a:pt x="507" y="2"/>
                  <a:pt x="523" y="5"/>
                </a:cubicBezTo>
                <a:cubicBezTo>
                  <a:pt x="539" y="8"/>
                  <a:pt x="554" y="12"/>
                  <a:pt x="568" y="18"/>
                </a:cubicBezTo>
                <a:cubicBezTo>
                  <a:pt x="582" y="24"/>
                  <a:pt x="596" y="32"/>
                  <a:pt x="609" y="40"/>
                </a:cubicBezTo>
                <a:cubicBezTo>
                  <a:pt x="622" y="49"/>
                  <a:pt x="634" y="59"/>
                  <a:pt x="645" y="70"/>
                </a:cubicBezTo>
                <a:cubicBezTo>
                  <a:pt x="656" y="81"/>
                  <a:pt x="666" y="93"/>
                  <a:pt x="675" y="106"/>
                </a:cubicBezTo>
                <a:cubicBezTo>
                  <a:pt x="684" y="119"/>
                  <a:pt x="691" y="133"/>
                  <a:pt x="697" y="147"/>
                </a:cubicBezTo>
                <a:cubicBezTo>
                  <a:pt x="703" y="162"/>
                  <a:pt x="707" y="177"/>
                  <a:pt x="710" y="192"/>
                </a:cubicBezTo>
                <a:cubicBezTo>
                  <a:pt x="713" y="207"/>
                  <a:pt x="715" y="223"/>
                  <a:pt x="715" y="238"/>
                </a:cubicBezTo>
                <a:cubicBezTo>
                  <a:pt x="715" y="254"/>
                  <a:pt x="713" y="270"/>
                  <a:pt x="710" y="285"/>
                </a:cubicBezTo>
                <a:cubicBezTo>
                  <a:pt x="707" y="300"/>
                  <a:pt x="703" y="315"/>
                  <a:pt x="697" y="330"/>
                </a:cubicBezTo>
                <a:cubicBezTo>
                  <a:pt x="691" y="344"/>
                  <a:pt x="684" y="358"/>
                  <a:pt x="675" y="371"/>
                </a:cubicBezTo>
                <a:cubicBezTo>
                  <a:pt x="666" y="384"/>
                  <a:pt x="656" y="396"/>
                  <a:pt x="645" y="407"/>
                </a:cubicBezTo>
                <a:cubicBezTo>
                  <a:pt x="634" y="418"/>
                  <a:pt x="622" y="429"/>
                  <a:pt x="609" y="437"/>
                </a:cubicBezTo>
                <a:cubicBezTo>
                  <a:pt x="596" y="446"/>
                  <a:pt x="582" y="453"/>
                  <a:pt x="568" y="459"/>
                </a:cubicBezTo>
                <a:cubicBezTo>
                  <a:pt x="554" y="465"/>
                  <a:pt x="539" y="470"/>
                  <a:pt x="523" y="473"/>
                </a:cubicBezTo>
                <a:cubicBezTo>
                  <a:pt x="507" y="476"/>
                  <a:pt x="492" y="478"/>
                  <a:pt x="476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8" y="446"/>
                  <a:pt x="105" y="437"/>
                </a:cubicBezTo>
                <a:cubicBezTo>
                  <a:pt x="92" y="429"/>
                  <a:pt x="80" y="418"/>
                  <a:pt x="69" y="407"/>
                </a:cubicBezTo>
                <a:cubicBezTo>
                  <a:pt x="58" y="396"/>
                  <a:pt x="48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1021680" y="2645280"/>
            <a:ext cx="744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mensenwerk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1307160" y="3383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616680" y="3563640"/>
            <a:ext cx="1667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sneller en meer vastleggen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/>
          <p:nvPr/>
        </p:nvSpPr>
        <p:spPr>
          <a:xfrm>
            <a:off x="254772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5" y="7"/>
                  <a:pt x="4867" y="11"/>
                  <a:pt x="4879" y="16"/>
                </a:cubicBezTo>
                <a:cubicBezTo>
                  <a:pt x="4891" y="20"/>
                  <a:pt x="4903" y="27"/>
                  <a:pt x="4914" y="34"/>
                </a:cubicBezTo>
                <a:cubicBezTo>
                  <a:pt x="4924" y="41"/>
                  <a:pt x="4934" y="49"/>
                  <a:pt x="4944" y="59"/>
                </a:cubicBezTo>
                <a:cubicBezTo>
                  <a:pt x="4953" y="68"/>
                  <a:pt x="4961" y="78"/>
                  <a:pt x="4968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5" y="147"/>
                  <a:pt x="4998" y="160"/>
                </a:cubicBezTo>
                <a:cubicBezTo>
                  <a:pt x="5000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0" y="4433"/>
                  <a:pt x="4998" y="4445"/>
                </a:cubicBezTo>
                <a:cubicBezTo>
                  <a:pt x="4995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8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4" y="4556"/>
                  <a:pt x="4924" y="4564"/>
                  <a:pt x="4914" y="4572"/>
                </a:cubicBezTo>
                <a:cubicBezTo>
                  <a:pt x="4903" y="4579"/>
                  <a:pt x="4891" y="4585"/>
                  <a:pt x="4879" y="4590"/>
                </a:cubicBezTo>
                <a:cubicBezTo>
                  <a:pt x="4867" y="4595"/>
                  <a:pt x="4855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25524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23385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341424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3112560" y="2454120"/>
            <a:ext cx="764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2945880" y="2634840"/>
            <a:ext cx="1178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implementeren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25524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3314520" y="3209760"/>
            <a:ext cx="257400" cy="162360"/>
          </a:xfrm>
          <a:custGeom>
            <a:avLst/>
            <a:gdLst/>
            <a:ahLst/>
            <a:rect l="0" t="0" r="r" b="b"/>
            <a:pathLst>
              <a:path w="715" h="451">
                <a:moveTo>
                  <a:pt x="0" y="225"/>
                </a:moveTo>
                <a:cubicBezTo>
                  <a:pt x="0" y="210"/>
                  <a:pt x="1" y="195"/>
                  <a:pt x="4" y="181"/>
                </a:cubicBezTo>
                <a:cubicBezTo>
                  <a:pt x="7" y="166"/>
                  <a:pt x="11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2" y="11"/>
                  <a:pt x="167" y="7"/>
                  <a:pt x="181" y="4"/>
                </a:cubicBezTo>
                <a:cubicBezTo>
                  <a:pt x="196" y="1"/>
                  <a:pt x="210" y="0"/>
                  <a:pt x="225" y="0"/>
                </a:cubicBezTo>
                <a:lnTo>
                  <a:pt x="490" y="0"/>
                </a:lnTo>
                <a:cubicBezTo>
                  <a:pt x="505" y="0"/>
                  <a:pt x="520" y="1"/>
                  <a:pt x="534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0" y="23"/>
                  <a:pt x="603" y="30"/>
                  <a:pt x="615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69" y="88"/>
                  <a:pt x="677" y="100"/>
                </a:cubicBezTo>
                <a:cubicBezTo>
                  <a:pt x="686" y="112"/>
                  <a:pt x="693" y="125"/>
                  <a:pt x="698" y="139"/>
                </a:cubicBezTo>
                <a:cubicBezTo>
                  <a:pt x="704" y="152"/>
                  <a:pt x="708" y="166"/>
                  <a:pt x="711" y="181"/>
                </a:cubicBezTo>
                <a:cubicBezTo>
                  <a:pt x="714" y="195"/>
                  <a:pt x="715" y="210"/>
                  <a:pt x="715" y="225"/>
                </a:cubicBezTo>
                <a:cubicBezTo>
                  <a:pt x="715" y="240"/>
                  <a:pt x="714" y="254"/>
                  <a:pt x="711" y="269"/>
                </a:cubicBezTo>
                <a:cubicBezTo>
                  <a:pt x="708" y="283"/>
                  <a:pt x="704" y="298"/>
                  <a:pt x="698" y="312"/>
                </a:cubicBezTo>
                <a:cubicBezTo>
                  <a:pt x="693" y="326"/>
                  <a:pt x="686" y="339"/>
                  <a:pt x="677" y="351"/>
                </a:cubicBezTo>
                <a:cubicBezTo>
                  <a:pt x="669" y="363"/>
                  <a:pt x="660" y="374"/>
                  <a:pt x="650" y="385"/>
                </a:cubicBezTo>
                <a:cubicBezTo>
                  <a:pt x="639" y="395"/>
                  <a:pt x="628" y="405"/>
                  <a:pt x="615" y="413"/>
                </a:cubicBezTo>
                <a:cubicBezTo>
                  <a:pt x="603" y="421"/>
                  <a:pt x="590" y="428"/>
                  <a:pt x="577" y="434"/>
                </a:cubicBezTo>
                <a:cubicBezTo>
                  <a:pt x="563" y="439"/>
                  <a:pt x="549" y="444"/>
                  <a:pt x="534" y="446"/>
                </a:cubicBezTo>
                <a:cubicBezTo>
                  <a:pt x="520" y="449"/>
                  <a:pt x="505" y="451"/>
                  <a:pt x="490" y="451"/>
                </a:cubicBezTo>
                <a:lnTo>
                  <a:pt x="225" y="451"/>
                </a:lnTo>
                <a:cubicBezTo>
                  <a:pt x="210" y="451"/>
                  <a:pt x="196" y="449"/>
                  <a:pt x="181" y="446"/>
                </a:cubicBezTo>
                <a:cubicBezTo>
                  <a:pt x="167" y="444"/>
                  <a:pt x="152" y="439"/>
                  <a:pt x="139" y="434"/>
                </a:cubicBezTo>
                <a:cubicBezTo>
                  <a:pt x="125" y="428"/>
                  <a:pt x="112" y="421"/>
                  <a:pt x="100" y="413"/>
                </a:cubicBezTo>
                <a:cubicBezTo>
                  <a:pt x="88" y="405"/>
                  <a:pt x="76" y="395"/>
                  <a:pt x="66" y="385"/>
                </a:cubicBezTo>
                <a:cubicBezTo>
                  <a:pt x="55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1" y="298"/>
                  <a:pt x="7" y="283"/>
                  <a:pt x="4" y="269"/>
                </a:cubicBezTo>
                <a:cubicBezTo>
                  <a:pt x="1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3126960" y="281664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leveranciers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33937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2831760" y="3411000"/>
            <a:ext cx="13633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koppeling grotendeels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2850480" y="3563640"/>
            <a:ext cx="1343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genereren en bouwen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463356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1"/>
                  <a:pt x="27" y="99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4" y="0"/>
                </a:lnTo>
                <a:cubicBezTo>
                  <a:pt x="4817" y="0"/>
                  <a:pt x="4830" y="2"/>
                  <a:pt x="4842" y="4"/>
                </a:cubicBezTo>
                <a:cubicBezTo>
                  <a:pt x="4855" y="7"/>
                  <a:pt x="4868" y="11"/>
                  <a:pt x="4880" y="16"/>
                </a:cubicBezTo>
                <a:cubicBezTo>
                  <a:pt x="4892" y="20"/>
                  <a:pt x="4903" y="27"/>
                  <a:pt x="4914" y="34"/>
                </a:cubicBezTo>
                <a:cubicBezTo>
                  <a:pt x="4925" y="41"/>
                  <a:pt x="4935" y="49"/>
                  <a:pt x="4944" y="59"/>
                </a:cubicBezTo>
                <a:cubicBezTo>
                  <a:pt x="4953" y="68"/>
                  <a:pt x="4961" y="78"/>
                  <a:pt x="4969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6" y="147"/>
                  <a:pt x="4998" y="160"/>
                </a:cubicBezTo>
                <a:cubicBezTo>
                  <a:pt x="5001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1" y="4433"/>
                  <a:pt x="4998" y="4445"/>
                </a:cubicBezTo>
                <a:cubicBezTo>
                  <a:pt x="4996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9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5" y="4556"/>
                  <a:pt x="4925" y="4564"/>
                  <a:pt x="4914" y="4572"/>
                </a:cubicBezTo>
                <a:cubicBezTo>
                  <a:pt x="4903" y="4579"/>
                  <a:pt x="4892" y="4585"/>
                  <a:pt x="4880" y="4590"/>
                </a:cubicBezTo>
                <a:cubicBezTo>
                  <a:pt x="4868" y="4595"/>
                  <a:pt x="4855" y="4599"/>
                  <a:pt x="4842" y="4601"/>
                </a:cubicBezTo>
                <a:cubicBezTo>
                  <a:pt x="4830" y="4604"/>
                  <a:pt x="4817" y="4605"/>
                  <a:pt x="4804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100" y="4579"/>
                  <a:pt x="89" y="4572"/>
                </a:cubicBezTo>
                <a:cubicBezTo>
                  <a:pt x="78" y="4564"/>
                  <a:pt x="68" y="4556"/>
                  <a:pt x="59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7" y="4506"/>
                  <a:pt x="21" y="4495"/>
                  <a:pt x="16" y="4483"/>
                </a:cubicBezTo>
                <a:cubicBezTo>
                  <a:pt x="11" y="4471"/>
                  <a:pt x="7" y="4458"/>
                  <a:pt x="4" y="4445"/>
                </a:cubicBezTo>
                <a:cubicBezTo>
                  <a:pt x="2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46386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44247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549576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5003640" y="2454120"/>
            <a:ext cx="124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Meer informatie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5113440" y="2634840"/>
            <a:ext cx="977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uitgewisseld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46386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5400360" y="320976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491" y="0"/>
                </a:lnTo>
                <a:cubicBezTo>
                  <a:pt x="506" y="0"/>
                  <a:pt x="520" y="1"/>
                  <a:pt x="535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1" y="23"/>
                  <a:pt x="604" y="30"/>
                  <a:pt x="616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70" y="88"/>
                  <a:pt x="678" y="100"/>
                </a:cubicBezTo>
                <a:cubicBezTo>
                  <a:pt x="686" y="112"/>
                  <a:pt x="693" y="125"/>
                  <a:pt x="699" y="139"/>
                </a:cubicBezTo>
                <a:cubicBezTo>
                  <a:pt x="704" y="152"/>
                  <a:pt x="709" y="166"/>
                  <a:pt x="711" y="181"/>
                </a:cubicBezTo>
                <a:cubicBezTo>
                  <a:pt x="714" y="195"/>
                  <a:pt x="716" y="210"/>
                  <a:pt x="716" y="225"/>
                </a:cubicBezTo>
                <a:cubicBezTo>
                  <a:pt x="716" y="240"/>
                  <a:pt x="714" y="254"/>
                  <a:pt x="711" y="269"/>
                </a:cubicBezTo>
                <a:cubicBezTo>
                  <a:pt x="709" y="283"/>
                  <a:pt x="704" y="298"/>
                  <a:pt x="699" y="312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70" y="363"/>
                  <a:pt x="660" y="374"/>
                  <a:pt x="650" y="385"/>
                </a:cubicBezTo>
                <a:cubicBezTo>
                  <a:pt x="639" y="395"/>
                  <a:pt x="628" y="405"/>
                  <a:pt x="616" y="413"/>
                </a:cubicBezTo>
                <a:cubicBezTo>
                  <a:pt x="604" y="421"/>
                  <a:pt x="591" y="428"/>
                  <a:pt x="577" y="434"/>
                </a:cubicBezTo>
                <a:cubicBezTo>
                  <a:pt x="563" y="439"/>
                  <a:pt x="549" y="444"/>
                  <a:pt x="535" y="446"/>
                </a:cubicBezTo>
                <a:cubicBezTo>
                  <a:pt x="520" y="449"/>
                  <a:pt x="506" y="451"/>
                  <a:pt x="491" y="451"/>
                </a:cubicBezTo>
                <a:lnTo>
                  <a:pt x="225" y="451"/>
                </a:lnTo>
                <a:cubicBezTo>
                  <a:pt x="211" y="451"/>
                  <a:pt x="196" y="449"/>
                  <a:pt x="181" y="446"/>
                </a:cubicBezTo>
                <a:cubicBezTo>
                  <a:pt x="167" y="444"/>
                  <a:pt x="153" y="439"/>
                  <a:pt x="139" y="434"/>
                </a:cubicBezTo>
                <a:cubicBezTo>
                  <a:pt x="126" y="428"/>
                  <a:pt x="113" y="421"/>
                  <a:pt x="100" y="413"/>
                </a:cubicBezTo>
                <a:cubicBezTo>
                  <a:pt x="88" y="405"/>
                  <a:pt x="77" y="395"/>
                  <a:pt x="66" y="385"/>
                </a:cubicBezTo>
                <a:cubicBezTo>
                  <a:pt x="56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2" y="298"/>
                  <a:pt x="8" y="283"/>
                  <a:pt x="5" y="269"/>
                </a:cubicBezTo>
                <a:cubicBezTo>
                  <a:pt x="2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5160960" y="2816640"/>
            <a:ext cx="82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het landschap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54799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4832280" y="3411000"/>
            <a:ext cx="1541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hogere datadichtheid 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5122800" y="3563640"/>
            <a:ext cx="9136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mee te werken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/>
          <p:nvPr/>
        </p:nvSpPr>
        <p:spPr>
          <a:xfrm>
            <a:off x="6724440" y="2143080"/>
            <a:ext cx="1810080" cy="1648080"/>
          </a:xfrm>
          <a:custGeom>
            <a:avLst/>
            <a:gdLst/>
            <a:ahLst/>
            <a:rect l="0" t="0" r="r" b="b"/>
            <a:pathLst>
              <a:path w="5028" h="4578">
                <a:moveTo>
                  <a:pt x="0" y="4393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3" y="24"/>
                  <a:pt x="103" y="18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4843" y="0"/>
                </a:lnTo>
                <a:cubicBezTo>
                  <a:pt x="4855" y="0"/>
                  <a:pt x="4867" y="1"/>
                  <a:pt x="4879" y="3"/>
                </a:cubicBezTo>
                <a:cubicBezTo>
                  <a:pt x="4891" y="6"/>
                  <a:pt x="4903" y="9"/>
                  <a:pt x="4914" y="14"/>
                </a:cubicBezTo>
                <a:cubicBezTo>
                  <a:pt x="4925" y="18"/>
                  <a:pt x="4936" y="24"/>
                  <a:pt x="4946" y="31"/>
                </a:cubicBezTo>
                <a:cubicBezTo>
                  <a:pt x="4956" y="38"/>
                  <a:pt x="4965" y="45"/>
                  <a:pt x="4974" y="54"/>
                </a:cubicBezTo>
                <a:cubicBezTo>
                  <a:pt x="4983" y="62"/>
                  <a:pt x="4990" y="72"/>
                  <a:pt x="4997" y="82"/>
                </a:cubicBezTo>
                <a:cubicBezTo>
                  <a:pt x="5004" y="92"/>
                  <a:pt x="5009" y="103"/>
                  <a:pt x="5014" y="114"/>
                </a:cubicBezTo>
                <a:cubicBezTo>
                  <a:pt x="5019" y="125"/>
                  <a:pt x="5022" y="137"/>
                  <a:pt x="5025" y="149"/>
                </a:cubicBezTo>
                <a:cubicBezTo>
                  <a:pt x="5027" y="161"/>
                  <a:pt x="5028" y="173"/>
                  <a:pt x="5028" y="185"/>
                </a:cubicBezTo>
                <a:lnTo>
                  <a:pt x="5028" y="4393"/>
                </a:lnTo>
                <a:cubicBezTo>
                  <a:pt x="5028" y="4405"/>
                  <a:pt x="5027" y="4417"/>
                  <a:pt x="5025" y="4429"/>
                </a:cubicBezTo>
                <a:cubicBezTo>
                  <a:pt x="5022" y="4441"/>
                  <a:pt x="5019" y="4452"/>
                  <a:pt x="5014" y="4464"/>
                </a:cubicBezTo>
                <a:cubicBezTo>
                  <a:pt x="5009" y="4475"/>
                  <a:pt x="5004" y="4485"/>
                  <a:pt x="4997" y="4496"/>
                </a:cubicBezTo>
                <a:cubicBezTo>
                  <a:pt x="4990" y="4506"/>
                  <a:pt x="4983" y="4515"/>
                  <a:pt x="4974" y="4524"/>
                </a:cubicBezTo>
                <a:cubicBezTo>
                  <a:pt x="4965" y="4532"/>
                  <a:pt x="4956" y="4540"/>
                  <a:pt x="4946" y="4547"/>
                </a:cubicBezTo>
                <a:cubicBezTo>
                  <a:pt x="4936" y="4553"/>
                  <a:pt x="4925" y="4559"/>
                  <a:pt x="4914" y="4564"/>
                </a:cubicBezTo>
                <a:cubicBezTo>
                  <a:pt x="4903" y="4568"/>
                  <a:pt x="4891" y="4572"/>
                  <a:pt x="4879" y="4574"/>
                </a:cubicBezTo>
                <a:cubicBezTo>
                  <a:pt x="4867" y="4577"/>
                  <a:pt x="4855" y="4578"/>
                  <a:pt x="4843" y="4578"/>
                </a:cubicBezTo>
                <a:lnTo>
                  <a:pt x="185" y="4578"/>
                </a:lnTo>
                <a:cubicBezTo>
                  <a:pt x="173" y="4578"/>
                  <a:pt x="161" y="4577"/>
                  <a:pt x="149" y="4574"/>
                </a:cubicBezTo>
                <a:cubicBezTo>
                  <a:pt x="137" y="4572"/>
                  <a:pt x="126" y="4568"/>
                  <a:pt x="114" y="4564"/>
                </a:cubicBezTo>
                <a:cubicBezTo>
                  <a:pt x="103" y="4559"/>
                  <a:pt x="93" y="4553"/>
                  <a:pt x="82" y="4547"/>
                </a:cubicBezTo>
                <a:cubicBezTo>
                  <a:pt x="72" y="4540"/>
                  <a:pt x="63" y="4532"/>
                  <a:pt x="54" y="4524"/>
                </a:cubicBezTo>
                <a:cubicBezTo>
                  <a:pt x="46" y="4515"/>
                  <a:pt x="38" y="4506"/>
                  <a:pt x="31" y="4496"/>
                </a:cubicBezTo>
                <a:cubicBezTo>
                  <a:pt x="25" y="4485"/>
                  <a:pt x="19" y="4475"/>
                  <a:pt x="14" y="4464"/>
                </a:cubicBezTo>
                <a:cubicBezTo>
                  <a:pt x="10" y="4452"/>
                  <a:pt x="6" y="4441"/>
                  <a:pt x="4" y="4429"/>
                </a:cubicBezTo>
                <a:cubicBezTo>
                  <a:pt x="1" y="4417"/>
                  <a:pt x="0" y="4405"/>
                  <a:pt x="0" y="4393"/>
                </a:cubicBezTo>
                <a:close/>
              </a:path>
            </a:pathLst>
          </a:custGeom>
          <a:noFill/>
          <a:ln w="18720">
            <a:solidFill>
              <a:srgbClr val="e8912b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6734160" y="2152440"/>
            <a:ext cx="1791000" cy="895680"/>
          </a:xfrm>
          <a:custGeom>
            <a:avLst/>
            <a:gdLst/>
            <a:ahLst/>
            <a:rect l="0" t="0" r="r" b="b"/>
            <a:pathLst>
              <a:path w="4975" h="2488">
                <a:moveTo>
                  <a:pt x="0" y="0"/>
                </a:moveTo>
                <a:lnTo>
                  <a:pt x="4975" y="0"/>
                </a:lnTo>
                <a:lnTo>
                  <a:pt x="4975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fff7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65109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7591680" y="22795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e8912b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6918480" y="2463480"/>
            <a:ext cx="1660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Nieuwe toepassingen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6734160" y="304776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7495920" y="320004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1"/>
                  <a:pt x="2" y="196"/>
                  <a:pt x="5" y="182"/>
                </a:cubicBezTo>
                <a:cubicBezTo>
                  <a:pt x="7" y="167"/>
                  <a:pt x="12" y="153"/>
                  <a:pt x="17" y="139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0" y="38"/>
                </a:cubicBezTo>
                <a:cubicBezTo>
                  <a:pt x="112" y="30"/>
                  <a:pt x="125" y="23"/>
                  <a:pt x="139" y="18"/>
                </a:cubicBezTo>
                <a:cubicBezTo>
                  <a:pt x="153" y="12"/>
                  <a:pt x="167" y="8"/>
                  <a:pt x="181" y="5"/>
                </a:cubicBezTo>
                <a:cubicBezTo>
                  <a:pt x="196" y="2"/>
                  <a:pt x="210" y="0"/>
                  <a:pt x="225" y="0"/>
                </a:cubicBezTo>
                <a:lnTo>
                  <a:pt x="491" y="0"/>
                </a:lnTo>
                <a:cubicBezTo>
                  <a:pt x="505" y="0"/>
                  <a:pt x="520" y="2"/>
                  <a:pt x="535" y="5"/>
                </a:cubicBezTo>
                <a:cubicBezTo>
                  <a:pt x="549" y="8"/>
                  <a:pt x="563" y="12"/>
                  <a:pt x="577" y="18"/>
                </a:cubicBezTo>
                <a:cubicBezTo>
                  <a:pt x="590" y="23"/>
                  <a:pt x="603" y="30"/>
                  <a:pt x="616" y="38"/>
                </a:cubicBezTo>
                <a:cubicBezTo>
                  <a:pt x="628" y="47"/>
                  <a:pt x="639" y="56"/>
                  <a:pt x="650" y="66"/>
                </a:cubicBezTo>
                <a:cubicBezTo>
                  <a:pt x="660" y="77"/>
                  <a:pt x="669" y="88"/>
                  <a:pt x="678" y="100"/>
                </a:cubicBezTo>
                <a:cubicBezTo>
                  <a:pt x="686" y="113"/>
                  <a:pt x="693" y="126"/>
                  <a:pt x="698" y="139"/>
                </a:cubicBezTo>
                <a:cubicBezTo>
                  <a:pt x="704" y="153"/>
                  <a:pt x="708" y="167"/>
                  <a:pt x="711" y="182"/>
                </a:cubicBezTo>
                <a:cubicBezTo>
                  <a:pt x="714" y="196"/>
                  <a:pt x="716" y="211"/>
                  <a:pt x="716" y="225"/>
                </a:cubicBezTo>
                <a:cubicBezTo>
                  <a:pt x="716" y="240"/>
                  <a:pt x="714" y="255"/>
                  <a:pt x="711" y="269"/>
                </a:cubicBezTo>
                <a:cubicBezTo>
                  <a:pt x="708" y="284"/>
                  <a:pt x="704" y="298"/>
                  <a:pt x="698" y="311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69" y="364"/>
                  <a:pt x="660" y="375"/>
                  <a:pt x="650" y="385"/>
                </a:cubicBezTo>
                <a:cubicBezTo>
                  <a:pt x="639" y="396"/>
                  <a:pt x="628" y="405"/>
                  <a:pt x="616" y="413"/>
                </a:cubicBezTo>
                <a:cubicBezTo>
                  <a:pt x="603" y="422"/>
                  <a:pt x="590" y="429"/>
                  <a:pt x="577" y="434"/>
                </a:cubicBezTo>
                <a:cubicBezTo>
                  <a:pt x="563" y="440"/>
                  <a:pt x="549" y="444"/>
                  <a:pt x="535" y="447"/>
                </a:cubicBezTo>
                <a:cubicBezTo>
                  <a:pt x="520" y="450"/>
                  <a:pt x="505" y="451"/>
                  <a:pt x="491" y="451"/>
                </a:cubicBezTo>
                <a:lnTo>
                  <a:pt x="225" y="451"/>
                </a:lnTo>
                <a:cubicBezTo>
                  <a:pt x="210" y="451"/>
                  <a:pt x="196" y="450"/>
                  <a:pt x="181" y="447"/>
                </a:cubicBezTo>
                <a:cubicBezTo>
                  <a:pt x="167" y="444"/>
                  <a:pt x="153" y="440"/>
                  <a:pt x="139" y="434"/>
                </a:cubicBezTo>
                <a:cubicBezTo>
                  <a:pt x="125" y="429"/>
                  <a:pt x="112" y="422"/>
                  <a:pt x="100" y="413"/>
                </a:cubicBezTo>
                <a:cubicBezTo>
                  <a:pt x="88" y="405"/>
                  <a:pt x="77" y="396"/>
                  <a:pt x="66" y="385"/>
                </a:cubicBezTo>
                <a:cubicBezTo>
                  <a:pt x="56" y="375"/>
                  <a:pt x="46" y="364"/>
                  <a:pt x="38" y="351"/>
                </a:cubicBezTo>
                <a:cubicBezTo>
                  <a:pt x="30" y="339"/>
                  <a:pt x="23" y="326"/>
                  <a:pt x="17" y="311"/>
                </a:cubicBezTo>
                <a:cubicBezTo>
                  <a:pt x="12" y="298"/>
                  <a:pt x="7" y="284"/>
                  <a:pt x="5" y="269"/>
                </a:cubicBezTo>
                <a:cubicBezTo>
                  <a:pt x="2" y="255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7375680" y="2654640"/>
            <a:ext cx="541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de sector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7575840" y="3221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6861600" y="3401640"/>
            <a:ext cx="1276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alleen gebouwd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8023320" y="3401640"/>
            <a:ext cx="247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met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8223480" y="3401640"/>
            <a:ext cx="197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7018560" y="3553920"/>
            <a:ext cx="892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maar bedacht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7866000" y="3553920"/>
            <a:ext cx="284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door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/>
          <p:nvPr/>
        </p:nvSpPr>
        <p:spPr>
          <a:xfrm>
            <a:off x="456840" y="3904920"/>
            <a:ext cx="8087400" cy="1000800"/>
          </a:xfrm>
          <a:custGeom>
            <a:avLst/>
            <a:gdLst/>
            <a:ahLst/>
            <a:rect l="0" t="0" r="r" b="b"/>
            <a:pathLst>
              <a:path w="22465" h="2780">
                <a:moveTo>
                  <a:pt x="0" y="0"/>
                </a:moveTo>
                <a:lnTo>
                  <a:pt x="22465" y="0"/>
                </a:lnTo>
                <a:lnTo>
                  <a:pt x="22465" y="2780"/>
                </a:lnTo>
                <a:lnTo>
                  <a:pt x="0" y="27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456840" y="39049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456840" y="48956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853416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106"/>
                </a:moveTo>
                <a:lnTo>
                  <a:pt x="0" y="2780"/>
                </a:lnTo>
                <a:lnTo>
                  <a:pt x="28" y="278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/>
          <p:nvPr/>
        </p:nvSpPr>
        <p:spPr>
          <a:xfrm>
            <a:off x="45684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0"/>
                </a:moveTo>
                <a:lnTo>
                  <a:pt x="0" y="2780"/>
                </a:lnTo>
                <a:lnTo>
                  <a:pt x="28" y="278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8094960" y="3553920"/>
            <a:ext cx="159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634320" y="4113720"/>
            <a:ext cx="8678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De echte winst komt in fase 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functionaliteit die niet alleen met AI wordt gebouwd, maar door AI wordt bedacht, uit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34320" y="4332960"/>
            <a:ext cx="8349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datagedreven en geextrapoleerd inzicht binnen gekoppelde ecosystemen. Daarvoor is eenduidige betekenis nodig: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14630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/>
          <p:nvPr/>
        </p:nvSpPr>
        <p:spPr>
          <a:xfrm>
            <a:off x="348408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550476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75254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591840" y="1182240"/>
            <a:ext cx="7679160" cy="905760"/>
          </a:xfrm>
          <a:custGeom>
            <a:avLst/>
            <a:gdLst/>
            <a:ahLst/>
            <a:rect l="0" t="0" r="r" b="b"/>
            <a:pathLst>
              <a:path w="21331" h="251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  <a:lnTo>
                  <a:pt x="21331" y="2516"/>
                </a:lnTo>
                <a:lnTo>
                  <a:pt x="0" y="2516"/>
                </a:lnTo>
                <a:lnTo>
                  <a:pt x="0" y="2406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591840" y="1182240"/>
            <a:ext cx="7679160" cy="866160"/>
          </a:xfrm>
          <a:custGeom>
            <a:avLst/>
            <a:gdLst/>
            <a:ahLst/>
            <a:rect l="0" t="0" r="r" b="b"/>
            <a:pathLst>
              <a:path fill="none" w="21331" h="240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</a:path>
            </a:pathLst>
          </a:custGeom>
          <a:ln cap="rnd" w="48600">
            <a:solidFill>
              <a:srgbClr val="e8912b"/>
            </a:solidFill>
            <a:miter/>
          </a:ln>
        </p:spPr>
        <p:txBody>
          <a:bodyPr lIns="24120" rIns="24120" tIns="24120" bIns="24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8186400" y="1103400"/>
            <a:ext cx="168840" cy="158040"/>
          </a:xfrm>
          <a:custGeom>
            <a:avLst/>
            <a:gdLst/>
            <a:ahLst/>
            <a:rect l="0" t="0" r="r" b="b"/>
            <a:pathLst>
              <a:path w="469" h="439">
                <a:moveTo>
                  <a:pt x="469" y="220"/>
                </a:moveTo>
                <a:cubicBezTo>
                  <a:pt x="469" y="234"/>
                  <a:pt x="468" y="248"/>
                  <a:pt x="465" y="263"/>
                </a:cubicBezTo>
                <a:cubicBezTo>
                  <a:pt x="462" y="277"/>
                  <a:pt x="457" y="290"/>
                  <a:pt x="451" y="304"/>
                </a:cubicBezTo>
                <a:cubicBezTo>
                  <a:pt x="445" y="317"/>
                  <a:pt x="438" y="329"/>
                  <a:pt x="430" y="341"/>
                </a:cubicBezTo>
                <a:cubicBezTo>
                  <a:pt x="421" y="353"/>
                  <a:pt x="412" y="364"/>
                  <a:pt x="401" y="374"/>
                </a:cubicBezTo>
                <a:cubicBezTo>
                  <a:pt x="390" y="385"/>
                  <a:pt x="378" y="394"/>
                  <a:pt x="364" y="402"/>
                </a:cubicBezTo>
                <a:cubicBezTo>
                  <a:pt x="351" y="410"/>
                  <a:pt x="338" y="416"/>
                  <a:pt x="324" y="422"/>
                </a:cubicBezTo>
                <a:cubicBezTo>
                  <a:pt x="310" y="427"/>
                  <a:pt x="295" y="432"/>
                  <a:pt x="280" y="434"/>
                </a:cubicBezTo>
                <a:cubicBezTo>
                  <a:pt x="265" y="437"/>
                  <a:pt x="250" y="439"/>
                  <a:pt x="234" y="439"/>
                </a:cubicBezTo>
                <a:cubicBezTo>
                  <a:pt x="219" y="439"/>
                  <a:pt x="204" y="437"/>
                  <a:pt x="189" y="434"/>
                </a:cubicBezTo>
                <a:cubicBezTo>
                  <a:pt x="174" y="432"/>
                  <a:pt x="159" y="427"/>
                  <a:pt x="145" y="422"/>
                </a:cubicBezTo>
                <a:cubicBezTo>
                  <a:pt x="131" y="416"/>
                  <a:pt x="117" y="410"/>
                  <a:pt x="104" y="402"/>
                </a:cubicBezTo>
                <a:cubicBezTo>
                  <a:pt x="92" y="394"/>
                  <a:pt x="80" y="385"/>
                  <a:pt x="69" y="374"/>
                </a:cubicBezTo>
                <a:cubicBezTo>
                  <a:pt x="58" y="364"/>
                  <a:pt x="48" y="353"/>
                  <a:pt x="40" y="341"/>
                </a:cubicBezTo>
                <a:cubicBezTo>
                  <a:pt x="31" y="329"/>
                  <a:pt x="24" y="317"/>
                  <a:pt x="18" y="304"/>
                </a:cubicBezTo>
                <a:cubicBezTo>
                  <a:pt x="12" y="290"/>
                  <a:pt x="8" y="277"/>
                  <a:pt x="5" y="263"/>
                </a:cubicBezTo>
                <a:cubicBezTo>
                  <a:pt x="2" y="248"/>
                  <a:pt x="0" y="234"/>
                  <a:pt x="0" y="220"/>
                </a:cubicBezTo>
                <a:cubicBezTo>
                  <a:pt x="0" y="204"/>
                  <a:pt x="2" y="190"/>
                  <a:pt x="5" y="176"/>
                </a:cubicBezTo>
                <a:cubicBezTo>
                  <a:pt x="8" y="162"/>
                  <a:pt x="12" y="148"/>
                  <a:pt x="18" y="135"/>
                </a:cubicBezTo>
                <a:cubicBezTo>
                  <a:pt x="24" y="122"/>
                  <a:pt x="31" y="109"/>
                  <a:pt x="40" y="97"/>
                </a:cubicBezTo>
                <a:cubicBezTo>
                  <a:pt x="48" y="85"/>
                  <a:pt x="58" y="74"/>
                  <a:pt x="69" y="64"/>
                </a:cubicBezTo>
                <a:cubicBezTo>
                  <a:pt x="80" y="54"/>
                  <a:pt x="92" y="45"/>
                  <a:pt x="104" y="37"/>
                </a:cubicBezTo>
                <a:cubicBezTo>
                  <a:pt x="117" y="29"/>
                  <a:pt x="131" y="22"/>
                  <a:pt x="145" y="17"/>
                </a:cubicBezTo>
                <a:cubicBezTo>
                  <a:pt x="159" y="11"/>
                  <a:pt x="174" y="7"/>
                  <a:pt x="189" y="4"/>
                </a:cubicBezTo>
                <a:cubicBezTo>
                  <a:pt x="204" y="2"/>
                  <a:pt x="219" y="0"/>
                  <a:pt x="234" y="0"/>
                </a:cubicBezTo>
                <a:cubicBezTo>
                  <a:pt x="250" y="0"/>
                  <a:pt x="265" y="2"/>
                  <a:pt x="280" y="4"/>
                </a:cubicBezTo>
                <a:cubicBezTo>
                  <a:pt x="295" y="7"/>
                  <a:pt x="310" y="11"/>
                  <a:pt x="324" y="17"/>
                </a:cubicBezTo>
                <a:cubicBezTo>
                  <a:pt x="338" y="22"/>
                  <a:pt x="351" y="29"/>
                  <a:pt x="364" y="37"/>
                </a:cubicBezTo>
                <a:cubicBezTo>
                  <a:pt x="378" y="45"/>
                  <a:pt x="390" y="54"/>
                  <a:pt x="401" y="64"/>
                </a:cubicBezTo>
                <a:cubicBezTo>
                  <a:pt x="412" y="74"/>
                  <a:pt x="421" y="85"/>
                  <a:pt x="430" y="97"/>
                </a:cubicBezTo>
                <a:cubicBezTo>
                  <a:pt x="438" y="109"/>
                  <a:pt x="445" y="122"/>
                  <a:pt x="451" y="135"/>
                </a:cubicBezTo>
                <a:cubicBezTo>
                  <a:pt x="457" y="148"/>
                  <a:pt x="462" y="162"/>
                  <a:pt x="465" y="176"/>
                </a:cubicBezTo>
                <a:cubicBezTo>
                  <a:pt x="468" y="190"/>
                  <a:pt x="469" y="204"/>
                  <a:pt x="469" y="220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634320" y="4542480"/>
            <a:ext cx="3467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minder interpretatieruimte, minder hallucinatie.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/>
          <p:nvPr/>
        </p:nvSpPr>
        <p:spPr>
          <a:xfrm>
            <a:off x="7324560" y="1285560"/>
            <a:ext cx="1181520" cy="200520"/>
          </a:xfrm>
          <a:custGeom>
            <a:avLst/>
            <a:gdLst/>
            <a:ahLst/>
            <a:rect l="0" t="0" r="r" b="b"/>
            <a:pathLst>
              <a:path w="3282" h="557">
                <a:moveTo>
                  <a:pt x="0" y="279"/>
                </a:moveTo>
                <a:cubicBezTo>
                  <a:pt x="0" y="261"/>
                  <a:pt x="2" y="243"/>
                  <a:pt x="5" y="225"/>
                </a:cubicBezTo>
                <a:cubicBezTo>
                  <a:pt x="9" y="207"/>
                  <a:pt x="14" y="190"/>
                  <a:pt x="21" y="173"/>
                </a:cubicBezTo>
                <a:cubicBezTo>
                  <a:pt x="28" y="156"/>
                  <a:pt x="37" y="140"/>
                  <a:pt x="47" y="125"/>
                </a:cubicBezTo>
                <a:cubicBezTo>
                  <a:pt x="57" y="110"/>
                  <a:pt x="68" y="96"/>
                  <a:pt x="81" y="83"/>
                </a:cubicBezTo>
                <a:cubicBezTo>
                  <a:pt x="94" y="70"/>
                  <a:pt x="108" y="58"/>
                  <a:pt x="123" y="48"/>
                </a:cubicBezTo>
                <a:cubicBezTo>
                  <a:pt x="139" y="38"/>
                  <a:pt x="155" y="29"/>
                  <a:pt x="171" y="22"/>
                </a:cubicBezTo>
                <a:cubicBezTo>
                  <a:pt x="188" y="15"/>
                  <a:pt x="206" y="9"/>
                  <a:pt x="224" y="6"/>
                </a:cubicBezTo>
                <a:cubicBezTo>
                  <a:pt x="241" y="2"/>
                  <a:pt x="260" y="0"/>
                  <a:pt x="278" y="0"/>
                </a:cubicBezTo>
                <a:lnTo>
                  <a:pt x="3004" y="0"/>
                </a:lnTo>
                <a:cubicBezTo>
                  <a:pt x="3022" y="0"/>
                  <a:pt x="3040" y="2"/>
                  <a:pt x="3058" y="6"/>
                </a:cubicBezTo>
                <a:cubicBezTo>
                  <a:pt x="3076" y="9"/>
                  <a:pt x="3093" y="15"/>
                  <a:pt x="3110" y="22"/>
                </a:cubicBezTo>
                <a:cubicBezTo>
                  <a:pt x="3127" y="29"/>
                  <a:pt x="3143" y="38"/>
                  <a:pt x="3158" y="48"/>
                </a:cubicBezTo>
                <a:cubicBezTo>
                  <a:pt x="3173" y="58"/>
                  <a:pt x="3188" y="70"/>
                  <a:pt x="3200" y="83"/>
                </a:cubicBezTo>
                <a:cubicBezTo>
                  <a:pt x="3213" y="96"/>
                  <a:pt x="3225" y="110"/>
                  <a:pt x="3235" y="125"/>
                </a:cubicBezTo>
                <a:cubicBezTo>
                  <a:pt x="3245" y="140"/>
                  <a:pt x="3254" y="156"/>
                  <a:pt x="3261" y="173"/>
                </a:cubicBezTo>
                <a:cubicBezTo>
                  <a:pt x="3268" y="190"/>
                  <a:pt x="3273" y="207"/>
                  <a:pt x="3276" y="225"/>
                </a:cubicBezTo>
                <a:cubicBezTo>
                  <a:pt x="3280" y="243"/>
                  <a:pt x="3282" y="261"/>
                  <a:pt x="3282" y="279"/>
                </a:cubicBezTo>
                <a:cubicBezTo>
                  <a:pt x="3282" y="297"/>
                  <a:pt x="3280" y="315"/>
                  <a:pt x="3276" y="333"/>
                </a:cubicBezTo>
                <a:cubicBezTo>
                  <a:pt x="3273" y="351"/>
                  <a:pt x="3268" y="369"/>
                  <a:pt x="3261" y="386"/>
                </a:cubicBezTo>
                <a:cubicBezTo>
                  <a:pt x="3254" y="402"/>
                  <a:pt x="3245" y="418"/>
                  <a:pt x="3235" y="434"/>
                </a:cubicBezTo>
                <a:cubicBezTo>
                  <a:pt x="3225" y="449"/>
                  <a:pt x="3213" y="463"/>
                  <a:pt x="3200" y="476"/>
                </a:cubicBezTo>
                <a:cubicBezTo>
                  <a:pt x="3188" y="489"/>
                  <a:pt x="3173" y="500"/>
                  <a:pt x="3158" y="510"/>
                </a:cubicBezTo>
                <a:cubicBezTo>
                  <a:pt x="3143" y="520"/>
                  <a:pt x="3127" y="529"/>
                  <a:pt x="3110" y="536"/>
                </a:cubicBezTo>
                <a:cubicBezTo>
                  <a:pt x="3093" y="543"/>
                  <a:pt x="3076" y="548"/>
                  <a:pt x="3058" y="552"/>
                </a:cubicBezTo>
                <a:cubicBezTo>
                  <a:pt x="3040" y="555"/>
                  <a:pt x="3022" y="557"/>
                  <a:pt x="3004" y="557"/>
                </a:cubicBezTo>
                <a:lnTo>
                  <a:pt x="278" y="557"/>
                </a:lnTo>
                <a:cubicBezTo>
                  <a:pt x="260" y="557"/>
                  <a:pt x="241" y="555"/>
                  <a:pt x="224" y="552"/>
                </a:cubicBezTo>
                <a:cubicBezTo>
                  <a:pt x="206" y="548"/>
                  <a:pt x="188" y="543"/>
                  <a:pt x="171" y="536"/>
                </a:cubicBezTo>
                <a:cubicBezTo>
                  <a:pt x="155" y="529"/>
                  <a:pt x="139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7" y="434"/>
                </a:cubicBezTo>
                <a:cubicBezTo>
                  <a:pt x="37" y="418"/>
                  <a:pt x="28" y="402"/>
                  <a:pt x="21" y="386"/>
                </a:cubicBezTo>
                <a:cubicBezTo>
                  <a:pt x="14" y="369"/>
                  <a:pt x="9" y="351"/>
                  <a:pt x="5" y="333"/>
                </a:cubicBezTo>
                <a:cubicBezTo>
                  <a:pt x="2" y="315"/>
                  <a:pt x="0" y="297"/>
                  <a:pt x="0" y="27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 txBox="1"/>
          <p:nvPr/>
        </p:nvSpPr>
        <p:spPr>
          <a:xfrm>
            <a:off x="472320" y="1164960"/>
            <a:ext cx="153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impact en doorontwikkeling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7418520" y="1326960"/>
            <a:ext cx="116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exponentiële groei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9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96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7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634320" y="4109400"/>
            <a:ext cx="8919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OKx bouwt deze dingen niet zelf, maar haalt de blokkade weg waar ze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634320" y="4338000"/>
            <a:ext cx="3333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nu op stuklopen. </a:t>
            </a:r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Dat is de katalysatorrol.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5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57" name=""/>
          <p:cNvSpPr/>
          <p:nvPr/>
        </p:nvSpPr>
        <p:spPr>
          <a:xfrm>
            <a:off x="485640" y="1419120"/>
            <a:ext cx="4705560" cy="1143360"/>
          </a:xfrm>
          <a:custGeom>
            <a:avLst/>
            <a:gdLst/>
            <a:ahLst/>
            <a:rect l="0" t="0" r="r" b="b"/>
            <a:pathLst>
              <a:path w="13071" h="3176">
                <a:moveTo>
                  <a:pt x="0" y="2964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1"/>
                  <a:pt x="12966" y="28"/>
                  <a:pt x="12977" y="35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5"/>
                  <a:pt x="13050" y="118"/>
                  <a:pt x="13055" y="130"/>
                </a:cubicBezTo>
                <a:cubicBezTo>
                  <a:pt x="13060" y="143"/>
                  <a:pt x="13065" y="157"/>
                  <a:pt x="13067" y="170"/>
                </a:cubicBezTo>
                <a:cubicBezTo>
                  <a:pt x="13070" y="184"/>
                  <a:pt x="13071" y="198"/>
                  <a:pt x="13071" y="211"/>
                </a:cubicBezTo>
                <a:lnTo>
                  <a:pt x="13071" y="2964"/>
                </a:lnTo>
                <a:cubicBezTo>
                  <a:pt x="13071" y="2978"/>
                  <a:pt x="13070" y="2992"/>
                  <a:pt x="13067" y="3005"/>
                </a:cubicBezTo>
                <a:cubicBezTo>
                  <a:pt x="13065" y="3019"/>
                  <a:pt x="13060" y="3032"/>
                  <a:pt x="13055" y="3045"/>
                </a:cubicBezTo>
                <a:cubicBezTo>
                  <a:pt x="13050" y="3058"/>
                  <a:pt x="13043" y="3070"/>
                  <a:pt x="13036" y="3082"/>
                </a:cubicBezTo>
                <a:cubicBezTo>
                  <a:pt x="13028" y="3093"/>
                  <a:pt x="13019" y="3104"/>
                  <a:pt x="13009" y="3114"/>
                </a:cubicBezTo>
                <a:cubicBezTo>
                  <a:pt x="12999" y="3124"/>
                  <a:pt x="12989" y="3132"/>
                  <a:pt x="12977" y="3140"/>
                </a:cubicBezTo>
                <a:cubicBezTo>
                  <a:pt x="12966" y="3148"/>
                  <a:pt x="12953" y="3154"/>
                  <a:pt x="12941" y="3160"/>
                </a:cubicBezTo>
                <a:cubicBezTo>
                  <a:pt x="12928" y="3165"/>
                  <a:pt x="12915" y="3169"/>
                  <a:pt x="12901" y="3172"/>
                </a:cubicBezTo>
                <a:cubicBezTo>
                  <a:pt x="12887" y="3174"/>
                  <a:pt x="12874" y="3176"/>
                  <a:pt x="12860" y="3176"/>
                </a:cubicBezTo>
                <a:lnTo>
                  <a:pt x="132" y="3176"/>
                </a:lnTo>
                <a:cubicBezTo>
                  <a:pt x="123" y="3176"/>
                  <a:pt x="115" y="3174"/>
                  <a:pt x="106" y="3172"/>
                </a:cubicBezTo>
                <a:cubicBezTo>
                  <a:pt x="98" y="3169"/>
                  <a:pt x="90" y="3165"/>
                  <a:pt x="82" y="3160"/>
                </a:cubicBezTo>
                <a:cubicBezTo>
                  <a:pt x="74" y="3154"/>
                  <a:pt x="66" y="3148"/>
                  <a:pt x="59" y="3140"/>
                </a:cubicBezTo>
                <a:cubicBezTo>
                  <a:pt x="51" y="3132"/>
                  <a:pt x="45" y="3124"/>
                  <a:pt x="39" y="3114"/>
                </a:cubicBezTo>
                <a:cubicBezTo>
                  <a:pt x="32" y="3104"/>
                  <a:pt x="27" y="3093"/>
                  <a:pt x="22" y="3082"/>
                </a:cubicBezTo>
                <a:cubicBezTo>
                  <a:pt x="17" y="3070"/>
                  <a:pt x="13" y="3058"/>
                  <a:pt x="10" y="3045"/>
                </a:cubicBezTo>
                <a:cubicBezTo>
                  <a:pt x="7" y="3032"/>
                  <a:pt x="4" y="3019"/>
                  <a:pt x="2" y="3005"/>
                </a:cubicBezTo>
                <a:cubicBezTo>
                  <a:pt x="1" y="2992"/>
                  <a:pt x="0" y="2978"/>
                  <a:pt x="0" y="2964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456840" y="1419120"/>
            <a:ext cx="4734360" cy="1143360"/>
          </a:xfrm>
          <a:custGeom>
            <a:avLst/>
            <a:gdLst/>
            <a:ahLst/>
            <a:rect l="0" t="0" r="r" b="b"/>
            <a:pathLst>
              <a:path w="13151" h="3176">
                <a:moveTo>
                  <a:pt x="0" y="0"/>
                </a:moveTo>
                <a:lnTo>
                  <a:pt x="13151" y="0"/>
                </a:lnTo>
                <a:lnTo>
                  <a:pt x="1315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 txBox="1"/>
          <p:nvPr/>
        </p:nvSpPr>
        <p:spPr>
          <a:xfrm>
            <a:off x="439920" y="74844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681840" y="158256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681840" y="1841400"/>
            <a:ext cx="498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Techniek wisselt altijd, maar mogelijk komen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681840" y="2041560"/>
            <a:ext cx="4962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wisselingen nu zo snel dat er geen tijd is om ertussen te bouwen en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5343480" y="1419120"/>
            <a:ext cx="3200760" cy="1143360"/>
          </a:xfrm>
          <a:custGeom>
            <a:avLst/>
            <a:gdLst/>
            <a:ahLst/>
            <a:rect l="0" t="0" r="r" b="b"/>
            <a:pathLst>
              <a:path w="8891" h="3176">
                <a:moveTo>
                  <a:pt x="0" y="2964"/>
                </a:moveTo>
                <a:lnTo>
                  <a:pt x="0" y="211"/>
                </a:lnTo>
                <a:cubicBezTo>
                  <a:pt x="0" y="198"/>
                  <a:pt x="0" y="184"/>
                  <a:pt x="2" y="170"/>
                </a:cubicBezTo>
                <a:cubicBezTo>
                  <a:pt x="4" y="157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5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1"/>
                  <a:pt x="8785" y="28"/>
                  <a:pt x="8797" y="35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5"/>
                  <a:pt x="8869" y="118"/>
                  <a:pt x="8875" y="130"/>
                </a:cubicBezTo>
                <a:cubicBezTo>
                  <a:pt x="8880" y="143"/>
                  <a:pt x="8884" y="157"/>
                  <a:pt x="8887" y="170"/>
                </a:cubicBezTo>
                <a:cubicBezTo>
                  <a:pt x="8889" y="184"/>
                  <a:pt x="8891" y="198"/>
                  <a:pt x="8891" y="211"/>
                </a:cubicBezTo>
                <a:lnTo>
                  <a:pt x="8891" y="2964"/>
                </a:lnTo>
                <a:cubicBezTo>
                  <a:pt x="8891" y="2978"/>
                  <a:pt x="8889" y="2992"/>
                  <a:pt x="8887" y="3005"/>
                </a:cubicBezTo>
                <a:cubicBezTo>
                  <a:pt x="8884" y="3019"/>
                  <a:pt x="8880" y="3032"/>
                  <a:pt x="8875" y="3045"/>
                </a:cubicBezTo>
                <a:cubicBezTo>
                  <a:pt x="8869" y="3058"/>
                  <a:pt x="8863" y="3070"/>
                  <a:pt x="8855" y="3082"/>
                </a:cubicBezTo>
                <a:cubicBezTo>
                  <a:pt x="8847" y="3093"/>
                  <a:pt x="8838" y="3104"/>
                  <a:pt x="8829" y="3114"/>
                </a:cubicBezTo>
                <a:cubicBezTo>
                  <a:pt x="8819" y="3124"/>
                  <a:pt x="8808" y="3132"/>
                  <a:pt x="8797" y="3140"/>
                </a:cubicBezTo>
                <a:cubicBezTo>
                  <a:pt x="8785" y="3148"/>
                  <a:pt x="8773" y="3154"/>
                  <a:pt x="8760" y="3160"/>
                </a:cubicBezTo>
                <a:cubicBezTo>
                  <a:pt x="8747" y="3165"/>
                  <a:pt x="8734" y="3169"/>
                  <a:pt x="8720" y="3172"/>
                </a:cubicBezTo>
                <a:cubicBezTo>
                  <a:pt x="8707" y="3174"/>
                  <a:pt x="8693" y="3176"/>
                  <a:pt x="8679" y="3176"/>
                </a:cubicBezTo>
                <a:lnTo>
                  <a:pt x="132" y="3176"/>
                </a:lnTo>
                <a:cubicBezTo>
                  <a:pt x="123" y="3176"/>
                  <a:pt x="115" y="3174"/>
                  <a:pt x="106" y="3172"/>
                </a:cubicBezTo>
                <a:cubicBezTo>
                  <a:pt x="98" y="3169"/>
                  <a:pt x="89" y="3165"/>
                  <a:pt x="81" y="3160"/>
                </a:cubicBezTo>
                <a:cubicBezTo>
                  <a:pt x="73" y="3154"/>
                  <a:pt x="66" y="3148"/>
                  <a:pt x="58" y="3140"/>
                </a:cubicBezTo>
                <a:cubicBezTo>
                  <a:pt x="51" y="3132"/>
                  <a:pt x="45" y="3124"/>
                  <a:pt x="38" y="3114"/>
                </a:cubicBezTo>
                <a:cubicBezTo>
                  <a:pt x="32" y="3104"/>
                  <a:pt x="27" y="3093"/>
                  <a:pt x="22" y="3082"/>
                </a:cubicBezTo>
                <a:cubicBezTo>
                  <a:pt x="17" y="3070"/>
                  <a:pt x="13" y="3058"/>
                  <a:pt x="10" y="3045"/>
                </a:cubicBezTo>
                <a:cubicBezTo>
                  <a:pt x="6" y="3032"/>
                  <a:pt x="4" y="3019"/>
                  <a:pt x="2" y="3005"/>
                </a:cubicBezTo>
                <a:cubicBezTo>
                  <a:pt x="0" y="2992"/>
                  <a:pt x="0" y="2978"/>
                  <a:pt x="0" y="2964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/>
          <p:nvPr/>
        </p:nvSpPr>
        <p:spPr>
          <a:xfrm>
            <a:off x="5314680" y="1419120"/>
            <a:ext cx="3229560" cy="1143360"/>
          </a:xfrm>
          <a:custGeom>
            <a:avLst/>
            <a:gdLst/>
            <a:ahLst/>
            <a:rect l="0" t="0" r="r" b="b"/>
            <a:pathLst>
              <a:path w="8971" h="3176">
                <a:moveTo>
                  <a:pt x="0" y="0"/>
                </a:moveTo>
                <a:lnTo>
                  <a:pt x="8971" y="0"/>
                </a:lnTo>
                <a:lnTo>
                  <a:pt x="897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681840" y="2251080"/>
            <a:ext cx="750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gebruiken.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5535360" y="157032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5535360" y="179964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 txBox="1"/>
          <p:nvPr/>
        </p:nvSpPr>
        <p:spPr>
          <a:xfrm>
            <a:off x="5535360" y="2018520"/>
            <a:ext cx="258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60 issues in Public, van acht auteurs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485640" y="2666880"/>
            <a:ext cx="4705560" cy="1838520"/>
          </a:xfrm>
          <a:custGeom>
            <a:avLst/>
            <a:gdLst/>
            <a:ahLst/>
            <a:rect l="0" t="0" r="r" b="b"/>
            <a:pathLst>
              <a:path w="13071" h="5107">
                <a:moveTo>
                  <a:pt x="0" y="4896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1"/>
                  <a:pt x="12966" y="28"/>
                  <a:pt x="12977" y="36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5"/>
                  <a:pt x="13050" y="118"/>
                  <a:pt x="13055" y="130"/>
                </a:cubicBezTo>
                <a:cubicBezTo>
                  <a:pt x="13060" y="143"/>
                  <a:pt x="13065" y="157"/>
                  <a:pt x="13067" y="170"/>
                </a:cubicBezTo>
                <a:cubicBezTo>
                  <a:pt x="13070" y="184"/>
                  <a:pt x="13071" y="198"/>
                  <a:pt x="13071" y="211"/>
                </a:cubicBezTo>
                <a:lnTo>
                  <a:pt x="13071" y="4896"/>
                </a:lnTo>
                <a:cubicBezTo>
                  <a:pt x="13071" y="4910"/>
                  <a:pt x="13070" y="4923"/>
                  <a:pt x="13067" y="4937"/>
                </a:cubicBezTo>
                <a:cubicBezTo>
                  <a:pt x="13065" y="4951"/>
                  <a:pt x="13060" y="4964"/>
                  <a:pt x="13055" y="4977"/>
                </a:cubicBezTo>
                <a:cubicBezTo>
                  <a:pt x="13050" y="4989"/>
                  <a:pt x="13043" y="5002"/>
                  <a:pt x="13036" y="5013"/>
                </a:cubicBezTo>
                <a:cubicBezTo>
                  <a:pt x="13028" y="5025"/>
                  <a:pt x="13019" y="5035"/>
                  <a:pt x="13009" y="5045"/>
                </a:cubicBezTo>
                <a:cubicBezTo>
                  <a:pt x="12999" y="5055"/>
                  <a:pt x="12989" y="5064"/>
                  <a:pt x="12977" y="5072"/>
                </a:cubicBezTo>
                <a:cubicBezTo>
                  <a:pt x="12966" y="5079"/>
                  <a:pt x="12953" y="5086"/>
                  <a:pt x="12941" y="5091"/>
                </a:cubicBezTo>
                <a:cubicBezTo>
                  <a:pt x="12928" y="5096"/>
                  <a:pt x="12915" y="5101"/>
                  <a:pt x="12901" y="5103"/>
                </a:cubicBezTo>
                <a:cubicBezTo>
                  <a:pt x="12887" y="5106"/>
                  <a:pt x="12874" y="5107"/>
                  <a:pt x="12860" y="5107"/>
                </a:cubicBezTo>
                <a:lnTo>
                  <a:pt x="132" y="5107"/>
                </a:lnTo>
                <a:cubicBezTo>
                  <a:pt x="123" y="5107"/>
                  <a:pt x="115" y="5106"/>
                  <a:pt x="106" y="5103"/>
                </a:cubicBezTo>
                <a:cubicBezTo>
                  <a:pt x="98" y="5101"/>
                  <a:pt x="90" y="5096"/>
                  <a:pt x="82" y="5091"/>
                </a:cubicBezTo>
                <a:cubicBezTo>
                  <a:pt x="74" y="5086"/>
                  <a:pt x="66" y="5079"/>
                  <a:pt x="59" y="5072"/>
                </a:cubicBezTo>
                <a:cubicBezTo>
                  <a:pt x="51" y="5064"/>
                  <a:pt x="45" y="5055"/>
                  <a:pt x="39" y="5045"/>
                </a:cubicBezTo>
                <a:cubicBezTo>
                  <a:pt x="32" y="5035"/>
                  <a:pt x="27" y="5025"/>
                  <a:pt x="22" y="5013"/>
                </a:cubicBezTo>
                <a:cubicBezTo>
                  <a:pt x="17" y="5002"/>
                  <a:pt x="13" y="4989"/>
                  <a:pt x="10" y="4977"/>
                </a:cubicBezTo>
                <a:cubicBezTo>
                  <a:pt x="7" y="4964"/>
                  <a:pt x="4" y="4951"/>
                  <a:pt x="2" y="4937"/>
                </a:cubicBezTo>
                <a:cubicBezTo>
                  <a:pt x="1" y="4923"/>
                  <a:pt x="0" y="4910"/>
                  <a:pt x="0" y="4896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/>
          <p:nvPr/>
        </p:nvSpPr>
        <p:spPr>
          <a:xfrm>
            <a:off x="456840" y="2666880"/>
            <a:ext cx="4734360" cy="1838520"/>
          </a:xfrm>
          <a:custGeom>
            <a:avLst/>
            <a:gdLst/>
            <a:ahLst/>
            <a:rect l="0" t="0" r="r" b="b"/>
            <a:pathLst>
              <a:path w="13151" h="5107">
                <a:moveTo>
                  <a:pt x="0" y="0"/>
                </a:moveTo>
                <a:lnTo>
                  <a:pt x="13151" y="0"/>
                </a:lnTo>
                <a:lnTo>
                  <a:pt x="13151" y="5107"/>
                </a:lnTo>
                <a:lnTo>
                  <a:pt x="0" y="5107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5535360" y="2237760"/>
            <a:ext cx="2066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Eerste leverancier haakt aan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 txBox="1"/>
          <p:nvPr/>
        </p:nvSpPr>
        <p:spPr>
          <a:xfrm>
            <a:off x="681840" y="283032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De eis bestaat straks alleen nog in OEAPI-vorm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 txBox="1"/>
          <p:nvPr/>
        </p:nvSpPr>
        <p:spPr>
          <a:xfrm>
            <a:off x="681840" y="3089160"/>
            <a:ext cx="470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uitgangspunt is OEAPI, tenzij. Het risico is niet die keuze, maar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681840" y="3289320"/>
            <a:ext cx="4714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dat de eis erachter nergens los van OEAPI is opgeschreven. Bij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 txBox="1"/>
          <p:nvPr/>
        </p:nvSpPr>
        <p:spPr>
          <a:xfrm>
            <a:off x="681840" y="3498840"/>
            <a:ext cx="4498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nieuwe versie of een ander protocol begint het speciﬁceren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 txBox="1"/>
          <p:nvPr/>
        </p:nvSpPr>
        <p:spPr>
          <a:xfrm>
            <a:off x="681840" y="3699000"/>
            <a:ext cx="636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opnieuw.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 txBox="1"/>
          <p:nvPr/>
        </p:nvSpPr>
        <p:spPr>
          <a:xfrm>
            <a:off x="681840" y="3975120"/>
            <a:ext cx="5269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Dan leg je de maat vast in een spoortype, in plaats van in de maat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5343480" y="2666880"/>
            <a:ext cx="3200760" cy="1838520"/>
          </a:xfrm>
          <a:custGeom>
            <a:avLst/>
            <a:gdLst/>
            <a:ahLst/>
            <a:rect l="0" t="0" r="r" b="b"/>
            <a:pathLst>
              <a:path w="8891" h="5107">
                <a:moveTo>
                  <a:pt x="0" y="4896"/>
                </a:moveTo>
                <a:lnTo>
                  <a:pt x="0" y="211"/>
                </a:lnTo>
                <a:cubicBezTo>
                  <a:pt x="0" y="198"/>
                  <a:pt x="0" y="184"/>
                  <a:pt x="2" y="170"/>
                </a:cubicBezTo>
                <a:cubicBezTo>
                  <a:pt x="4" y="157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6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1"/>
                  <a:pt x="8785" y="28"/>
                  <a:pt x="8797" y="36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5"/>
                  <a:pt x="8869" y="118"/>
                  <a:pt x="8875" y="130"/>
                </a:cubicBezTo>
                <a:cubicBezTo>
                  <a:pt x="8880" y="143"/>
                  <a:pt x="8884" y="157"/>
                  <a:pt x="8887" y="170"/>
                </a:cubicBezTo>
                <a:cubicBezTo>
                  <a:pt x="8889" y="184"/>
                  <a:pt x="8891" y="198"/>
                  <a:pt x="8891" y="211"/>
                </a:cubicBezTo>
                <a:lnTo>
                  <a:pt x="8891" y="4896"/>
                </a:lnTo>
                <a:cubicBezTo>
                  <a:pt x="8891" y="4910"/>
                  <a:pt x="8889" y="4923"/>
                  <a:pt x="8887" y="4937"/>
                </a:cubicBezTo>
                <a:cubicBezTo>
                  <a:pt x="8884" y="4951"/>
                  <a:pt x="8880" y="4964"/>
                  <a:pt x="8875" y="4977"/>
                </a:cubicBezTo>
                <a:cubicBezTo>
                  <a:pt x="8869" y="4989"/>
                  <a:pt x="8863" y="5002"/>
                  <a:pt x="8855" y="5013"/>
                </a:cubicBezTo>
                <a:cubicBezTo>
                  <a:pt x="8847" y="5025"/>
                  <a:pt x="8838" y="5035"/>
                  <a:pt x="8829" y="5045"/>
                </a:cubicBezTo>
                <a:cubicBezTo>
                  <a:pt x="8819" y="5055"/>
                  <a:pt x="8808" y="5064"/>
                  <a:pt x="8797" y="5072"/>
                </a:cubicBezTo>
                <a:cubicBezTo>
                  <a:pt x="8785" y="5079"/>
                  <a:pt x="8773" y="5086"/>
                  <a:pt x="8760" y="5091"/>
                </a:cubicBezTo>
                <a:cubicBezTo>
                  <a:pt x="8747" y="5096"/>
                  <a:pt x="8734" y="5101"/>
                  <a:pt x="8720" y="5103"/>
                </a:cubicBezTo>
                <a:cubicBezTo>
                  <a:pt x="8707" y="5106"/>
                  <a:pt x="8693" y="5107"/>
                  <a:pt x="8679" y="5107"/>
                </a:cubicBezTo>
                <a:lnTo>
                  <a:pt x="132" y="5107"/>
                </a:lnTo>
                <a:cubicBezTo>
                  <a:pt x="123" y="5107"/>
                  <a:pt x="115" y="5106"/>
                  <a:pt x="106" y="5103"/>
                </a:cubicBezTo>
                <a:cubicBezTo>
                  <a:pt x="98" y="5101"/>
                  <a:pt x="89" y="5096"/>
                  <a:pt x="81" y="5091"/>
                </a:cubicBezTo>
                <a:cubicBezTo>
                  <a:pt x="73" y="5086"/>
                  <a:pt x="66" y="5079"/>
                  <a:pt x="58" y="5072"/>
                </a:cubicBezTo>
                <a:cubicBezTo>
                  <a:pt x="51" y="5064"/>
                  <a:pt x="45" y="5055"/>
                  <a:pt x="38" y="5045"/>
                </a:cubicBezTo>
                <a:cubicBezTo>
                  <a:pt x="32" y="5035"/>
                  <a:pt x="27" y="5025"/>
                  <a:pt x="22" y="5013"/>
                </a:cubicBezTo>
                <a:cubicBezTo>
                  <a:pt x="17" y="5002"/>
                  <a:pt x="13" y="4989"/>
                  <a:pt x="10" y="4977"/>
                </a:cubicBezTo>
                <a:cubicBezTo>
                  <a:pt x="6" y="4964"/>
                  <a:pt x="4" y="4951"/>
                  <a:pt x="2" y="4937"/>
                </a:cubicBezTo>
                <a:cubicBezTo>
                  <a:pt x="0" y="4923"/>
                  <a:pt x="0" y="4910"/>
                  <a:pt x="0" y="4896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5314680" y="2666880"/>
            <a:ext cx="3229560" cy="1838520"/>
          </a:xfrm>
          <a:custGeom>
            <a:avLst/>
            <a:gdLst/>
            <a:ahLst/>
            <a:rect l="0" t="0" r="r" b="b"/>
            <a:pathLst>
              <a:path w="8971" h="5107">
                <a:moveTo>
                  <a:pt x="0" y="0"/>
                </a:moveTo>
                <a:lnTo>
                  <a:pt x="8971" y="0"/>
                </a:lnTo>
                <a:lnTo>
                  <a:pt x="8971" y="5107"/>
                </a:lnTo>
                <a:lnTo>
                  <a:pt x="0" y="5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681840" y="4184640"/>
            <a:ext cx="340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zelf.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 txBox="1"/>
          <p:nvPr/>
        </p:nvSpPr>
        <p:spPr>
          <a:xfrm>
            <a:off x="5535360" y="281808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 txBox="1"/>
          <p:nvPr/>
        </p:nvSpPr>
        <p:spPr>
          <a:xfrm>
            <a:off x="5535360" y="304740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5535360" y="326628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 txBox="1"/>
          <p:nvPr/>
        </p:nvSpPr>
        <p:spPr>
          <a:xfrm>
            <a:off x="5535360" y="348552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5670720" y="366660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94" name=""/>
          <p:cNvSpPr txBox="1"/>
          <p:nvPr/>
        </p:nvSpPr>
        <p:spPr>
          <a:xfrm>
            <a:off x="439920" y="1024920"/>
            <a:ext cx="3755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de waarde zit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456840" y="1914480"/>
            <a:ext cx="2601000" cy="1114560"/>
          </a:xfrm>
          <a:custGeom>
            <a:avLst/>
            <a:gdLst/>
            <a:ahLst/>
            <a:rect l="0" t="0" r="r" b="b"/>
            <a:pathLst>
              <a:path w="7225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2832"/>
                </a:lnTo>
                <a:cubicBezTo>
                  <a:pt x="7225" y="2849"/>
                  <a:pt x="7223" y="2866"/>
                  <a:pt x="7220" y="2883"/>
                </a:cubicBezTo>
                <a:cubicBezTo>
                  <a:pt x="7216" y="2900"/>
                  <a:pt x="7211" y="2917"/>
                  <a:pt x="7204" y="2933"/>
                </a:cubicBezTo>
                <a:cubicBezTo>
                  <a:pt x="7198" y="2949"/>
                  <a:pt x="7190" y="2964"/>
                  <a:pt x="7180" y="2979"/>
                </a:cubicBezTo>
                <a:cubicBezTo>
                  <a:pt x="7170" y="2993"/>
                  <a:pt x="7159" y="3006"/>
                  <a:pt x="7147" y="3019"/>
                </a:cubicBezTo>
                <a:cubicBezTo>
                  <a:pt x="7135" y="3031"/>
                  <a:pt x="7121" y="3042"/>
                  <a:pt x="7107" y="3052"/>
                </a:cubicBezTo>
                <a:cubicBezTo>
                  <a:pt x="7093" y="3061"/>
                  <a:pt x="7077" y="3069"/>
                  <a:pt x="7061" y="3076"/>
                </a:cubicBezTo>
                <a:cubicBezTo>
                  <a:pt x="7045" y="3083"/>
                  <a:pt x="7029" y="3088"/>
                  <a:pt x="7012" y="3091"/>
                </a:cubicBezTo>
                <a:cubicBezTo>
                  <a:pt x="6995" y="3095"/>
                  <a:pt x="6977" y="3096"/>
                  <a:pt x="6960" y="3096"/>
                </a:cubicBezTo>
                <a:lnTo>
                  <a:pt x="265" y="3096"/>
                </a:lnTo>
                <a:cubicBezTo>
                  <a:pt x="248" y="3096"/>
                  <a:pt x="231" y="3095"/>
                  <a:pt x="213" y="3091"/>
                </a:cubicBezTo>
                <a:cubicBezTo>
                  <a:pt x="196" y="3088"/>
                  <a:pt x="180" y="3083"/>
                  <a:pt x="164" y="3076"/>
                </a:cubicBezTo>
                <a:cubicBezTo>
                  <a:pt x="148" y="3069"/>
                  <a:pt x="133" y="3061"/>
                  <a:pt x="118" y="3052"/>
                </a:cubicBezTo>
                <a:cubicBezTo>
                  <a:pt x="104" y="3042"/>
                  <a:pt x="90" y="3031"/>
                  <a:pt x="78" y="3019"/>
                </a:cubicBezTo>
                <a:cubicBezTo>
                  <a:pt x="66" y="3006"/>
                  <a:pt x="55" y="2993"/>
                  <a:pt x="45" y="2979"/>
                </a:cubicBezTo>
                <a:cubicBezTo>
                  <a:pt x="35" y="2964"/>
                  <a:pt x="27" y="2949"/>
                  <a:pt x="21" y="2933"/>
                </a:cubicBezTo>
                <a:cubicBezTo>
                  <a:pt x="14" y="2917"/>
                  <a:pt x="9" y="2900"/>
                  <a:pt x="6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 txBox="1"/>
          <p:nvPr/>
        </p:nvSpPr>
        <p:spPr>
          <a:xfrm>
            <a:off x="457200" y="1590120"/>
            <a:ext cx="3426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Niet in de koppeling, maar in de betekenis eronder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 txBox="1"/>
          <p:nvPr/>
        </p:nvSpPr>
        <p:spPr>
          <a:xfrm>
            <a:off x="617040" y="2075400"/>
            <a:ext cx="1770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Eenduidig vastgelegd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 txBox="1"/>
          <p:nvPr/>
        </p:nvSpPr>
        <p:spPr>
          <a:xfrm>
            <a:off x="617040" y="2339640"/>
            <a:ext cx="2385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 systeem bedoelt hetzelfde met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617040" y="2530080"/>
            <a:ext cx="2574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leeruitkomst, een aanbod en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3200040" y="1914480"/>
            <a:ext cx="2601000" cy="1114560"/>
          </a:xfrm>
          <a:custGeom>
            <a:avLst/>
            <a:gdLst/>
            <a:ahLst/>
            <a:rect l="0" t="0" r="r" b="b"/>
            <a:pathLst>
              <a:path w="7225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2832"/>
                </a:lnTo>
                <a:cubicBezTo>
                  <a:pt x="7225" y="2849"/>
                  <a:pt x="7223" y="2866"/>
                  <a:pt x="7220" y="2883"/>
                </a:cubicBezTo>
                <a:cubicBezTo>
                  <a:pt x="7216" y="2900"/>
                  <a:pt x="7211" y="2917"/>
                  <a:pt x="7204" y="2933"/>
                </a:cubicBezTo>
                <a:cubicBezTo>
                  <a:pt x="7198" y="2949"/>
                  <a:pt x="7190" y="2964"/>
                  <a:pt x="7180" y="2979"/>
                </a:cubicBezTo>
                <a:cubicBezTo>
                  <a:pt x="7170" y="2993"/>
                  <a:pt x="7159" y="3006"/>
                  <a:pt x="7147" y="3019"/>
                </a:cubicBezTo>
                <a:cubicBezTo>
                  <a:pt x="7135" y="3031"/>
                  <a:pt x="7121" y="3042"/>
                  <a:pt x="7107" y="3052"/>
                </a:cubicBezTo>
                <a:cubicBezTo>
                  <a:pt x="7093" y="3061"/>
                  <a:pt x="7077" y="3069"/>
                  <a:pt x="7061" y="3076"/>
                </a:cubicBezTo>
                <a:cubicBezTo>
                  <a:pt x="7045" y="3083"/>
                  <a:pt x="7029" y="3088"/>
                  <a:pt x="7012" y="3091"/>
                </a:cubicBezTo>
                <a:cubicBezTo>
                  <a:pt x="6995" y="3095"/>
                  <a:pt x="6977" y="3096"/>
                  <a:pt x="6960" y="3096"/>
                </a:cubicBezTo>
                <a:lnTo>
                  <a:pt x="265" y="3096"/>
                </a:lnTo>
                <a:cubicBezTo>
                  <a:pt x="248" y="3096"/>
                  <a:pt x="231" y="3095"/>
                  <a:pt x="213" y="3091"/>
                </a:cubicBezTo>
                <a:cubicBezTo>
                  <a:pt x="196" y="3088"/>
                  <a:pt x="180" y="3083"/>
                  <a:pt x="164" y="3076"/>
                </a:cubicBezTo>
                <a:cubicBezTo>
                  <a:pt x="148" y="3069"/>
                  <a:pt x="133" y="3061"/>
                  <a:pt x="118" y="3052"/>
                </a:cubicBezTo>
                <a:cubicBezTo>
                  <a:pt x="104" y="3042"/>
                  <a:pt x="90" y="3031"/>
                  <a:pt x="78" y="3019"/>
                </a:cubicBezTo>
                <a:cubicBezTo>
                  <a:pt x="66" y="3006"/>
                  <a:pt x="55" y="2993"/>
                  <a:pt x="45" y="2979"/>
                </a:cubicBezTo>
                <a:cubicBezTo>
                  <a:pt x="35" y="2964"/>
                  <a:pt x="27" y="2949"/>
                  <a:pt x="21" y="2933"/>
                </a:cubicBezTo>
                <a:cubicBezTo>
                  <a:pt x="14" y="2917"/>
                  <a:pt x="9" y="2900"/>
                  <a:pt x="6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 txBox="1"/>
          <p:nvPr/>
        </p:nvSpPr>
        <p:spPr>
          <a:xfrm>
            <a:off x="617040" y="2730240"/>
            <a:ext cx="655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resultaat.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3357360" y="2075400"/>
            <a:ext cx="2112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Machine-interpreteerbaar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 txBox="1"/>
          <p:nvPr/>
        </p:nvSpPr>
        <p:spPr>
          <a:xfrm>
            <a:off x="3357360" y="2339640"/>
            <a:ext cx="2434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agent kan de speciﬁcatie lezen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 txBox="1"/>
          <p:nvPr/>
        </p:nvSpPr>
        <p:spPr>
          <a:xfrm>
            <a:off x="3357360" y="2530080"/>
            <a:ext cx="2437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gebruiken zonder te gokken wat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/>
          <p:nvPr/>
        </p:nvSpPr>
        <p:spPr>
          <a:xfrm>
            <a:off x="5933880" y="1914480"/>
            <a:ext cx="2610360" cy="1114560"/>
          </a:xfrm>
          <a:custGeom>
            <a:avLst/>
            <a:gdLst/>
            <a:ahLst/>
            <a:rect l="0" t="0" r="r" b="b"/>
            <a:pathLst>
              <a:path w="7251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89"/>
                  <a:pt x="78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1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6"/>
                  <a:pt x="7119" y="35"/>
                  <a:pt x="7133" y="44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89"/>
                  <a:pt x="7196" y="103"/>
                  <a:pt x="7206" y="117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4"/>
                </a:cubicBezTo>
                <a:lnTo>
                  <a:pt x="7251" y="2832"/>
                </a:lnTo>
                <a:cubicBezTo>
                  <a:pt x="7251" y="2849"/>
                  <a:pt x="7249" y="2866"/>
                  <a:pt x="7246" y="2883"/>
                </a:cubicBezTo>
                <a:cubicBezTo>
                  <a:pt x="7242" y="2900"/>
                  <a:pt x="7237" y="2917"/>
                  <a:pt x="7230" y="2933"/>
                </a:cubicBezTo>
                <a:cubicBezTo>
                  <a:pt x="7224" y="2949"/>
                  <a:pt x="7216" y="2964"/>
                  <a:pt x="7206" y="2979"/>
                </a:cubicBezTo>
                <a:cubicBezTo>
                  <a:pt x="7196" y="2993"/>
                  <a:pt x="7185" y="3006"/>
                  <a:pt x="7173" y="3019"/>
                </a:cubicBezTo>
                <a:cubicBezTo>
                  <a:pt x="7161" y="3031"/>
                  <a:pt x="7147" y="3042"/>
                  <a:pt x="7133" y="3052"/>
                </a:cubicBezTo>
                <a:cubicBezTo>
                  <a:pt x="7119" y="3061"/>
                  <a:pt x="7103" y="3069"/>
                  <a:pt x="7087" y="3076"/>
                </a:cubicBezTo>
                <a:cubicBezTo>
                  <a:pt x="7071" y="3083"/>
                  <a:pt x="7055" y="3088"/>
                  <a:pt x="7038" y="3091"/>
                </a:cubicBezTo>
                <a:cubicBezTo>
                  <a:pt x="7021" y="3095"/>
                  <a:pt x="7003" y="3096"/>
                  <a:pt x="6986" y="3096"/>
                </a:cubicBezTo>
                <a:lnTo>
                  <a:pt x="265" y="3096"/>
                </a:lnTo>
                <a:cubicBezTo>
                  <a:pt x="247" y="3096"/>
                  <a:pt x="230" y="3095"/>
                  <a:pt x="213" y="3091"/>
                </a:cubicBezTo>
                <a:cubicBezTo>
                  <a:pt x="196" y="3088"/>
                  <a:pt x="179" y="3083"/>
                  <a:pt x="163" y="3076"/>
                </a:cubicBezTo>
                <a:cubicBezTo>
                  <a:pt x="147" y="3069"/>
                  <a:pt x="132" y="3061"/>
                  <a:pt x="118" y="3052"/>
                </a:cubicBezTo>
                <a:cubicBezTo>
                  <a:pt x="103" y="3042"/>
                  <a:pt x="90" y="3031"/>
                  <a:pt x="78" y="3019"/>
                </a:cubicBezTo>
                <a:cubicBezTo>
                  <a:pt x="65" y="3006"/>
                  <a:pt x="54" y="2993"/>
                  <a:pt x="45" y="2979"/>
                </a:cubicBezTo>
                <a:cubicBezTo>
                  <a:pt x="35" y="2964"/>
                  <a:pt x="27" y="2949"/>
                  <a:pt x="20" y="2933"/>
                </a:cubicBezTo>
                <a:cubicBezTo>
                  <a:pt x="14" y="2917"/>
                  <a:pt x="9" y="2900"/>
                  <a:pt x="5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 txBox="1"/>
          <p:nvPr/>
        </p:nvSpPr>
        <p:spPr>
          <a:xfrm>
            <a:off x="3357360" y="2730240"/>
            <a:ext cx="121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er bedoeld wordt.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 txBox="1"/>
          <p:nvPr/>
        </p:nvSpPr>
        <p:spPr>
          <a:xfrm>
            <a:off x="6097320" y="2075400"/>
            <a:ext cx="1575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We doen het zelf al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6097320" y="2339640"/>
            <a:ext cx="248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Deze speciﬁcatie wordt nu al met AI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/>
          <p:nvPr/>
        </p:nvSpPr>
        <p:spPr>
          <a:xfrm>
            <a:off x="456840" y="3162240"/>
            <a:ext cx="8087400" cy="1067040"/>
          </a:xfrm>
          <a:custGeom>
            <a:avLst/>
            <a:gdLst/>
            <a:ahLst/>
            <a:rect l="0" t="0" r="r" b="b"/>
            <a:pathLst>
              <a:path w="22465" h="2964">
                <a:moveTo>
                  <a:pt x="0" y="0"/>
                </a:moveTo>
                <a:lnTo>
                  <a:pt x="22465" y="0"/>
                </a:lnTo>
                <a:lnTo>
                  <a:pt x="2246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/>
          <p:nvPr/>
        </p:nvSpPr>
        <p:spPr>
          <a:xfrm>
            <a:off x="456840" y="3162240"/>
            <a:ext cx="8087400" cy="38160"/>
          </a:xfrm>
          <a:custGeom>
            <a:avLst/>
            <a:gdLst/>
            <a:ahLst/>
            <a:rect l="0" t="0" r="r" b="b"/>
            <a:pathLst>
              <a:path w="22465" h="106">
                <a:moveTo>
                  <a:pt x="0" y="0"/>
                </a:moveTo>
                <a:lnTo>
                  <a:pt x="22465" y="0"/>
                </a:lnTo>
                <a:lnTo>
                  <a:pt x="2246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/>
          <p:nvPr/>
        </p:nvSpPr>
        <p:spPr>
          <a:xfrm>
            <a:off x="456840" y="421956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/>
          <p:nvPr/>
        </p:nvSpPr>
        <p:spPr>
          <a:xfrm>
            <a:off x="8534160" y="316224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105"/>
                </a:moveTo>
                <a:lnTo>
                  <a:pt x="0" y="2964"/>
                </a:lnTo>
                <a:lnTo>
                  <a:pt x="28" y="2964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/>
          <p:nvPr/>
        </p:nvSpPr>
        <p:spPr>
          <a:xfrm>
            <a:off x="456840" y="316224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0"/>
                </a:moveTo>
                <a:lnTo>
                  <a:pt x="0" y="2964"/>
                </a:lnTo>
                <a:lnTo>
                  <a:pt x="28" y="2964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 txBox="1"/>
          <p:nvPr/>
        </p:nvSpPr>
        <p:spPr>
          <a:xfrm>
            <a:off x="6097320" y="2530080"/>
            <a:ext cx="2545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gebouwd, gereviewd en versioneerd.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 txBox="1"/>
          <p:nvPr/>
        </p:nvSpPr>
        <p:spPr>
          <a:xfrm>
            <a:off x="634320" y="3382920"/>
            <a:ext cx="8688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Leg de betekenis eenduidig vast en maak haar leesbaar voor een machine. Dan kan het bouwen straks heel snel,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 txBox="1"/>
          <p:nvPr/>
        </p:nvSpPr>
        <p:spPr>
          <a:xfrm>
            <a:off x="634320" y="3620880"/>
            <a:ext cx="9233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en zetten we AI in waar die sterk is. </a:t>
            </a:r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Wat het vraagt: focus en capaciteit voor het uitwerken van de speciﬁcatie,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 txBox="1"/>
          <p:nvPr/>
        </p:nvSpPr>
        <p:spPr>
          <a:xfrm>
            <a:off x="634320" y="3859200"/>
            <a:ext cx="3518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en adoptie van het platform in het team.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2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