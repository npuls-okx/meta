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961560" y="2013480"/>
            <a:ext cx="890100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20" spc="-1" strike="noStrike">
                <a:solidFill>
                  <a:srgbClr val="1a1a2e"/>
                </a:solidFill>
                <a:latin typeface="Arial"/>
                <a:ea typeface="Arial"/>
              </a:rPr>
              <a:t>Hoe weten we of we het juiste bouwen?</a:t>
            </a:r>
            <a:endParaRPr b="0" lang="en-US" sz="31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771720" y="3072960"/>
            <a:ext cx="2077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6b7280"/>
                </a:solidFill>
                <a:latin typeface="Arial"/>
                <a:ea typeface="Arial"/>
              </a:rPr>
              <a:t>Niek Derksen · OKx · 4-9-2026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914480" y="2532960"/>
            <a:ext cx="62658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374151"/>
                </a:solidFill>
                <a:latin typeface="Arial"/>
                <a:ea typeface="Arial"/>
              </a:rPr>
              <a:t>Veertig jaar technologietrend, en het traject van OKx daarnaast gelegd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485640" y="2400120"/>
            <a:ext cx="7382160" cy="581400"/>
          </a:xfrm>
          <a:custGeom>
            <a:avLst/>
            <a:gdLst/>
            <a:ahLst/>
            <a:rect l="0" t="0" r="r" b="b"/>
            <a:pathLst>
              <a:path w="20506" h="1615">
                <a:moveTo>
                  <a:pt x="0" y="1403"/>
                </a:moveTo>
                <a:lnTo>
                  <a:pt x="0" y="212"/>
                </a:lnTo>
                <a:cubicBezTo>
                  <a:pt x="0" y="198"/>
                  <a:pt x="1" y="184"/>
                  <a:pt x="2" y="170"/>
                </a:cubicBezTo>
                <a:cubicBezTo>
                  <a:pt x="4" y="157"/>
                  <a:pt x="7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9" y="62"/>
                </a:cubicBezTo>
                <a:cubicBezTo>
                  <a:pt x="45" y="52"/>
                  <a:pt x="51" y="43"/>
                  <a:pt x="59" y="36"/>
                </a:cubicBezTo>
                <a:cubicBezTo>
                  <a:pt x="66" y="28"/>
                  <a:pt x="74" y="21"/>
                  <a:pt x="82" y="16"/>
                </a:cubicBezTo>
                <a:cubicBezTo>
                  <a:pt x="90" y="11"/>
                  <a:pt x="98" y="7"/>
                  <a:pt x="106" y="4"/>
                </a:cubicBezTo>
                <a:cubicBezTo>
                  <a:pt x="115" y="1"/>
                  <a:pt x="123" y="0"/>
                  <a:pt x="132" y="0"/>
                </a:cubicBezTo>
                <a:lnTo>
                  <a:pt x="20294" y="0"/>
                </a:lnTo>
                <a:cubicBezTo>
                  <a:pt x="20308" y="0"/>
                  <a:pt x="20322" y="1"/>
                  <a:pt x="20336" y="4"/>
                </a:cubicBezTo>
                <a:cubicBezTo>
                  <a:pt x="20349" y="7"/>
                  <a:pt x="20363" y="11"/>
                  <a:pt x="20375" y="16"/>
                </a:cubicBezTo>
                <a:cubicBezTo>
                  <a:pt x="20388" y="21"/>
                  <a:pt x="20400" y="28"/>
                  <a:pt x="20412" y="36"/>
                </a:cubicBezTo>
                <a:cubicBezTo>
                  <a:pt x="20424" y="43"/>
                  <a:pt x="20434" y="52"/>
                  <a:pt x="20444" y="62"/>
                </a:cubicBezTo>
                <a:cubicBezTo>
                  <a:pt x="20454" y="72"/>
                  <a:pt x="20463" y="83"/>
                  <a:pt x="20470" y="94"/>
                </a:cubicBezTo>
                <a:cubicBezTo>
                  <a:pt x="20478" y="106"/>
                  <a:pt x="20485" y="118"/>
                  <a:pt x="20490" y="131"/>
                </a:cubicBezTo>
                <a:cubicBezTo>
                  <a:pt x="20495" y="144"/>
                  <a:pt x="20499" y="157"/>
                  <a:pt x="20502" y="170"/>
                </a:cubicBezTo>
                <a:cubicBezTo>
                  <a:pt x="20505" y="184"/>
                  <a:pt x="20506" y="198"/>
                  <a:pt x="20506" y="212"/>
                </a:cubicBezTo>
                <a:lnTo>
                  <a:pt x="20506" y="1403"/>
                </a:lnTo>
                <a:cubicBezTo>
                  <a:pt x="20506" y="1417"/>
                  <a:pt x="20505" y="1431"/>
                  <a:pt x="20502" y="1445"/>
                </a:cubicBezTo>
                <a:cubicBezTo>
                  <a:pt x="20499" y="1458"/>
                  <a:pt x="20495" y="1471"/>
                  <a:pt x="20490" y="1484"/>
                </a:cubicBezTo>
                <a:cubicBezTo>
                  <a:pt x="20485" y="1497"/>
                  <a:pt x="20478" y="1509"/>
                  <a:pt x="20470" y="1521"/>
                </a:cubicBezTo>
                <a:cubicBezTo>
                  <a:pt x="20463" y="1532"/>
                  <a:pt x="20454" y="1543"/>
                  <a:pt x="20444" y="1553"/>
                </a:cubicBezTo>
                <a:cubicBezTo>
                  <a:pt x="20434" y="1563"/>
                  <a:pt x="20424" y="1572"/>
                  <a:pt x="20412" y="1579"/>
                </a:cubicBezTo>
                <a:cubicBezTo>
                  <a:pt x="20400" y="1587"/>
                  <a:pt x="20388" y="1594"/>
                  <a:pt x="20375" y="1599"/>
                </a:cubicBezTo>
                <a:cubicBezTo>
                  <a:pt x="20363" y="1604"/>
                  <a:pt x="20349" y="1608"/>
                  <a:pt x="20336" y="1611"/>
                </a:cubicBezTo>
                <a:cubicBezTo>
                  <a:pt x="20322" y="1614"/>
                  <a:pt x="20308" y="1615"/>
                  <a:pt x="20294" y="1615"/>
                </a:cubicBezTo>
                <a:lnTo>
                  <a:pt x="132" y="1615"/>
                </a:lnTo>
                <a:cubicBezTo>
                  <a:pt x="123" y="1615"/>
                  <a:pt x="115" y="1614"/>
                  <a:pt x="106" y="1611"/>
                </a:cubicBezTo>
                <a:cubicBezTo>
                  <a:pt x="98" y="1608"/>
                  <a:pt x="90" y="1604"/>
                  <a:pt x="82" y="1599"/>
                </a:cubicBezTo>
                <a:cubicBezTo>
                  <a:pt x="74" y="1594"/>
                  <a:pt x="66" y="1587"/>
                  <a:pt x="59" y="1579"/>
                </a:cubicBezTo>
                <a:cubicBezTo>
                  <a:pt x="51" y="1572"/>
                  <a:pt x="45" y="1563"/>
                  <a:pt x="39" y="1553"/>
                </a:cubicBezTo>
                <a:cubicBezTo>
                  <a:pt x="32" y="1543"/>
                  <a:pt x="27" y="1532"/>
                  <a:pt x="22" y="1521"/>
                </a:cubicBezTo>
                <a:cubicBezTo>
                  <a:pt x="17" y="1509"/>
                  <a:pt x="13" y="1497"/>
                  <a:pt x="10" y="1484"/>
                </a:cubicBezTo>
                <a:cubicBezTo>
                  <a:pt x="7" y="1471"/>
                  <a:pt x="4" y="1458"/>
                  <a:pt x="2" y="1445"/>
                </a:cubicBezTo>
                <a:cubicBezTo>
                  <a:pt x="1" y="1431"/>
                  <a:pt x="0" y="1417"/>
                  <a:pt x="0" y="1403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" name=""/>
          <p:cNvSpPr/>
          <p:nvPr/>
        </p:nvSpPr>
        <p:spPr>
          <a:xfrm>
            <a:off x="456840" y="2400120"/>
            <a:ext cx="7410960" cy="581400"/>
          </a:xfrm>
          <a:custGeom>
            <a:avLst/>
            <a:gdLst/>
            <a:ahLst/>
            <a:rect l="0" t="0" r="r" b="b"/>
            <a:pathLst>
              <a:path w="20586" h="1615">
                <a:moveTo>
                  <a:pt x="0" y="0"/>
                </a:moveTo>
                <a:lnTo>
                  <a:pt x="20586" y="0"/>
                </a:lnTo>
                <a:lnTo>
                  <a:pt x="20586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9920" y="1615320"/>
            <a:ext cx="2061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Aanleiding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/>
          <p:nvPr/>
        </p:nvSpPr>
        <p:spPr>
          <a:xfrm>
            <a:off x="485640" y="3057480"/>
            <a:ext cx="7382160" cy="581400"/>
          </a:xfrm>
          <a:custGeom>
            <a:avLst/>
            <a:gdLst/>
            <a:ahLst/>
            <a:rect l="0" t="0" r="r" b="b"/>
            <a:pathLst>
              <a:path w="20506" h="1615">
                <a:moveTo>
                  <a:pt x="0" y="1403"/>
                </a:moveTo>
                <a:lnTo>
                  <a:pt x="0" y="211"/>
                </a:lnTo>
                <a:cubicBezTo>
                  <a:pt x="0" y="197"/>
                  <a:pt x="1" y="184"/>
                  <a:pt x="2" y="170"/>
                </a:cubicBezTo>
                <a:cubicBezTo>
                  <a:pt x="4" y="156"/>
                  <a:pt x="7" y="143"/>
                  <a:pt x="10" y="130"/>
                </a:cubicBezTo>
                <a:cubicBezTo>
                  <a:pt x="13" y="117"/>
                  <a:pt x="17" y="105"/>
                  <a:pt x="22" y="94"/>
                </a:cubicBezTo>
                <a:cubicBezTo>
                  <a:pt x="27" y="82"/>
                  <a:pt x="32" y="71"/>
                  <a:pt x="39" y="62"/>
                </a:cubicBezTo>
                <a:cubicBezTo>
                  <a:pt x="45" y="52"/>
                  <a:pt x="51" y="43"/>
                  <a:pt x="59" y="35"/>
                </a:cubicBezTo>
                <a:cubicBezTo>
                  <a:pt x="66" y="28"/>
                  <a:pt x="74" y="21"/>
                  <a:pt x="82" y="16"/>
                </a:cubicBezTo>
                <a:cubicBezTo>
                  <a:pt x="90" y="10"/>
                  <a:pt x="98" y="6"/>
                  <a:pt x="106" y="4"/>
                </a:cubicBezTo>
                <a:cubicBezTo>
                  <a:pt x="115" y="1"/>
                  <a:pt x="123" y="0"/>
                  <a:pt x="132" y="0"/>
                </a:cubicBezTo>
                <a:lnTo>
                  <a:pt x="20294" y="0"/>
                </a:lnTo>
                <a:cubicBezTo>
                  <a:pt x="20308" y="0"/>
                  <a:pt x="20322" y="1"/>
                  <a:pt x="20336" y="4"/>
                </a:cubicBezTo>
                <a:cubicBezTo>
                  <a:pt x="20349" y="6"/>
                  <a:pt x="20363" y="10"/>
                  <a:pt x="20375" y="16"/>
                </a:cubicBezTo>
                <a:cubicBezTo>
                  <a:pt x="20388" y="21"/>
                  <a:pt x="20400" y="28"/>
                  <a:pt x="20412" y="35"/>
                </a:cubicBezTo>
                <a:cubicBezTo>
                  <a:pt x="20424" y="43"/>
                  <a:pt x="20434" y="52"/>
                  <a:pt x="20444" y="62"/>
                </a:cubicBezTo>
                <a:cubicBezTo>
                  <a:pt x="20454" y="71"/>
                  <a:pt x="20463" y="82"/>
                  <a:pt x="20470" y="94"/>
                </a:cubicBezTo>
                <a:cubicBezTo>
                  <a:pt x="20478" y="105"/>
                  <a:pt x="20485" y="117"/>
                  <a:pt x="20490" y="130"/>
                </a:cubicBezTo>
                <a:cubicBezTo>
                  <a:pt x="20495" y="143"/>
                  <a:pt x="20499" y="156"/>
                  <a:pt x="20502" y="170"/>
                </a:cubicBezTo>
                <a:cubicBezTo>
                  <a:pt x="20505" y="184"/>
                  <a:pt x="20506" y="197"/>
                  <a:pt x="20506" y="211"/>
                </a:cubicBezTo>
                <a:lnTo>
                  <a:pt x="20506" y="1403"/>
                </a:lnTo>
                <a:cubicBezTo>
                  <a:pt x="20506" y="1417"/>
                  <a:pt x="20505" y="1431"/>
                  <a:pt x="20502" y="1444"/>
                </a:cubicBezTo>
                <a:cubicBezTo>
                  <a:pt x="20499" y="1458"/>
                  <a:pt x="20495" y="1471"/>
                  <a:pt x="20490" y="1484"/>
                </a:cubicBezTo>
                <a:cubicBezTo>
                  <a:pt x="20485" y="1497"/>
                  <a:pt x="20478" y="1509"/>
                  <a:pt x="20470" y="1521"/>
                </a:cubicBezTo>
                <a:cubicBezTo>
                  <a:pt x="20463" y="1532"/>
                  <a:pt x="20454" y="1543"/>
                  <a:pt x="20444" y="1553"/>
                </a:cubicBezTo>
                <a:cubicBezTo>
                  <a:pt x="20434" y="1562"/>
                  <a:pt x="20424" y="1571"/>
                  <a:pt x="20412" y="1579"/>
                </a:cubicBezTo>
                <a:cubicBezTo>
                  <a:pt x="20400" y="1587"/>
                  <a:pt x="20388" y="1593"/>
                  <a:pt x="20375" y="1598"/>
                </a:cubicBezTo>
                <a:cubicBezTo>
                  <a:pt x="20363" y="1604"/>
                  <a:pt x="20349" y="1608"/>
                  <a:pt x="20336" y="1611"/>
                </a:cubicBezTo>
                <a:cubicBezTo>
                  <a:pt x="20322" y="1613"/>
                  <a:pt x="20308" y="1615"/>
                  <a:pt x="20294" y="1615"/>
                </a:cubicBezTo>
                <a:lnTo>
                  <a:pt x="132" y="1615"/>
                </a:lnTo>
                <a:cubicBezTo>
                  <a:pt x="123" y="1615"/>
                  <a:pt x="115" y="1613"/>
                  <a:pt x="106" y="1611"/>
                </a:cubicBezTo>
                <a:cubicBezTo>
                  <a:pt x="98" y="1608"/>
                  <a:pt x="90" y="1604"/>
                  <a:pt x="82" y="1598"/>
                </a:cubicBezTo>
                <a:cubicBezTo>
                  <a:pt x="74" y="1593"/>
                  <a:pt x="66" y="1587"/>
                  <a:pt x="59" y="1579"/>
                </a:cubicBezTo>
                <a:cubicBezTo>
                  <a:pt x="51" y="1571"/>
                  <a:pt x="45" y="1562"/>
                  <a:pt x="39" y="1553"/>
                </a:cubicBezTo>
                <a:cubicBezTo>
                  <a:pt x="32" y="1543"/>
                  <a:pt x="27" y="1532"/>
                  <a:pt x="22" y="1521"/>
                </a:cubicBezTo>
                <a:cubicBezTo>
                  <a:pt x="17" y="1509"/>
                  <a:pt x="13" y="1497"/>
                  <a:pt x="10" y="1484"/>
                </a:cubicBezTo>
                <a:cubicBezTo>
                  <a:pt x="7" y="1471"/>
                  <a:pt x="4" y="1458"/>
                  <a:pt x="2" y="1444"/>
                </a:cubicBezTo>
                <a:cubicBezTo>
                  <a:pt x="1" y="1431"/>
                  <a:pt x="0" y="1417"/>
                  <a:pt x="0" y="1403"/>
                </a:cubicBezTo>
                <a:close/>
              </a:path>
            </a:pathLst>
          </a:custGeom>
          <a:solidFill>
            <a:srgbClr val="f0e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/>
          <p:nvPr/>
        </p:nvSpPr>
        <p:spPr>
          <a:xfrm>
            <a:off x="456840" y="3057480"/>
            <a:ext cx="7410960" cy="581400"/>
          </a:xfrm>
          <a:custGeom>
            <a:avLst/>
            <a:gdLst/>
            <a:ahLst/>
            <a:rect l="0" t="0" r="r" b="b"/>
            <a:pathLst>
              <a:path w="20586" h="1615">
                <a:moveTo>
                  <a:pt x="0" y="0"/>
                </a:moveTo>
                <a:lnTo>
                  <a:pt x="20586" y="0"/>
                </a:lnTo>
                <a:lnTo>
                  <a:pt x="20586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7a5d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12440" y="2583000"/>
            <a:ext cx="63558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40" spc="-1" strike="noStrike">
                <a:solidFill>
                  <a:srgbClr val="1a1a2e"/>
                </a:solidFill>
                <a:latin typeface="Arial"/>
                <a:ea typeface="Arial"/>
              </a:rPr>
              <a:t>Bouwen we geen stoomtrein door koppelvlakken te standaardiseren?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12440" y="3240360"/>
            <a:ext cx="665748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40" spc="-1" strike="noStrike">
                <a:solidFill>
                  <a:srgbClr val="1a1a2e"/>
                </a:solidFill>
                <a:latin typeface="Arial"/>
                <a:ea typeface="Arial"/>
              </a:rPr>
              <a:t>Zeker met de opkomst van AI. Hebben we straks geen vliegende auto's?</a:t>
            </a:r>
            <a:endParaRPr b="0" lang="en-US" sz="14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485640" y="1457280"/>
            <a:ext cx="7553520" cy="686160"/>
          </a:xfrm>
          <a:custGeom>
            <a:avLst/>
            <a:gdLst/>
            <a:ahLst/>
            <a:rect l="0" t="0" r="r" b="b"/>
            <a:pathLst>
              <a:path w="20982" h="1906">
                <a:moveTo>
                  <a:pt x="0" y="1694"/>
                </a:moveTo>
                <a:lnTo>
                  <a:pt x="0" y="211"/>
                </a:lnTo>
                <a:cubicBezTo>
                  <a:pt x="0" y="197"/>
                  <a:pt x="1" y="184"/>
                  <a:pt x="2" y="170"/>
                </a:cubicBezTo>
                <a:cubicBezTo>
                  <a:pt x="4" y="156"/>
                  <a:pt x="7" y="143"/>
                  <a:pt x="10" y="130"/>
                </a:cubicBezTo>
                <a:cubicBezTo>
                  <a:pt x="13" y="117"/>
                  <a:pt x="17" y="105"/>
                  <a:pt x="22" y="94"/>
                </a:cubicBezTo>
                <a:cubicBezTo>
                  <a:pt x="27" y="82"/>
                  <a:pt x="32" y="71"/>
                  <a:pt x="39" y="62"/>
                </a:cubicBezTo>
                <a:cubicBezTo>
                  <a:pt x="45" y="52"/>
                  <a:pt x="51" y="43"/>
                  <a:pt x="59" y="35"/>
                </a:cubicBezTo>
                <a:cubicBezTo>
                  <a:pt x="66" y="28"/>
                  <a:pt x="74" y="21"/>
                  <a:pt x="82" y="16"/>
                </a:cubicBezTo>
                <a:cubicBezTo>
                  <a:pt x="90" y="10"/>
                  <a:pt x="98" y="6"/>
                  <a:pt x="106" y="4"/>
                </a:cubicBezTo>
                <a:cubicBezTo>
                  <a:pt x="115" y="1"/>
                  <a:pt x="123" y="0"/>
                  <a:pt x="132" y="0"/>
                </a:cubicBezTo>
                <a:lnTo>
                  <a:pt x="20771" y="0"/>
                </a:lnTo>
                <a:cubicBezTo>
                  <a:pt x="20785" y="0"/>
                  <a:pt x="20798" y="1"/>
                  <a:pt x="20812" y="4"/>
                </a:cubicBezTo>
                <a:cubicBezTo>
                  <a:pt x="20826" y="6"/>
                  <a:pt x="20839" y="10"/>
                  <a:pt x="20852" y="16"/>
                </a:cubicBezTo>
                <a:cubicBezTo>
                  <a:pt x="20865" y="21"/>
                  <a:pt x="20877" y="28"/>
                  <a:pt x="20888" y="35"/>
                </a:cubicBezTo>
                <a:cubicBezTo>
                  <a:pt x="20900" y="43"/>
                  <a:pt x="20911" y="52"/>
                  <a:pt x="20920" y="62"/>
                </a:cubicBezTo>
                <a:cubicBezTo>
                  <a:pt x="20930" y="71"/>
                  <a:pt x="20939" y="82"/>
                  <a:pt x="20947" y="94"/>
                </a:cubicBezTo>
                <a:cubicBezTo>
                  <a:pt x="20954" y="105"/>
                  <a:pt x="20961" y="117"/>
                  <a:pt x="20966" y="130"/>
                </a:cubicBezTo>
                <a:cubicBezTo>
                  <a:pt x="20972" y="143"/>
                  <a:pt x="20976" y="156"/>
                  <a:pt x="20978" y="170"/>
                </a:cubicBezTo>
                <a:cubicBezTo>
                  <a:pt x="20981" y="184"/>
                  <a:pt x="20982" y="197"/>
                  <a:pt x="20982" y="211"/>
                </a:cubicBezTo>
                <a:lnTo>
                  <a:pt x="20982" y="1694"/>
                </a:lnTo>
                <a:cubicBezTo>
                  <a:pt x="20982" y="1708"/>
                  <a:pt x="20981" y="1722"/>
                  <a:pt x="20978" y="1735"/>
                </a:cubicBezTo>
                <a:cubicBezTo>
                  <a:pt x="20976" y="1749"/>
                  <a:pt x="20972" y="1762"/>
                  <a:pt x="20966" y="1775"/>
                </a:cubicBezTo>
                <a:cubicBezTo>
                  <a:pt x="20961" y="1788"/>
                  <a:pt x="20954" y="1800"/>
                  <a:pt x="20947" y="1812"/>
                </a:cubicBezTo>
                <a:cubicBezTo>
                  <a:pt x="20939" y="1823"/>
                  <a:pt x="20930" y="1834"/>
                  <a:pt x="20920" y="1844"/>
                </a:cubicBezTo>
                <a:cubicBezTo>
                  <a:pt x="20911" y="1853"/>
                  <a:pt x="20900" y="1862"/>
                  <a:pt x="20888" y="1870"/>
                </a:cubicBezTo>
                <a:cubicBezTo>
                  <a:pt x="20877" y="1878"/>
                  <a:pt x="20865" y="1884"/>
                  <a:pt x="20852" y="1890"/>
                </a:cubicBezTo>
                <a:cubicBezTo>
                  <a:pt x="20839" y="1895"/>
                  <a:pt x="20826" y="1899"/>
                  <a:pt x="20812" y="1902"/>
                </a:cubicBezTo>
                <a:cubicBezTo>
                  <a:pt x="20798" y="1904"/>
                  <a:pt x="20785" y="1906"/>
                  <a:pt x="20771" y="1906"/>
                </a:cubicBezTo>
                <a:lnTo>
                  <a:pt x="132" y="1906"/>
                </a:lnTo>
                <a:cubicBezTo>
                  <a:pt x="123" y="1906"/>
                  <a:pt x="115" y="1904"/>
                  <a:pt x="106" y="1902"/>
                </a:cubicBezTo>
                <a:cubicBezTo>
                  <a:pt x="98" y="1899"/>
                  <a:pt x="90" y="1895"/>
                  <a:pt x="82" y="1890"/>
                </a:cubicBezTo>
                <a:cubicBezTo>
                  <a:pt x="74" y="1884"/>
                  <a:pt x="66" y="1878"/>
                  <a:pt x="59" y="1870"/>
                </a:cubicBezTo>
                <a:cubicBezTo>
                  <a:pt x="51" y="1862"/>
                  <a:pt x="45" y="1853"/>
                  <a:pt x="39" y="1844"/>
                </a:cubicBezTo>
                <a:cubicBezTo>
                  <a:pt x="32" y="1834"/>
                  <a:pt x="27" y="1823"/>
                  <a:pt x="22" y="1812"/>
                </a:cubicBezTo>
                <a:cubicBezTo>
                  <a:pt x="17" y="1800"/>
                  <a:pt x="13" y="1788"/>
                  <a:pt x="10" y="1775"/>
                </a:cubicBezTo>
                <a:cubicBezTo>
                  <a:pt x="7" y="1762"/>
                  <a:pt x="4" y="1749"/>
                  <a:pt x="2" y="1735"/>
                </a:cubicBezTo>
                <a:cubicBezTo>
                  <a:pt x="1" y="1722"/>
                  <a:pt x="0" y="1708"/>
                  <a:pt x="0" y="1694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/>
          <p:nvPr/>
        </p:nvSpPr>
        <p:spPr>
          <a:xfrm>
            <a:off x="456840" y="1457280"/>
            <a:ext cx="7582320" cy="686160"/>
          </a:xfrm>
          <a:custGeom>
            <a:avLst/>
            <a:gdLst/>
            <a:ahLst/>
            <a:rect l="0" t="0" r="r" b="b"/>
            <a:pathLst>
              <a:path w="21062" h="1906">
                <a:moveTo>
                  <a:pt x="0" y="0"/>
                </a:moveTo>
                <a:lnTo>
                  <a:pt x="21062" y="0"/>
                </a:lnTo>
                <a:lnTo>
                  <a:pt x="21062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39920" y="796320"/>
            <a:ext cx="1850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Conclusie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96960" y="1589400"/>
            <a:ext cx="8036640" cy="1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20" spc="-1" strike="noStrike">
                <a:solidFill>
                  <a:srgbClr val="1a1a2e"/>
                </a:solidFill>
                <a:latin typeface="Arial"/>
                <a:ea typeface="Arial"/>
              </a:rPr>
              <a:t>Ja, er rijdt een stoomtrein. Wij bouwen de rails, waar de hogesnelheidstrein en de magneettrein ook op</a:t>
            </a:r>
            <a:endParaRPr b="0" lang="en-US" sz="1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/>
          <p:nvPr/>
        </p:nvSpPr>
        <p:spPr>
          <a:xfrm>
            <a:off x="485640" y="2219040"/>
            <a:ext cx="7553520" cy="695880"/>
          </a:xfrm>
          <a:custGeom>
            <a:avLst/>
            <a:gdLst/>
            <a:ahLst/>
            <a:rect l="0" t="0" r="r" b="b"/>
            <a:pathLst>
              <a:path w="20982" h="1933">
                <a:moveTo>
                  <a:pt x="0" y="1721"/>
                </a:moveTo>
                <a:lnTo>
                  <a:pt x="0" y="212"/>
                </a:lnTo>
                <a:cubicBezTo>
                  <a:pt x="0" y="198"/>
                  <a:pt x="1" y="184"/>
                  <a:pt x="2" y="171"/>
                </a:cubicBezTo>
                <a:cubicBezTo>
                  <a:pt x="4" y="157"/>
                  <a:pt x="7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9" y="62"/>
                </a:cubicBezTo>
                <a:cubicBezTo>
                  <a:pt x="45" y="52"/>
                  <a:pt x="51" y="44"/>
                  <a:pt x="59" y="36"/>
                </a:cubicBezTo>
                <a:cubicBezTo>
                  <a:pt x="66" y="28"/>
                  <a:pt x="74" y="22"/>
                  <a:pt x="82" y="16"/>
                </a:cubicBezTo>
                <a:cubicBezTo>
                  <a:pt x="90" y="11"/>
                  <a:pt x="98" y="7"/>
                  <a:pt x="106" y="4"/>
                </a:cubicBezTo>
                <a:cubicBezTo>
                  <a:pt x="115" y="2"/>
                  <a:pt x="123" y="0"/>
                  <a:pt x="132" y="0"/>
                </a:cubicBezTo>
                <a:lnTo>
                  <a:pt x="20771" y="0"/>
                </a:lnTo>
                <a:cubicBezTo>
                  <a:pt x="20785" y="0"/>
                  <a:pt x="20798" y="2"/>
                  <a:pt x="20812" y="4"/>
                </a:cubicBezTo>
                <a:cubicBezTo>
                  <a:pt x="20826" y="7"/>
                  <a:pt x="20839" y="11"/>
                  <a:pt x="20852" y="16"/>
                </a:cubicBezTo>
                <a:cubicBezTo>
                  <a:pt x="20865" y="22"/>
                  <a:pt x="20877" y="28"/>
                  <a:pt x="20888" y="36"/>
                </a:cubicBezTo>
                <a:cubicBezTo>
                  <a:pt x="20900" y="44"/>
                  <a:pt x="20911" y="52"/>
                  <a:pt x="20920" y="62"/>
                </a:cubicBezTo>
                <a:cubicBezTo>
                  <a:pt x="20930" y="72"/>
                  <a:pt x="20939" y="83"/>
                  <a:pt x="20947" y="94"/>
                </a:cubicBezTo>
                <a:cubicBezTo>
                  <a:pt x="20954" y="106"/>
                  <a:pt x="20961" y="118"/>
                  <a:pt x="20966" y="131"/>
                </a:cubicBezTo>
                <a:cubicBezTo>
                  <a:pt x="20972" y="144"/>
                  <a:pt x="20976" y="157"/>
                  <a:pt x="20978" y="171"/>
                </a:cubicBezTo>
                <a:cubicBezTo>
                  <a:pt x="20981" y="184"/>
                  <a:pt x="20982" y="198"/>
                  <a:pt x="20982" y="212"/>
                </a:cubicBezTo>
                <a:lnTo>
                  <a:pt x="20982" y="1721"/>
                </a:lnTo>
                <a:cubicBezTo>
                  <a:pt x="20982" y="1735"/>
                  <a:pt x="20981" y="1749"/>
                  <a:pt x="20978" y="1762"/>
                </a:cubicBezTo>
                <a:cubicBezTo>
                  <a:pt x="20976" y="1776"/>
                  <a:pt x="20972" y="1789"/>
                  <a:pt x="20966" y="1802"/>
                </a:cubicBezTo>
                <a:cubicBezTo>
                  <a:pt x="20961" y="1815"/>
                  <a:pt x="20954" y="1827"/>
                  <a:pt x="20947" y="1839"/>
                </a:cubicBezTo>
                <a:cubicBezTo>
                  <a:pt x="20939" y="1850"/>
                  <a:pt x="20930" y="1861"/>
                  <a:pt x="20920" y="1871"/>
                </a:cubicBezTo>
                <a:cubicBezTo>
                  <a:pt x="20911" y="1881"/>
                  <a:pt x="20900" y="1889"/>
                  <a:pt x="20888" y="1897"/>
                </a:cubicBezTo>
                <a:cubicBezTo>
                  <a:pt x="20877" y="1905"/>
                  <a:pt x="20865" y="1911"/>
                  <a:pt x="20852" y="1917"/>
                </a:cubicBezTo>
                <a:cubicBezTo>
                  <a:pt x="20839" y="1922"/>
                  <a:pt x="20826" y="1926"/>
                  <a:pt x="20812" y="1929"/>
                </a:cubicBezTo>
                <a:cubicBezTo>
                  <a:pt x="20798" y="1931"/>
                  <a:pt x="20785" y="1933"/>
                  <a:pt x="20771" y="1933"/>
                </a:cubicBezTo>
                <a:lnTo>
                  <a:pt x="132" y="1933"/>
                </a:lnTo>
                <a:cubicBezTo>
                  <a:pt x="123" y="1933"/>
                  <a:pt x="115" y="1931"/>
                  <a:pt x="106" y="1929"/>
                </a:cubicBezTo>
                <a:cubicBezTo>
                  <a:pt x="98" y="1926"/>
                  <a:pt x="90" y="1922"/>
                  <a:pt x="82" y="1917"/>
                </a:cubicBezTo>
                <a:cubicBezTo>
                  <a:pt x="74" y="1911"/>
                  <a:pt x="66" y="1905"/>
                  <a:pt x="59" y="1897"/>
                </a:cubicBezTo>
                <a:cubicBezTo>
                  <a:pt x="51" y="1889"/>
                  <a:pt x="45" y="1881"/>
                  <a:pt x="39" y="1871"/>
                </a:cubicBezTo>
                <a:cubicBezTo>
                  <a:pt x="32" y="1861"/>
                  <a:pt x="27" y="1850"/>
                  <a:pt x="22" y="1839"/>
                </a:cubicBezTo>
                <a:cubicBezTo>
                  <a:pt x="17" y="1827"/>
                  <a:pt x="13" y="1815"/>
                  <a:pt x="10" y="1802"/>
                </a:cubicBezTo>
                <a:cubicBezTo>
                  <a:pt x="7" y="1789"/>
                  <a:pt x="4" y="1776"/>
                  <a:pt x="2" y="1762"/>
                </a:cubicBezTo>
                <a:cubicBezTo>
                  <a:pt x="1" y="1749"/>
                  <a:pt x="0" y="1735"/>
                  <a:pt x="0" y="1721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456840" y="2219040"/>
            <a:ext cx="7582320" cy="695880"/>
          </a:xfrm>
          <a:custGeom>
            <a:avLst/>
            <a:gdLst/>
            <a:ahLst/>
            <a:rect l="0" t="0" r="r" b="b"/>
            <a:pathLst>
              <a:path w="21062" h="1933">
                <a:moveTo>
                  <a:pt x="0" y="0"/>
                </a:moveTo>
                <a:lnTo>
                  <a:pt x="21062" y="0"/>
                </a:lnTo>
                <a:lnTo>
                  <a:pt x="21062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2e86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96960" y="1818000"/>
            <a:ext cx="601200" cy="1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20" spc="-1" strike="noStrike">
                <a:solidFill>
                  <a:srgbClr val="1a1a2e"/>
                </a:solidFill>
                <a:latin typeface="Arial"/>
                <a:ea typeface="Arial"/>
              </a:rPr>
              <a:t>passen.</a:t>
            </a:r>
            <a:endParaRPr b="0" lang="en-US" sz="1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96960" y="2351160"/>
            <a:ext cx="8158680" cy="1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20" spc="-1" strike="noStrike">
                <a:solidFill>
                  <a:srgbClr val="1a1a2e"/>
                </a:solidFill>
                <a:latin typeface="Arial"/>
                <a:ea typeface="Arial"/>
              </a:rPr>
              <a:t>Dat spoor ontwerpen en robuust en ﬂexibel maken is mensenwerk. Daar is OKx op zijn sterkst; AI draagt</a:t>
            </a:r>
            <a:endParaRPr b="0" lang="en-US" sz="1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485640" y="2981160"/>
            <a:ext cx="7553520" cy="466920"/>
          </a:xfrm>
          <a:custGeom>
            <a:avLst/>
            <a:gdLst/>
            <a:ahLst/>
            <a:rect l="0" t="0" r="r" b="b"/>
            <a:pathLst>
              <a:path w="20982" h="1297">
                <a:moveTo>
                  <a:pt x="0" y="1086"/>
                </a:moveTo>
                <a:lnTo>
                  <a:pt x="0" y="213"/>
                </a:lnTo>
                <a:cubicBezTo>
                  <a:pt x="0" y="199"/>
                  <a:pt x="1" y="185"/>
                  <a:pt x="2" y="171"/>
                </a:cubicBezTo>
                <a:cubicBezTo>
                  <a:pt x="4" y="158"/>
                  <a:pt x="7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2"/>
                  <a:pt x="32" y="72"/>
                  <a:pt x="39" y="62"/>
                </a:cubicBezTo>
                <a:cubicBezTo>
                  <a:pt x="45" y="52"/>
                  <a:pt x="51" y="43"/>
                  <a:pt x="59" y="36"/>
                </a:cubicBezTo>
                <a:cubicBezTo>
                  <a:pt x="66" y="28"/>
                  <a:pt x="74" y="21"/>
                  <a:pt x="82" y="16"/>
                </a:cubicBezTo>
                <a:cubicBezTo>
                  <a:pt x="90" y="11"/>
                  <a:pt x="98" y="7"/>
                  <a:pt x="106" y="4"/>
                </a:cubicBezTo>
                <a:cubicBezTo>
                  <a:pt x="115" y="1"/>
                  <a:pt x="123" y="0"/>
                  <a:pt x="132" y="0"/>
                </a:cubicBezTo>
                <a:lnTo>
                  <a:pt x="20771" y="0"/>
                </a:lnTo>
                <a:cubicBezTo>
                  <a:pt x="20785" y="0"/>
                  <a:pt x="20798" y="1"/>
                  <a:pt x="20812" y="4"/>
                </a:cubicBezTo>
                <a:cubicBezTo>
                  <a:pt x="20826" y="7"/>
                  <a:pt x="20839" y="11"/>
                  <a:pt x="20852" y="16"/>
                </a:cubicBezTo>
                <a:cubicBezTo>
                  <a:pt x="20865" y="21"/>
                  <a:pt x="20877" y="28"/>
                  <a:pt x="20888" y="36"/>
                </a:cubicBezTo>
                <a:cubicBezTo>
                  <a:pt x="20900" y="43"/>
                  <a:pt x="20911" y="52"/>
                  <a:pt x="20920" y="62"/>
                </a:cubicBezTo>
                <a:cubicBezTo>
                  <a:pt x="20930" y="72"/>
                  <a:pt x="20939" y="82"/>
                  <a:pt x="20947" y="94"/>
                </a:cubicBezTo>
                <a:cubicBezTo>
                  <a:pt x="20954" y="106"/>
                  <a:pt x="20961" y="118"/>
                  <a:pt x="20966" y="131"/>
                </a:cubicBezTo>
                <a:cubicBezTo>
                  <a:pt x="20972" y="144"/>
                  <a:pt x="20976" y="158"/>
                  <a:pt x="20978" y="171"/>
                </a:cubicBezTo>
                <a:cubicBezTo>
                  <a:pt x="20981" y="185"/>
                  <a:pt x="20982" y="199"/>
                  <a:pt x="20982" y="213"/>
                </a:cubicBezTo>
                <a:lnTo>
                  <a:pt x="20982" y="1086"/>
                </a:lnTo>
                <a:cubicBezTo>
                  <a:pt x="20982" y="1100"/>
                  <a:pt x="20981" y="1113"/>
                  <a:pt x="20978" y="1127"/>
                </a:cubicBezTo>
                <a:cubicBezTo>
                  <a:pt x="20976" y="1141"/>
                  <a:pt x="20972" y="1154"/>
                  <a:pt x="20966" y="1167"/>
                </a:cubicBezTo>
                <a:cubicBezTo>
                  <a:pt x="20961" y="1180"/>
                  <a:pt x="20954" y="1192"/>
                  <a:pt x="20947" y="1203"/>
                </a:cubicBezTo>
                <a:cubicBezTo>
                  <a:pt x="20939" y="1215"/>
                  <a:pt x="20930" y="1226"/>
                  <a:pt x="20920" y="1235"/>
                </a:cubicBezTo>
                <a:cubicBezTo>
                  <a:pt x="20911" y="1245"/>
                  <a:pt x="20900" y="1254"/>
                  <a:pt x="20888" y="1262"/>
                </a:cubicBezTo>
                <a:cubicBezTo>
                  <a:pt x="20877" y="1269"/>
                  <a:pt x="20865" y="1276"/>
                  <a:pt x="20852" y="1281"/>
                </a:cubicBezTo>
                <a:cubicBezTo>
                  <a:pt x="20839" y="1287"/>
                  <a:pt x="20826" y="1291"/>
                  <a:pt x="20812" y="1293"/>
                </a:cubicBezTo>
                <a:cubicBezTo>
                  <a:pt x="20798" y="1296"/>
                  <a:pt x="20785" y="1297"/>
                  <a:pt x="20771" y="1297"/>
                </a:cubicBezTo>
                <a:lnTo>
                  <a:pt x="132" y="1297"/>
                </a:lnTo>
                <a:cubicBezTo>
                  <a:pt x="123" y="1297"/>
                  <a:pt x="115" y="1296"/>
                  <a:pt x="106" y="1293"/>
                </a:cubicBezTo>
                <a:cubicBezTo>
                  <a:pt x="98" y="1291"/>
                  <a:pt x="90" y="1287"/>
                  <a:pt x="82" y="1281"/>
                </a:cubicBezTo>
                <a:cubicBezTo>
                  <a:pt x="74" y="1276"/>
                  <a:pt x="66" y="1269"/>
                  <a:pt x="59" y="1262"/>
                </a:cubicBezTo>
                <a:cubicBezTo>
                  <a:pt x="51" y="1254"/>
                  <a:pt x="45" y="1245"/>
                  <a:pt x="39" y="1235"/>
                </a:cubicBezTo>
                <a:cubicBezTo>
                  <a:pt x="32" y="1226"/>
                  <a:pt x="27" y="1215"/>
                  <a:pt x="22" y="1203"/>
                </a:cubicBezTo>
                <a:cubicBezTo>
                  <a:pt x="17" y="1192"/>
                  <a:pt x="13" y="1180"/>
                  <a:pt x="10" y="1167"/>
                </a:cubicBezTo>
                <a:cubicBezTo>
                  <a:pt x="7" y="1154"/>
                  <a:pt x="4" y="1141"/>
                  <a:pt x="2" y="1127"/>
                </a:cubicBezTo>
                <a:cubicBezTo>
                  <a:pt x="1" y="1113"/>
                  <a:pt x="0" y="1100"/>
                  <a:pt x="0" y="1086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/>
          <p:nvPr/>
        </p:nvSpPr>
        <p:spPr>
          <a:xfrm>
            <a:off x="456840" y="2981160"/>
            <a:ext cx="7582320" cy="466920"/>
          </a:xfrm>
          <a:custGeom>
            <a:avLst/>
            <a:gdLst/>
            <a:ahLst/>
            <a:rect l="0" t="0" r="r" b="b"/>
            <a:pathLst>
              <a:path w="21062" h="1297">
                <a:moveTo>
                  <a:pt x="0" y="0"/>
                </a:moveTo>
                <a:lnTo>
                  <a:pt x="21062" y="0"/>
                </a:lnTo>
                <a:lnTo>
                  <a:pt x="21062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96960" y="2579760"/>
            <a:ext cx="2086920" cy="1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20" spc="-1" strike="noStrike">
                <a:solidFill>
                  <a:srgbClr val="1a1a2e"/>
                </a:solidFill>
                <a:latin typeface="Arial"/>
                <a:ea typeface="Arial"/>
              </a:rPr>
              <a:t>daar maar beperkt aan bij.</a:t>
            </a:r>
            <a:endParaRPr b="0" lang="en-US" sz="1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466560" y="3590640"/>
            <a:ext cx="914760" cy="286200"/>
          </a:xfrm>
          <a:custGeom>
            <a:avLst/>
            <a:gdLst/>
            <a:ahLst/>
            <a:rect l="0" t="0" r="r" b="b"/>
            <a:pathLst>
              <a:path w="2541" h="795">
                <a:moveTo>
                  <a:pt x="0" y="397"/>
                </a:moveTo>
                <a:cubicBezTo>
                  <a:pt x="0" y="371"/>
                  <a:pt x="3" y="345"/>
                  <a:pt x="8" y="320"/>
                </a:cubicBezTo>
                <a:cubicBezTo>
                  <a:pt x="13" y="294"/>
                  <a:pt x="20" y="269"/>
                  <a:pt x="30" y="245"/>
                </a:cubicBezTo>
                <a:cubicBezTo>
                  <a:pt x="40" y="221"/>
                  <a:pt x="52" y="198"/>
                  <a:pt x="67" y="177"/>
                </a:cubicBezTo>
                <a:cubicBezTo>
                  <a:pt x="81" y="155"/>
                  <a:pt x="98" y="135"/>
                  <a:pt x="116" y="117"/>
                </a:cubicBezTo>
                <a:cubicBezTo>
                  <a:pt x="135" y="98"/>
                  <a:pt x="155" y="82"/>
                  <a:pt x="176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19" y="8"/>
                </a:cubicBezTo>
                <a:cubicBezTo>
                  <a:pt x="345" y="3"/>
                  <a:pt x="371" y="0"/>
                  <a:pt x="397" y="0"/>
                </a:cubicBezTo>
                <a:lnTo>
                  <a:pt x="2143" y="0"/>
                </a:lnTo>
                <a:cubicBezTo>
                  <a:pt x="2169" y="0"/>
                  <a:pt x="2195" y="3"/>
                  <a:pt x="2221" y="8"/>
                </a:cubicBezTo>
                <a:cubicBezTo>
                  <a:pt x="2246" y="13"/>
                  <a:pt x="2271" y="21"/>
                  <a:pt x="2295" y="31"/>
                </a:cubicBezTo>
                <a:cubicBezTo>
                  <a:pt x="2319" y="40"/>
                  <a:pt x="2342" y="53"/>
                  <a:pt x="2364" y="67"/>
                </a:cubicBezTo>
                <a:cubicBezTo>
                  <a:pt x="2385" y="82"/>
                  <a:pt x="2405" y="98"/>
                  <a:pt x="2424" y="117"/>
                </a:cubicBezTo>
                <a:cubicBezTo>
                  <a:pt x="2442" y="135"/>
                  <a:pt x="2459" y="155"/>
                  <a:pt x="2473" y="177"/>
                </a:cubicBezTo>
                <a:cubicBezTo>
                  <a:pt x="2488" y="198"/>
                  <a:pt x="2500" y="221"/>
                  <a:pt x="2510" y="245"/>
                </a:cubicBezTo>
                <a:cubicBezTo>
                  <a:pt x="2521" y="269"/>
                  <a:pt x="2528" y="294"/>
                  <a:pt x="2533" y="320"/>
                </a:cubicBezTo>
                <a:cubicBezTo>
                  <a:pt x="2538" y="345"/>
                  <a:pt x="2541" y="371"/>
                  <a:pt x="2541" y="397"/>
                </a:cubicBezTo>
                <a:cubicBezTo>
                  <a:pt x="2541" y="423"/>
                  <a:pt x="2538" y="449"/>
                  <a:pt x="2533" y="475"/>
                </a:cubicBezTo>
                <a:cubicBezTo>
                  <a:pt x="2528" y="500"/>
                  <a:pt x="2521" y="525"/>
                  <a:pt x="2510" y="549"/>
                </a:cubicBezTo>
                <a:cubicBezTo>
                  <a:pt x="2500" y="573"/>
                  <a:pt x="2488" y="596"/>
                  <a:pt x="2473" y="618"/>
                </a:cubicBezTo>
                <a:cubicBezTo>
                  <a:pt x="2459" y="639"/>
                  <a:pt x="2442" y="659"/>
                  <a:pt x="2424" y="678"/>
                </a:cubicBezTo>
                <a:cubicBezTo>
                  <a:pt x="2405" y="696"/>
                  <a:pt x="2385" y="713"/>
                  <a:pt x="2364" y="727"/>
                </a:cubicBezTo>
                <a:cubicBezTo>
                  <a:pt x="2342" y="743"/>
                  <a:pt x="2319" y="755"/>
                  <a:pt x="2295" y="765"/>
                </a:cubicBezTo>
                <a:cubicBezTo>
                  <a:pt x="2271" y="775"/>
                  <a:pt x="2246" y="782"/>
                  <a:pt x="2221" y="787"/>
                </a:cubicBezTo>
                <a:cubicBezTo>
                  <a:pt x="2195" y="792"/>
                  <a:pt x="2169" y="795"/>
                  <a:pt x="2143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6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59"/>
                  <a:pt x="81" y="639"/>
                  <a:pt x="67" y="618"/>
                </a:cubicBezTo>
                <a:cubicBezTo>
                  <a:pt x="52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466560" y="3590640"/>
            <a:ext cx="914760" cy="286200"/>
          </a:xfrm>
          <a:custGeom>
            <a:avLst/>
            <a:gdLst/>
            <a:ahLst/>
            <a:rect l="0" t="0" r="r" b="b"/>
            <a:pathLst>
              <a:path w="2541" h="795">
                <a:moveTo>
                  <a:pt x="0" y="397"/>
                </a:moveTo>
                <a:cubicBezTo>
                  <a:pt x="0" y="371"/>
                  <a:pt x="3" y="345"/>
                  <a:pt x="8" y="320"/>
                </a:cubicBezTo>
                <a:cubicBezTo>
                  <a:pt x="13" y="294"/>
                  <a:pt x="20" y="269"/>
                  <a:pt x="30" y="245"/>
                </a:cubicBezTo>
                <a:cubicBezTo>
                  <a:pt x="40" y="221"/>
                  <a:pt x="52" y="198"/>
                  <a:pt x="67" y="177"/>
                </a:cubicBezTo>
                <a:cubicBezTo>
                  <a:pt x="81" y="155"/>
                  <a:pt x="98" y="135"/>
                  <a:pt x="116" y="117"/>
                </a:cubicBezTo>
                <a:cubicBezTo>
                  <a:pt x="135" y="98"/>
                  <a:pt x="155" y="82"/>
                  <a:pt x="176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19" y="8"/>
                </a:cubicBezTo>
                <a:cubicBezTo>
                  <a:pt x="345" y="3"/>
                  <a:pt x="371" y="0"/>
                  <a:pt x="397" y="0"/>
                </a:cubicBezTo>
                <a:lnTo>
                  <a:pt x="2143" y="0"/>
                </a:lnTo>
                <a:cubicBezTo>
                  <a:pt x="2169" y="0"/>
                  <a:pt x="2195" y="3"/>
                  <a:pt x="2221" y="8"/>
                </a:cubicBezTo>
                <a:cubicBezTo>
                  <a:pt x="2246" y="13"/>
                  <a:pt x="2271" y="21"/>
                  <a:pt x="2295" y="31"/>
                </a:cubicBezTo>
                <a:cubicBezTo>
                  <a:pt x="2319" y="40"/>
                  <a:pt x="2342" y="53"/>
                  <a:pt x="2364" y="67"/>
                </a:cubicBezTo>
                <a:cubicBezTo>
                  <a:pt x="2385" y="82"/>
                  <a:pt x="2405" y="98"/>
                  <a:pt x="2424" y="117"/>
                </a:cubicBezTo>
                <a:cubicBezTo>
                  <a:pt x="2442" y="135"/>
                  <a:pt x="2459" y="155"/>
                  <a:pt x="2473" y="177"/>
                </a:cubicBezTo>
                <a:cubicBezTo>
                  <a:pt x="2488" y="198"/>
                  <a:pt x="2500" y="221"/>
                  <a:pt x="2510" y="245"/>
                </a:cubicBezTo>
                <a:cubicBezTo>
                  <a:pt x="2521" y="269"/>
                  <a:pt x="2528" y="294"/>
                  <a:pt x="2533" y="320"/>
                </a:cubicBezTo>
                <a:cubicBezTo>
                  <a:pt x="2538" y="345"/>
                  <a:pt x="2541" y="371"/>
                  <a:pt x="2541" y="397"/>
                </a:cubicBezTo>
                <a:cubicBezTo>
                  <a:pt x="2541" y="423"/>
                  <a:pt x="2538" y="449"/>
                  <a:pt x="2533" y="475"/>
                </a:cubicBezTo>
                <a:cubicBezTo>
                  <a:pt x="2528" y="500"/>
                  <a:pt x="2521" y="525"/>
                  <a:pt x="2510" y="549"/>
                </a:cubicBezTo>
                <a:cubicBezTo>
                  <a:pt x="2500" y="573"/>
                  <a:pt x="2488" y="596"/>
                  <a:pt x="2473" y="618"/>
                </a:cubicBezTo>
                <a:cubicBezTo>
                  <a:pt x="2459" y="639"/>
                  <a:pt x="2442" y="659"/>
                  <a:pt x="2424" y="678"/>
                </a:cubicBezTo>
                <a:cubicBezTo>
                  <a:pt x="2405" y="696"/>
                  <a:pt x="2385" y="713"/>
                  <a:pt x="2364" y="727"/>
                </a:cubicBezTo>
                <a:cubicBezTo>
                  <a:pt x="2342" y="743"/>
                  <a:pt x="2319" y="755"/>
                  <a:pt x="2295" y="765"/>
                </a:cubicBezTo>
                <a:cubicBezTo>
                  <a:pt x="2271" y="775"/>
                  <a:pt x="2246" y="782"/>
                  <a:pt x="2221" y="787"/>
                </a:cubicBezTo>
                <a:cubicBezTo>
                  <a:pt x="2195" y="792"/>
                  <a:pt x="2169" y="795"/>
                  <a:pt x="2143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6" y="727"/>
                </a:cubicBezTo>
                <a:cubicBezTo>
                  <a:pt x="155" y="713"/>
                  <a:pt x="135" y="696"/>
                  <a:pt x="116" y="678"/>
                </a:cubicBezTo>
                <a:cubicBezTo>
                  <a:pt x="98" y="659"/>
                  <a:pt x="81" y="639"/>
                  <a:pt x="67" y="618"/>
                </a:cubicBezTo>
                <a:cubicBezTo>
                  <a:pt x="52" y="596"/>
                  <a:pt x="40" y="573"/>
                  <a:pt x="30" y="549"/>
                </a:cubicBezTo>
                <a:cubicBezTo>
                  <a:pt x="20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noFill/>
          <a:ln w="18720">
            <a:solidFill>
              <a:srgbClr val="5b667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96960" y="3122640"/>
            <a:ext cx="4084920" cy="1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20" spc="-1" strike="noStrike">
                <a:solidFill>
                  <a:srgbClr val="1a1a2e"/>
                </a:solidFill>
                <a:latin typeface="Arial"/>
                <a:ea typeface="Arial"/>
              </a:rPr>
              <a:t>En we leggen het zo vast dat AI er straks los op kan.</a:t>
            </a:r>
            <a:endParaRPr b="0" lang="en-US" sz="12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2447640" y="3590640"/>
            <a:ext cx="1371960" cy="286200"/>
          </a:xfrm>
          <a:custGeom>
            <a:avLst/>
            <a:gdLst/>
            <a:ahLst/>
            <a:rect l="0" t="0" r="r" b="b"/>
            <a:pathLst>
              <a:path w="3811" h="795">
                <a:moveTo>
                  <a:pt x="0" y="397"/>
                </a:moveTo>
                <a:cubicBezTo>
                  <a:pt x="0" y="371"/>
                  <a:pt x="3" y="345"/>
                  <a:pt x="8" y="320"/>
                </a:cubicBezTo>
                <a:cubicBezTo>
                  <a:pt x="13" y="294"/>
                  <a:pt x="21" y="269"/>
                  <a:pt x="31" y="245"/>
                </a:cubicBezTo>
                <a:cubicBezTo>
                  <a:pt x="40" y="221"/>
                  <a:pt x="53" y="198"/>
                  <a:pt x="67" y="177"/>
                </a:cubicBezTo>
                <a:cubicBezTo>
                  <a:pt x="82" y="155"/>
                  <a:pt x="98" y="135"/>
                  <a:pt x="117" y="117"/>
                </a:cubicBezTo>
                <a:cubicBezTo>
                  <a:pt x="135" y="98"/>
                  <a:pt x="155" y="82"/>
                  <a:pt x="177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20" y="8"/>
                </a:cubicBezTo>
                <a:cubicBezTo>
                  <a:pt x="345" y="3"/>
                  <a:pt x="371" y="0"/>
                  <a:pt x="397" y="0"/>
                </a:cubicBezTo>
                <a:lnTo>
                  <a:pt x="3414" y="0"/>
                </a:lnTo>
                <a:cubicBezTo>
                  <a:pt x="3440" y="0"/>
                  <a:pt x="3466" y="3"/>
                  <a:pt x="3492" y="8"/>
                </a:cubicBezTo>
                <a:cubicBezTo>
                  <a:pt x="3517" y="13"/>
                  <a:pt x="3542" y="21"/>
                  <a:pt x="3566" y="31"/>
                </a:cubicBezTo>
                <a:cubicBezTo>
                  <a:pt x="3590" y="40"/>
                  <a:pt x="3613" y="53"/>
                  <a:pt x="3635" y="67"/>
                </a:cubicBezTo>
                <a:cubicBezTo>
                  <a:pt x="3657" y="82"/>
                  <a:pt x="3677" y="98"/>
                  <a:pt x="3695" y="117"/>
                </a:cubicBezTo>
                <a:cubicBezTo>
                  <a:pt x="3713" y="135"/>
                  <a:pt x="3730" y="155"/>
                  <a:pt x="3744" y="177"/>
                </a:cubicBezTo>
                <a:cubicBezTo>
                  <a:pt x="3759" y="198"/>
                  <a:pt x="3771" y="221"/>
                  <a:pt x="3781" y="245"/>
                </a:cubicBezTo>
                <a:cubicBezTo>
                  <a:pt x="3791" y="269"/>
                  <a:pt x="3799" y="294"/>
                  <a:pt x="3804" y="320"/>
                </a:cubicBezTo>
                <a:cubicBezTo>
                  <a:pt x="3809" y="345"/>
                  <a:pt x="3811" y="371"/>
                  <a:pt x="3811" y="397"/>
                </a:cubicBezTo>
                <a:cubicBezTo>
                  <a:pt x="3811" y="423"/>
                  <a:pt x="3809" y="449"/>
                  <a:pt x="3804" y="475"/>
                </a:cubicBezTo>
                <a:cubicBezTo>
                  <a:pt x="3799" y="500"/>
                  <a:pt x="3791" y="525"/>
                  <a:pt x="3781" y="549"/>
                </a:cubicBezTo>
                <a:cubicBezTo>
                  <a:pt x="3771" y="573"/>
                  <a:pt x="3759" y="596"/>
                  <a:pt x="3744" y="618"/>
                </a:cubicBezTo>
                <a:cubicBezTo>
                  <a:pt x="3730" y="639"/>
                  <a:pt x="3713" y="659"/>
                  <a:pt x="3695" y="678"/>
                </a:cubicBezTo>
                <a:cubicBezTo>
                  <a:pt x="3677" y="696"/>
                  <a:pt x="3657" y="713"/>
                  <a:pt x="3635" y="727"/>
                </a:cubicBezTo>
                <a:cubicBezTo>
                  <a:pt x="3613" y="743"/>
                  <a:pt x="3590" y="755"/>
                  <a:pt x="3566" y="765"/>
                </a:cubicBezTo>
                <a:cubicBezTo>
                  <a:pt x="3542" y="775"/>
                  <a:pt x="3517" y="782"/>
                  <a:pt x="3492" y="787"/>
                </a:cubicBezTo>
                <a:cubicBezTo>
                  <a:pt x="3466" y="792"/>
                  <a:pt x="3440" y="795"/>
                  <a:pt x="3414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20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7" y="727"/>
                </a:cubicBezTo>
                <a:cubicBezTo>
                  <a:pt x="155" y="713"/>
                  <a:pt x="135" y="696"/>
                  <a:pt x="117" y="678"/>
                </a:cubicBezTo>
                <a:cubicBezTo>
                  <a:pt x="98" y="659"/>
                  <a:pt x="82" y="639"/>
                  <a:pt x="67" y="618"/>
                </a:cubicBezTo>
                <a:cubicBezTo>
                  <a:pt x="53" y="596"/>
                  <a:pt x="40" y="573"/>
                  <a:pt x="31" y="549"/>
                </a:cubicBezTo>
                <a:cubicBezTo>
                  <a:pt x="21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2447640" y="3590640"/>
            <a:ext cx="1371960" cy="286200"/>
          </a:xfrm>
          <a:custGeom>
            <a:avLst/>
            <a:gdLst/>
            <a:ahLst/>
            <a:rect l="0" t="0" r="r" b="b"/>
            <a:pathLst>
              <a:path w="3811" h="795">
                <a:moveTo>
                  <a:pt x="0" y="397"/>
                </a:moveTo>
                <a:cubicBezTo>
                  <a:pt x="0" y="371"/>
                  <a:pt x="3" y="345"/>
                  <a:pt x="8" y="320"/>
                </a:cubicBezTo>
                <a:cubicBezTo>
                  <a:pt x="13" y="294"/>
                  <a:pt x="21" y="269"/>
                  <a:pt x="31" y="245"/>
                </a:cubicBezTo>
                <a:cubicBezTo>
                  <a:pt x="40" y="221"/>
                  <a:pt x="53" y="198"/>
                  <a:pt x="67" y="177"/>
                </a:cubicBezTo>
                <a:cubicBezTo>
                  <a:pt x="82" y="155"/>
                  <a:pt x="98" y="135"/>
                  <a:pt x="117" y="117"/>
                </a:cubicBezTo>
                <a:cubicBezTo>
                  <a:pt x="135" y="98"/>
                  <a:pt x="155" y="82"/>
                  <a:pt x="177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20" y="8"/>
                </a:cubicBezTo>
                <a:cubicBezTo>
                  <a:pt x="345" y="3"/>
                  <a:pt x="371" y="0"/>
                  <a:pt x="397" y="0"/>
                </a:cubicBezTo>
                <a:lnTo>
                  <a:pt x="3414" y="0"/>
                </a:lnTo>
                <a:cubicBezTo>
                  <a:pt x="3440" y="0"/>
                  <a:pt x="3466" y="3"/>
                  <a:pt x="3492" y="8"/>
                </a:cubicBezTo>
                <a:cubicBezTo>
                  <a:pt x="3517" y="13"/>
                  <a:pt x="3542" y="21"/>
                  <a:pt x="3566" y="31"/>
                </a:cubicBezTo>
                <a:cubicBezTo>
                  <a:pt x="3590" y="40"/>
                  <a:pt x="3613" y="53"/>
                  <a:pt x="3635" y="67"/>
                </a:cubicBezTo>
                <a:cubicBezTo>
                  <a:pt x="3657" y="82"/>
                  <a:pt x="3677" y="98"/>
                  <a:pt x="3695" y="117"/>
                </a:cubicBezTo>
                <a:cubicBezTo>
                  <a:pt x="3713" y="135"/>
                  <a:pt x="3730" y="155"/>
                  <a:pt x="3744" y="177"/>
                </a:cubicBezTo>
                <a:cubicBezTo>
                  <a:pt x="3759" y="198"/>
                  <a:pt x="3771" y="221"/>
                  <a:pt x="3781" y="245"/>
                </a:cubicBezTo>
                <a:cubicBezTo>
                  <a:pt x="3791" y="269"/>
                  <a:pt x="3799" y="294"/>
                  <a:pt x="3804" y="320"/>
                </a:cubicBezTo>
                <a:cubicBezTo>
                  <a:pt x="3809" y="345"/>
                  <a:pt x="3811" y="371"/>
                  <a:pt x="3811" y="397"/>
                </a:cubicBezTo>
                <a:cubicBezTo>
                  <a:pt x="3811" y="423"/>
                  <a:pt x="3809" y="449"/>
                  <a:pt x="3804" y="475"/>
                </a:cubicBezTo>
                <a:cubicBezTo>
                  <a:pt x="3799" y="500"/>
                  <a:pt x="3791" y="525"/>
                  <a:pt x="3781" y="549"/>
                </a:cubicBezTo>
                <a:cubicBezTo>
                  <a:pt x="3771" y="573"/>
                  <a:pt x="3759" y="596"/>
                  <a:pt x="3744" y="618"/>
                </a:cubicBezTo>
                <a:cubicBezTo>
                  <a:pt x="3730" y="639"/>
                  <a:pt x="3713" y="659"/>
                  <a:pt x="3695" y="678"/>
                </a:cubicBezTo>
                <a:cubicBezTo>
                  <a:pt x="3677" y="696"/>
                  <a:pt x="3657" y="713"/>
                  <a:pt x="3635" y="727"/>
                </a:cubicBezTo>
                <a:cubicBezTo>
                  <a:pt x="3613" y="743"/>
                  <a:pt x="3590" y="755"/>
                  <a:pt x="3566" y="765"/>
                </a:cubicBezTo>
                <a:cubicBezTo>
                  <a:pt x="3542" y="775"/>
                  <a:pt x="3517" y="782"/>
                  <a:pt x="3492" y="787"/>
                </a:cubicBezTo>
                <a:cubicBezTo>
                  <a:pt x="3466" y="792"/>
                  <a:pt x="3440" y="795"/>
                  <a:pt x="3414" y="795"/>
                </a:cubicBezTo>
                <a:lnTo>
                  <a:pt x="397" y="795"/>
                </a:lnTo>
                <a:cubicBezTo>
                  <a:pt x="371" y="795"/>
                  <a:pt x="345" y="792"/>
                  <a:pt x="320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7" y="727"/>
                </a:cubicBezTo>
                <a:cubicBezTo>
                  <a:pt x="155" y="713"/>
                  <a:pt x="135" y="696"/>
                  <a:pt x="117" y="678"/>
                </a:cubicBezTo>
                <a:cubicBezTo>
                  <a:pt x="98" y="659"/>
                  <a:pt x="82" y="639"/>
                  <a:pt x="67" y="618"/>
                </a:cubicBezTo>
                <a:cubicBezTo>
                  <a:pt x="53" y="596"/>
                  <a:pt x="40" y="573"/>
                  <a:pt x="31" y="549"/>
                </a:cubicBezTo>
                <a:cubicBezTo>
                  <a:pt x="21" y="525"/>
                  <a:pt x="13" y="500"/>
                  <a:pt x="8" y="475"/>
                </a:cubicBezTo>
                <a:cubicBezTo>
                  <a:pt x="3" y="449"/>
                  <a:pt x="0" y="423"/>
                  <a:pt x="0" y="397"/>
                </a:cubicBezTo>
                <a:close/>
              </a:path>
            </a:pathLst>
          </a:custGeom>
          <a:noFill/>
          <a:ln w="18720">
            <a:solidFill>
              <a:srgbClr val="5b667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98320" y="3658680"/>
            <a:ext cx="753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b4550"/>
                </a:solidFill>
                <a:latin typeface="Arial"/>
                <a:ea typeface="Arial"/>
              </a:rPr>
              <a:t>stoomtrein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/>
          <p:nvPr/>
        </p:nvSpPr>
        <p:spPr>
          <a:xfrm>
            <a:off x="4886280" y="3590640"/>
            <a:ext cx="1047960" cy="286200"/>
          </a:xfrm>
          <a:custGeom>
            <a:avLst/>
            <a:gdLst/>
            <a:ahLst/>
            <a:rect l="0" t="0" r="r" b="b"/>
            <a:pathLst>
              <a:path w="2911" h="795">
                <a:moveTo>
                  <a:pt x="0" y="397"/>
                </a:moveTo>
                <a:cubicBezTo>
                  <a:pt x="0" y="371"/>
                  <a:pt x="2" y="345"/>
                  <a:pt x="7" y="320"/>
                </a:cubicBezTo>
                <a:cubicBezTo>
                  <a:pt x="12" y="294"/>
                  <a:pt x="20" y="269"/>
                  <a:pt x="30" y="245"/>
                </a:cubicBezTo>
                <a:cubicBezTo>
                  <a:pt x="40" y="221"/>
                  <a:pt x="52" y="198"/>
                  <a:pt x="67" y="177"/>
                </a:cubicBezTo>
                <a:cubicBezTo>
                  <a:pt x="81" y="155"/>
                  <a:pt x="97" y="135"/>
                  <a:pt x="116" y="117"/>
                </a:cubicBezTo>
                <a:cubicBezTo>
                  <a:pt x="134" y="98"/>
                  <a:pt x="154" y="82"/>
                  <a:pt x="176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19" y="8"/>
                </a:cubicBezTo>
                <a:cubicBezTo>
                  <a:pt x="345" y="3"/>
                  <a:pt x="370" y="0"/>
                  <a:pt x="396" y="0"/>
                </a:cubicBezTo>
                <a:lnTo>
                  <a:pt x="2514" y="0"/>
                </a:lnTo>
                <a:cubicBezTo>
                  <a:pt x="2540" y="0"/>
                  <a:pt x="2566" y="3"/>
                  <a:pt x="2592" y="8"/>
                </a:cubicBezTo>
                <a:cubicBezTo>
                  <a:pt x="2617" y="13"/>
                  <a:pt x="2642" y="21"/>
                  <a:pt x="2666" y="31"/>
                </a:cubicBezTo>
                <a:cubicBezTo>
                  <a:pt x="2690" y="40"/>
                  <a:pt x="2713" y="53"/>
                  <a:pt x="2735" y="67"/>
                </a:cubicBezTo>
                <a:cubicBezTo>
                  <a:pt x="2756" y="82"/>
                  <a:pt x="2776" y="98"/>
                  <a:pt x="2795" y="117"/>
                </a:cubicBezTo>
                <a:cubicBezTo>
                  <a:pt x="2813" y="135"/>
                  <a:pt x="2830" y="155"/>
                  <a:pt x="2844" y="177"/>
                </a:cubicBezTo>
                <a:cubicBezTo>
                  <a:pt x="2859" y="198"/>
                  <a:pt x="2871" y="221"/>
                  <a:pt x="2881" y="245"/>
                </a:cubicBezTo>
                <a:cubicBezTo>
                  <a:pt x="2891" y="269"/>
                  <a:pt x="2898" y="294"/>
                  <a:pt x="2903" y="320"/>
                </a:cubicBezTo>
                <a:cubicBezTo>
                  <a:pt x="2908" y="345"/>
                  <a:pt x="2911" y="371"/>
                  <a:pt x="2911" y="397"/>
                </a:cubicBezTo>
                <a:cubicBezTo>
                  <a:pt x="2911" y="423"/>
                  <a:pt x="2908" y="449"/>
                  <a:pt x="2903" y="475"/>
                </a:cubicBezTo>
                <a:cubicBezTo>
                  <a:pt x="2898" y="500"/>
                  <a:pt x="2891" y="525"/>
                  <a:pt x="2881" y="549"/>
                </a:cubicBezTo>
                <a:cubicBezTo>
                  <a:pt x="2871" y="573"/>
                  <a:pt x="2859" y="596"/>
                  <a:pt x="2844" y="618"/>
                </a:cubicBezTo>
                <a:cubicBezTo>
                  <a:pt x="2830" y="639"/>
                  <a:pt x="2813" y="659"/>
                  <a:pt x="2795" y="678"/>
                </a:cubicBezTo>
                <a:cubicBezTo>
                  <a:pt x="2776" y="696"/>
                  <a:pt x="2756" y="713"/>
                  <a:pt x="2735" y="727"/>
                </a:cubicBezTo>
                <a:cubicBezTo>
                  <a:pt x="2713" y="743"/>
                  <a:pt x="2690" y="755"/>
                  <a:pt x="2666" y="765"/>
                </a:cubicBezTo>
                <a:cubicBezTo>
                  <a:pt x="2642" y="775"/>
                  <a:pt x="2617" y="782"/>
                  <a:pt x="2592" y="787"/>
                </a:cubicBezTo>
                <a:cubicBezTo>
                  <a:pt x="2566" y="792"/>
                  <a:pt x="2540" y="795"/>
                  <a:pt x="2514" y="795"/>
                </a:cubicBezTo>
                <a:lnTo>
                  <a:pt x="396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6" y="727"/>
                </a:cubicBezTo>
                <a:cubicBezTo>
                  <a:pt x="154" y="713"/>
                  <a:pt x="134" y="696"/>
                  <a:pt x="116" y="678"/>
                </a:cubicBezTo>
                <a:cubicBezTo>
                  <a:pt x="97" y="659"/>
                  <a:pt x="81" y="639"/>
                  <a:pt x="67" y="618"/>
                </a:cubicBezTo>
                <a:cubicBezTo>
                  <a:pt x="52" y="596"/>
                  <a:pt x="40" y="573"/>
                  <a:pt x="30" y="549"/>
                </a:cubicBezTo>
                <a:cubicBezTo>
                  <a:pt x="20" y="525"/>
                  <a:pt x="12" y="500"/>
                  <a:pt x="7" y="475"/>
                </a:cubicBezTo>
                <a:cubicBezTo>
                  <a:pt x="2" y="449"/>
                  <a:pt x="0" y="423"/>
                  <a:pt x="0" y="39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/>
          <p:nvPr/>
        </p:nvSpPr>
        <p:spPr>
          <a:xfrm>
            <a:off x="4886280" y="3590640"/>
            <a:ext cx="1047960" cy="286200"/>
          </a:xfrm>
          <a:custGeom>
            <a:avLst/>
            <a:gdLst/>
            <a:ahLst/>
            <a:rect l="0" t="0" r="r" b="b"/>
            <a:pathLst>
              <a:path w="2911" h="795">
                <a:moveTo>
                  <a:pt x="0" y="397"/>
                </a:moveTo>
                <a:cubicBezTo>
                  <a:pt x="0" y="371"/>
                  <a:pt x="2" y="345"/>
                  <a:pt x="7" y="320"/>
                </a:cubicBezTo>
                <a:cubicBezTo>
                  <a:pt x="12" y="294"/>
                  <a:pt x="20" y="269"/>
                  <a:pt x="30" y="245"/>
                </a:cubicBezTo>
                <a:cubicBezTo>
                  <a:pt x="40" y="221"/>
                  <a:pt x="52" y="198"/>
                  <a:pt x="67" y="177"/>
                </a:cubicBezTo>
                <a:cubicBezTo>
                  <a:pt x="81" y="155"/>
                  <a:pt x="97" y="135"/>
                  <a:pt x="116" y="117"/>
                </a:cubicBezTo>
                <a:cubicBezTo>
                  <a:pt x="134" y="98"/>
                  <a:pt x="154" y="82"/>
                  <a:pt x="176" y="67"/>
                </a:cubicBezTo>
                <a:cubicBezTo>
                  <a:pt x="198" y="53"/>
                  <a:pt x="221" y="40"/>
                  <a:pt x="245" y="31"/>
                </a:cubicBezTo>
                <a:cubicBezTo>
                  <a:pt x="269" y="21"/>
                  <a:pt x="294" y="13"/>
                  <a:pt x="319" y="8"/>
                </a:cubicBezTo>
                <a:cubicBezTo>
                  <a:pt x="345" y="3"/>
                  <a:pt x="370" y="0"/>
                  <a:pt x="396" y="0"/>
                </a:cubicBezTo>
                <a:lnTo>
                  <a:pt x="2514" y="0"/>
                </a:lnTo>
                <a:cubicBezTo>
                  <a:pt x="2540" y="0"/>
                  <a:pt x="2566" y="3"/>
                  <a:pt x="2592" y="8"/>
                </a:cubicBezTo>
                <a:cubicBezTo>
                  <a:pt x="2617" y="13"/>
                  <a:pt x="2642" y="21"/>
                  <a:pt x="2666" y="31"/>
                </a:cubicBezTo>
                <a:cubicBezTo>
                  <a:pt x="2690" y="40"/>
                  <a:pt x="2713" y="53"/>
                  <a:pt x="2735" y="67"/>
                </a:cubicBezTo>
                <a:cubicBezTo>
                  <a:pt x="2756" y="82"/>
                  <a:pt x="2776" y="98"/>
                  <a:pt x="2795" y="117"/>
                </a:cubicBezTo>
                <a:cubicBezTo>
                  <a:pt x="2813" y="135"/>
                  <a:pt x="2830" y="155"/>
                  <a:pt x="2844" y="177"/>
                </a:cubicBezTo>
                <a:cubicBezTo>
                  <a:pt x="2859" y="198"/>
                  <a:pt x="2871" y="221"/>
                  <a:pt x="2881" y="245"/>
                </a:cubicBezTo>
                <a:cubicBezTo>
                  <a:pt x="2891" y="269"/>
                  <a:pt x="2898" y="294"/>
                  <a:pt x="2903" y="320"/>
                </a:cubicBezTo>
                <a:cubicBezTo>
                  <a:pt x="2908" y="345"/>
                  <a:pt x="2911" y="371"/>
                  <a:pt x="2911" y="397"/>
                </a:cubicBezTo>
                <a:cubicBezTo>
                  <a:pt x="2911" y="423"/>
                  <a:pt x="2908" y="449"/>
                  <a:pt x="2903" y="475"/>
                </a:cubicBezTo>
                <a:cubicBezTo>
                  <a:pt x="2898" y="500"/>
                  <a:pt x="2891" y="525"/>
                  <a:pt x="2881" y="549"/>
                </a:cubicBezTo>
                <a:cubicBezTo>
                  <a:pt x="2871" y="573"/>
                  <a:pt x="2859" y="596"/>
                  <a:pt x="2844" y="618"/>
                </a:cubicBezTo>
                <a:cubicBezTo>
                  <a:pt x="2830" y="639"/>
                  <a:pt x="2813" y="659"/>
                  <a:pt x="2795" y="678"/>
                </a:cubicBezTo>
                <a:cubicBezTo>
                  <a:pt x="2776" y="696"/>
                  <a:pt x="2756" y="713"/>
                  <a:pt x="2735" y="727"/>
                </a:cubicBezTo>
                <a:cubicBezTo>
                  <a:pt x="2713" y="743"/>
                  <a:pt x="2690" y="755"/>
                  <a:pt x="2666" y="765"/>
                </a:cubicBezTo>
                <a:cubicBezTo>
                  <a:pt x="2642" y="775"/>
                  <a:pt x="2617" y="782"/>
                  <a:pt x="2592" y="787"/>
                </a:cubicBezTo>
                <a:cubicBezTo>
                  <a:pt x="2566" y="792"/>
                  <a:pt x="2540" y="795"/>
                  <a:pt x="2514" y="795"/>
                </a:cubicBezTo>
                <a:lnTo>
                  <a:pt x="396" y="795"/>
                </a:lnTo>
                <a:cubicBezTo>
                  <a:pt x="370" y="795"/>
                  <a:pt x="345" y="792"/>
                  <a:pt x="319" y="787"/>
                </a:cubicBezTo>
                <a:cubicBezTo>
                  <a:pt x="294" y="782"/>
                  <a:pt x="269" y="775"/>
                  <a:pt x="245" y="765"/>
                </a:cubicBezTo>
                <a:cubicBezTo>
                  <a:pt x="221" y="755"/>
                  <a:pt x="198" y="743"/>
                  <a:pt x="176" y="727"/>
                </a:cubicBezTo>
                <a:cubicBezTo>
                  <a:pt x="154" y="713"/>
                  <a:pt x="134" y="696"/>
                  <a:pt x="116" y="678"/>
                </a:cubicBezTo>
                <a:cubicBezTo>
                  <a:pt x="97" y="659"/>
                  <a:pt x="81" y="639"/>
                  <a:pt x="67" y="618"/>
                </a:cubicBezTo>
                <a:cubicBezTo>
                  <a:pt x="52" y="596"/>
                  <a:pt x="40" y="573"/>
                  <a:pt x="30" y="549"/>
                </a:cubicBezTo>
                <a:cubicBezTo>
                  <a:pt x="20" y="525"/>
                  <a:pt x="12" y="500"/>
                  <a:pt x="7" y="475"/>
                </a:cubicBezTo>
                <a:cubicBezTo>
                  <a:pt x="2" y="449"/>
                  <a:pt x="0" y="423"/>
                  <a:pt x="0" y="397"/>
                </a:cubicBezTo>
                <a:close/>
              </a:path>
            </a:pathLst>
          </a:custGeom>
          <a:noFill/>
          <a:ln w="18720">
            <a:solidFill>
              <a:srgbClr val="5b667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575080" y="3658680"/>
            <a:ext cx="1321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b4550"/>
                </a:solidFill>
                <a:latin typeface="Arial"/>
                <a:ea typeface="Arial"/>
              </a:rPr>
              <a:t>hogesnelheidstrein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6991200" y="3581280"/>
            <a:ext cx="1209960" cy="304920"/>
          </a:xfrm>
          <a:custGeom>
            <a:avLst/>
            <a:gdLst/>
            <a:ahLst/>
            <a:rect l="0" t="0" r="r" b="b"/>
            <a:pathLst>
              <a:path w="3361" h="847">
                <a:moveTo>
                  <a:pt x="0" y="0"/>
                </a:moveTo>
                <a:lnTo>
                  <a:pt x="3361" y="0"/>
                </a:lnTo>
                <a:lnTo>
                  <a:pt x="336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6980400" y="3569760"/>
            <a:ext cx="1231560" cy="327960"/>
          </a:xfrm>
          <a:custGeom>
            <a:avLst/>
            <a:gdLst/>
            <a:ahLst/>
            <a:rect l="0" t="0" r="r" b="b"/>
            <a:pathLst>
              <a:path w="3421" h="911">
                <a:moveTo>
                  <a:pt x="721" y="0"/>
                </a:moveTo>
                <a:lnTo>
                  <a:pt x="879" y="0"/>
                </a:lnTo>
                <a:lnTo>
                  <a:pt x="879" y="116"/>
                </a:lnTo>
                <a:lnTo>
                  <a:pt x="721" y="116"/>
                </a:lnTo>
                <a:lnTo>
                  <a:pt x="721" y="0"/>
                </a:lnTo>
                <a:moveTo>
                  <a:pt x="988" y="0"/>
                </a:moveTo>
                <a:lnTo>
                  <a:pt x="1147" y="0"/>
                </a:lnTo>
                <a:lnTo>
                  <a:pt x="1147" y="116"/>
                </a:lnTo>
                <a:lnTo>
                  <a:pt x="988" y="116"/>
                </a:lnTo>
                <a:lnTo>
                  <a:pt x="988" y="0"/>
                </a:lnTo>
                <a:moveTo>
                  <a:pt x="1256" y="0"/>
                </a:moveTo>
                <a:lnTo>
                  <a:pt x="1414" y="0"/>
                </a:lnTo>
                <a:lnTo>
                  <a:pt x="1414" y="116"/>
                </a:lnTo>
                <a:lnTo>
                  <a:pt x="1256" y="116"/>
                </a:lnTo>
                <a:lnTo>
                  <a:pt x="1256" y="0"/>
                </a:lnTo>
                <a:moveTo>
                  <a:pt x="1523" y="0"/>
                </a:moveTo>
                <a:lnTo>
                  <a:pt x="1682" y="0"/>
                </a:lnTo>
                <a:lnTo>
                  <a:pt x="1682" y="116"/>
                </a:lnTo>
                <a:lnTo>
                  <a:pt x="1523" y="116"/>
                </a:lnTo>
                <a:lnTo>
                  <a:pt x="1523" y="0"/>
                </a:lnTo>
                <a:moveTo>
                  <a:pt x="1790" y="0"/>
                </a:moveTo>
                <a:lnTo>
                  <a:pt x="1949" y="0"/>
                </a:lnTo>
                <a:lnTo>
                  <a:pt x="1949" y="116"/>
                </a:lnTo>
                <a:lnTo>
                  <a:pt x="1790" y="116"/>
                </a:lnTo>
                <a:lnTo>
                  <a:pt x="1790" y="0"/>
                </a:lnTo>
                <a:moveTo>
                  <a:pt x="2058" y="0"/>
                </a:moveTo>
                <a:lnTo>
                  <a:pt x="2217" y="0"/>
                </a:lnTo>
                <a:lnTo>
                  <a:pt x="2217" y="116"/>
                </a:lnTo>
                <a:lnTo>
                  <a:pt x="2058" y="116"/>
                </a:lnTo>
                <a:lnTo>
                  <a:pt x="2058" y="0"/>
                </a:lnTo>
                <a:moveTo>
                  <a:pt x="2325" y="0"/>
                </a:moveTo>
                <a:lnTo>
                  <a:pt x="2484" y="0"/>
                </a:lnTo>
                <a:lnTo>
                  <a:pt x="2484" y="116"/>
                </a:lnTo>
                <a:lnTo>
                  <a:pt x="2325" y="116"/>
                </a:lnTo>
                <a:lnTo>
                  <a:pt x="2325" y="0"/>
                </a:lnTo>
                <a:moveTo>
                  <a:pt x="2593" y="0"/>
                </a:moveTo>
                <a:lnTo>
                  <a:pt x="2751" y="0"/>
                </a:lnTo>
                <a:lnTo>
                  <a:pt x="2751" y="116"/>
                </a:lnTo>
                <a:lnTo>
                  <a:pt x="2593" y="116"/>
                </a:lnTo>
                <a:lnTo>
                  <a:pt x="2593" y="0"/>
                </a:lnTo>
                <a:moveTo>
                  <a:pt x="2861" y="0"/>
                </a:moveTo>
                <a:lnTo>
                  <a:pt x="2968" y="0"/>
                </a:lnTo>
                <a:cubicBezTo>
                  <a:pt x="2987" y="0"/>
                  <a:pt x="3006" y="1"/>
                  <a:pt x="3025" y="4"/>
                </a:cubicBezTo>
                <a:lnTo>
                  <a:pt x="3011" y="119"/>
                </a:lnTo>
                <a:cubicBezTo>
                  <a:pt x="2996" y="117"/>
                  <a:pt x="2982" y="116"/>
                  <a:pt x="2968" y="116"/>
                </a:cubicBezTo>
                <a:lnTo>
                  <a:pt x="2861" y="116"/>
                </a:lnTo>
                <a:lnTo>
                  <a:pt x="2861" y="0"/>
                </a:lnTo>
                <a:moveTo>
                  <a:pt x="3148" y="37"/>
                </a:moveTo>
                <a:cubicBezTo>
                  <a:pt x="3205" y="62"/>
                  <a:pt x="3255" y="96"/>
                  <a:pt x="3298" y="142"/>
                </a:cubicBezTo>
                <a:lnTo>
                  <a:pt x="3213" y="222"/>
                </a:lnTo>
                <a:cubicBezTo>
                  <a:pt x="3181" y="188"/>
                  <a:pt x="3144" y="162"/>
                  <a:pt x="3102" y="144"/>
                </a:cubicBezTo>
                <a:lnTo>
                  <a:pt x="3148" y="37"/>
                </a:lnTo>
                <a:moveTo>
                  <a:pt x="3371" y="244"/>
                </a:moveTo>
                <a:cubicBezTo>
                  <a:pt x="3400" y="299"/>
                  <a:pt x="3417" y="357"/>
                  <a:pt x="3421" y="419"/>
                </a:cubicBezTo>
                <a:lnTo>
                  <a:pt x="3305" y="429"/>
                </a:lnTo>
                <a:cubicBezTo>
                  <a:pt x="3302" y="382"/>
                  <a:pt x="3289" y="339"/>
                  <a:pt x="3268" y="298"/>
                </a:cubicBezTo>
                <a:lnTo>
                  <a:pt x="3371" y="244"/>
                </a:lnTo>
                <a:moveTo>
                  <a:pt x="3415" y="540"/>
                </a:moveTo>
                <a:cubicBezTo>
                  <a:pt x="3403" y="602"/>
                  <a:pt x="3380" y="659"/>
                  <a:pt x="3345" y="711"/>
                </a:cubicBezTo>
                <a:lnTo>
                  <a:pt x="3249" y="646"/>
                </a:lnTo>
                <a:cubicBezTo>
                  <a:pt x="3275" y="607"/>
                  <a:pt x="3292" y="565"/>
                  <a:pt x="3301" y="518"/>
                </a:cubicBezTo>
                <a:lnTo>
                  <a:pt x="3415" y="540"/>
                </a:lnTo>
                <a:moveTo>
                  <a:pt x="3260" y="805"/>
                </a:moveTo>
                <a:cubicBezTo>
                  <a:pt x="3213" y="845"/>
                  <a:pt x="3159" y="874"/>
                  <a:pt x="3099" y="892"/>
                </a:cubicBezTo>
                <a:lnTo>
                  <a:pt x="3066" y="780"/>
                </a:lnTo>
                <a:cubicBezTo>
                  <a:pt x="3110" y="767"/>
                  <a:pt x="3150" y="745"/>
                  <a:pt x="3186" y="716"/>
                </a:cubicBezTo>
                <a:lnTo>
                  <a:pt x="3260" y="805"/>
                </a:lnTo>
                <a:moveTo>
                  <a:pt x="2977" y="911"/>
                </a:moveTo>
                <a:cubicBezTo>
                  <a:pt x="2974" y="911"/>
                  <a:pt x="2971" y="911"/>
                  <a:pt x="2968" y="911"/>
                </a:cubicBezTo>
                <a:lnTo>
                  <a:pt x="2817" y="911"/>
                </a:lnTo>
                <a:lnTo>
                  <a:pt x="2817" y="795"/>
                </a:lnTo>
                <a:lnTo>
                  <a:pt x="2968" y="795"/>
                </a:lnTo>
                <a:cubicBezTo>
                  <a:pt x="2970" y="795"/>
                  <a:pt x="2972" y="795"/>
                  <a:pt x="2975" y="795"/>
                </a:cubicBezTo>
                <a:lnTo>
                  <a:pt x="2977" y="911"/>
                </a:lnTo>
                <a:moveTo>
                  <a:pt x="2708" y="911"/>
                </a:moveTo>
                <a:lnTo>
                  <a:pt x="2549" y="911"/>
                </a:lnTo>
                <a:lnTo>
                  <a:pt x="2549" y="795"/>
                </a:lnTo>
                <a:lnTo>
                  <a:pt x="2708" y="795"/>
                </a:lnTo>
                <a:lnTo>
                  <a:pt x="2708" y="911"/>
                </a:lnTo>
                <a:moveTo>
                  <a:pt x="2440" y="911"/>
                </a:moveTo>
                <a:lnTo>
                  <a:pt x="2282" y="911"/>
                </a:lnTo>
                <a:lnTo>
                  <a:pt x="2282" y="795"/>
                </a:lnTo>
                <a:lnTo>
                  <a:pt x="2440" y="795"/>
                </a:lnTo>
                <a:lnTo>
                  <a:pt x="2440" y="911"/>
                </a:lnTo>
                <a:moveTo>
                  <a:pt x="2173" y="911"/>
                </a:moveTo>
                <a:lnTo>
                  <a:pt x="2014" y="911"/>
                </a:lnTo>
                <a:lnTo>
                  <a:pt x="2014" y="795"/>
                </a:lnTo>
                <a:lnTo>
                  <a:pt x="2173" y="795"/>
                </a:lnTo>
                <a:lnTo>
                  <a:pt x="2173" y="911"/>
                </a:lnTo>
                <a:moveTo>
                  <a:pt x="1906" y="911"/>
                </a:moveTo>
                <a:lnTo>
                  <a:pt x="1747" y="911"/>
                </a:lnTo>
                <a:lnTo>
                  <a:pt x="1747" y="795"/>
                </a:lnTo>
                <a:lnTo>
                  <a:pt x="1906" y="795"/>
                </a:lnTo>
                <a:lnTo>
                  <a:pt x="1906" y="911"/>
                </a:lnTo>
                <a:moveTo>
                  <a:pt x="1638" y="911"/>
                </a:moveTo>
                <a:lnTo>
                  <a:pt x="1479" y="911"/>
                </a:lnTo>
                <a:lnTo>
                  <a:pt x="1479" y="795"/>
                </a:lnTo>
                <a:lnTo>
                  <a:pt x="1638" y="795"/>
                </a:lnTo>
                <a:lnTo>
                  <a:pt x="1638" y="911"/>
                </a:lnTo>
                <a:moveTo>
                  <a:pt x="1371" y="911"/>
                </a:moveTo>
                <a:lnTo>
                  <a:pt x="1212" y="911"/>
                </a:lnTo>
                <a:lnTo>
                  <a:pt x="1212" y="795"/>
                </a:lnTo>
                <a:lnTo>
                  <a:pt x="1371" y="795"/>
                </a:lnTo>
                <a:lnTo>
                  <a:pt x="1371" y="911"/>
                </a:lnTo>
                <a:moveTo>
                  <a:pt x="1103" y="911"/>
                </a:moveTo>
                <a:lnTo>
                  <a:pt x="945" y="911"/>
                </a:lnTo>
                <a:lnTo>
                  <a:pt x="945" y="795"/>
                </a:lnTo>
                <a:lnTo>
                  <a:pt x="1103" y="795"/>
                </a:lnTo>
                <a:lnTo>
                  <a:pt x="1103" y="911"/>
                </a:lnTo>
                <a:moveTo>
                  <a:pt x="836" y="911"/>
                </a:moveTo>
                <a:lnTo>
                  <a:pt x="677" y="911"/>
                </a:lnTo>
                <a:lnTo>
                  <a:pt x="677" y="795"/>
                </a:lnTo>
                <a:lnTo>
                  <a:pt x="836" y="795"/>
                </a:lnTo>
                <a:lnTo>
                  <a:pt x="836" y="911"/>
                </a:lnTo>
                <a:moveTo>
                  <a:pt x="569" y="911"/>
                </a:moveTo>
                <a:lnTo>
                  <a:pt x="453" y="911"/>
                </a:lnTo>
                <a:cubicBezTo>
                  <a:pt x="437" y="911"/>
                  <a:pt x="421" y="910"/>
                  <a:pt x="405" y="909"/>
                </a:cubicBezTo>
                <a:lnTo>
                  <a:pt x="418" y="793"/>
                </a:lnTo>
                <a:cubicBezTo>
                  <a:pt x="429" y="794"/>
                  <a:pt x="441" y="795"/>
                  <a:pt x="453" y="795"/>
                </a:cubicBezTo>
                <a:lnTo>
                  <a:pt x="569" y="795"/>
                </a:lnTo>
                <a:lnTo>
                  <a:pt x="569" y="911"/>
                </a:lnTo>
                <a:moveTo>
                  <a:pt x="282" y="878"/>
                </a:moveTo>
                <a:cubicBezTo>
                  <a:pt x="225" y="855"/>
                  <a:pt x="174" y="821"/>
                  <a:pt x="130" y="777"/>
                </a:cubicBezTo>
                <a:lnTo>
                  <a:pt x="213" y="695"/>
                </a:lnTo>
                <a:cubicBezTo>
                  <a:pt x="246" y="728"/>
                  <a:pt x="283" y="753"/>
                  <a:pt x="326" y="770"/>
                </a:cubicBezTo>
                <a:lnTo>
                  <a:pt x="282" y="878"/>
                </a:lnTo>
                <a:moveTo>
                  <a:pt x="55" y="676"/>
                </a:moveTo>
                <a:cubicBezTo>
                  <a:pt x="25" y="622"/>
                  <a:pt x="7" y="563"/>
                  <a:pt x="0" y="500"/>
                </a:cubicBezTo>
                <a:lnTo>
                  <a:pt x="116" y="489"/>
                </a:lnTo>
                <a:cubicBezTo>
                  <a:pt x="121" y="535"/>
                  <a:pt x="134" y="579"/>
                  <a:pt x="157" y="620"/>
                </a:cubicBezTo>
                <a:lnTo>
                  <a:pt x="55" y="676"/>
                </a:lnTo>
                <a:moveTo>
                  <a:pt x="4" y="380"/>
                </a:moveTo>
                <a:cubicBezTo>
                  <a:pt x="15" y="318"/>
                  <a:pt x="37" y="261"/>
                  <a:pt x="71" y="209"/>
                </a:cubicBezTo>
                <a:lnTo>
                  <a:pt x="168" y="272"/>
                </a:lnTo>
                <a:cubicBezTo>
                  <a:pt x="143" y="311"/>
                  <a:pt x="127" y="353"/>
                  <a:pt x="119" y="399"/>
                </a:cubicBezTo>
                <a:lnTo>
                  <a:pt x="4" y="380"/>
                </a:lnTo>
                <a:moveTo>
                  <a:pt x="153" y="113"/>
                </a:moveTo>
                <a:cubicBezTo>
                  <a:pt x="200" y="72"/>
                  <a:pt x="253" y="42"/>
                  <a:pt x="312" y="23"/>
                </a:cubicBezTo>
                <a:lnTo>
                  <a:pt x="348" y="133"/>
                </a:lnTo>
                <a:cubicBezTo>
                  <a:pt x="304" y="148"/>
                  <a:pt x="265" y="170"/>
                  <a:pt x="230" y="201"/>
                </a:cubicBezTo>
                <a:lnTo>
                  <a:pt x="153" y="113"/>
                </a:lnTo>
                <a:moveTo>
                  <a:pt x="435" y="0"/>
                </a:moveTo>
                <a:cubicBezTo>
                  <a:pt x="441" y="0"/>
                  <a:pt x="447" y="0"/>
                  <a:pt x="453" y="0"/>
                </a:cubicBezTo>
                <a:lnTo>
                  <a:pt x="612" y="0"/>
                </a:lnTo>
                <a:lnTo>
                  <a:pt x="612" y="116"/>
                </a:lnTo>
                <a:lnTo>
                  <a:pt x="453" y="116"/>
                </a:lnTo>
                <a:cubicBezTo>
                  <a:pt x="449" y="116"/>
                  <a:pt x="444" y="117"/>
                  <a:pt x="439" y="117"/>
                </a:cubicBezTo>
                <a:lnTo>
                  <a:pt x="435" y="0"/>
                </a:ln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6980400" y="3569760"/>
            <a:ext cx="1231560" cy="327960"/>
          </a:xfrm>
          <a:custGeom>
            <a:avLst/>
            <a:gdLst/>
            <a:ahLst/>
            <a:rect l="0" t="0" r="r" b="b"/>
            <a:pathLst>
              <a:path w="3421" h="911">
                <a:moveTo>
                  <a:pt x="721" y="0"/>
                </a:moveTo>
                <a:lnTo>
                  <a:pt x="879" y="0"/>
                </a:lnTo>
                <a:lnTo>
                  <a:pt x="879" y="116"/>
                </a:lnTo>
                <a:lnTo>
                  <a:pt x="721" y="116"/>
                </a:lnTo>
                <a:lnTo>
                  <a:pt x="721" y="0"/>
                </a:lnTo>
                <a:moveTo>
                  <a:pt x="988" y="0"/>
                </a:moveTo>
                <a:lnTo>
                  <a:pt x="1147" y="0"/>
                </a:lnTo>
                <a:lnTo>
                  <a:pt x="1147" y="116"/>
                </a:lnTo>
                <a:lnTo>
                  <a:pt x="988" y="116"/>
                </a:lnTo>
                <a:lnTo>
                  <a:pt x="988" y="0"/>
                </a:lnTo>
                <a:moveTo>
                  <a:pt x="1256" y="0"/>
                </a:moveTo>
                <a:lnTo>
                  <a:pt x="1414" y="0"/>
                </a:lnTo>
                <a:lnTo>
                  <a:pt x="1414" y="116"/>
                </a:lnTo>
                <a:lnTo>
                  <a:pt x="1256" y="116"/>
                </a:lnTo>
                <a:lnTo>
                  <a:pt x="1256" y="0"/>
                </a:lnTo>
                <a:moveTo>
                  <a:pt x="1523" y="0"/>
                </a:moveTo>
                <a:lnTo>
                  <a:pt x="1682" y="0"/>
                </a:lnTo>
                <a:lnTo>
                  <a:pt x="1682" y="116"/>
                </a:lnTo>
                <a:lnTo>
                  <a:pt x="1523" y="116"/>
                </a:lnTo>
                <a:lnTo>
                  <a:pt x="1523" y="0"/>
                </a:lnTo>
                <a:moveTo>
                  <a:pt x="1790" y="0"/>
                </a:moveTo>
                <a:lnTo>
                  <a:pt x="1949" y="0"/>
                </a:lnTo>
                <a:lnTo>
                  <a:pt x="1949" y="116"/>
                </a:lnTo>
                <a:lnTo>
                  <a:pt x="1790" y="116"/>
                </a:lnTo>
                <a:lnTo>
                  <a:pt x="1790" y="0"/>
                </a:lnTo>
                <a:moveTo>
                  <a:pt x="2058" y="0"/>
                </a:moveTo>
                <a:lnTo>
                  <a:pt x="2217" y="0"/>
                </a:lnTo>
                <a:lnTo>
                  <a:pt x="2217" y="116"/>
                </a:lnTo>
                <a:lnTo>
                  <a:pt x="2058" y="116"/>
                </a:lnTo>
                <a:lnTo>
                  <a:pt x="2058" y="0"/>
                </a:lnTo>
                <a:moveTo>
                  <a:pt x="2325" y="0"/>
                </a:moveTo>
                <a:lnTo>
                  <a:pt x="2484" y="0"/>
                </a:lnTo>
                <a:lnTo>
                  <a:pt x="2484" y="116"/>
                </a:lnTo>
                <a:lnTo>
                  <a:pt x="2325" y="116"/>
                </a:lnTo>
                <a:lnTo>
                  <a:pt x="2325" y="0"/>
                </a:lnTo>
                <a:moveTo>
                  <a:pt x="2593" y="0"/>
                </a:moveTo>
                <a:lnTo>
                  <a:pt x="2751" y="0"/>
                </a:lnTo>
                <a:lnTo>
                  <a:pt x="2751" y="116"/>
                </a:lnTo>
                <a:lnTo>
                  <a:pt x="2593" y="116"/>
                </a:lnTo>
                <a:lnTo>
                  <a:pt x="2593" y="0"/>
                </a:lnTo>
                <a:moveTo>
                  <a:pt x="2861" y="0"/>
                </a:moveTo>
                <a:lnTo>
                  <a:pt x="2968" y="0"/>
                </a:lnTo>
                <a:cubicBezTo>
                  <a:pt x="2987" y="0"/>
                  <a:pt x="3006" y="1"/>
                  <a:pt x="3025" y="4"/>
                </a:cubicBezTo>
                <a:lnTo>
                  <a:pt x="3011" y="119"/>
                </a:lnTo>
                <a:cubicBezTo>
                  <a:pt x="2996" y="117"/>
                  <a:pt x="2982" y="116"/>
                  <a:pt x="2968" y="116"/>
                </a:cubicBezTo>
                <a:lnTo>
                  <a:pt x="2861" y="116"/>
                </a:lnTo>
                <a:lnTo>
                  <a:pt x="2861" y="0"/>
                </a:lnTo>
                <a:moveTo>
                  <a:pt x="3148" y="37"/>
                </a:moveTo>
                <a:cubicBezTo>
                  <a:pt x="3205" y="62"/>
                  <a:pt x="3255" y="96"/>
                  <a:pt x="3298" y="142"/>
                </a:cubicBezTo>
                <a:lnTo>
                  <a:pt x="3213" y="222"/>
                </a:lnTo>
                <a:cubicBezTo>
                  <a:pt x="3181" y="188"/>
                  <a:pt x="3144" y="162"/>
                  <a:pt x="3102" y="144"/>
                </a:cubicBezTo>
                <a:lnTo>
                  <a:pt x="3148" y="37"/>
                </a:lnTo>
                <a:moveTo>
                  <a:pt x="3371" y="244"/>
                </a:moveTo>
                <a:cubicBezTo>
                  <a:pt x="3400" y="299"/>
                  <a:pt x="3417" y="357"/>
                  <a:pt x="3421" y="419"/>
                </a:cubicBezTo>
                <a:lnTo>
                  <a:pt x="3305" y="429"/>
                </a:lnTo>
                <a:cubicBezTo>
                  <a:pt x="3302" y="382"/>
                  <a:pt x="3289" y="339"/>
                  <a:pt x="3268" y="298"/>
                </a:cubicBezTo>
                <a:lnTo>
                  <a:pt x="3371" y="244"/>
                </a:lnTo>
                <a:moveTo>
                  <a:pt x="3415" y="540"/>
                </a:moveTo>
                <a:cubicBezTo>
                  <a:pt x="3403" y="602"/>
                  <a:pt x="3380" y="659"/>
                  <a:pt x="3345" y="711"/>
                </a:cubicBezTo>
                <a:lnTo>
                  <a:pt x="3249" y="646"/>
                </a:lnTo>
                <a:cubicBezTo>
                  <a:pt x="3275" y="607"/>
                  <a:pt x="3292" y="565"/>
                  <a:pt x="3301" y="518"/>
                </a:cubicBezTo>
                <a:lnTo>
                  <a:pt x="3415" y="540"/>
                </a:lnTo>
                <a:moveTo>
                  <a:pt x="3260" y="805"/>
                </a:moveTo>
                <a:cubicBezTo>
                  <a:pt x="3213" y="845"/>
                  <a:pt x="3159" y="874"/>
                  <a:pt x="3099" y="892"/>
                </a:cubicBezTo>
                <a:lnTo>
                  <a:pt x="3066" y="780"/>
                </a:lnTo>
                <a:cubicBezTo>
                  <a:pt x="3110" y="767"/>
                  <a:pt x="3150" y="745"/>
                  <a:pt x="3186" y="716"/>
                </a:cubicBezTo>
                <a:lnTo>
                  <a:pt x="3260" y="805"/>
                </a:lnTo>
                <a:moveTo>
                  <a:pt x="2977" y="911"/>
                </a:moveTo>
                <a:cubicBezTo>
                  <a:pt x="2974" y="911"/>
                  <a:pt x="2971" y="911"/>
                  <a:pt x="2968" y="911"/>
                </a:cubicBezTo>
                <a:lnTo>
                  <a:pt x="2817" y="911"/>
                </a:lnTo>
                <a:lnTo>
                  <a:pt x="2817" y="795"/>
                </a:lnTo>
                <a:lnTo>
                  <a:pt x="2968" y="795"/>
                </a:lnTo>
                <a:cubicBezTo>
                  <a:pt x="2970" y="795"/>
                  <a:pt x="2972" y="795"/>
                  <a:pt x="2975" y="795"/>
                </a:cubicBezTo>
                <a:lnTo>
                  <a:pt x="2977" y="911"/>
                </a:lnTo>
                <a:moveTo>
                  <a:pt x="2708" y="911"/>
                </a:moveTo>
                <a:lnTo>
                  <a:pt x="2549" y="911"/>
                </a:lnTo>
                <a:lnTo>
                  <a:pt x="2549" y="795"/>
                </a:lnTo>
                <a:lnTo>
                  <a:pt x="2708" y="795"/>
                </a:lnTo>
                <a:lnTo>
                  <a:pt x="2708" y="911"/>
                </a:lnTo>
                <a:moveTo>
                  <a:pt x="2440" y="911"/>
                </a:moveTo>
                <a:lnTo>
                  <a:pt x="2282" y="911"/>
                </a:lnTo>
                <a:lnTo>
                  <a:pt x="2282" y="795"/>
                </a:lnTo>
                <a:lnTo>
                  <a:pt x="2440" y="795"/>
                </a:lnTo>
                <a:lnTo>
                  <a:pt x="2440" y="911"/>
                </a:lnTo>
                <a:moveTo>
                  <a:pt x="2173" y="911"/>
                </a:moveTo>
                <a:lnTo>
                  <a:pt x="2014" y="911"/>
                </a:lnTo>
                <a:lnTo>
                  <a:pt x="2014" y="795"/>
                </a:lnTo>
                <a:lnTo>
                  <a:pt x="2173" y="795"/>
                </a:lnTo>
                <a:lnTo>
                  <a:pt x="2173" y="911"/>
                </a:lnTo>
                <a:moveTo>
                  <a:pt x="1906" y="911"/>
                </a:moveTo>
                <a:lnTo>
                  <a:pt x="1747" y="911"/>
                </a:lnTo>
                <a:lnTo>
                  <a:pt x="1747" y="795"/>
                </a:lnTo>
                <a:lnTo>
                  <a:pt x="1906" y="795"/>
                </a:lnTo>
                <a:lnTo>
                  <a:pt x="1906" y="911"/>
                </a:lnTo>
                <a:moveTo>
                  <a:pt x="1638" y="911"/>
                </a:moveTo>
                <a:lnTo>
                  <a:pt x="1479" y="911"/>
                </a:lnTo>
                <a:lnTo>
                  <a:pt x="1479" y="795"/>
                </a:lnTo>
                <a:lnTo>
                  <a:pt x="1638" y="795"/>
                </a:lnTo>
                <a:lnTo>
                  <a:pt x="1638" y="911"/>
                </a:lnTo>
                <a:moveTo>
                  <a:pt x="1371" y="911"/>
                </a:moveTo>
                <a:lnTo>
                  <a:pt x="1212" y="911"/>
                </a:lnTo>
                <a:lnTo>
                  <a:pt x="1212" y="795"/>
                </a:lnTo>
                <a:lnTo>
                  <a:pt x="1371" y="795"/>
                </a:lnTo>
                <a:lnTo>
                  <a:pt x="1371" y="911"/>
                </a:lnTo>
                <a:moveTo>
                  <a:pt x="1103" y="911"/>
                </a:moveTo>
                <a:lnTo>
                  <a:pt x="945" y="911"/>
                </a:lnTo>
                <a:lnTo>
                  <a:pt x="945" y="795"/>
                </a:lnTo>
                <a:lnTo>
                  <a:pt x="1103" y="795"/>
                </a:lnTo>
                <a:lnTo>
                  <a:pt x="1103" y="911"/>
                </a:lnTo>
                <a:moveTo>
                  <a:pt x="836" y="911"/>
                </a:moveTo>
                <a:lnTo>
                  <a:pt x="677" y="911"/>
                </a:lnTo>
                <a:lnTo>
                  <a:pt x="677" y="795"/>
                </a:lnTo>
                <a:lnTo>
                  <a:pt x="836" y="795"/>
                </a:lnTo>
                <a:lnTo>
                  <a:pt x="836" y="911"/>
                </a:lnTo>
                <a:moveTo>
                  <a:pt x="569" y="911"/>
                </a:moveTo>
                <a:lnTo>
                  <a:pt x="453" y="911"/>
                </a:lnTo>
                <a:cubicBezTo>
                  <a:pt x="437" y="911"/>
                  <a:pt x="421" y="910"/>
                  <a:pt x="405" y="909"/>
                </a:cubicBezTo>
                <a:lnTo>
                  <a:pt x="418" y="793"/>
                </a:lnTo>
                <a:cubicBezTo>
                  <a:pt x="429" y="794"/>
                  <a:pt x="441" y="795"/>
                  <a:pt x="453" y="795"/>
                </a:cubicBezTo>
                <a:lnTo>
                  <a:pt x="569" y="795"/>
                </a:lnTo>
                <a:lnTo>
                  <a:pt x="569" y="911"/>
                </a:lnTo>
                <a:moveTo>
                  <a:pt x="282" y="878"/>
                </a:moveTo>
                <a:cubicBezTo>
                  <a:pt x="225" y="855"/>
                  <a:pt x="174" y="821"/>
                  <a:pt x="130" y="777"/>
                </a:cubicBezTo>
                <a:lnTo>
                  <a:pt x="213" y="695"/>
                </a:lnTo>
                <a:cubicBezTo>
                  <a:pt x="246" y="728"/>
                  <a:pt x="283" y="753"/>
                  <a:pt x="326" y="770"/>
                </a:cubicBezTo>
                <a:lnTo>
                  <a:pt x="282" y="878"/>
                </a:lnTo>
                <a:moveTo>
                  <a:pt x="55" y="676"/>
                </a:moveTo>
                <a:cubicBezTo>
                  <a:pt x="25" y="622"/>
                  <a:pt x="7" y="563"/>
                  <a:pt x="0" y="500"/>
                </a:cubicBezTo>
                <a:lnTo>
                  <a:pt x="116" y="489"/>
                </a:lnTo>
                <a:cubicBezTo>
                  <a:pt x="121" y="535"/>
                  <a:pt x="134" y="579"/>
                  <a:pt x="157" y="620"/>
                </a:cubicBezTo>
                <a:lnTo>
                  <a:pt x="55" y="676"/>
                </a:lnTo>
                <a:moveTo>
                  <a:pt x="4" y="380"/>
                </a:moveTo>
                <a:cubicBezTo>
                  <a:pt x="15" y="318"/>
                  <a:pt x="37" y="261"/>
                  <a:pt x="71" y="209"/>
                </a:cubicBezTo>
                <a:lnTo>
                  <a:pt x="168" y="272"/>
                </a:lnTo>
                <a:cubicBezTo>
                  <a:pt x="143" y="311"/>
                  <a:pt x="127" y="353"/>
                  <a:pt x="119" y="399"/>
                </a:cubicBezTo>
                <a:lnTo>
                  <a:pt x="4" y="380"/>
                </a:lnTo>
                <a:moveTo>
                  <a:pt x="153" y="113"/>
                </a:moveTo>
                <a:cubicBezTo>
                  <a:pt x="200" y="72"/>
                  <a:pt x="253" y="42"/>
                  <a:pt x="312" y="23"/>
                </a:cubicBezTo>
                <a:lnTo>
                  <a:pt x="348" y="133"/>
                </a:lnTo>
                <a:cubicBezTo>
                  <a:pt x="304" y="148"/>
                  <a:pt x="265" y="170"/>
                  <a:pt x="230" y="201"/>
                </a:cubicBezTo>
                <a:lnTo>
                  <a:pt x="153" y="113"/>
                </a:lnTo>
                <a:moveTo>
                  <a:pt x="435" y="0"/>
                </a:moveTo>
                <a:cubicBezTo>
                  <a:pt x="441" y="0"/>
                  <a:pt x="447" y="0"/>
                  <a:pt x="453" y="0"/>
                </a:cubicBezTo>
                <a:lnTo>
                  <a:pt x="612" y="0"/>
                </a:lnTo>
                <a:lnTo>
                  <a:pt x="612" y="116"/>
                </a:lnTo>
                <a:lnTo>
                  <a:pt x="453" y="116"/>
                </a:lnTo>
                <a:cubicBezTo>
                  <a:pt x="449" y="116"/>
                  <a:pt x="444" y="117"/>
                  <a:pt x="439" y="117"/>
                </a:cubicBezTo>
                <a:lnTo>
                  <a:pt x="435" y="0"/>
                </a:ln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6980400" y="3569760"/>
            <a:ext cx="1231560" cy="327960"/>
          </a:xfrm>
          <a:custGeom>
            <a:avLst/>
            <a:gdLst/>
            <a:ahLst/>
            <a:rect l="0" t="0" r="r" b="b"/>
            <a:pathLst>
              <a:path w="3421" h="911">
                <a:moveTo>
                  <a:pt x="721" y="0"/>
                </a:moveTo>
                <a:lnTo>
                  <a:pt x="879" y="0"/>
                </a:lnTo>
                <a:lnTo>
                  <a:pt x="879" y="116"/>
                </a:lnTo>
                <a:lnTo>
                  <a:pt x="721" y="116"/>
                </a:lnTo>
                <a:lnTo>
                  <a:pt x="721" y="0"/>
                </a:lnTo>
                <a:moveTo>
                  <a:pt x="988" y="0"/>
                </a:moveTo>
                <a:lnTo>
                  <a:pt x="1147" y="0"/>
                </a:lnTo>
                <a:lnTo>
                  <a:pt x="1147" y="116"/>
                </a:lnTo>
                <a:lnTo>
                  <a:pt x="988" y="116"/>
                </a:lnTo>
                <a:lnTo>
                  <a:pt x="988" y="0"/>
                </a:lnTo>
                <a:moveTo>
                  <a:pt x="1256" y="0"/>
                </a:moveTo>
                <a:lnTo>
                  <a:pt x="1414" y="0"/>
                </a:lnTo>
                <a:lnTo>
                  <a:pt x="1414" y="116"/>
                </a:lnTo>
                <a:lnTo>
                  <a:pt x="1256" y="116"/>
                </a:lnTo>
                <a:lnTo>
                  <a:pt x="1256" y="0"/>
                </a:lnTo>
                <a:moveTo>
                  <a:pt x="1523" y="0"/>
                </a:moveTo>
                <a:lnTo>
                  <a:pt x="1682" y="0"/>
                </a:lnTo>
                <a:lnTo>
                  <a:pt x="1682" y="116"/>
                </a:lnTo>
                <a:lnTo>
                  <a:pt x="1523" y="116"/>
                </a:lnTo>
                <a:lnTo>
                  <a:pt x="1523" y="0"/>
                </a:lnTo>
                <a:moveTo>
                  <a:pt x="1790" y="0"/>
                </a:moveTo>
                <a:lnTo>
                  <a:pt x="1949" y="0"/>
                </a:lnTo>
                <a:lnTo>
                  <a:pt x="1949" y="116"/>
                </a:lnTo>
                <a:lnTo>
                  <a:pt x="1790" y="116"/>
                </a:lnTo>
                <a:lnTo>
                  <a:pt x="1790" y="0"/>
                </a:lnTo>
                <a:moveTo>
                  <a:pt x="2058" y="0"/>
                </a:moveTo>
                <a:lnTo>
                  <a:pt x="2217" y="0"/>
                </a:lnTo>
                <a:lnTo>
                  <a:pt x="2217" y="116"/>
                </a:lnTo>
                <a:lnTo>
                  <a:pt x="2058" y="116"/>
                </a:lnTo>
                <a:lnTo>
                  <a:pt x="2058" y="0"/>
                </a:lnTo>
                <a:moveTo>
                  <a:pt x="2325" y="0"/>
                </a:moveTo>
                <a:lnTo>
                  <a:pt x="2484" y="0"/>
                </a:lnTo>
                <a:lnTo>
                  <a:pt x="2484" y="116"/>
                </a:lnTo>
                <a:lnTo>
                  <a:pt x="2325" y="116"/>
                </a:lnTo>
                <a:lnTo>
                  <a:pt x="2325" y="0"/>
                </a:lnTo>
                <a:moveTo>
                  <a:pt x="2593" y="0"/>
                </a:moveTo>
                <a:lnTo>
                  <a:pt x="2751" y="0"/>
                </a:lnTo>
                <a:lnTo>
                  <a:pt x="2751" y="116"/>
                </a:lnTo>
                <a:lnTo>
                  <a:pt x="2593" y="116"/>
                </a:lnTo>
                <a:lnTo>
                  <a:pt x="2593" y="0"/>
                </a:lnTo>
                <a:moveTo>
                  <a:pt x="2861" y="0"/>
                </a:moveTo>
                <a:lnTo>
                  <a:pt x="2968" y="0"/>
                </a:lnTo>
                <a:cubicBezTo>
                  <a:pt x="2987" y="0"/>
                  <a:pt x="3006" y="1"/>
                  <a:pt x="3025" y="4"/>
                </a:cubicBezTo>
                <a:lnTo>
                  <a:pt x="3011" y="119"/>
                </a:lnTo>
                <a:cubicBezTo>
                  <a:pt x="2996" y="117"/>
                  <a:pt x="2982" y="116"/>
                  <a:pt x="2968" y="116"/>
                </a:cubicBezTo>
                <a:lnTo>
                  <a:pt x="2861" y="116"/>
                </a:lnTo>
                <a:lnTo>
                  <a:pt x="2861" y="0"/>
                </a:lnTo>
                <a:moveTo>
                  <a:pt x="3148" y="37"/>
                </a:moveTo>
                <a:cubicBezTo>
                  <a:pt x="3205" y="62"/>
                  <a:pt x="3255" y="96"/>
                  <a:pt x="3298" y="142"/>
                </a:cubicBezTo>
                <a:lnTo>
                  <a:pt x="3213" y="222"/>
                </a:lnTo>
                <a:cubicBezTo>
                  <a:pt x="3181" y="188"/>
                  <a:pt x="3144" y="162"/>
                  <a:pt x="3102" y="144"/>
                </a:cubicBezTo>
                <a:lnTo>
                  <a:pt x="3148" y="37"/>
                </a:lnTo>
                <a:moveTo>
                  <a:pt x="3371" y="244"/>
                </a:moveTo>
                <a:cubicBezTo>
                  <a:pt x="3400" y="299"/>
                  <a:pt x="3417" y="357"/>
                  <a:pt x="3421" y="419"/>
                </a:cubicBezTo>
                <a:lnTo>
                  <a:pt x="3305" y="429"/>
                </a:lnTo>
                <a:cubicBezTo>
                  <a:pt x="3302" y="382"/>
                  <a:pt x="3289" y="339"/>
                  <a:pt x="3268" y="298"/>
                </a:cubicBezTo>
                <a:lnTo>
                  <a:pt x="3371" y="244"/>
                </a:lnTo>
                <a:moveTo>
                  <a:pt x="3415" y="540"/>
                </a:moveTo>
                <a:cubicBezTo>
                  <a:pt x="3403" y="602"/>
                  <a:pt x="3380" y="659"/>
                  <a:pt x="3345" y="711"/>
                </a:cubicBezTo>
                <a:lnTo>
                  <a:pt x="3249" y="646"/>
                </a:lnTo>
                <a:cubicBezTo>
                  <a:pt x="3275" y="607"/>
                  <a:pt x="3292" y="565"/>
                  <a:pt x="3301" y="518"/>
                </a:cubicBezTo>
                <a:lnTo>
                  <a:pt x="3415" y="540"/>
                </a:lnTo>
                <a:moveTo>
                  <a:pt x="3260" y="805"/>
                </a:moveTo>
                <a:cubicBezTo>
                  <a:pt x="3213" y="845"/>
                  <a:pt x="3159" y="874"/>
                  <a:pt x="3099" y="892"/>
                </a:cubicBezTo>
                <a:lnTo>
                  <a:pt x="3066" y="780"/>
                </a:lnTo>
                <a:cubicBezTo>
                  <a:pt x="3110" y="767"/>
                  <a:pt x="3150" y="745"/>
                  <a:pt x="3186" y="716"/>
                </a:cubicBezTo>
                <a:lnTo>
                  <a:pt x="3260" y="805"/>
                </a:lnTo>
                <a:moveTo>
                  <a:pt x="2977" y="911"/>
                </a:moveTo>
                <a:cubicBezTo>
                  <a:pt x="2974" y="911"/>
                  <a:pt x="2971" y="911"/>
                  <a:pt x="2968" y="911"/>
                </a:cubicBezTo>
                <a:lnTo>
                  <a:pt x="2817" y="911"/>
                </a:lnTo>
                <a:lnTo>
                  <a:pt x="2817" y="795"/>
                </a:lnTo>
                <a:lnTo>
                  <a:pt x="2968" y="795"/>
                </a:lnTo>
                <a:cubicBezTo>
                  <a:pt x="2970" y="795"/>
                  <a:pt x="2972" y="795"/>
                  <a:pt x="2975" y="795"/>
                </a:cubicBezTo>
                <a:lnTo>
                  <a:pt x="2977" y="911"/>
                </a:lnTo>
                <a:moveTo>
                  <a:pt x="2708" y="911"/>
                </a:moveTo>
                <a:lnTo>
                  <a:pt x="2549" y="911"/>
                </a:lnTo>
                <a:lnTo>
                  <a:pt x="2549" y="795"/>
                </a:lnTo>
                <a:lnTo>
                  <a:pt x="2708" y="795"/>
                </a:lnTo>
                <a:lnTo>
                  <a:pt x="2708" y="911"/>
                </a:lnTo>
                <a:moveTo>
                  <a:pt x="2440" y="911"/>
                </a:moveTo>
                <a:lnTo>
                  <a:pt x="2282" y="911"/>
                </a:lnTo>
                <a:lnTo>
                  <a:pt x="2282" y="795"/>
                </a:lnTo>
                <a:lnTo>
                  <a:pt x="2440" y="795"/>
                </a:lnTo>
                <a:lnTo>
                  <a:pt x="2440" y="911"/>
                </a:lnTo>
                <a:moveTo>
                  <a:pt x="2173" y="911"/>
                </a:moveTo>
                <a:lnTo>
                  <a:pt x="2014" y="911"/>
                </a:lnTo>
                <a:lnTo>
                  <a:pt x="2014" y="795"/>
                </a:lnTo>
                <a:lnTo>
                  <a:pt x="2173" y="795"/>
                </a:lnTo>
                <a:lnTo>
                  <a:pt x="2173" y="911"/>
                </a:lnTo>
                <a:moveTo>
                  <a:pt x="1906" y="911"/>
                </a:moveTo>
                <a:lnTo>
                  <a:pt x="1747" y="911"/>
                </a:lnTo>
                <a:lnTo>
                  <a:pt x="1747" y="795"/>
                </a:lnTo>
                <a:lnTo>
                  <a:pt x="1906" y="795"/>
                </a:lnTo>
                <a:lnTo>
                  <a:pt x="1906" y="911"/>
                </a:lnTo>
                <a:moveTo>
                  <a:pt x="1638" y="911"/>
                </a:moveTo>
                <a:lnTo>
                  <a:pt x="1479" y="911"/>
                </a:lnTo>
                <a:lnTo>
                  <a:pt x="1479" y="795"/>
                </a:lnTo>
                <a:lnTo>
                  <a:pt x="1638" y="795"/>
                </a:lnTo>
                <a:lnTo>
                  <a:pt x="1638" y="911"/>
                </a:lnTo>
                <a:moveTo>
                  <a:pt x="1371" y="911"/>
                </a:moveTo>
                <a:lnTo>
                  <a:pt x="1212" y="911"/>
                </a:lnTo>
                <a:lnTo>
                  <a:pt x="1212" y="795"/>
                </a:lnTo>
                <a:lnTo>
                  <a:pt x="1371" y="795"/>
                </a:lnTo>
                <a:lnTo>
                  <a:pt x="1371" y="911"/>
                </a:lnTo>
                <a:moveTo>
                  <a:pt x="1103" y="911"/>
                </a:moveTo>
                <a:lnTo>
                  <a:pt x="945" y="911"/>
                </a:lnTo>
                <a:lnTo>
                  <a:pt x="945" y="795"/>
                </a:lnTo>
                <a:lnTo>
                  <a:pt x="1103" y="795"/>
                </a:lnTo>
                <a:lnTo>
                  <a:pt x="1103" y="911"/>
                </a:lnTo>
                <a:moveTo>
                  <a:pt x="836" y="911"/>
                </a:moveTo>
                <a:lnTo>
                  <a:pt x="677" y="911"/>
                </a:lnTo>
                <a:lnTo>
                  <a:pt x="677" y="795"/>
                </a:lnTo>
                <a:lnTo>
                  <a:pt x="836" y="795"/>
                </a:lnTo>
                <a:lnTo>
                  <a:pt x="836" y="911"/>
                </a:lnTo>
                <a:moveTo>
                  <a:pt x="569" y="911"/>
                </a:moveTo>
                <a:lnTo>
                  <a:pt x="453" y="911"/>
                </a:lnTo>
                <a:cubicBezTo>
                  <a:pt x="437" y="911"/>
                  <a:pt x="421" y="910"/>
                  <a:pt x="405" y="909"/>
                </a:cubicBezTo>
                <a:lnTo>
                  <a:pt x="418" y="793"/>
                </a:lnTo>
                <a:cubicBezTo>
                  <a:pt x="429" y="794"/>
                  <a:pt x="441" y="795"/>
                  <a:pt x="453" y="795"/>
                </a:cubicBezTo>
                <a:lnTo>
                  <a:pt x="569" y="795"/>
                </a:lnTo>
                <a:lnTo>
                  <a:pt x="569" y="911"/>
                </a:lnTo>
                <a:moveTo>
                  <a:pt x="282" y="878"/>
                </a:moveTo>
                <a:cubicBezTo>
                  <a:pt x="225" y="855"/>
                  <a:pt x="174" y="821"/>
                  <a:pt x="130" y="777"/>
                </a:cubicBezTo>
                <a:lnTo>
                  <a:pt x="213" y="695"/>
                </a:lnTo>
                <a:cubicBezTo>
                  <a:pt x="246" y="728"/>
                  <a:pt x="283" y="753"/>
                  <a:pt x="326" y="770"/>
                </a:cubicBezTo>
                <a:lnTo>
                  <a:pt x="282" y="878"/>
                </a:lnTo>
                <a:moveTo>
                  <a:pt x="55" y="676"/>
                </a:moveTo>
                <a:cubicBezTo>
                  <a:pt x="25" y="622"/>
                  <a:pt x="7" y="563"/>
                  <a:pt x="0" y="500"/>
                </a:cubicBezTo>
                <a:lnTo>
                  <a:pt x="116" y="489"/>
                </a:lnTo>
                <a:cubicBezTo>
                  <a:pt x="121" y="535"/>
                  <a:pt x="134" y="579"/>
                  <a:pt x="157" y="620"/>
                </a:cubicBezTo>
                <a:lnTo>
                  <a:pt x="55" y="676"/>
                </a:lnTo>
                <a:moveTo>
                  <a:pt x="4" y="380"/>
                </a:moveTo>
                <a:cubicBezTo>
                  <a:pt x="15" y="318"/>
                  <a:pt x="37" y="261"/>
                  <a:pt x="71" y="209"/>
                </a:cubicBezTo>
                <a:lnTo>
                  <a:pt x="168" y="272"/>
                </a:lnTo>
                <a:cubicBezTo>
                  <a:pt x="143" y="311"/>
                  <a:pt x="127" y="353"/>
                  <a:pt x="119" y="399"/>
                </a:cubicBezTo>
                <a:lnTo>
                  <a:pt x="4" y="380"/>
                </a:lnTo>
                <a:moveTo>
                  <a:pt x="153" y="113"/>
                </a:moveTo>
                <a:cubicBezTo>
                  <a:pt x="200" y="72"/>
                  <a:pt x="253" y="42"/>
                  <a:pt x="312" y="23"/>
                </a:cubicBezTo>
                <a:lnTo>
                  <a:pt x="348" y="133"/>
                </a:lnTo>
                <a:cubicBezTo>
                  <a:pt x="304" y="148"/>
                  <a:pt x="265" y="170"/>
                  <a:pt x="230" y="201"/>
                </a:cubicBezTo>
                <a:lnTo>
                  <a:pt x="153" y="113"/>
                </a:lnTo>
                <a:moveTo>
                  <a:pt x="435" y="0"/>
                </a:moveTo>
                <a:cubicBezTo>
                  <a:pt x="441" y="0"/>
                  <a:pt x="447" y="0"/>
                  <a:pt x="453" y="0"/>
                </a:cubicBezTo>
                <a:lnTo>
                  <a:pt x="612" y="0"/>
                </a:lnTo>
                <a:lnTo>
                  <a:pt x="612" y="116"/>
                </a:lnTo>
                <a:lnTo>
                  <a:pt x="453" y="116"/>
                </a:lnTo>
                <a:cubicBezTo>
                  <a:pt x="449" y="116"/>
                  <a:pt x="444" y="117"/>
                  <a:pt x="439" y="117"/>
                </a:cubicBezTo>
                <a:lnTo>
                  <a:pt x="435" y="0"/>
                </a:ln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6980400" y="3569760"/>
            <a:ext cx="1231560" cy="327960"/>
          </a:xfrm>
          <a:custGeom>
            <a:avLst/>
            <a:gdLst/>
            <a:ahLst/>
            <a:rect l="0" t="0" r="r" b="b"/>
            <a:pathLst>
              <a:path w="3421" h="911">
                <a:moveTo>
                  <a:pt x="721" y="0"/>
                </a:moveTo>
                <a:lnTo>
                  <a:pt x="879" y="0"/>
                </a:lnTo>
                <a:lnTo>
                  <a:pt x="879" y="116"/>
                </a:lnTo>
                <a:lnTo>
                  <a:pt x="721" y="116"/>
                </a:lnTo>
                <a:lnTo>
                  <a:pt x="721" y="0"/>
                </a:lnTo>
                <a:moveTo>
                  <a:pt x="988" y="0"/>
                </a:moveTo>
                <a:lnTo>
                  <a:pt x="1147" y="0"/>
                </a:lnTo>
                <a:lnTo>
                  <a:pt x="1147" y="116"/>
                </a:lnTo>
                <a:lnTo>
                  <a:pt x="988" y="116"/>
                </a:lnTo>
                <a:lnTo>
                  <a:pt x="988" y="0"/>
                </a:lnTo>
                <a:moveTo>
                  <a:pt x="1256" y="0"/>
                </a:moveTo>
                <a:lnTo>
                  <a:pt x="1414" y="0"/>
                </a:lnTo>
                <a:lnTo>
                  <a:pt x="1414" y="116"/>
                </a:lnTo>
                <a:lnTo>
                  <a:pt x="1256" y="116"/>
                </a:lnTo>
                <a:lnTo>
                  <a:pt x="1256" y="0"/>
                </a:lnTo>
                <a:moveTo>
                  <a:pt x="1523" y="0"/>
                </a:moveTo>
                <a:lnTo>
                  <a:pt x="1682" y="0"/>
                </a:lnTo>
                <a:lnTo>
                  <a:pt x="1682" y="116"/>
                </a:lnTo>
                <a:lnTo>
                  <a:pt x="1523" y="116"/>
                </a:lnTo>
                <a:lnTo>
                  <a:pt x="1523" y="0"/>
                </a:lnTo>
                <a:moveTo>
                  <a:pt x="1790" y="0"/>
                </a:moveTo>
                <a:lnTo>
                  <a:pt x="1949" y="0"/>
                </a:lnTo>
                <a:lnTo>
                  <a:pt x="1949" y="116"/>
                </a:lnTo>
                <a:lnTo>
                  <a:pt x="1790" y="116"/>
                </a:lnTo>
                <a:lnTo>
                  <a:pt x="1790" y="0"/>
                </a:lnTo>
                <a:moveTo>
                  <a:pt x="2058" y="0"/>
                </a:moveTo>
                <a:lnTo>
                  <a:pt x="2217" y="0"/>
                </a:lnTo>
                <a:lnTo>
                  <a:pt x="2217" y="116"/>
                </a:lnTo>
                <a:lnTo>
                  <a:pt x="2058" y="116"/>
                </a:lnTo>
                <a:lnTo>
                  <a:pt x="2058" y="0"/>
                </a:lnTo>
                <a:moveTo>
                  <a:pt x="2325" y="0"/>
                </a:moveTo>
                <a:lnTo>
                  <a:pt x="2484" y="0"/>
                </a:lnTo>
                <a:lnTo>
                  <a:pt x="2484" y="116"/>
                </a:lnTo>
                <a:lnTo>
                  <a:pt x="2325" y="116"/>
                </a:lnTo>
                <a:lnTo>
                  <a:pt x="2325" y="0"/>
                </a:lnTo>
                <a:moveTo>
                  <a:pt x="2593" y="0"/>
                </a:moveTo>
                <a:lnTo>
                  <a:pt x="2751" y="0"/>
                </a:lnTo>
                <a:lnTo>
                  <a:pt x="2751" y="116"/>
                </a:lnTo>
                <a:lnTo>
                  <a:pt x="2593" y="116"/>
                </a:lnTo>
                <a:lnTo>
                  <a:pt x="2593" y="0"/>
                </a:lnTo>
                <a:moveTo>
                  <a:pt x="2861" y="0"/>
                </a:moveTo>
                <a:lnTo>
                  <a:pt x="2968" y="0"/>
                </a:lnTo>
                <a:cubicBezTo>
                  <a:pt x="2987" y="0"/>
                  <a:pt x="3006" y="1"/>
                  <a:pt x="3025" y="4"/>
                </a:cubicBezTo>
                <a:lnTo>
                  <a:pt x="3011" y="119"/>
                </a:lnTo>
                <a:cubicBezTo>
                  <a:pt x="2996" y="117"/>
                  <a:pt x="2982" y="116"/>
                  <a:pt x="2968" y="116"/>
                </a:cubicBezTo>
                <a:lnTo>
                  <a:pt x="2861" y="116"/>
                </a:lnTo>
                <a:lnTo>
                  <a:pt x="2861" y="0"/>
                </a:lnTo>
                <a:moveTo>
                  <a:pt x="3148" y="37"/>
                </a:moveTo>
                <a:cubicBezTo>
                  <a:pt x="3205" y="62"/>
                  <a:pt x="3255" y="96"/>
                  <a:pt x="3298" y="142"/>
                </a:cubicBezTo>
                <a:lnTo>
                  <a:pt x="3213" y="222"/>
                </a:lnTo>
                <a:cubicBezTo>
                  <a:pt x="3181" y="188"/>
                  <a:pt x="3144" y="162"/>
                  <a:pt x="3102" y="144"/>
                </a:cubicBezTo>
                <a:lnTo>
                  <a:pt x="3148" y="37"/>
                </a:lnTo>
                <a:moveTo>
                  <a:pt x="3371" y="244"/>
                </a:moveTo>
                <a:cubicBezTo>
                  <a:pt x="3400" y="299"/>
                  <a:pt x="3417" y="357"/>
                  <a:pt x="3421" y="419"/>
                </a:cubicBezTo>
                <a:lnTo>
                  <a:pt x="3305" y="429"/>
                </a:lnTo>
                <a:cubicBezTo>
                  <a:pt x="3302" y="382"/>
                  <a:pt x="3289" y="339"/>
                  <a:pt x="3268" y="298"/>
                </a:cubicBezTo>
                <a:lnTo>
                  <a:pt x="3371" y="244"/>
                </a:lnTo>
                <a:moveTo>
                  <a:pt x="3415" y="540"/>
                </a:moveTo>
                <a:cubicBezTo>
                  <a:pt x="3403" y="602"/>
                  <a:pt x="3380" y="659"/>
                  <a:pt x="3345" y="711"/>
                </a:cubicBezTo>
                <a:lnTo>
                  <a:pt x="3249" y="646"/>
                </a:lnTo>
                <a:cubicBezTo>
                  <a:pt x="3275" y="607"/>
                  <a:pt x="3292" y="565"/>
                  <a:pt x="3301" y="518"/>
                </a:cubicBezTo>
                <a:lnTo>
                  <a:pt x="3415" y="540"/>
                </a:lnTo>
                <a:moveTo>
                  <a:pt x="3260" y="805"/>
                </a:moveTo>
                <a:cubicBezTo>
                  <a:pt x="3213" y="845"/>
                  <a:pt x="3159" y="874"/>
                  <a:pt x="3099" y="892"/>
                </a:cubicBezTo>
                <a:lnTo>
                  <a:pt x="3066" y="780"/>
                </a:lnTo>
                <a:cubicBezTo>
                  <a:pt x="3110" y="767"/>
                  <a:pt x="3150" y="745"/>
                  <a:pt x="3186" y="716"/>
                </a:cubicBezTo>
                <a:lnTo>
                  <a:pt x="3260" y="805"/>
                </a:lnTo>
                <a:moveTo>
                  <a:pt x="2977" y="911"/>
                </a:moveTo>
                <a:cubicBezTo>
                  <a:pt x="2974" y="911"/>
                  <a:pt x="2971" y="911"/>
                  <a:pt x="2968" y="911"/>
                </a:cubicBezTo>
                <a:lnTo>
                  <a:pt x="2817" y="911"/>
                </a:lnTo>
                <a:lnTo>
                  <a:pt x="2817" y="795"/>
                </a:lnTo>
                <a:lnTo>
                  <a:pt x="2968" y="795"/>
                </a:lnTo>
                <a:cubicBezTo>
                  <a:pt x="2970" y="795"/>
                  <a:pt x="2972" y="795"/>
                  <a:pt x="2975" y="795"/>
                </a:cubicBezTo>
                <a:lnTo>
                  <a:pt x="2977" y="911"/>
                </a:lnTo>
                <a:moveTo>
                  <a:pt x="2708" y="911"/>
                </a:moveTo>
                <a:lnTo>
                  <a:pt x="2549" y="911"/>
                </a:lnTo>
                <a:lnTo>
                  <a:pt x="2549" y="795"/>
                </a:lnTo>
                <a:lnTo>
                  <a:pt x="2708" y="795"/>
                </a:lnTo>
                <a:lnTo>
                  <a:pt x="2708" y="911"/>
                </a:lnTo>
                <a:moveTo>
                  <a:pt x="2440" y="911"/>
                </a:moveTo>
                <a:lnTo>
                  <a:pt x="2282" y="911"/>
                </a:lnTo>
                <a:lnTo>
                  <a:pt x="2282" y="795"/>
                </a:lnTo>
                <a:lnTo>
                  <a:pt x="2440" y="795"/>
                </a:lnTo>
                <a:lnTo>
                  <a:pt x="2440" y="911"/>
                </a:lnTo>
                <a:moveTo>
                  <a:pt x="2173" y="911"/>
                </a:moveTo>
                <a:lnTo>
                  <a:pt x="2014" y="911"/>
                </a:lnTo>
                <a:lnTo>
                  <a:pt x="2014" y="795"/>
                </a:lnTo>
                <a:lnTo>
                  <a:pt x="2173" y="795"/>
                </a:lnTo>
                <a:lnTo>
                  <a:pt x="2173" y="911"/>
                </a:lnTo>
                <a:moveTo>
                  <a:pt x="1906" y="911"/>
                </a:moveTo>
                <a:lnTo>
                  <a:pt x="1747" y="911"/>
                </a:lnTo>
                <a:lnTo>
                  <a:pt x="1747" y="795"/>
                </a:lnTo>
                <a:lnTo>
                  <a:pt x="1906" y="795"/>
                </a:lnTo>
                <a:lnTo>
                  <a:pt x="1906" y="911"/>
                </a:lnTo>
                <a:moveTo>
                  <a:pt x="1638" y="911"/>
                </a:moveTo>
                <a:lnTo>
                  <a:pt x="1479" y="911"/>
                </a:lnTo>
                <a:lnTo>
                  <a:pt x="1479" y="795"/>
                </a:lnTo>
                <a:lnTo>
                  <a:pt x="1638" y="795"/>
                </a:lnTo>
                <a:lnTo>
                  <a:pt x="1638" y="911"/>
                </a:lnTo>
                <a:moveTo>
                  <a:pt x="1371" y="911"/>
                </a:moveTo>
                <a:lnTo>
                  <a:pt x="1212" y="911"/>
                </a:lnTo>
                <a:lnTo>
                  <a:pt x="1212" y="795"/>
                </a:lnTo>
                <a:lnTo>
                  <a:pt x="1371" y="795"/>
                </a:lnTo>
                <a:lnTo>
                  <a:pt x="1371" y="911"/>
                </a:lnTo>
                <a:moveTo>
                  <a:pt x="1103" y="911"/>
                </a:moveTo>
                <a:lnTo>
                  <a:pt x="945" y="911"/>
                </a:lnTo>
                <a:lnTo>
                  <a:pt x="945" y="795"/>
                </a:lnTo>
                <a:lnTo>
                  <a:pt x="1103" y="795"/>
                </a:lnTo>
                <a:lnTo>
                  <a:pt x="1103" y="911"/>
                </a:lnTo>
                <a:moveTo>
                  <a:pt x="836" y="911"/>
                </a:moveTo>
                <a:lnTo>
                  <a:pt x="677" y="911"/>
                </a:lnTo>
                <a:lnTo>
                  <a:pt x="677" y="795"/>
                </a:lnTo>
                <a:lnTo>
                  <a:pt x="836" y="795"/>
                </a:lnTo>
                <a:lnTo>
                  <a:pt x="836" y="911"/>
                </a:lnTo>
                <a:moveTo>
                  <a:pt x="569" y="911"/>
                </a:moveTo>
                <a:lnTo>
                  <a:pt x="453" y="911"/>
                </a:lnTo>
                <a:cubicBezTo>
                  <a:pt x="437" y="911"/>
                  <a:pt x="421" y="910"/>
                  <a:pt x="405" y="909"/>
                </a:cubicBezTo>
                <a:lnTo>
                  <a:pt x="418" y="793"/>
                </a:lnTo>
                <a:cubicBezTo>
                  <a:pt x="429" y="794"/>
                  <a:pt x="441" y="795"/>
                  <a:pt x="453" y="795"/>
                </a:cubicBezTo>
                <a:lnTo>
                  <a:pt x="569" y="795"/>
                </a:lnTo>
                <a:lnTo>
                  <a:pt x="569" y="911"/>
                </a:lnTo>
                <a:moveTo>
                  <a:pt x="282" y="878"/>
                </a:moveTo>
                <a:cubicBezTo>
                  <a:pt x="225" y="855"/>
                  <a:pt x="174" y="821"/>
                  <a:pt x="130" y="777"/>
                </a:cubicBezTo>
                <a:lnTo>
                  <a:pt x="213" y="695"/>
                </a:lnTo>
                <a:cubicBezTo>
                  <a:pt x="246" y="728"/>
                  <a:pt x="283" y="753"/>
                  <a:pt x="326" y="770"/>
                </a:cubicBezTo>
                <a:lnTo>
                  <a:pt x="282" y="878"/>
                </a:lnTo>
                <a:moveTo>
                  <a:pt x="55" y="676"/>
                </a:moveTo>
                <a:cubicBezTo>
                  <a:pt x="25" y="622"/>
                  <a:pt x="7" y="563"/>
                  <a:pt x="0" y="500"/>
                </a:cubicBezTo>
                <a:lnTo>
                  <a:pt x="116" y="489"/>
                </a:lnTo>
                <a:cubicBezTo>
                  <a:pt x="121" y="535"/>
                  <a:pt x="134" y="579"/>
                  <a:pt x="157" y="620"/>
                </a:cubicBezTo>
                <a:lnTo>
                  <a:pt x="55" y="676"/>
                </a:lnTo>
                <a:moveTo>
                  <a:pt x="4" y="380"/>
                </a:moveTo>
                <a:cubicBezTo>
                  <a:pt x="15" y="318"/>
                  <a:pt x="37" y="261"/>
                  <a:pt x="71" y="209"/>
                </a:cubicBezTo>
                <a:lnTo>
                  <a:pt x="168" y="272"/>
                </a:lnTo>
                <a:cubicBezTo>
                  <a:pt x="143" y="311"/>
                  <a:pt x="127" y="353"/>
                  <a:pt x="119" y="399"/>
                </a:cubicBezTo>
                <a:lnTo>
                  <a:pt x="4" y="380"/>
                </a:lnTo>
                <a:moveTo>
                  <a:pt x="153" y="113"/>
                </a:moveTo>
                <a:cubicBezTo>
                  <a:pt x="200" y="72"/>
                  <a:pt x="253" y="42"/>
                  <a:pt x="312" y="23"/>
                </a:cubicBezTo>
                <a:lnTo>
                  <a:pt x="348" y="133"/>
                </a:lnTo>
                <a:cubicBezTo>
                  <a:pt x="304" y="148"/>
                  <a:pt x="265" y="170"/>
                  <a:pt x="230" y="201"/>
                </a:cubicBezTo>
                <a:lnTo>
                  <a:pt x="153" y="113"/>
                </a:lnTo>
                <a:moveTo>
                  <a:pt x="435" y="0"/>
                </a:moveTo>
                <a:cubicBezTo>
                  <a:pt x="441" y="0"/>
                  <a:pt x="447" y="0"/>
                  <a:pt x="453" y="0"/>
                </a:cubicBezTo>
                <a:lnTo>
                  <a:pt x="612" y="0"/>
                </a:lnTo>
                <a:lnTo>
                  <a:pt x="612" y="116"/>
                </a:lnTo>
                <a:lnTo>
                  <a:pt x="453" y="116"/>
                </a:lnTo>
                <a:cubicBezTo>
                  <a:pt x="449" y="116"/>
                  <a:pt x="444" y="117"/>
                  <a:pt x="439" y="117"/>
                </a:cubicBezTo>
                <a:lnTo>
                  <a:pt x="435" y="0"/>
                </a:ln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018760" y="3658680"/>
            <a:ext cx="933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b4550"/>
                </a:solidFill>
                <a:latin typeface="Arial"/>
                <a:ea typeface="Arial"/>
              </a:rPr>
              <a:t>magneettrein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129080" y="3658680"/>
            <a:ext cx="1126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b4550"/>
                </a:solidFill>
                <a:latin typeface="Arial"/>
                <a:ea typeface="Arial"/>
              </a:rPr>
              <a:t>wat hierna komt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0" y="-360"/>
            <a:ext cx="2333880" cy="1315080"/>
          </a:xfrm>
          <a:custGeom>
            <a:avLst/>
            <a:gdLst/>
            <a:ahLst/>
            <a:rect l="0" t="0" r="r" b="b"/>
            <a:pathLst>
              <a:path w="6483" h="3653">
                <a:moveTo>
                  <a:pt x="0" y="0"/>
                </a:moveTo>
                <a:lnTo>
                  <a:pt x="6483" y="0"/>
                </a:lnTo>
                <a:lnTo>
                  <a:pt x="6483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8" name=""/>
          <p:cNvSpPr/>
          <p:nvPr/>
        </p:nvSpPr>
        <p:spPr>
          <a:xfrm>
            <a:off x="0" y="131436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9" name=""/>
          <p:cNvSpPr/>
          <p:nvPr/>
        </p:nvSpPr>
        <p:spPr>
          <a:xfrm>
            <a:off x="2333520" y="-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2333520" y="65700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3500280" y="-3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3500280" y="1641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379188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379188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3937680" y="-3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3937680" y="82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379188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/>
          <p:nvPr/>
        </p:nvSpPr>
        <p:spPr>
          <a:xfrm>
            <a:off x="379188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/>
          <p:nvPr/>
        </p:nvSpPr>
        <p:spPr>
          <a:xfrm>
            <a:off x="3937680" y="1641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0" name=""/>
          <p:cNvSpPr/>
          <p:nvPr/>
        </p:nvSpPr>
        <p:spPr>
          <a:xfrm>
            <a:off x="3937680" y="2462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3500280" y="3283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3500280" y="4928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379188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379188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3937680" y="3283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6" name=""/>
          <p:cNvSpPr/>
          <p:nvPr/>
        </p:nvSpPr>
        <p:spPr>
          <a:xfrm>
            <a:off x="3937680" y="410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7" name=""/>
          <p:cNvSpPr/>
          <p:nvPr/>
        </p:nvSpPr>
        <p:spPr>
          <a:xfrm>
            <a:off x="379188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379188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3937680" y="492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3937680" y="5749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4083840" y="-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4083840" y="32832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3500280" y="6570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3500280" y="8215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379188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379188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3937680" y="6570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8" name=""/>
          <p:cNvSpPr/>
          <p:nvPr/>
        </p:nvSpPr>
        <p:spPr>
          <a:xfrm>
            <a:off x="3937680" y="7390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9" name=""/>
          <p:cNvSpPr/>
          <p:nvPr/>
        </p:nvSpPr>
        <p:spPr>
          <a:xfrm>
            <a:off x="379188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/>
          <p:nvPr/>
        </p:nvSpPr>
        <p:spPr>
          <a:xfrm>
            <a:off x="379188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3937680" y="821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3937680" y="903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3500280" y="9856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3500280" y="114984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379188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379188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/>
          <p:nvPr/>
        </p:nvSpPr>
        <p:spPr>
          <a:xfrm>
            <a:off x="3937680" y="9856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8" name=""/>
          <p:cNvSpPr/>
          <p:nvPr/>
        </p:nvSpPr>
        <p:spPr>
          <a:xfrm>
            <a:off x="3937680" y="1067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379188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379188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3937680" y="114984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3937680" y="1232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4083840" y="6570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4083840" y="98568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5" name=""/>
          <p:cNvSpPr/>
          <p:nvPr/>
        </p:nvSpPr>
        <p:spPr>
          <a:xfrm>
            <a:off x="2333520" y="131436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2333520" y="1971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3500280" y="13143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3500280" y="14785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379188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379188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3937680" y="1314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3937680" y="13964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379188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379188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3937680" y="1478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3937680" y="156060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3500280" y="16430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/>
          <p:nvPr/>
        </p:nvSpPr>
        <p:spPr>
          <a:xfrm>
            <a:off x="3500280" y="18072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379188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/>
          <p:nvPr/>
        </p:nvSpPr>
        <p:spPr>
          <a:xfrm>
            <a:off x="379188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3937680" y="16430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3937680" y="17251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379188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/>
          <p:nvPr/>
        </p:nvSpPr>
        <p:spPr>
          <a:xfrm>
            <a:off x="379188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3937680" y="18072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3937680" y="1889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4083840" y="1314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4083840" y="164304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3500280" y="19713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3500280" y="21358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379188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>
            <a:off x="379188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>
            <a:off x="3937680" y="19713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4" name=""/>
          <p:cNvSpPr/>
          <p:nvPr/>
        </p:nvSpPr>
        <p:spPr>
          <a:xfrm>
            <a:off x="3937680" y="20538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379188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379188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/>
          <p:nvPr/>
        </p:nvSpPr>
        <p:spPr>
          <a:xfrm>
            <a:off x="3937680" y="21358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3937680" y="22179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3500280" y="230004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3500280" y="24645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/>
          <p:nvPr/>
        </p:nvSpPr>
        <p:spPr>
          <a:xfrm>
            <a:off x="379188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379188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3937680" y="23000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>
            <a:off x="3937680" y="23821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379188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379188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/>
          <p:nvPr/>
        </p:nvSpPr>
        <p:spPr>
          <a:xfrm>
            <a:off x="3937680" y="24645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8" name=""/>
          <p:cNvSpPr/>
          <p:nvPr/>
        </p:nvSpPr>
        <p:spPr>
          <a:xfrm>
            <a:off x="3937680" y="25466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4083840" y="1971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4083840" y="230004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262872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394308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2333520" y="262872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2333520" y="328608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3500280" y="26287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3500280" y="279288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379188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379188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/>
          <p:nvPr/>
        </p:nvSpPr>
        <p:spPr>
          <a:xfrm>
            <a:off x="3937680" y="26287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3937680" y="27108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379188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/>
          <p:nvPr/>
        </p:nvSpPr>
        <p:spPr>
          <a:xfrm>
            <a:off x="379188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/>
          <p:nvPr/>
        </p:nvSpPr>
        <p:spPr>
          <a:xfrm>
            <a:off x="3937680" y="27928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3937680" y="28753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3500280" y="29574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3500280" y="31215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379188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379188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/>
          <p:nvPr/>
        </p:nvSpPr>
        <p:spPr>
          <a:xfrm>
            <a:off x="3937680" y="29574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0" name=""/>
          <p:cNvSpPr/>
          <p:nvPr/>
        </p:nvSpPr>
        <p:spPr>
          <a:xfrm>
            <a:off x="3937680" y="30394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379188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/>
          <p:nvPr/>
        </p:nvSpPr>
        <p:spPr>
          <a:xfrm>
            <a:off x="379188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/>
          <p:nvPr/>
        </p:nvSpPr>
        <p:spPr>
          <a:xfrm>
            <a:off x="3937680" y="31215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3937680" y="320364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4083840" y="262872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4083840" y="29574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3500280" y="32860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3500280" y="34502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379188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379188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3937680" y="3286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3937680" y="33681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379188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/>
          <p:nvPr/>
        </p:nvSpPr>
        <p:spPr>
          <a:xfrm>
            <a:off x="379188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3937680" y="34502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3937680" y="35323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3500280" y="36144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3500280" y="37789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379188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379188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/>
          <p:nvPr/>
        </p:nvSpPr>
        <p:spPr>
          <a:xfrm>
            <a:off x="3937680" y="361440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2" name=""/>
          <p:cNvSpPr/>
          <p:nvPr/>
        </p:nvSpPr>
        <p:spPr>
          <a:xfrm>
            <a:off x="3937680" y="3696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3" name=""/>
          <p:cNvSpPr/>
          <p:nvPr/>
        </p:nvSpPr>
        <p:spPr>
          <a:xfrm>
            <a:off x="379188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379188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/>
          <p:nvPr/>
        </p:nvSpPr>
        <p:spPr>
          <a:xfrm>
            <a:off x="3937680" y="37789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6" name=""/>
          <p:cNvSpPr/>
          <p:nvPr/>
        </p:nvSpPr>
        <p:spPr>
          <a:xfrm>
            <a:off x="3937680" y="38610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4083840" y="328608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4083840" y="36144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2333520" y="394308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2333520" y="460044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3500280" y="394308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3500280" y="41076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/>
          <p:nvPr/>
        </p:nvSpPr>
        <p:spPr>
          <a:xfrm>
            <a:off x="379188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379188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3937680" y="3943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3937680" y="40251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379188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379188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3937680" y="4107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0" name=""/>
          <p:cNvSpPr/>
          <p:nvPr/>
        </p:nvSpPr>
        <p:spPr>
          <a:xfrm>
            <a:off x="3937680" y="41896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3500280" y="42717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3500280" y="44359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379188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379188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3937680" y="4271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3937680" y="4353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7" name=""/>
          <p:cNvSpPr/>
          <p:nvPr/>
        </p:nvSpPr>
        <p:spPr>
          <a:xfrm>
            <a:off x="379188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/>
          <p:nvPr/>
        </p:nvSpPr>
        <p:spPr>
          <a:xfrm>
            <a:off x="379188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/>
          <p:nvPr/>
        </p:nvSpPr>
        <p:spPr>
          <a:xfrm>
            <a:off x="3937680" y="44359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3937680" y="4518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4083840" y="394308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4083840" y="42717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3500280" y="46004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3500280" y="47646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379188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379188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3937680" y="46004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3937680" y="4682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379188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379188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3937680" y="4764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3937680" y="48466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3500280" y="49291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3500280" y="50932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379188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379188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3937680" y="49291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3937680" y="50112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379188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/>
          <p:nvPr/>
        </p:nvSpPr>
        <p:spPr>
          <a:xfrm>
            <a:off x="379188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3937680" y="5093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3937680" y="5175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4083840" y="460044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4083840" y="492912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4667040" y="-360"/>
            <a:ext cx="2333880" cy="1315080"/>
          </a:xfrm>
          <a:custGeom>
            <a:avLst/>
            <a:gdLst/>
            <a:ahLst/>
            <a:rect l="0" t="0" r="r" b="b"/>
            <a:pathLst>
              <a:path w="6483" h="3653">
                <a:moveTo>
                  <a:pt x="0" y="0"/>
                </a:moveTo>
                <a:lnTo>
                  <a:pt x="6483" y="0"/>
                </a:lnTo>
                <a:lnTo>
                  <a:pt x="6483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4667040" y="131436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7000560" y="-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7000560" y="32832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758412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758412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772992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/>
          <p:nvPr/>
        </p:nvSpPr>
        <p:spPr>
          <a:xfrm>
            <a:off x="772992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758412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4" name=""/>
          <p:cNvSpPr/>
          <p:nvPr/>
        </p:nvSpPr>
        <p:spPr>
          <a:xfrm>
            <a:off x="758412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5" name=""/>
          <p:cNvSpPr/>
          <p:nvPr/>
        </p:nvSpPr>
        <p:spPr>
          <a:xfrm>
            <a:off x="772992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772992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7875720" y="-3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/>
          <p:nvPr/>
        </p:nvSpPr>
        <p:spPr>
          <a:xfrm>
            <a:off x="7875720" y="1641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758412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758412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772992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772992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758412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758412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772992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/>
          <p:nvPr/>
        </p:nvSpPr>
        <p:spPr>
          <a:xfrm>
            <a:off x="772992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7875720" y="3283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/>
          <p:nvPr/>
        </p:nvSpPr>
        <p:spPr>
          <a:xfrm>
            <a:off x="7875720" y="4928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7000560" y="6570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7000560" y="98568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758412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758412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772992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772992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758412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758412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772992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772992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7875720" y="6570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7875720" y="8215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/>
          <p:nvPr/>
        </p:nvSpPr>
        <p:spPr>
          <a:xfrm>
            <a:off x="758412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758412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3" name=""/>
          <p:cNvSpPr/>
          <p:nvPr/>
        </p:nvSpPr>
        <p:spPr>
          <a:xfrm>
            <a:off x="772992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772992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758412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758412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772992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772992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7875720" y="9856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7875720" y="114984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8167680" y="-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8167680" y="65700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7000560" y="1314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7000560" y="164304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758412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758412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772992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772992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758412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0" name=""/>
          <p:cNvSpPr/>
          <p:nvPr/>
        </p:nvSpPr>
        <p:spPr>
          <a:xfrm>
            <a:off x="758412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1" name=""/>
          <p:cNvSpPr/>
          <p:nvPr/>
        </p:nvSpPr>
        <p:spPr>
          <a:xfrm>
            <a:off x="772992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/>
          <p:nvPr/>
        </p:nvSpPr>
        <p:spPr>
          <a:xfrm>
            <a:off x="772992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7875720" y="13143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7875720" y="14785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758412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758412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772992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/>
          <p:nvPr/>
        </p:nvSpPr>
        <p:spPr>
          <a:xfrm>
            <a:off x="772992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758412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758412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772992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772992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7875720" y="16430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7875720" y="18072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7000560" y="1971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7000560" y="230004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7" name=""/>
          <p:cNvSpPr/>
          <p:nvPr/>
        </p:nvSpPr>
        <p:spPr>
          <a:xfrm>
            <a:off x="758412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8" name=""/>
          <p:cNvSpPr/>
          <p:nvPr/>
        </p:nvSpPr>
        <p:spPr>
          <a:xfrm>
            <a:off x="758412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772992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>
            <a:off x="772992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758412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758412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63" name=""/>
          <p:cNvSpPr/>
          <p:nvPr/>
        </p:nvSpPr>
        <p:spPr>
          <a:xfrm>
            <a:off x="772992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772992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7875720" y="19713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/>
          <p:nvPr/>
        </p:nvSpPr>
        <p:spPr>
          <a:xfrm>
            <a:off x="7875720" y="21358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758412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758412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772992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772992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758412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758412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772992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772992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7875720" y="230004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7875720" y="24645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8167680" y="131436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8167680" y="1971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4667040" y="262872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4667040" y="394308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7000560" y="262872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7000560" y="29574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758412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758412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772992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772992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758412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758412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772992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772992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7875720" y="26287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7875720" y="279288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758412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758412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772992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772992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758412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758412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772992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772992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7875720" y="29574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7875720" y="31215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7000560" y="328608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7000560" y="36144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758412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758412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772992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772992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758412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758412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772992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772992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7875720" y="32860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7875720" y="34502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758412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758412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772992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772992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758412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758412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772992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772992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7875720" y="36144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7875720" y="37789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8167680" y="262872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8167680" y="328608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7000560" y="394308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7000560" y="42717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9" name=""/>
          <p:cNvSpPr/>
          <p:nvPr/>
        </p:nvSpPr>
        <p:spPr>
          <a:xfrm>
            <a:off x="758412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758412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772992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>
            <a:off x="772992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758412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758412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772992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772992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7875720" y="394308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/>
          <p:nvPr/>
        </p:nvSpPr>
        <p:spPr>
          <a:xfrm>
            <a:off x="7875720" y="41076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758412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758412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772992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772992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758412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758412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5" name=""/>
          <p:cNvSpPr/>
          <p:nvPr/>
        </p:nvSpPr>
        <p:spPr>
          <a:xfrm>
            <a:off x="772992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772992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7875720" y="42717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7875720" y="44359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7000560" y="460044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7000560" y="492912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758412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758412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3" name=""/>
          <p:cNvSpPr/>
          <p:nvPr/>
        </p:nvSpPr>
        <p:spPr>
          <a:xfrm>
            <a:off x="772992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772992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/>
          <p:nvPr/>
        </p:nvSpPr>
        <p:spPr>
          <a:xfrm>
            <a:off x="758412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6" name=""/>
          <p:cNvSpPr/>
          <p:nvPr/>
        </p:nvSpPr>
        <p:spPr>
          <a:xfrm>
            <a:off x="758412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772992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772992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7875720" y="46004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/>
          <p:nvPr/>
        </p:nvSpPr>
        <p:spPr>
          <a:xfrm>
            <a:off x="7875720" y="47646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/>
          <p:nvPr/>
        </p:nvSpPr>
        <p:spPr>
          <a:xfrm>
            <a:off x="758412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2" name=""/>
          <p:cNvSpPr/>
          <p:nvPr/>
        </p:nvSpPr>
        <p:spPr>
          <a:xfrm>
            <a:off x="758412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772992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772992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758412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758412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772992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772992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7875720" y="49291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7875720" y="50932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/>
          <p:nvPr/>
        </p:nvSpPr>
        <p:spPr>
          <a:xfrm>
            <a:off x="8167680" y="394308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2" name=""/>
          <p:cNvSpPr/>
          <p:nvPr/>
        </p:nvSpPr>
        <p:spPr>
          <a:xfrm>
            <a:off x="8167680" y="460044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-360"/>
            <a:ext cx="2333880" cy="1315080"/>
          </a:xfrm>
          <a:custGeom>
            <a:avLst/>
            <a:gdLst/>
            <a:ahLst/>
            <a:rect l="0" t="0" r="r" b="b"/>
            <a:pathLst>
              <a:path w="6483" h="3653">
                <a:moveTo>
                  <a:pt x="0" y="0"/>
                </a:moveTo>
                <a:lnTo>
                  <a:pt x="6483" y="0"/>
                </a:lnTo>
                <a:lnTo>
                  <a:pt x="6483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131436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2333520" y="-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2333520" y="65700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3500280" y="-3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3500280" y="1641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379188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379188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3937680" y="-3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2" name=""/>
          <p:cNvSpPr/>
          <p:nvPr/>
        </p:nvSpPr>
        <p:spPr>
          <a:xfrm>
            <a:off x="3937680" y="82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379188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379188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3937680" y="1641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3937680" y="2462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3500280" y="3283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/>
          <p:nvPr/>
        </p:nvSpPr>
        <p:spPr>
          <a:xfrm>
            <a:off x="3500280" y="4928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/>
          <p:nvPr/>
        </p:nvSpPr>
        <p:spPr>
          <a:xfrm>
            <a:off x="379188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379188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/>
          <p:nvPr/>
        </p:nvSpPr>
        <p:spPr>
          <a:xfrm>
            <a:off x="3937680" y="3283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3937680" y="410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3" name=""/>
          <p:cNvSpPr/>
          <p:nvPr/>
        </p:nvSpPr>
        <p:spPr>
          <a:xfrm>
            <a:off x="379188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379188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3937680" y="492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3937680" y="5749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4083840" y="-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4083840" y="32832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3500280" y="6570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3500280" y="8215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379188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379188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3937680" y="6570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3937680" y="7390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5" name=""/>
          <p:cNvSpPr/>
          <p:nvPr/>
        </p:nvSpPr>
        <p:spPr>
          <a:xfrm>
            <a:off x="379188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379188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3937680" y="821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3937680" y="903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3500280" y="9856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3500280" y="114984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379188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379188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3937680" y="9856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3937680" y="1067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15" name=""/>
          <p:cNvSpPr/>
          <p:nvPr/>
        </p:nvSpPr>
        <p:spPr>
          <a:xfrm>
            <a:off x="379188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/>
          <p:nvPr/>
        </p:nvSpPr>
        <p:spPr>
          <a:xfrm>
            <a:off x="379188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3937680" y="114984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3937680" y="1232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4083840" y="6570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4083840" y="98568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2333520" y="131436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2" name=""/>
          <p:cNvSpPr/>
          <p:nvPr/>
        </p:nvSpPr>
        <p:spPr>
          <a:xfrm>
            <a:off x="2333520" y="1971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3500280" y="13143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3500280" y="14785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/>
          <p:nvPr/>
        </p:nvSpPr>
        <p:spPr>
          <a:xfrm>
            <a:off x="379188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/>
          <p:nvPr/>
        </p:nvSpPr>
        <p:spPr>
          <a:xfrm>
            <a:off x="379188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3937680" y="1314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3937680" y="13964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379188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379188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3937680" y="1478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3937680" y="156060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3500280" y="16430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3500280" y="18072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379188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379188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3937680" y="16430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3937680" y="17251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379188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379188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3937680" y="18072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3937680" y="1889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4083840" y="1314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4083840" y="164304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3500280" y="19713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3500280" y="21358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379188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379188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3937680" y="19713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3937680" y="20538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379188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379188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3937680" y="21358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4" name=""/>
          <p:cNvSpPr/>
          <p:nvPr/>
        </p:nvSpPr>
        <p:spPr>
          <a:xfrm>
            <a:off x="3937680" y="22179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3500280" y="230004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3500280" y="24645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379188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379188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3937680" y="23000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3937680" y="23821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379188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379188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3937680" y="24645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3937680" y="25466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4083840" y="19713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4083840" y="230004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262872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394308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2333520" y="262872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0" name=""/>
          <p:cNvSpPr/>
          <p:nvPr/>
        </p:nvSpPr>
        <p:spPr>
          <a:xfrm>
            <a:off x="2333520" y="328608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3500280" y="26287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3500280" y="279288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379188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379188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3937680" y="26287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3937680" y="27108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379188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379188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3937680" y="27928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3937680" y="28753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3500280" y="29574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3500280" y="312156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379188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379188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3937680" y="29574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3937680" y="30394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379188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379188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3937680" y="31215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3937680" y="320364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4083840" y="262872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4083840" y="29574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3500280" y="32860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3500280" y="34502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379188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379188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3937680" y="3286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3937680" y="33681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379188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/>
          <p:nvPr/>
        </p:nvSpPr>
        <p:spPr>
          <a:xfrm>
            <a:off x="379188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3937680" y="34502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3937680" y="35323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3500280" y="36144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3500280" y="37789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379188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379188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3937680" y="361440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8" name=""/>
          <p:cNvSpPr/>
          <p:nvPr/>
        </p:nvSpPr>
        <p:spPr>
          <a:xfrm>
            <a:off x="3937680" y="3696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379188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/>
          <p:nvPr/>
        </p:nvSpPr>
        <p:spPr>
          <a:xfrm>
            <a:off x="379188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3937680" y="37789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3937680" y="38610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4083840" y="328608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4083840" y="361440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2333520" y="394308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2333520" y="460044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3500280" y="394308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/>
          <p:nvPr/>
        </p:nvSpPr>
        <p:spPr>
          <a:xfrm>
            <a:off x="3500280" y="410760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379188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379188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3937680" y="39430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3937680" y="402516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379188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379188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3937680" y="4107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3937680" y="41896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3500280" y="427176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3500280" y="443592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379188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/>
          <p:nvPr/>
        </p:nvSpPr>
        <p:spPr>
          <a:xfrm>
            <a:off x="379188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3937680" y="42717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3937680" y="43538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379188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379188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3937680" y="443592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3937680" y="4518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4083840" y="394308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4083840" y="427176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3500280" y="460044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3500280" y="4764600"/>
            <a:ext cx="291960" cy="164880"/>
          </a:xfrm>
          <a:custGeom>
            <a:avLst/>
            <a:gdLst/>
            <a:ahLst/>
            <a:rect l="0" t="0" r="r" b="b"/>
            <a:pathLst>
              <a:path w="811" h="458">
                <a:moveTo>
                  <a:pt x="0" y="0"/>
                </a:moveTo>
                <a:lnTo>
                  <a:pt x="811" y="0"/>
                </a:lnTo>
                <a:lnTo>
                  <a:pt x="81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/>
          <p:nvPr/>
        </p:nvSpPr>
        <p:spPr>
          <a:xfrm>
            <a:off x="379188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379188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3937680" y="460044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4" name=""/>
          <p:cNvSpPr/>
          <p:nvPr/>
        </p:nvSpPr>
        <p:spPr>
          <a:xfrm>
            <a:off x="3937680" y="46825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5" name=""/>
          <p:cNvSpPr/>
          <p:nvPr/>
        </p:nvSpPr>
        <p:spPr>
          <a:xfrm>
            <a:off x="379188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379188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3937680" y="47646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3937680" y="4846680"/>
            <a:ext cx="146520" cy="82800"/>
          </a:xfrm>
          <a:custGeom>
            <a:avLst/>
            <a:gdLst/>
            <a:ahLst/>
            <a:rect l="0" t="0" r="r" b="b"/>
            <a:pathLst>
              <a:path w="407" h="230">
                <a:moveTo>
                  <a:pt x="0" y="0"/>
                </a:moveTo>
                <a:lnTo>
                  <a:pt x="407" y="0"/>
                </a:lnTo>
                <a:lnTo>
                  <a:pt x="407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3500280" y="492912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3500280" y="5093280"/>
            <a:ext cx="291960" cy="164520"/>
          </a:xfrm>
          <a:custGeom>
            <a:avLst/>
            <a:gdLst/>
            <a:ahLst/>
            <a:rect l="0" t="0" r="r" b="b"/>
            <a:pathLst>
              <a:path w="811" h="457">
                <a:moveTo>
                  <a:pt x="0" y="0"/>
                </a:moveTo>
                <a:lnTo>
                  <a:pt x="811" y="0"/>
                </a:lnTo>
                <a:lnTo>
                  <a:pt x="811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379188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/>
          <p:nvPr/>
        </p:nvSpPr>
        <p:spPr>
          <a:xfrm>
            <a:off x="379188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/>
          <p:nvPr/>
        </p:nvSpPr>
        <p:spPr>
          <a:xfrm>
            <a:off x="3937680" y="492912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3937680" y="501120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379188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>
            <a:off x="379188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3937680" y="509328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3937680" y="5175360"/>
            <a:ext cx="146520" cy="82440"/>
          </a:xfrm>
          <a:custGeom>
            <a:avLst/>
            <a:gdLst/>
            <a:ahLst/>
            <a:rect l="0" t="0" r="r" b="b"/>
            <a:pathLst>
              <a:path w="407" h="229">
                <a:moveTo>
                  <a:pt x="0" y="0"/>
                </a:moveTo>
                <a:lnTo>
                  <a:pt x="407" y="0"/>
                </a:lnTo>
                <a:lnTo>
                  <a:pt x="407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4083840" y="4600440"/>
            <a:ext cx="583560" cy="329040"/>
          </a:xfrm>
          <a:custGeom>
            <a:avLst/>
            <a:gdLst/>
            <a:ahLst/>
            <a:rect l="0" t="0" r="r" b="b"/>
            <a:pathLst>
              <a:path w="1621" h="914">
                <a:moveTo>
                  <a:pt x="0" y="0"/>
                </a:moveTo>
                <a:lnTo>
                  <a:pt x="1621" y="0"/>
                </a:lnTo>
                <a:lnTo>
                  <a:pt x="1621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4083840" y="4929120"/>
            <a:ext cx="583560" cy="328680"/>
          </a:xfrm>
          <a:custGeom>
            <a:avLst/>
            <a:gdLst/>
            <a:ahLst/>
            <a:rect l="0" t="0" r="r" b="b"/>
            <a:pathLst>
              <a:path w="1621" h="913">
                <a:moveTo>
                  <a:pt x="0" y="0"/>
                </a:moveTo>
                <a:lnTo>
                  <a:pt x="1621" y="0"/>
                </a:lnTo>
                <a:lnTo>
                  <a:pt x="1621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>
            <a:off x="4667040" y="-360"/>
            <a:ext cx="2333880" cy="1315080"/>
          </a:xfrm>
          <a:custGeom>
            <a:avLst/>
            <a:gdLst/>
            <a:ahLst/>
            <a:rect l="0" t="0" r="r" b="b"/>
            <a:pathLst>
              <a:path w="6483" h="3653">
                <a:moveTo>
                  <a:pt x="0" y="0"/>
                </a:moveTo>
                <a:lnTo>
                  <a:pt x="6483" y="0"/>
                </a:lnTo>
                <a:lnTo>
                  <a:pt x="6483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4667040" y="131436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7000560" y="-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7000560" y="32832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758412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758412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7729920" y="-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7729920" y="82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758412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758412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7729920" y="164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7729920" y="246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7875720" y="-3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7875720" y="1641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758412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758412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7729920" y="3283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/>
          <p:nvPr/>
        </p:nvSpPr>
        <p:spPr>
          <a:xfrm>
            <a:off x="7729920" y="410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758412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758412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7729920" y="492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7729920" y="574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7875720" y="3283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7875720" y="4928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7000560" y="6570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6" name=""/>
          <p:cNvSpPr/>
          <p:nvPr/>
        </p:nvSpPr>
        <p:spPr>
          <a:xfrm>
            <a:off x="7000560" y="98568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758412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758412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7729920" y="657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7729920" y="7390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758412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758412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7729920" y="821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7729920" y="903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/>
          <p:nvPr/>
        </p:nvSpPr>
        <p:spPr>
          <a:xfrm>
            <a:off x="7875720" y="6570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7875720" y="8215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758412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758412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7729920" y="985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7729920" y="1067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758412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2" name=""/>
          <p:cNvSpPr/>
          <p:nvPr/>
        </p:nvSpPr>
        <p:spPr>
          <a:xfrm>
            <a:off x="758412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>
            <a:off x="7729920" y="11498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7729920" y="1232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7875720" y="9856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7875720" y="114984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8167680" y="-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8167680" y="65700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7000560" y="1314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0" name=""/>
          <p:cNvSpPr/>
          <p:nvPr/>
        </p:nvSpPr>
        <p:spPr>
          <a:xfrm>
            <a:off x="7000560" y="164304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758412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758412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7729920" y="1314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7729920" y="1396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758412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6" name=""/>
          <p:cNvSpPr/>
          <p:nvPr/>
        </p:nvSpPr>
        <p:spPr>
          <a:xfrm>
            <a:off x="758412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7729920" y="1478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7729920" y="15606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/>
          <p:nvPr/>
        </p:nvSpPr>
        <p:spPr>
          <a:xfrm>
            <a:off x="7875720" y="13143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/>
          <p:nvPr/>
        </p:nvSpPr>
        <p:spPr>
          <a:xfrm>
            <a:off x="7875720" y="14785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758412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2" name=""/>
          <p:cNvSpPr/>
          <p:nvPr/>
        </p:nvSpPr>
        <p:spPr>
          <a:xfrm>
            <a:off x="758412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3" name=""/>
          <p:cNvSpPr/>
          <p:nvPr/>
        </p:nvSpPr>
        <p:spPr>
          <a:xfrm>
            <a:off x="7729920" y="1643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7729920" y="1725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/>
          <p:nvPr/>
        </p:nvSpPr>
        <p:spPr>
          <a:xfrm>
            <a:off x="758412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758412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7729920" y="1807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/>
          <p:nvPr/>
        </p:nvSpPr>
        <p:spPr>
          <a:xfrm>
            <a:off x="7729920" y="1889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7875720" y="16430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/>
          <p:nvPr/>
        </p:nvSpPr>
        <p:spPr>
          <a:xfrm>
            <a:off x="7875720" y="18072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/>
          <p:nvPr/>
        </p:nvSpPr>
        <p:spPr>
          <a:xfrm>
            <a:off x="7000560" y="19713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2" name=""/>
          <p:cNvSpPr/>
          <p:nvPr/>
        </p:nvSpPr>
        <p:spPr>
          <a:xfrm>
            <a:off x="7000560" y="230004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3" name=""/>
          <p:cNvSpPr/>
          <p:nvPr/>
        </p:nvSpPr>
        <p:spPr>
          <a:xfrm>
            <a:off x="758412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4" name=""/>
          <p:cNvSpPr/>
          <p:nvPr/>
        </p:nvSpPr>
        <p:spPr>
          <a:xfrm>
            <a:off x="758412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7729920" y="19713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7729920" y="2053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/>
          <p:nvPr/>
        </p:nvSpPr>
        <p:spPr>
          <a:xfrm>
            <a:off x="758412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758412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7729920" y="21358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7729920" y="22179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7875720" y="19713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2" name=""/>
          <p:cNvSpPr/>
          <p:nvPr/>
        </p:nvSpPr>
        <p:spPr>
          <a:xfrm>
            <a:off x="7875720" y="21358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758412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758412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7729920" y="23000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7729920" y="23821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758412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758412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7729920" y="2464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7729920" y="25466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7875720" y="230004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7875720" y="24645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8167680" y="131436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8167680" y="197136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4667040" y="262872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4667040" y="3943080"/>
            <a:ext cx="2333880" cy="1314720"/>
          </a:xfrm>
          <a:custGeom>
            <a:avLst/>
            <a:gdLst/>
            <a:ahLst/>
            <a:rect l="0" t="0" r="r" b="b"/>
            <a:pathLst>
              <a:path w="6483" h="3652">
                <a:moveTo>
                  <a:pt x="0" y="0"/>
                </a:moveTo>
                <a:lnTo>
                  <a:pt x="6483" y="0"/>
                </a:lnTo>
                <a:lnTo>
                  <a:pt x="6483" y="3652"/>
                </a:lnTo>
                <a:lnTo>
                  <a:pt x="0" y="3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7000560" y="262872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7000560" y="29574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758412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758412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7729920" y="26287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7729920" y="27108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758412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758412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7729920" y="27928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7729920" y="2875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7875720" y="26287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7875720" y="279288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758412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758412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7729920" y="29574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7729920" y="30394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/>
          <p:nvPr/>
        </p:nvSpPr>
        <p:spPr>
          <a:xfrm>
            <a:off x="758412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4" name=""/>
          <p:cNvSpPr/>
          <p:nvPr/>
        </p:nvSpPr>
        <p:spPr>
          <a:xfrm>
            <a:off x="758412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7729920" y="31215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/>
          <p:nvPr/>
        </p:nvSpPr>
        <p:spPr>
          <a:xfrm>
            <a:off x="7729920" y="320364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/>
          <p:nvPr/>
        </p:nvSpPr>
        <p:spPr>
          <a:xfrm>
            <a:off x="7875720" y="29574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7875720" y="312156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/>
          <p:nvPr/>
        </p:nvSpPr>
        <p:spPr>
          <a:xfrm>
            <a:off x="7000560" y="328608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0" name=""/>
          <p:cNvSpPr/>
          <p:nvPr/>
        </p:nvSpPr>
        <p:spPr>
          <a:xfrm>
            <a:off x="7000560" y="361440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1" name=""/>
          <p:cNvSpPr/>
          <p:nvPr/>
        </p:nvSpPr>
        <p:spPr>
          <a:xfrm>
            <a:off x="758412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2" name=""/>
          <p:cNvSpPr/>
          <p:nvPr/>
        </p:nvSpPr>
        <p:spPr>
          <a:xfrm>
            <a:off x="758412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3" name=""/>
          <p:cNvSpPr/>
          <p:nvPr/>
        </p:nvSpPr>
        <p:spPr>
          <a:xfrm>
            <a:off x="7729920" y="3286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7729920" y="33681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/>
          <p:nvPr/>
        </p:nvSpPr>
        <p:spPr>
          <a:xfrm>
            <a:off x="758412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6" name=""/>
          <p:cNvSpPr/>
          <p:nvPr/>
        </p:nvSpPr>
        <p:spPr>
          <a:xfrm>
            <a:off x="758412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7" name=""/>
          <p:cNvSpPr/>
          <p:nvPr/>
        </p:nvSpPr>
        <p:spPr>
          <a:xfrm>
            <a:off x="7729920" y="34502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7729920" y="35323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/>
          <p:nvPr/>
        </p:nvSpPr>
        <p:spPr>
          <a:xfrm>
            <a:off x="7875720" y="32860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/>
          <p:nvPr/>
        </p:nvSpPr>
        <p:spPr>
          <a:xfrm>
            <a:off x="7875720" y="34502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/>
          <p:nvPr/>
        </p:nvSpPr>
        <p:spPr>
          <a:xfrm>
            <a:off x="758412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2" name=""/>
          <p:cNvSpPr/>
          <p:nvPr/>
        </p:nvSpPr>
        <p:spPr>
          <a:xfrm>
            <a:off x="758412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3" name=""/>
          <p:cNvSpPr/>
          <p:nvPr/>
        </p:nvSpPr>
        <p:spPr>
          <a:xfrm>
            <a:off x="7729920" y="361440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/>
          <p:nvPr/>
        </p:nvSpPr>
        <p:spPr>
          <a:xfrm>
            <a:off x="7729920" y="3696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758412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758412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7" name=""/>
          <p:cNvSpPr/>
          <p:nvPr/>
        </p:nvSpPr>
        <p:spPr>
          <a:xfrm>
            <a:off x="7729920" y="37789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/>
          <p:nvPr/>
        </p:nvSpPr>
        <p:spPr>
          <a:xfrm>
            <a:off x="7729920" y="38610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/>
          <p:nvPr/>
        </p:nvSpPr>
        <p:spPr>
          <a:xfrm>
            <a:off x="7875720" y="36144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/>
          <p:nvPr/>
        </p:nvSpPr>
        <p:spPr>
          <a:xfrm>
            <a:off x="7875720" y="37789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8167680" y="262872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2" name=""/>
          <p:cNvSpPr/>
          <p:nvPr/>
        </p:nvSpPr>
        <p:spPr>
          <a:xfrm>
            <a:off x="8167680" y="328608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7000560" y="394308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7000560" y="427176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758412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758412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7" name=""/>
          <p:cNvSpPr/>
          <p:nvPr/>
        </p:nvSpPr>
        <p:spPr>
          <a:xfrm>
            <a:off x="7729920" y="39430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/>
          <p:nvPr/>
        </p:nvSpPr>
        <p:spPr>
          <a:xfrm>
            <a:off x="7729920" y="402516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/>
          <p:nvPr/>
        </p:nvSpPr>
        <p:spPr>
          <a:xfrm>
            <a:off x="758412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0" name=""/>
          <p:cNvSpPr/>
          <p:nvPr/>
        </p:nvSpPr>
        <p:spPr>
          <a:xfrm>
            <a:off x="758412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7729920" y="4107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7729920" y="41896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7875720" y="394308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7875720" y="410760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/>
          <p:nvPr/>
        </p:nvSpPr>
        <p:spPr>
          <a:xfrm>
            <a:off x="758412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758412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7" name=""/>
          <p:cNvSpPr/>
          <p:nvPr/>
        </p:nvSpPr>
        <p:spPr>
          <a:xfrm>
            <a:off x="7729920" y="42717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/>
          <p:nvPr/>
        </p:nvSpPr>
        <p:spPr>
          <a:xfrm>
            <a:off x="7729920" y="43538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>
            <a:off x="758412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758412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1" name=""/>
          <p:cNvSpPr/>
          <p:nvPr/>
        </p:nvSpPr>
        <p:spPr>
          <a:xfrm>
            <a:off x="7729920" y="443592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7729920" y="4518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7875720" y="427176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7875720" y="443592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/>
          <p:nvPr/>
        </p:nvSpPr>
        <p:spPr>
          <a:xfrm>
            <a:off x="7000560" y="4600440"/>
            <a:ext cx="583920" cy="329040"/>
          </a:xfrm>
          <a:custGeom>
            <a:avLst/>
            <a:gdLst/>
            <a:ahLst/>
            <a:rect l="0" t="0" r="r" b="b"/>
            <a:pathLst>
              <a:path w="1622" h="914">
                <a:moveTo>
                  <a:pt x="0" y="0"/>
                </a:moveTo>
                <a:lnTo>
                  <a:pt x="1622" y="0"/>
                </a:lnTo>
                <a:lnTo>
                  <a:pt x="1622" y="914"/>
                </a:lnTo>
                <a:lnTo>
                  <a:pt x="0" y="9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7000560" y="4929120"/>
            <a:ext cx="583920" cy="328680"/>
          </a:xfrm>
          <a:custGeom>
            <a:avLst/>
            <a:gdLst/>
            <a:ahLst/>
            <a:rect l="0" t="0" r="r" b="b"/>
            <a:pathLst>
              <a:path w="1622" h="913">
                <a:moveTo>
                  <a:pt x="0" y="0"/>
                </a:moveTo>
                <a:lnTo>
                  <a:pt x="1622" y="0"/>
                </a:lnTo>
                <a:lnTo>
                  <a:pt x="1622" y="913"/>
                </a:lnTo>
                <a:lnTo>
                  <a:pt x="0" y="9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7" name=""/>
          <p:cNvSpPr/>
          <p:nvPr/>
        </p:nvSpPr>
        <p:spPr>
          <a:xfrm>
            <a:off x="758412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8" name=""/>
          <p:cNvSpPr/>
          <p:nvPr/>
        </p:nvSpPr>
        <p:spPr>
          <a:xfrm>
            <a:off x="758412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7729920" y="460044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7729920" y="46825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758412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2" name=""/>
          <p:cNvSpPr/>
          <p:nvPr/>
        </p:nvSpPr>
        <p:spPr>
          <a:xfrm>
            <a:off x="758412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7729920" y="47646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7729920" y="4846680"/>
            <a:ext cx="146160" cy="82800"/>
          </a:xfrm>
          <a:custGeom>
            <a:avLst/>
            <a:gdLst/>
            <a:ahLst/>
            <a:rect l="0" t="0" r="r" b="b"/>
            <a:pathLst>
              <a:path w="406" h="230">
                <a:moveTo>
                  <a:pt x="0" y="0"/>
                </a:moveTo>
                <a:lnTo>
                  <a:pt x="406" y="0"/>
                </a:lnTo>
                <a:lnTo>
                  <a:pt x="406" y="230"/>
                </a:lnTo>
                <a:lnTo>
                  <a:pt x="0" y="230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7875720" y="460044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7875720" y="4764600"/>
            <a:ext cx="292320" cy="164880"/>
          </a:xfrm>
          <a:custGeom>
            <a:avLst/>
            <a:gdLst/>
            <a:ahLst/>
            <a:rect l="0" t="0" r="r" b="b"/>
            <a:pathLst>
              <a:path w="812" h="458">
                <a:moveTo>
                  <a:pt x="0" y="0"/>
                </a:moveTo>
                <a:lnTo>
                  <a:pt x="812" y="0"/>
                </a:lnTo>
                <a:lnTo>
                  <a:pt x="812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758412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8" name=""/>
          <p:cNvSpPr/>
          <p:nvPr/>
        </p:nvSpPr>
        <p:spPr>
          <a:xfrm>
            <a:off x="758412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9" name=""/>
          <p:cNvSpPr/>
          <p:nvPr/>
        </p:nvSpPr>
        <p:spPr>
          <a:xfrm>
            <a:off x="7729920" y="492912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/>
          <p:nvPr/>
        </p:nvSpPr>
        <p:spPr>
          <a:xfrm>
            <a:off x="7729920" y="501120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758412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2" name=""/>
          <p:cNvSpPr/>
          <p:nvPr/>
        </p:nvSpPr>
        <p:spPr>
          <a:xfrm>
            <a:off x="758412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7729920" y="509328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7729920" y="5175360"/>
            <a:ext cx="146160" cy="82440"/>
          </a:xfrm>
          <a:custGeom>
            <a:avLst/>
            <a:gdLst/>
            <a:ahLst/>
            <a:rect l="0" t="0" r="r" b="b"/>
            <a:pathLst>
              <a:path w="406" h="229">
                <a:moveTo>
                  <a:pt x="0" y="0"/>
                </a:moveTo>
                <a:lnTo>
                  <a:pt x="406" y="0"/>
                </a:lnTo>
                <a:lnTo>
                  <a:pt x="406" y="229"/>
                </a:lnTo>
                <a:lnTo>
                  <a:pt x="0" y="229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/>
          <p:nvPr/>
        </p:nvSpPr>
        <p:spPr>
          <a:xfrm>
            <a:off x="7875720" y="492912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/>
          <p:nvPr/>
        </p:nvSpPr>
        <p:spPr>
          <a:xfrm>
            <a:off x="7875720" y="5093280"/>
            <a:ext cx="292320" cy="164520"/>
          </a:xfrm>
          <a:custGeom>
            <a:avLst/>
            <a:gdLst/>
            <a:ahLst/>
            <a:rect l="0" t="0" r="r" b="b"/>
            <a:pathLst>
              <a:path w="812" h="457">
                <a:moveTo>
                  <a:pt x="0" y="0"/>
                </a:moveTo>
                <a:lnTo>
                  <a:pt x="812" y="0"/>
                </a:lnTo>
                <a:lnTo>
                  <a:pt x="812" y="457"/>
                </a:lnTo>
                <a:lnTo>
                  <a:pt x="0" y="457"/>
                </a:lnTo>
                <a:lnTo>
                  <a:pt x="0" y="0"/>
                </a:lnTo>
                <a:close/>
              </a:path>
            </a:pathLst>
          </a:custGeom>
          <a:solidFill>
            <a:srgbClr val="b98b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8167680" y="3943080"/>
            <a:ext cx="1167120" cy="657720"/>
          </a:xfrm>
          <a:custGeom>
            <a:avLst/>
            <a:gdLst/>
            <a:ahLst/>
            <a:rect l="0" t="0" r="r" b="b"/>
            <a:pathLst>
              <a:path w="3242" h="1827">
                <a:moveTo>
                  <a:pt x="0" y="0"/>
                </a:moveTo>
                <a:lnTo>
                  <a:pt x="3242" y="0"/>
                </a:lnTo>
                <a:lnTo>
                  <a:pt x="3242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8167680" y="4600440"/>
            <a:ext cx="1167120" cy="657360"/>
          </a:xfrm>
          <a:custGeom>
            <a:avLst/>
            <a:gdLst/>
            <a:ahLst/>
            <a:rect l="0" t="0" r="r" b="b"/>
            <a:pathLst>
              <a:path w="3242" h="1826">
                <a:moveTo>
                  <a:pt x="0" y="0"/>
                </a:moveTo>
                <a:lnTo>
                  <a:pt x="3242" y="0"/>
                </a:lnTo>
                <a:lnTo>
                  <a:pt x="3242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456840" y="3971880"/>
            <a:ext cx="7744320" cy="38160"/>
          </a:xfrm>
          <a:custGeom>
            <a:avLst/>
            <a:gdLst/>
            <a:ahLst/>
            <a:rect l="0" t="0" r="r" b="b"/>
            <a:pathLst>
              <a:path w="21512" h="106">
                <a:moveTo>
                  <a:pt x="0" y="54"/>
                </a:moveTo>
                <a:cubicBezTo>
                  <a:pt x="0" y="47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1459" y="0"/>
                </a:lnTo>
                <a:cubicBezTo>
                  <a:pt x="21466" y="0"/>
                  <a:pt x="21473" y="1"/>
                  <a:pt x="21479" y="4"/>
                </a:cubicBezTo>
                <a:cubicBezTo>
                  <a:pt x="21486" y="6"/>
                  <a:pt x="21492" y="10"/>
                  <a:pt x="21497" y="15"/>
                </a:cubicBezTo>
                <a:cubicBezTo>
                  <a:pt x="21502" y="20"/>
                  <a:pt x="21505" y="26"/>
                  <a:pt x="21508" y="32"/>
                </a:cubicBezTo>
                <a:cubicBezTo>
                  <a:pt x="21511" y="39"/>
                  <a:pt x="21512" y="47"/>
                  <a:pt x="21512" y="54"/>
                </a:cubicBezTo>
                <a:cubicBezTo>
                  <a:pt x="21512" y="61"/>
                  <a:pt x="21511" y="67"/>
                  <a:pt x="21508" y="74"/>
                </a:cubicBezTo>
                <a:cubicBezTo>
                  <a:pt x="21505" y="80"/>
                  <a:pt x="21502" y="86"/>
                  <a:pt x="21497" y="91"/>
                </a:cubicBezTo>
                <a:cubicBezTo>
                  <a:pt x="21492" y="96"/>
                  <a:pt x="21486" y="100"/>
                  <a:pt x="21479" y="102"/>
                </a:cubicBezTo>
                <a:cubicBezTo>
                  <a:pt x="21473" y="105"/>
                  <a:pt x="21466" y="106"/>
                  <a:pt x="21459" y="106"/>
                </a:cubicBezTo>
                <a:lnTo>
                  <a:pt x="53" y="106"/>
                </a:lnTo>
                <a:cubicBezTo>
                  <a:pt x="46" y="106"/>
                  <a:pt x="40" y="105"/>
                  <a:pt x="33" y="102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7"/>
                  <a:pt x="0" y="61"/>
                  <a:pt x="0" y="54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456840" y="4114440"/>
            <a:ext cx="7744320" cy="38520"/>
          </a:xfrm>
          <a:custGeom>
            <a:avLst/>
            <a:gdLst/>
            <a:ahLst/>
            <a:rect l="0" t="0" r="r" b="b"/>
            <a:pathLst>
              <a:path w="21512" h="107">
                <a:moveTo>
                  <a:pt x="0" y="53"/>
                </a:moveTo>
                <a:cubicBezTo>
                  <a:pt x="0" y="46"/>
                  <a:pt x="2" y="40"/>
                  <a:pt x="5" y="33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7"/>
                  <a:pt x="33" y="5"/>
                </a:cubicBezTo>
                <a:cubicBezTo>
                  <a:pt x="40" y="2"/>
                  <a:pt x="46" y="0"/>
                  <a:pt x="53" y="0"/>
                </a:cubicBezTo>
                <a:lnTo>
                  <a:pt x="21459" y="0"/>
                </a:lnTo>
                <a:cubicBezTo>
                  <a:pt x="21466" y="0"/>
                  <a:pt x="21473" y="2"/>
                  <a:pt x="21479" y="5"/>
                </a:cubicBezTo>
                <a:cubicBezTo>
                  <a:pt x="21486" y="7"/>
                  <a:pt x="21492" y="11"/>
                  <a:pt x="21497" y="16"/>
                </a:cubicBezTo>
                <a:cubicBezTo>
                  <a:pt x="21502" y="21"/>
                  <a:pt x="21505" y="27"/>
                  <a:pt x="21508" y="33"/>
                </a:cubicBezTo>
                <a:cubicBezTo>
                  <a:pt x="21511" y="40"/>
                  <a:pt x="21512" y="46"/>
                  <a:pt x="21512" y="53"/>
                </a:cubicBezTo>
                <a:cubicBezTo>
                  <a:pt x="21512" y="60"/>
                  <a:pt x="21511" y="67"/>
                  <a:pt x="21508" y="75"/>
                </a:cubicBezTo>
                <a:cubicBezTo>
                  <a:pt x="21505" y="81"/>
                  <a:pt x="21502" y="87"/>
                  <a:pt x="21497" y="92"/>
                </a:cubicBezTo>
                <a:cubicBezTo>
                  <a:pt x="21492" y="97"/>
                  <a:pt x="21486" y="101"/>
                  <a:pt x="21479" y="103"/>
                </a:cubicBezTo>
                <a:cubicBezTo>
                  <a:pt x="21473" y="106"/>
                  <a:pt x="21466" y="107"/>
                  <a:pt x="21459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101"/>
                  <a:pt x="21" y="97"/>
                  <a:pt x="16" y="92"/>
                </a:cubicBezTo>
                <a:cubicBezTo>
                  <a:pt x="11" y="87"/>
                  <a:pt x="7" y="81"/>
                  <a:pt x="5" y="75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639440" y="4289760"/>
            <a:ext cx="5950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Dezelfde spoorbreedte, afgesproken in de negentiende eeuw, draagt de trein van vandaag.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5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60" name=""/>
          <p:cNvSpPr txBox="1"/>
          <p:nvPr/>
        </p:nvSpPr>
        <p:spPr>
          <a:xfrm>
            <a:off x="439920" y="605880"/>
            <a:ext cx="3435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Waarop werkt AI?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457200" y="1165680"/>
            <a:ext cx="40806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Elke golf zette er een laag bij. Geen enkele haalde er een weg.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461880" y="22809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29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29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461880" y="22809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29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29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973080" y="1455480"/>
            <a:ext cx="1020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94a3b0"/>
                </a:solidFill>
                <a:latin typeface="Arial"/>
                <a:ea typeface="Arial"/>
              </a:rPr>
              <a:t>Jaren 80 en 90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/>
          <p:nvPr/>
        </p:nvSpPr>
        <p:spPr>
          <a:xfrm>
            <a:off x="461880" y="249048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/>
          <p:nvPr/>
        </p:nvSpPr>
        <p:spPr>
          <a:xfrm>
            <a:off x="461880" y="249048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1082880" y="2322000"/>
            <a:ext cx="726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Gebruikersschil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461880" y="27000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/>
          <p:nvPr/>
        </p:nvSpPr>
        <p:spPr>
          <a:xfrm>
            <a:off x="461880" y="27000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177920" y="2522160"/>
            <a:ext cx="53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Verwerking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263600" y="2731680"/>
            <a:ext cx="326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Opslag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2519280" y="186192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20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20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2519280" y="186192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20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20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3137760" y="1455480"/>
            <a:ext cx="758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2e86c1"/>
                </a:solidFill>
                <a:latin typeface="Arial"/>
                <a:ea typeface="Arial"/>
              </a:rPr>
              <a:t>Jaren 2000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/>
          <p:nvPr/>
        </p:nvSpPr>
        <p:spPr>
          <a:xfrm>
            <a:off x="2519280" y="207144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20"/>
                </a:ln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5"/>
                  <a:pt x="5258" y="36"/>
                </a:cubicBezTo>
                <a:cubicBezTo>
                  <a:pt x="5269" y="47"/>
                  <a:pt x="5277" y="60"/>
                  <a:pt x="5283" y="75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/>
          <p:nvPr/>
        </p:nvSpPr>
        <p:spPr>
          <a:xfrm>
            <a:off x="2519280" y="207144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20"/>
                </a:ln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5"/>
                  <a:pt x="5258" y="36"/>
                </a:cubicBezTo>
                <a:cubicBezTo>
                  <a:pt x="5269" y="47"/>
                  <a:pt x="5277" y="60"/>
                  <a:pt x="5283" y="75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3137760" y="1902960"/>
            <a:ext cx="726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Gebruikersschil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/>
          <p:nvPr/>
        </p:nvSpPr>
        <p:spPr>
          <a:xfrm>
            <a:off x="2519280" y="22809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29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29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2519280" y="22809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29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29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3233160" y="2112480"/>
            <a:ext cx="53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Verwerking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2519280" y="249048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2519280" y="249048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8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3318840" y="2322000"/>
            <a:ext cx="326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Opslag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4" name=""/>
          <p:cNvSpPr/>
          <p:nvPr/>
        </p:nvSpPr>
        <p:spPr>
          <a:xfrm>
            <a:off x="2519280" y="27000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5" name=""/>
          <p:cNvSpPr/>
          <p:nvPr/>
        </p:nvSpPr>
        <p:spPr>
          <a:xfrm>
            <a:off x="2519280" y="27000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5"/>
                </a:moveTo>
                <a:lnTo>
                  <a:pt x="0" y="119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19"/>
                </a:cubicBezTo>
                <a:lnTo>
                  <a:pt x="5292" y="385"/>
                </a:lnTo>
                <a:cubicBezTo>
                  <a:pt x="5292" y="401"/>
                  <a:pt x="5289" y="416"/>
                  <a:pt x="5283" y="431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9"/>
                  <a:pt x="5219" y="495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5"/>
                </a:cubicBezTo>
                <a:cubicBezTo>
                  <a:pt x="59" y="489"/>
                  <a:pt x="46" y="480"/>
                  <a:pt x="35" y="469"/>
                </a:cubicBezTo>
                <a:cubicBezTo>
                  <a:pt x="23" y="458"/>
                  <a:pt x="15" y="445"/>
                  <a:pt x="9" y="431"/>
                </a:cubicBezTo>
                <a:cubicBezTo>
                  <a:pt x="3" y="416"/>
                  <a:pt x="0" y="401"/>
                  <a:pt x="0" y="385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3242520" y="2522160"/>
            <a:ext cx="518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Koppelvlak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3137760" y="2731680"/>
            <a:ext cx="707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Ander systeem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/>
          <p:nvPr/>
        </p:nvSpPr>
        <p:spPr>
          <a:xfrm>
            <a:off x="4576680" y="16905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4576680" y="169056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4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8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1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1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8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5207040" y="1455480"/>
            <a:ext cx="758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0e9e7e"/>
                </a:solidFill>
                <a:latin typeface="Arial"/>
                <a:ea typeface="Arial"/>
              </a:rPr>
              <a:t>Jaren 2010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4576680" y="1890360"/>
            <a:ext cx="1905120" cy="191160"/>
          </a:xfrm>
          <a:custGeom>
            <a:avLst/>
            <a:gdLst/>
            <a:ahLst/>
            <a:rect l="0" t="0" r="r" b="b"/>
            <a:pathLst>
              <a:path w="5292" h="531">
                <a:moveTo>
                  <a:pt x="0" y="412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10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7"/>
                  <a:pt x="5277" y="59"/>
                  <a:pt x="5283" y="74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412"/>
                </a:lnTo>
                <a:cubicBezTo>
                  <a:pt x="5292" y="427"/>
                  <a:pt x="5289" y="443"/>
                  <a:pt x="5283" y="457"/>
                </a:cubicBezTo>
                <a:cubicBezTo>
                  <a:pt x="5277" y="472"/>
                  <a:pt x="5269" y="485"/>
                  <a:pt x="5258" y="496"/>
                </a:cubicBezTo>
                <a:cubicBezTo>
                  <a:pt x="5246" y="507"/>
                  <a:pt x="5233" y="516"/>
                  <a:pt x="5219" y="522"/>
                </a:cubicBezTo>
                <a:cubicBezTo>
                  <a:pt x="5204" y="528"/>
                  <a:pt x="5189" y="531"/>
                  <a:pt x="5173" y="531"/>
                </a:cubicBezTo>
                <a:lnTo>
                  <a:pt x="119" y="531"/>
                </a:lnTo>
                <a:cubicBezTo>
                  <a:pt x="103" y="531"/>
                  <a:pt x="88" y="528"/>
                  <a:pt x="73" y="522"/>
                </a:cubicBezTo>
                <a:cubicBezTo>
                  <a:pt x="59" y="516"/>
                  <a:pt x="46" y="507"/>
                  <a:pt x="35" y="496"/>
                </a:cubicBezTo>
                <a:cubicBezTo>
                  <a:pt x="23" y="485"/>
                  <a:pt x="15" y="472"/>
                  <a:pt x="9" y="457"/>
                </a:cubicBezTo>
                <a:cubicBezTo>
                  <a:pt x="3" y="443"/>
                  <a:pt x="0" y="427"/>
                  <a:pt x="0" y="412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/>
          <p:nvPr/>
        </p:nvSpPr>
        <p:spPr>
          <a:xfrm>
            <a:off x="4576680" y="1890360"/>
            <a:ext cx="1905120" cy="191160"/>
          </a:xfrm>
          <a:custGeom>
            <a:avLst/>
            <a:gdLst/>
            <a:ahLst/>
            <a:rect l="0" t="0" r="r" b="b"/>
            <a:pathLst>
              <a:path w="5292" h="531">
                <a:moveTo>
                  <a:pt x="0" y="412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10"/>
                </a:cubicBezTo>
                <a:cubicBezTo>
                  <a:pt x="5233" y="16"/>
                  <a:pt x="5246" y="24"/>
                  <a:pt x="5258" y="35"/>
                </a:cubicBezTo>
                <a:cubicBezTo>
                  <a:pt x="5269" y="47"/>
                  <a:pt x="5277" y="59"/>
                  <a:pt x="5283" y="74"/>
                </a:cubicBezTo>
                <a:cubicBezTo>
                  <a:pt x="5289" y="89"/>
                  <a:pt x="5292" y="104"/>
                  <a:pt x="5292" y="120"/>
                </a:cubicBezTo>
                <a:lnTo>
                  <a:pt x="5292" y="412"/>
                </a:lnTo>
                <a:cubicBezTo>
                  <a:pt x="5292" y="427"/>
                  <a:pt x="5289" y="443"/>
                  <a:pt x="5283" y="457"/>
                </a:cubicBezTo>
                <a:cubicBezTo>
                  <a:pt x="5277" y="472"/>
                  <a:pt x="5269" y="485"/>
                  <a:pt x="5258" y="496"/>
                </a:cubicBezTo>
                <a:cubicBezTo>
                  <a:pt x="5246" y="507"/>
                  <a:pt x="5233" y="516"/>
                  <a:pt x="5219" y="522"/>
                </a:cubicBezTo>
                <a:cubicBezTo>
                  <a:pt x="5204" y="528"/>
                  <a:pt x="5189" y="531"/>
                  <a:pt x="5173" y="531"/>
                </a:cubicBezTo>
                <a:lnTo>
                  <a:pt x="119" y="531"/>
                </a:lnTo>
                <a:cubicBezTo>
                  <a:pt x="103" y="531"/>
                  <a:pt x="88" y="528"/>
                  <a:pt x="73" y="522"/>
                </a:cubicBezTo>
                <a:cubicBezTo>
                  <a:pt x="59" y="516"/>
                  <a:pt x="46" y="507"/>
                  <a:pt x="35" y="496"/>
                </a:cubicBezTo>
                <a:cubicBezTo>
                  <a:pt x="23" y="485"/>
                  <a:pt x="15" y="472"/>
                  <a:pt x="9" y="457"/>
                </a:cubicBezTo>
                <a:cubicBezTo>
                  <a:pt x="3" y="443"/>
                  <a:pt x="0" y="427"/>
                  <a:pt x="0" y="412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5202360" y="1722240"/>
            <a:ext cx="707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Web en mobiel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/>
          <p:nvPr/>
        </p:nvSpPr>
        <p:spPr>
          <a:xfrm>
            <a:off x="4576680" y="2100240"/>
            <a:ext cx="1905120" cy="190800"/>
          </a:xfrm>
          <a:custGeom>
            <a:avLst/>
            <a:gdLst/>
            <a:ahLst/>
            <a:rect l="0" t="0" r="r" b="b"/>
            <a:pathLst>
              <a:path w="5292" h="530">
                <a:moveTo>
                  <a:pt x="0" y="411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4"/>
                </a:cubicBezTo>
                <a:cubicBezTo>
                  <a:pt x="5269" y="46"/>
                  <a:pt x="5277" y="58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411"/>
                </a:lnTo>
                <a:cubicBezTo>
                  <a:pt x="5292" y="426"/>
                  <a:pt x="5289" y="442"/>
                  <a:pt x="5283" y="456"/>
                </a:cubicBezTo>
                <a:cubicBezTo>
                  <a:pt x="5277" y="471"/>
                  <a:pt x="5269" y="484"/>
                  <a:pt x="5258" y="495"/>
                </a:cubicBezTo>
                <a:cubicBezTo>
                  <a:pt x="5246" y="506"/>
                  <a:pt x="5233" y="515"/>
                  <a:pt x="5219" y="521"/>
                </a:cubicBezTo>
                <a:cubicBezTo>
                  <a:pt x="5204" y="527"/>
                  <a:pt x="5189" y="530"/>
                  <a:pt x="5173" y="530"/>
                </a:cubicBezTo>
                <a:lnTo>
                  <a:pt x="119" y="530"/>
                </a:lnTo>
                <a:cubicBezTo>
                  <a:pt x="103" y="530"/>
                  <a:pt x="88" y="527"/>
                  <a:pt x="73" y="521"/>
                </a:cubicBezTo>
                <a:cubicBezTo>
                  <a:pt x="59" y="515"/>
                  <a:pt x="46" y="506"/>
                  <a:pt x="35" y="495"/>
                </a:cubicBezTo>
                <a:cubicBezTo>
                  <a:pt x="23" y="484"/>
                  <a:pt x="15" y="471"/>
                  <a:pt x="9" y="456"/>
                </a:cubicBezTo>
                <a:cubicBezTo>
                  <a:pt x="3" y="442"/>
                  <a:pt x="0" y="426"/>
                  <a:pt x="0" y="411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/>
          <p:nvPr/>
        </p:nvSpPr>
        <p:spPr>
          <a:xfrm>
            <a:off x="4576680" y="2100240"/>
            <a:ext cx="1905120" cy="190800"/>
          </a:xfrm>
          <a:custGeom>
            <a:avLst/>
            <a:gdLst/>
            <a:ahLst/>
            <a:rect l="0" t="0" r="r" b="b"/>
            <a:pathLst>
              <a:path w="5292" h="530">
                <a:moveTo>
                  <a:pt x="0" y="411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3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4"/>
                </a:cubicBezTo>
                <a:cubicBezTo>
                  <a:pt x="5269" y="46"/>
                  <a:pt x="5277" y="58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411"/>
                </a:lnTo>
                <a:cubicBezTo>
                  <a:pt x="5292" y="426"/>
                  <a:pt x="5289" y="442"/>
                  <a:pt x="5283" y="456"/>
                </a:cubicBezTo>
                <a:cubicBezTo>
                  <a:pt x="5277" y="471"/>
                  <a:pt x="5269" y="484"/>
                  <a:pt x="5258" y="495"/>
                </a:cubicBezTo>
                <a:cubicBezTo>
                  <a:pt x="5246" y="506"/>
                  <a:pt x="5233" y="515"/>
                  <a:pt x="5219" y="521"/>
                </a:cubicBezTo>
                <a:cubicBezTo>
                  <a:pt x="5204" y="527"/>
                  <a:pt x="5189" y="530"/>
                  <a:pt x="5173" y="530"/>
                </a:cubicBezTo>
                <a:lnTo>
                  <a:pt x="119" y="530"/>
                </a:lnTo>
                <a:cubicBezTo>
                  <a:pt x="103" y="530"/>
                  <a:pt x="88" y="527"/>
                  <a:pt x="73" y="521"/>
                </a:cubicBezTo>
                <a:cubicBezTo>
                  <a:pt x="59" y="515"/>
                  <a:pt x="46" y="506"/>
                  <a:pt x="35" y="495"/>
                </a:cubicBezTo>
                <a:cubicBezTo>
                  <a:pt x="23" y="484"/>
                  <a:pt x="15" y="471"/>
                  <a:pt x="9" y="456"/>
                </a:cubicBezTo>
                <a:cubicBezTo>
                  <a:pt x="3" y="442"/>
                  <a:pt x="0" y="426"/>
                  <a:pt x="0" y="411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5288040" y="1931760"/>
            <a:ext cx="53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Verwerking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4576680" y="2309760"/>
            <a:ext cx="1905120" cy="181080"/>
          </a:xfrm>
          <a:custGeom>
            <a:avLst/>
            <a:gdLst/>
            <a:ahLst/>
            <a:rect l="0" t="0" r="r" b="b"/>
            <a:pathLst>
              <a:path w="5292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4"/>
                  <a:pt x="5269" y="457"/>
                  <a:pt x="5258" y="468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3"/>
                  <a:pt x="5173" y="503"/>
                </a:cubicBezTo>
                <a:lnTo>
                  <a:pt x="119" y="503"/>
                </a:lnTo>
                <a:cubicBezTo>
                  <a:pt x="103" y="503"/>
                  <a:pt x="88" y="500"/>
                  <a:pt x="73" y="494"/>
                </a:cubicBezTo>
                <a:cubicBezTo>
                  <a:pt x="59" y="488"/>
                  <a:pt x="46" y="480"/>
                  <a:pt x="35" y="468"/>
                </a:cubicBezTo>
                <a:cubicBezTo>
                  <a:pt x="23" y="457"/>
                  <a:pt x="15" y="444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4576680" y="2309760"/>
            <a:ext cx="1905120" cy="181080"/>
          </a:xfrm>
          <a:custGeom>
            <a:avLst/>
            <a:gdLst/>
            <a:ahLst/>
            <a:rect l="0" t="0" r="r" b="b"/>
            <a:pathLst>
              <a:path w="5292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4"/>
                  <a:pt x="5269" y="457"/>
                  <a:pt x="5258" y="468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3"/>
                  <a:pt x="5173" y="503"/>
                </a:cubicBezTo>
                <a:lnTo>
                  <a:pt x="119" y="503"/>
                </a:lnTo>
                <a:cubicBezTo>
                  <a:pt x="103" y="503"/>
                  <a:pt x="88" y="500"/>
                  <a:pt x="73" y="494"/>
                </a:cubicBezTo>
                <a:cubicBezTo>
                  <a:pt x="59" y="488"/>
                  <a:pt x="46" y="480"/>
                  <a:pt x="35" y="468"/>
                </a:cubicBezTo>
                <a:cubicBezTo>
                  <a:pt x="23" y="457"/>
                  <a:pt x="15" y="444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373720" y="2141280"/>
            <a:ext cx="326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Opslag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/>
          <p:nvPr/>
        </p:nvSpPr>
        <p:spPr>
          <a:xfrm>
            <a:off x="4576680" y="2519280"/>
            <a:ext cx="1905120" cy="181080"/>
          </a:xfrm>
          <a:custGeom>
            <a:avLst/>
            <a:gdLst/>
            <a:ahLst/>
            <a:rect l="0" t="0" r="r" b="b"/>
            <a:pathLst>
              <a:path w="5292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7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3"/>
                  <a:pt x="5173" y="503"/>
                </a:cubicBezTo>
                <a:lnTo>
                  <a:pt x="119" y="503"/>
                </a:lnTo>
                <a:cubicBezTo>
                  <a:pt x="103" y="503"/>
                  <a:pt x="88" y="500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4576680" y="2519280"/>
            <a:ext cx="1905120" cy="181080"/>
          </a:xfrm>
          <a:custGeom>
            <a:avLst/>
            <a:gdLst/>
            <a:ahLst/>
            <a:rect l="0" t="0" r="r" b="b"/>
            <a:pathLst>
              <a:path w="5292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3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7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3"/>
                  <a:pt x="5173" y="503"/>
                </a:cubicBezTo>
                <a:lnTo>
                  <a:pt x="119" y="503"/>
                </a:lnTo>
                <a:cubicBezTo>
                  <a:pt x="103" y="503"/>
                  <a:pt x="88" y="500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5297760" y="2350800"/>
            <a:ext cx="518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Koppelvlak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/>
          <p:nvPr/>
        </p:nvSpPr>
        <p:spPr>
          <a:xfrm>
            <a:off x="4576680" y="27288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7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0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/>
          <p:nvPr/>
        </p:nvSpPr>
        <p:spPr>
          <a:xfrm>
            <a:off x="4576680" y="2728800"/>
            <a:ext cx="1905120" cy="181440"/>
          </a:xfrm>
          <a:custGeom>
            <a:avLst/>
            <a:gdLst/>
            <a:ahLst/>
            <a:rect l="0" t="0" r="r" b="b"/>
            <a:pathLst>
              <a:path w="5292" h="504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lnTo>
                  <a:pt x="5173" y="0"/>
                </a:lnTo>
                <a:cubicBezTo>
                  <a:pt x="5189" y="0"/>
                  <a:pt x="5204" y="3"/>
                  <a:pt x="5219" y="9"/>
                </a:cubicBezTo>
                <a:cubicBezTo>
                  <a:pt x="5233" y="15"/>
                  <a:pt x="5246" y="24"/>
                  <a:pt x="5258" y="35"/>
                </a:cubicBezTo>
                <a:cubicBezTo>
                  <a:pt x="5269" y="46"/>
                  <a:pt x="5277" y="59"/>
                  <a:pt x="5283" y="73"/>
                </a:cubicBezTo>
                <a:cubicBezTo>
                  <a:pt x="5289" y="88"/>
                  <a:pt x="5292" y="103"/>
                  <a:pt x="5292" y="119"/>
                </a:cubicBezTo>
                <a:lnTo>
                  <a:pt x="5292" y="384"/>
                </a:lnTo>
                <a:cubicBezTo>
                  <a:pt x="5292" y="400"/>
                  <a:pt x="5289" y="415"/>
                  <a:pt x="5283" y="430"/>
                </a:cubicBezTo>
                <a:cubicBezTo>
                  <a:pt x="5277" y="445"/>
                  <a:pt x="5269" y="457"/>
                  <a:pt x="5258" y="469"/>
                </a:cubicBezTo>
                <a:cubicBezTo>
                  <a:pt x="5246" y="480"/>
                  <a:pt x="5233" y="488"/>
                  <a:pt x="5219" y="494"/>
                </a:cubicBezTo>
                <a:cubicBezTo>
                  <a:pt x="5204" y="500"/>
                  <a:pt x="5189" y="504"/>
                  <a:pt x="5173" y="504"/>
                </a:cubicBezTo>
                <a:lnTo>
                  <a:pt x="119" y="504"/>
                </a:lnTo>
                <a:cubicBezTo>
                  <a:pt x="103" y="504"/>
                  <a:pt x="88" y="500"/>
                  <a:pt x="73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3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5254920" y="2560320"/>
            <a:ext cx="5569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Clouddienst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5112000" y="2769840"/>
            <a:ext cx="875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Ander ecosysteem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/>
          <p:nvPr/>
        </p:nvSpPr>
        <p:spPr>
          <a:xfrm>
            <a:off x="6624360" y="1690560"/>
            <a:ext cx="1914840" cy="181440"/>
          </a:xfrm>
          <a:custGeom>
            <a:avLst/>
            <a:gdLst/>
            <a:ahLst/>
            <a:rect l="0" t="0" r="r" b="b"/>
            <a:pathLst>
              <a:path w="5319" h="504">
                <a:moveTo>
                  <a:pt x="0" y="384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4"/>
                  <a:pt x="5285" y="35"/>
                </a:cubicBezTo>
                <a:cubicBezTo>
                  <a:pt x="5296" y="46"/>
                  <a:pt x="5304" y="59"/>
                  <a:pt x="5310" y="74"/>
                </a:cubicBezTo>
                <a:cubicBezTo>
                  <a:pt x="5316" y="89"/>
                  <a:pt x="5319" y="104"/>
                  <a:pt x="5319" y="120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8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1"/>
                  <a:pt x="5216" y="504"/>
                  <a:pt x="5200" y="504"/>
                </a:cubicBezTo>
                <a:lnTo>
                  <a:pt x="119" y="504"/>
                </a:lnTo>
                <a:cubicBezTo>
                  <a:pt x="104" y="504"/>
                  <a:pt x="88" y="501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8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6624360" y="1690560"/>
            <a:ext cx="1914840" cy="181440"/>
          </a:xfrm>
          <a:custGeom>
            <a:avLst/>
            <a:gdLst/>
            <a:ahLst/>
            <a:rect l="0" t="0" r="r" b="b"/>
            <a:pathLst>
              <a:path w="5319" h="504">
                <a:moveTo>
                  <a:pt x="0" y="384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4"/>
                  <a:pt x="5285" y="35"/>
                </a:cubicBezTo>
                <a:cubicBezTo>
                  <a:pt x="5296" y="46"/>
                  <a:pt x="5304" y="59"/>
                  <a:pt x="5310" y="74"/>
                </a:cubicBezTo>
                <a:cubicBezTo>
                  <a:pt x="5316" y="89"/>
                  <a:pt x="5319" y="104"/>
                  <a:pt x="5319" y="120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8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1"/>
                  <a:pt x="5216" y="504"/>
                  <a:pt x="5200" y="504"/>
                </a:cubicBezTo>
                <a:lnTo>
                  <a:pt x="119" y="504"/>
                </a:lnTo>
                <a:cubicBezTo>
                  <a:pt x="104" y="504"/>
                  <a:pt x="88" y="501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8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7262280" y="1455480"/>
            <a:ext cx="7473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e8912b"/>
                </a:solidFill>
                <a:latin typeface="Arial"/>
                <a:ea typeface="Arial"/>
              </a:rPr>
              <a:t>Nu, met AI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/>
          <p:nvPr/>
        </p:nvSpPr>
        <p:spPr>
          <a:xfrm>
            <a:off x="6624360" y="1890360"/>
            <a:ext cx="1914840" cy="191160"/>
          </a:xfrm>
          <a:custGeom>
            <a:avLst/>
            <a:gdLst/>
            <a:ahLst/>
            <a:rect l="0" t="0" r="r" b="b"/>
            <a:pathLst>
              <a:path w="5319" h="531">
                <a:moveTo>
                  <a:pt x="0" y="412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10"/>
                </a:cubicBezTo>
                <a:cubicBezTo>
                  <a:pt x="5260" y="16"/>
                  <a:pt x="5273" y="24"/>
                  <a:pt x="5285" y="35"/>
                </a:cubicBezTo>
                <a:cubicBezTo>
                  <a:pt x="5296" y="47"/>
                  <a:pt x="5304" y="59"/>
                  <a:pt x="5310" y="74"/>
                </a:cubicBezTo>
                <a:cubicBezTo>
                  <a:pt x="5316" y="89"/>
                  <a:pt x="5319" y="104"/>
                  <a:pt x="5319" y="120"/>
                </a:cubicBezTo>
                <a:lnTo>
                  <a:pt x="5319" y="412"/>
                </a:lnTo>
                <a:cubicBezTo>
                  <a:pt x="5319" y="427"/>
                  <a:pt x="5316" y="443"/>
                  <a:pt x="5310" y="457"/>
                </a:cubicBezTo>
                <a:cubicBezTo>
                  <a:pt x="5304" y="472"/>
                  <a:pt x="5296" y="485"/>
                  <a:pt x="5285" y="496"/>
                </a:cubicBezTo>
                <a:cubicBezTo>
                  <a:pt x="5273" y="507"/>
                  <a:pt x="5260" y="516"/>
                  <a:pt x="5246" y="522"/>
                </a:cubicBezTo>
                <a:cubicBezTo>
                  <a:pt x="5231" y="528"/>
                  <a:pt x="5216" y="531"/>
                  <a:pt x="5200" y="531"/>
                </a:cubicBezTo>
                <a:lnTo>
                  <a:pt x="119" y="531"/>
                </a:lnTo>
                <a:cubicBezTo>
                  <a:pt x="104" y="531"/>
                  <a:pt x="88" y="528"/>
                  <a:pt x="74" y="522"/>
                </a:cubicBezTo>
                <a:cubicBezTo>
                  <a:pt x="59" y="516"/>
                  <a:pt x="46" y="507"/>
                  <a:pt x="35" y="496"/>
                </a:cubicBezTo>
                <a:cubicBezTo>
                  <a:pt x="24" y="485"/>
                  <a:pt x="15" y="472"/>
                  <a:pt x="9" y="457"/>
                </a:cubicBezTo>
                <a:cubicBezTo>
                  <a:pt x="3" y="443"/>
                  <a:pt x="0" y="427"/>
                  <a:pt x="0" y="412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6624360" y="1890360"/>
            <a:ext cx="1914840" cy="191160"/>
          </a:xfrm>
          <a:custGeom>
            <a:avLst/>
            <a:gdLst/>
            <a:ahLst/>
            <a:rect l="0" t="0" r="r" b="b"/>
            <a:pathLst>
              <a:path w="5319" h="531">
                <a:moveTo>
                  <a:pt x="0" y="412"/>
                </a:moveTo>
                <a:lnTo>
                  <a:pt x="0" y="120"/>
                </a:ln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10"/>
                </a:cubicBezTo>
                <a:cubicBezTo>
                  <a:pt x="5260" y="16"/>
                  <a:pt x="5273" y="24"/>
                  <a:pt x="5285" y="35"/>
                </a:cubicBezTo>
                <a:cubicBezTo>
                  <a:pt x="5296" y="47"/>
                  <a:pt x="5304" y="59"/>
                  <a:pt x="5310" y="74"/>
                </a:cubicBezTo>
                <a:cubicBezTo>
                  <a:pt x="5316" y="89"/>
                  <a:pt x="5319" y="104"/>
                  <a:pt x="5319" y="120"/>
                </a:cubicBezTo>
                <a:lnTo>
                  <a:pt x="5319" y="412"/>
                </a:lnTo>
                <a:cubicBezTo>
                  <a:pt x="5319" y="427"/>
                  <a:pt x="5316" y="443"/>
                  <a:pt x="5310" y="457"/>
                </a:cubicBezTo>
                <a:cubicBezTo>
                  <a:pt x="5304" y="472"/>
                  <a:pt x="5296" y="485"/>
                  <a:pt x="5285" y="496"/>
                </a:cubicBezTo>
                <a:cubicBezTo>
                  <a:pt x="5273" y="507"/>
                  <a:pt x="5260" y="516"/>
                  <a:pt x="5246" y="522"/>
                </a:cubicBezTo>
                <a:cubicBezTo>
                  <a:pt x="5231" y="528"/>
                  <a:pt x="5216" y="531"/>
                  <a:pt x="5200" y="531"/>
                </a:cubicBezTo>
                <a:lnTo>
                  <a:pt x="119" y="531"/>
                </a:lnTo>
                <a:cubicBezTo>
                  <a:pt x="104" y="531"/>
                  <a:pt x="88" y="528"/>
                  <a:pt x="74" y="522"/>
                </a:cubicBezTo>
                <a:cubicBezTo>
                  <a:pt x="59" y="516"/>
                  <a:pt x="46" y="507"/>
                  <a:pt x="35" y="496"/>
                </a:cubicBezTo>
                <a:cubicBezTo>
                  <a:pt x="24" y="485"/>
                  <a:pt x="15" y="472"/>
                  <a:pt x="9" y="457"/>
                </a:cubicBezTo>
                <a:cubicBezTo>
                  <a:pt x="3" y="443"/>
                  <a:pt x="0" y="427"/>
                  <a:pt x="0" y="412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7119360" y="1722240"/>
            <a:ext cx="10155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Agent (slaat niets op)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6624360" y="2100240"/>
            <a:ext cx="1914840" cy="190800"/>
          </a:xfrm>
          <a:custGeom>
            <a:avLst/>
            <a:gdLst/>
            <a:ahLst/>
            <a:rect l="0" t="0" r="r" b="b"/>
            <a:pathLst>
              <a:path w="5319" h="530">
                <a:moveTo>
                  <a:pt x="0" y="411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4"/>
                </a:cubicBezTo>
                <a:cubicBezTo>
                  <a:pt x="5296" y="46"/>
                  <a:pt x="5304" y="58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411"/>
                </a:lnTo>
                <a:cubicBezTo>
                  <a:pt x="5319" y="426"/>
                  <a:pt x="5316" y="442"/>
                  <a:pt x="5310" y="456"/>
                </a:cubicBezTo>
                <a:cubicBezTo>
                  <a:pt x="5304" y="471"/>
                  <a:pt x="5296" y="484"/>
                  <a:pt x="5285" y="495"/>
                </a:cubicBezTo>
                <a:cubicBezTo>
                  <a:pt x="5273" y="506"/>
                  <a:pt x="5260" y="515"/>
                  <a:pt x="5246" y="521"/>
                </a:cubicBezTo>
                <a:cubicBezTo>
                  <a:pt x="5231" y="527"/>
                  <a:pt x="5216" y="530"/>
                  <a:pt x="5200" y="530"/>
                </a:cubicBezTo>
                <a:lnTo>
                  <a:pt x="119" y="530"/>
                </a:lnTo>
                <a:cubicBezTo>
                  <a:pt x="104" y="530"/>
                  <a:pt x="88" y="527"/>
                  <a:pt x="74" y="521"/>
                </a:cubicBezTo>
                <a:cubicBezTo>
                  <a:pt x="59" y="515"/>
                  <a:pt x="46" y="506"/>
                  <a:pt x="35" y="495"/>
                </a:cubicBezTo>
                <a:cubicBezTo>
                  <a:pt x="24" y="484"/>
                  <a:pt x="15" y="471"/>
                  <a:pt x="9" y="456"/>
                </a:cubicBezTo>
                <a:cubicBezTo>
                  <a:pt x="3" y="442"/>
                  <a:pt x="0" y="426"/>
                  <a:pt x="0" y="411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6624360" y="2100240"/>
            <a:ext cx="1914840" cy="190800"/>
          </a:xfrm>
          <a:custGeom>
            <a:avLst/>
            <a:gdLst/>
            <a:ahLst/>
            <a:rect l="0" t="0" r="r" b="b"/>
            <a:pathLst>
              <a:path w="5319" h="530">
                <a:moveTo>
                  <a:pt x="0" y="411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4"/>
                </a:cubicBezTo>
                <a:cubicBezTo>
                  <a:pt x="5296" y="46"/>
                  <a:pt x="5304" y="58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411"/>
                </a:lnTo>
                <a:cubicBezTo>
                  <a:pt x="5319" y="426"/>
                  <a:pt x="5316" y="442"/>
                  <a:pt x="5310" y="456"/>
                </a:cubicBezTo>
                <a:cubicBezTo>
                  <a:pt x="5304" y="471"/>
                  <a:pt x="5296" y="484"/>
                  <a:pt x="5285" y="495"/>
                </a:cubicBezTo>
                <a:cubicBezTo>
                  <a:pt x="5273" y="506"/>
                  <a:pt x="5260" y="515"/>
                  <a:pt x="5246" y="521"/>
                </a:cubicBezTo>
                <a:cubicBezTo>
                  <a:pt x="5231" y="527"/>
                  <a:pt x="5216" y="530"/>
                  <a:pt x="5200" y="530"/>
                </a:cubicBezTo>
                <a:lnTo>
                  <a:pt x="119" y="530"/>
                </a:lnTo>
                <a:cubicBezTo>
                  <a:pt x="104" y="530"/>
                  <a:pt x="88" y="527"/>
                  <a:pt x="74" y="521"/>
                </a:cubicBezTo>
                <a:cubicBezTo>
                  <a:pt x="59" y="515"/>
                  <a:pt x="46" y="506"/>
                  <a:pt x="35" y="495"/>
                </a:cubicBezTo>
                <a:cubicBezTo>
                  <a:pt x="24" y="484"/>
                  <a:pt x="15" y="471"/>
                  <a:pt x="9" y="456"/>
                </a:cubicBezTo>
                <a:cubicBezTo>
                  <a:pt x="3" y="442"/>
                  <a:pt x="0" y="426"/>
                  <a:pt x="0" y="411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7257600" y="1931760"/>
            <a:ext cx="707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Web en mobiel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6624360" y="2309760"/>
            <a:ext cx="1914840" cy="181080"/>
          </a:xfrm>
          <a:custGeom>
            <a:avLst/>
            <a:gdLst/>
            <a:ahLst/>
            <a:rect l="0" t="0" r="r" b="b"/>
            <a:pathLst>
              <a:path w="5319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4"/>
                  <a:pt x="5296" y="457"/>
                  <a:pt x="5285" y="468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3"/>
                  <a:pt x="5200" y="503"/>
                </a:cubicBezTo>
                <a:lnTo>
                  <a:pt x="119" y="503"/>
                </a:lnTo>
                <a:cubicBezTo>
                  <a:pt x="104" y="503"/>
                  <a:pt x="88" y="500"/>
                  <a:pt x="74" y="494"/>
                </a:cubicBezTo>
                <a:cubicBezTo>
                  <a:pt x="59" y="488"/>
                  <a:pt x="46" y="480"/>
                  <a:pt x="35" y="468"/>
                </a:cubicBezTo>
                <a:cubicBezTo>
                  <a:pt x="24" y="457"/>
                  <a:pt x="15" y="444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6624360" y="2309760"/>
            <a:ext cx="1914840" cy="181080"/>
          </a:xfrm>
          <a:custGeom>
            <a:avLst/>
            <a:gdLst/>
            <a:ahLst/>
            <a:rect l="0" t="0" r="r" b="b"/>
            <a:pathLst>
              <a:path w="5319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4"/>
                  <a:pt x="5296" y="457"/>
                  <a:pt x="5285" y="468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3"/>
                  <a:pt x="5200" y="503"/>
                </a:cubicBezTo>
                <a:lnTo>
                  <a:pt x="119" y="503"/>
                </a:lnTo>
                <a:cubicBezTo>
                  <a:pt x="104" y="503"/>
                  <a:pt x="88" y="500"/>
                  <a:pt x="74" y="494"/>
                </a:cubicBezTo>
                <a:cubicBezTo>
                  <a:pt x="59" y="488"/>
                  <a:pt x="46" y="480"/>
                  <a:pt x="35" y="468"/>
                </a:cubicBezTo>
                <a:cubicBezTo>
                  <a:pt x="24" y="457"/>
                  <a:pt x="15" y="444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7343280" y="2141280"/>
            <a:ext cx="5342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Verwerking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/>
          <p:nvPr/>
        </p:nvSpPr>
        <p:spPr>
          <a:xfrm>
            <a:off x="6624360" y="2519280"/>
            <a:ext cx="1914840" cy="181080"/>
          </a:xfrm>
          <a:custGeom>
            <a:avLst/>
            <a:gdLst/>
            <a:ahLst/>
            <a:rect l="0" t="0" r="r" b="b"/>
            <a:pathLst>
              <a:path w="5319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7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3"/>
                  <a:pt x="5200" y="503"/>
                </a:cubicBezTo>
                <a:lnTo>
                  <a:pt x="119" y="503"/>
                </a:lnTo>
                <a:cubicBezTo>
                  <a:pt x="104" y="503"/>
                  <a:pt x="88" y="500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/>
          <p:nvPr/>
        </p:nvSpPr>
        <p:spPr>
          <a:xfrm>
            <a:off x="6624360" y="2519280"/>
            <a:ext cx="1914840" cy="181080"/>
          </a:xfrm>
          <a:custGeom>
            <a:avLst/>
            <a:gdLst/>
            <a:ahLst/>
            <a:rect l="0" t="0" r="r" b="b"/>
            <a:pathLst>
              <a:path w="5319" h="503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3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7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3"/>
                  <a:pt x="5200" y="503"/>
                </a:cubicBezTo>
                <a:lnTo>
                  <a:pt x="119" y="503"/>
                </a:lnTo>
                <a:cubicBezTo>
                  <a:pt x="104" y="503"/>
                  <a:pt x="88" y="500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7428960" y="2350800"/>
            <a:ext cx="3268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Opslag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6624360" y="2728800"/>
            <a:ext cx="1914840" cy="181440"/>
          </a:xfrm>
          <a:custGeom>
            <a:avLst/>
            <a:gdLst/>
            <a:ahLst/>
            <a:rect l="0" t="0" r="r" b="b"/>
            <a:pathLst>
              <a:path w="5319" h="504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4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7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4"/>
                  <a:pt x="5200" y="504"/>
                </a:cubicBezTo>
                <a:lnTo>
                  <a:pt x="119" y="504"/>
                </a:lnTo>
                <a:cubicBezTo>
                  <a:pt x="104" y="504"/>
                  <a:pt x="88" y="500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6624360" y="2728800"/>
            <a:ext cx="1914840" cy="181440"/>
          </a:xfrm>
          <a:custGeom>
            <a:avLst/>
            <a:gdLst/>
            <a:ahLst/>
            <a:rect l="0" t="0" r="r" b="b"/>
            <a:pathLst>
              <a:path w="5319" h="504">
                <a:moveTo>
                  <a:pt x="0" y="384"/>
                </a:moveTo>
                <a:lnTo>
                  <a:pt x="0" y="119"/>
                </a:ln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lnTo>
                  <a:pt x="5200" y="0"/>
                </a:lnTo>
                <a:cubicBezTo>
                  <a:pt x="5216" y="0"/>
                  <a:pt x="5231" y="3"/>
                  <a:pt x="5246" y="9"/>
                </a:cubicBezTo>
                <a:cubicBezTo>
                  <a:pt x="5260" y="15"/>
                  <a:pt x="5273" y="24"/>
                  <a:pt x="5285" y="35"/>
                </a:cubicBezTo>
                <a:cubicBezTo>
                  <a:pt x="5296" y="46"/>
                  <a:pt x="5304" y="59"/>
                  <a:pt x="5310" y="73"/>
                </a:cubicBezTo>
                <a:cubicBezTo>
                  <a:pt x="5316" y="88"/>
                  <a:pt x="5319" y="103"/>
                  <a:pt x="5319" y="119"/>
                </a:cubicBezTo>
                <a:lnTo>
                  <a:pt x="5319" y="384"/>
                </a:lnTo>
                <a:cubicBezTo>
                  <a:pt x="5319" y="400"/>
                  <a:pt x="5316" y="415"/>
                  <a:pt x="5310" y="430"/>
                </a:cubicBezTo>
                <a:cubicBezTo>
                  <a:pt x="5304" y="445"/>
                  <a:pt x="5296" y="457"/>
                  <a:pt x="5285" y="469"/>
                </a:cubicBezTo>
                <a:cubicBezTo>
                  <a:pt x="5273" y="480"/>
                  <a:pt x="5260" y="488"/>
                  <a:pt x="5246" y="494"/>
                </a:cubicBezTo>
                <a:cubicBezTo>
                  <a:pt x="5231" y="500"/>
                  <a:pt x="5216" y="504"/>
                  <a:pt x="5200" y="504"/>
                </a:cubicBezTo>
                <a:lnTo>
                  <a:pt x="119" y="504"/>
                </a:lnTo>
                <a:cubicBezTo>
                  <a:pt x="104" y="504"/>
                  <a:pt x="88" y="500"/>
                  <a:pt x="74" y="494"/>
                </a:cubicBezTo>
                <a:cubicBezTo>
                  <a:pt x="59" y="488"/>
                  <a:pt x="46" y="480"/>
                  <a:pt x="35" y="469"/>
                </a:cubicBezTo>
                <a:cubicBezTo>
                  <a:pt x="24" y="457"/>
                  <a:pt x="15" y="445"/>
                  <a:pt x="9" y="430"/>
                </a:cubicBezTo>
                <a:cubicBezTo>
                  <a:pt x="3" y="415"/>
                  <a:pt x="0" y="40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c9d8e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7352640" y="2560320"/>
            <a:ext cx="5187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Koppelvlak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1467360" y="4174920"/>
            <a:ext cx="6062760" cy="199440"/>
          </a:xfrm>
          <a:custGeom>
            <a:avLst/>
            <a:gdLst/>
            <a:ahLst/>
            <a:rect l="0" t="0" r="r" b="b"/>
            <a:pathLst>
              <a:path fill="none" w="16841" h="554">
                <a:moveTo>
                  <a:pt x="0" y="554"/>
                </a:moveTo>
                <a:cubicBezTo>
                  <a:pt x="4210" y="489"/>
                  <a:pt x="7252" y="424"/>
                  <a:pt x="10058" y="326"/>
                </a:cubicBezTo>
                <a:cubicBezTo>
                  <a:pt x="12631" y="228"/>
                  <a:pt x="14736" y="130"/>
                  <a:pt x="16841" y="0"/>
                </a:cubicBezTo>
              </a:path>
            </a:pathLst>
          </a:custGeom>
          <a:ln cap="rnd" w="50040">
            <a:solidFill>
              <a:srgbClr val="94a3b0"/>
            </a:solidFill>
            <a:miter/>
          </a:ln>
        </p:spPr>
        <p:txBody>
          <a:bodyPr lIns="24840" rIns="24840" tIns="24840" bIns="24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/>
          <p:nvPr/>
        </p:nvSpPr>
        <p:spPr>
          <a:xfrm>
            <a:off x="1467360" y="3168720"/>
            <a:ext cx="6062760" cy="1229040"/>
          </a:xfrm>
          <a:custGeom>
            <a:avLst/>
            <a:gdLst/>
            <a:ahLst/>
            <a:rect l="0" t="0" r="r" b="b"/>
            <a:pathLst>
              <a:path fill="none" w="16841" h="3414">
                <a:moveTo>
                  <a:pt x="0" y="3414"/>
                </a:moveTo>
                <a:cubicBezTo>
                  <a:pt x="4913" y="3381"/>
                  <a:pt x="8421" y="3316"/>
                  <a:pt x="11228" y="3154"/>
                </a:cubicBezTo>
                <a:cubicBezTo>
                  <a:pt x="13099" y="3023"/>
                  <a:pt x="14222" y="2763"/>
                  <a:pt x="15064" y="2308"/>
                </a:cubicBezTo>
                <a:cubicBezTo>
                  <a:pt x="15906" y="1820"/>
                  <a:pt x="16420" y="1007"/>
                  <a:pt x="16841" y="0"/>
                </a:cubicBezTo>
              </a:path>
            </a:pathLst>
          </a:custGeom>
          <a:ln cap="rnd" w="70200">
            <a:solidFill>
              <a:srgbClr val="e8912b"/>
            </a:solidFill>
            <a:miter/>
          </a:ln>
        </p:spPr>
        <p:txBody>
          <a:bodyPr lIns="34920" rIns="34920" tIns="34920" bIns="34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7" name=""/>
          <p:cNvSpPr/>
          <p:nvPr/>
        </p:nvSpPr>
        <p:spPr>
          <a:xfrm>
            <a:off x="7445520" y="3051720"/>
            <a:ext cx="168840" cy="234360"/>
          </a:xfrm>
          <a:custGeom>
            <a:avLst/>
            <a:gdLst/>
            <a:ahLst/>
            <a:rect l="0" t="0" r="r" b="b"/>
            <a:pathLst>
              <a:path w="469" h="651">
                <a:moveTo>
                  <a:pt x="469" y="326"/>
                </a:moveTo>
                <a:cubicBezTo>
                  <a:pt x="469" y="347"/>
                  <a:pt x="467" y="368"/>
                  <a:pt x="464" y="389"/>
                </a:cubicBezTo>
                <a:cubicBezTo>
                  <a:pt x="461" y="410"/>
                  <a:pt x="457" y="430"/>
                  <a:pt x="451" y="450"/>
                </a:cubicBezTo>
                <a:cubicBezTo>
                  <a:pt x="445" y="470"/>
                  <a:pt x="438" y="489"/>
                  <a:pt x="430" y="506"/>
                </a:cubicBezTo>
                <a:cubicBezTo>
                  <a:pt x="421" y="524"/>
                  <a:pt x="411" y="541"/>
                  <a:pt x="400" y="556"/>
                </a:cubicBezTo>
                <a:cubicBezTo>
                  <a:pt x="390" y="571"/>
                  <a:pt x="378" y="584"/>
                  <a:pt x="365" y="596"/>
                </a:cubicBezTo>
                <a:cubicBezTo>
                  <a:pt x="352" y="608"/>
                  <a:pt x="339" y="618"/>
                  <a:pt x="325" y="626"/>
                </a:cubicBezTo>
                <a:cubicBezTo>
                  <a:pt x="310" y="634"/>
                  <a:pt x="296" y="640"/>
                  <a:pt x="281" y="645"/>
                </a:cubicBezTo>
                <a:cubicBezTo>
                  <a:pt x="266" y="649"/>
                  <a:pt x="250" y="651"/>
                  <a:pt x="235" y="651"/>
                </a:cubicBezTo>
                <a:cubicBezTo>
                  <a:pt x="220" y="651"/>
                  <a:pt x="204" y="649"/>
                  <a:pt x="189" y="645"/>
                </a:cubicBezTo>
                <a:cubicBezTo>
                  <a:pt x="174" y="640"/>
                  <a:pt x="160" y="634"/>
                  <a:pt x="146" y="626"/>
                </a:cubicBezTo>
                <a:cubicBezTo>
                  <a:pt x="131" y="618"/>
                  <a:pt x="118" y="608"/>
                  <a:pt x="105" y="596"/>
                </a:cubicBezTo>
                <a:cubicBezTo>
                  <a:pt x="91" y="584"/>
                  <a:pt x="80" y="571"/>
                  <a:pt x="69" y="556"/>
                </a:cubicBezTo>
                <a:cubicBezTo>
                  <a:pt x="58" y="541"/>
                  <a:pt x="48" y="524"/>
                  <a:pt x="40" y="506"/>
                </a:cubicBezTo>
                <a:cubicBezTo>
                  <a:pt x="31" y="489"/>
                  <a:pt x="24" y="470"/>
                  <a:pt x="18" y="450"/>
                </a:cubicBezTo>
                <a:cubicBezTo>
                  <a:pt x="12" y="430"/>
                  <a:pt x="8" y="410"/>
                  <a:pt x="5" y="389"/>
                </a:cubicBezTo>
                <a:cubicBezTo>
                  <a:pt x="2" y="368"/>
                  <a:pt x="0" y="347"/>
                  <a:pt x="0" y="326"/>
                </a:cubicBezTo>
                <a:cubicBezTo>
                  <a:pt x="0" y="304"/>
                  <a:pt x="2" y="282"/>
                  <a:pt x="5" y="261"/>
                </a:cubicBezTo>
                <a:cubicBezTo>
                  <a:pt x="8" y="240"/>
                  <a:pt x="12" y="220"/>
                  <a:pt x="18" y="200"/>
                </a:cubicBezTo>
                <a:cubicBezTo>
                  <a:pt x="24" y="181"/>
                  <a:pt x="31" y="162"/>
                  <a:pt x="40" y="144"/>
                </a:cubicBezTo>
                <a:cubicBezTo>
                  <a:pt x="48" y="126"/>
                  <a:pt x="58" y="110"/>
                  <a:pt x="69" y="95"/>
                </a:cubicBezTo>
                <a:cubicBezTo>
                  <a:pt x="80" y="80"/>
                  <a:pt x="91" y="66"/>
                  <a:pt x="105" y="55"/>
                </a:cubicBezTo>
                <a:cubicBezTo>
                  <a:pt x="118" y="43"/>
                  <a:pt x="131" y="33"/>
                  <a:pt x="146" y="25"/>
                </a:cubicBezTo>
                <a:cubicBezTo>
                  <a:pt x="160" y="16"/>
                  <a:pt x="174" y="10"/>
                  <a:pt x="189" y="6"/>
                </a:cubicBezTo>
                <a:cubicBezTo>
                  <a:pt x="204" y="2"/>
                  <a:pt x="220" y="0"/>
                  <a:pt x="235" y="0"/>
                </a:cubicBezTo>
                <a:cubicBezTo>
                  <a:pt x="250" y="0"/>
                  <a:pt x="266" y="2"/>
                  <a:pt x="281" y="6"/>
                </a:cubicBezTo>
                <a:cubicBezTo>
                  <a:pt x="296" y="10"/>
                  <a:pt x="310" y="16"/>
                  <a:pt x="325" y="25"/>
                </a:cubicBezTo>
                <a:cubicBezTo>
                  <a:pt x="339" y="33"/>
                  <a:pt x="352" y="43"/>
                  <a:pt x="365" y="55"/>
                </a:cubicBezTo>
                <a:cubicBezTo>
                  <a:pt x="378" y="66"/>
                  <a:pt x="390" y="80"/>
                  <a:pt x="400" y="95"/>
                </a:cubicBezTo>
                <a:cubicBezTo>
                  <a:pt x="411" y="110"/>
                  <a:pt x="421" y="126"/>
                  <a:pt x="430" y="144"/>
                </a:cubicBezTo>
                <a:cubicBezTo>
                  <a:pt x="438" y="162"/>
                  <a:pt x="445" y="181"/>
                  <a:pt x="451" y="200"/>
                </a:cubicBezTo>
                <a:cubicBezTo>
                  <a:pt x="457" y="220"/>
                  <a:pt x="461" y="240"/>
                  <a:pt x="464" y="261"/>
                </a:cubicBezTo>
                <a:cubicBezTo>
                  <a:pt x="467" y="282"/>
                  <a:pt x="469" y="304"/>
                  <a:pt x="469" y="326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7470720" y="4093200"/>
            <a:ext cx="118440" cy="164160"/>
          </a:xfrm>
          <a:custGeom>
            <a:avLst/>
            <a:gdLst/>
            <a:ahLst/>
            <a:rect l="0" t="0" r="r" b="b"/>
            <a:pathLst>
              <a:path w="329" h="456">
                <a:moveTo>
                  <a:pt x="329" y="227"/>
                </a:moveTo>
                <a:cubicBezTo>
                  <a:pt x="329" y="243"/>
                  <a:pt x="328" y="258"/>
                  <a:pt x="326" y="273"/>
                </a:cubicBezTo>
                <a:cubicBezTo>
                  <a:pt x="324" y="287"/>
                  <a:pt x="320" y="301"/>
                  <a:pt x="316" y="315"/>
                </a:cubicBezTo>
                <a:cubicBezTo>
                  <a:pt x="312" y="329"/>
                  <a:pt x="307" y="342"/>
                  <a:pt x="301" y="355"/>
                </a:cubicBezTo>
                <a:cubicBezTo>
                  <a:pt x="295" y="367"/>
                  <a:pt x="288" y="379"/>
                  <a:pt x="281" y="389"/>
                </a:cubicBezTo>
                <a:cubicBezTo>
                  <a:pt x="273" y="400"/>
                  <a:pt x="265" y="409"/>
                  <a:pt x="256" y="417"/>
                </a:cubicBezTo>
                <a:cubicBezTo>
                  <a:pt x="247" y="426"/>
                  <a:pt x="238" y="433"/>
                  <a:pt x="228" y="438"/>
                </a:cubicBezTo>
                <a:cubicBezTo>
                  <a:pt x="218" y="444"/>
                  <a:pt x="208" y="448"/>
                  <a:pt x="197" y="451"/>
                </a:cubicBezTo>
                <a:cubicBezTo>
                  <a:pt x="186" y="454"/>
                  <a:pt x="176" y="456"/>
                  <a:pt x="165" y="456"/>
                </a:cubicBezTo>
                <a:cubicBezTo>
                  <a:pt x="154" y="456"/>
                  <a:pt x="144" y="454"/>
                  <a:pt x="133" y="451"/>
                </a:cubicBezTo>
                <a:cubicBezTo>
                  <a:pt x="123" y="448"/>
                  <a:pt x="112" y="444"/>
                  <a:pt x="102" y="438"/>
                </a:cubicBezTo>
                <a:cubicBezTo>
                  <a:pt x="92" y="433"/>
                  <a:pt x="83" y="426"/>
                  <a:pt x="74" y="417"/>
                </a:cubicBezTo>
                <a:cubicBezTo>
                  <a:pt x="65" y="409"/>
                  <a:pt x="57" y="400"/>
                  <a:pt x="49" y="389"/>
                </a:cubicBezTo>
                <a:cubicBezTo>
                  <a:pt x="42" y="379"/>
                  <a:pt x="35" y="367"/>
                  <a:pt x="29" y="355"/>
                </a:cubicBezTo>
                <a:cubicBezTo>
                  <a:pt x="23" y="342"/>
                  <a:pt x="18" y="329"/>
                  <a:pt x="14" y="315"/>
                </a:cubicBezTo>
                <a:cubicBezTo>
                  <a:pt x="9" y="301"/>
                  <a:pt x="6" y="287"/>
                  <a:pt x="3" y="273"/>
                </a:cubicBezTo>
                <a:cubicBezTo>
                  <a:pt x="1" y="258"/>
                  <a:pt x="0" y="243"/>
                  <a:pt x="0" y="227"/>
                </a:cubicBezTo>
                <a:cubicBezTo>
                  <a:pt x="0" y="212"/>
                  <a:pt x="1" y="197"/>
                  <a:pt x="3" y="183"/>
                </a:cubicBezTo>
                <a:cubicBezTo>
                  <a:pt x="6" y="168"/>
                  <a:pt x="9" y="154"/>
                  <a:pt x="14" y="140"/>
                </a:cubicBezTo>
                <a:cubicBezTo>
                  <a:pt x="18" y="126"/>
                  <a:pt x="23" y="113"/>
                  <a:pt x="29" y="101"/>
                </a:cubicBezTo>
                <a:cubicBezTo>
                  <a:pt x="35" y="88"/>
                  <a:pt x="42" y="77"/>
                  <a:pt x="49" y="66"/>
                </a:cubicBezTo>
                <a:cubicBezTo>
                  <a:pt x="57" y="56"/>
                  <a:pt x="65" y="46"/>
                  <a:pt x="74" y="38"/>
                </a:cubicBezTo>
                <a:cubicBezTo>
                  <a:pt x="83" y="30"/>
                  <a:pt x="92" y="23"/>
                  <a:pt x="102" y="17"/>
                </a:cubicBezTo>
                <a:cubicBezTo>
                  <a:pt x="112" y="11"/>
                  <a:pt x="123" y="7"/>
                  <a:pt x="133" y="4"/>
                </a:cubicBezTo>
                <a:cubicBezTo>
                  <a:pt x="144" y="1"/>
                  <a:pt x="154" y="0"/>
                  <a:pt x="165" y="0"/>
                </a:cubicBezTo>
                <a:cubicBezTo>
                  <a:pt x="176" y="0"/>
                  <a:pt x="186" y="1"/>
                  <a:pt x="197" y="4"/>
                </a:cubicBezTo>
                <a:cubicBezTo>
                  <a:pt x="208" y="7"/>
                  <a:pt x="218" y="11"/>
                  <a:pt x="228" y="17"/>
                </a:cubicBezTo>
                <a:cubicBezTo>
                  <a:pt x="238" y="23"/>
                  <a:pt x="247" y="30"/>
                  <a:pt x="256" y="38"/>
                </a:cubicBezTo>
                <a:cubicBezTo>
                  <a:pt x="265" y="46"/>
                  <a:pt x="273" y="56"/>
                  <a:pt x="281" y="66"/>
                </a:cubicBezTo>
                <a:cubicBezTo>
                  <a:pt x="288" y="77"/>
                  <a:pt x="295" y="88"/>
                  <a:pt x="301" y="101"/>
                </a:cubicBezTo>
                <a:cubicBezTo>
                  <a:pt x="307" y="113"/>
                  <a:pt x="312" y="126"/>
                  <a:pt x="316" y="140"/>
                </a:cubicBezTo>
                <a:cubicBezTo>
                  <a:pt x="320" y="154"/>
                  <a:pt x="324" y="168"/>
                  <a:pt x="326" y="183"/>
                </a:cubicBezTo>
                <a:cubicBezTo>
                  <a:pt x="328" y="197"/>
                  <a:pt x="329" y="212"/>
                  <a:pt x="329" y="227"/>
                </a:cubicBezTo>
                <a:close/>
              </a:path>
            </a:pathLst>
          </a:custGeom>
          <a:solidFill>
            <a:srgbClr val="94a3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456840" y="4543200"/>
            <a:ext cx="248040" cy="38520"/>
          </a:xfrm>
          <a:custGeom>
            <a:avLst/>
            <a:gdLst/>
            <a:ahLst/>
            <a:rect l="0" t="0" r="r" b="b"/>
            <a:pathLst>
              <a:path w="689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636" y="0"/>
                </a:lnTo>
                <a:cubicBezTo>
                  <a:pt x="644" y="0"/>
                  <a:pt x="650" y="1"/>
                  <a:pt x="657" y="4"/>
                </a:cubicBezTo>
                <a:cubicBezTo>
                  <a:pt x="663" y="7"/>
                  <a:pt x="669" y="11"/>
                  <a:pt x="674" y="16"/>
                </a:cubicBezTo>
                <a:cubicBezTo>
                  <a:pt x="679" y="21"/>
                  <a:pt x="683" y="26"/>
                  <a:pt x="685" y="34"/>
                </a:cubicBezTo>
                <a:cubicBezTo>
                  <a:pt x="688" y="40"/>
                  <a:pt x="689" y="47"/>
                  <a:pt x="689" y="54"/>
                </a:cubicBezTo>
                <a:cubicBezTo>
                  <a:pt x="689" y="61"/>
                  <a:pt x="688" y="68"/>
                  <a:pt x="685" y="74"/>
                </a:cubicBezTo>
                <a:cubicBezTo>
                  <a:pt x="683" y="81"/>
                  <a:pt x="679" y="86"/>
                  <a:pt x="674" y="91"/>
                </a:cubicBezTo>
                <a:cubicBezTo>
                  <a:pt x="669" y="96"/>
                  <a:pt x="663" y="100"/>
                  <a:pt x="657" y="103"/>
                </a:cubicBezTo>
                <a:cubicBezTo>
                  <a:pt x="650" y="106"/>
                  <a:pt x="644" y="107"/>
                  <a:pt x="636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6909840" y="2769840"/>
            <a:ext cx="14331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1a1a2e"/>
                </a:solidFill>
                <a:latin typeface="Arial"/>
                <a:ea typeface="Arial"/>
              </a:rPr>
              <a:t>Cloud en andere ecosystemen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/>
          <p:nvPr/>
        </p:nvSpPr>
        <p:spPr>
          <a:xfrm>
            <a:off x="2381040" y="4543200"/>
            <a:ext cx="238680" cy="38520"/>
          </a:xfrm>
          <a:custGeom>
            <a:avLst/>
            <a:gdLst/>
            <a:ahLst/>
            <a:rect l="0" t="0" r="r" b="b"/>
            <a:pathLst>
              <a:path w="663" h="107">
                <a:moveTo>
                  <a:pt x="0" y="54"/>
                </a:moveTo>
                <a:cubicBezTo>
                  <a:pt x="0" y="47"/>
                  <a:pt x="1" y="40"/>
                  <a:pt x="4" y="34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10" y="0"/>
                </a:lnTo>
                <a:cubicBezTo>
                  <a:pt x="617" y="0"/>
                  <a:pt x="623" y="1"/>
                  <a:pt x="630" y="4"/>
                </a:cubicBezTo>
                <a:cubicBezTo>
                  <a:pt x="636" y="7"/>
                  <a:pt x="642" y="11"/>
                  <a:pt x="647" y="16"/>
                </a:cubicBezTo>
                <a:cubicBezTo>
                  <a:pt x="652" y="21"/>
                  <a:pt x="656" y="26"/>
                  <a:pt x="659" y="34"/>
                </a:cubicBezTo>
                <a:cubicBezTo>
                  <a:pt x="661" y="40"/>
                  <a:pt x="663" y="47"/>
                  <a:pt x="663" y="54"/>
                </a:cubicBezTo>
                <a:cubicBezTo>
                  <a:pt x="663" y="61"/>
                  <a:pt x="661" y="68"/>
                  <a:pt x="659" y="74"/>
                </a:cubicBezTo>
                <a:cubicBezTo>
                  <a:pt x="656" y="81"/>
                  <a:pt x="652" y="86"/>
                  <a:pt x="647" y="91"/>
                </a:cubicBezTo>
                <a:cubicBezTo>
                  <a:pt x="642" y="96"/>
                  <a:pt x="636" y="100"/>
                  <a:pt x="630" y="103"/>
                </a:cubicBezTo>
                <a:cubicBezTo>
                  <a:pt x="623" y="106"/>
                  <a:pt x="617" y="107"/>
                  <a:pt x="610" y="107"/>
                </a:cubicBezTo>
                <a:lnTo>
                  <a:pt x="53" y="107"/>
                </a:ln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1"/>
                  <a:pt x="4" y="74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94a3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754200" y="4499640"/>
            <a:ext cx="1568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koppelingen en datavraag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2676240" y="4499640"/>
            <a:ext cx="1625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onderdelen in een systeem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4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42" name=""/>
          <p:cNvSpPr txBox="1"/>
          <p:nvPr/>
        </p:nvSpPr>
        <p:spPr>
          <a:xfrm>
            <a:off x="439920" y="443880"/>
            <a:ext cx="8442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er gebeurde toen de afspraak er kwam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457200" y="1003680"/>
            <a:ext cx="39142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Drie keer bestond de techniek al. Wat ontbrak was de maat.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457200" y="1427040"/>
            <a:ext cx="968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Spoorbreedte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457200" y="1589040"/>
            <a:ext cx="11268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Verenigde Staten,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/>
          <p:nvPr/>
        </p:nvSpPr>
        <p:spPr>
          <a:xfrm>
            <a:off x="23277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/>
          <p:nvPr/>
        </p:nvSpPr>
        <p:spPr>
          <a:xfrm>
            <a:off x="24418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8" name=""/>
          <p:cNvSpPr/>
          <p:nvPr/>
        </p:nvSpPr>
        <p:spPr>
          <a:xfrm>
            <a:off x="255564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9" name=""/>
          <p:cNvSpPr/>
          <p:nvPr/>
        </p:nvSpPr>
        <p:spPr>
          <a:xfrm>
            <a:off x="26697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/>
          <p:nvPr/>
        </p:nvSpPr>
        <p:spPr>
          <a:xfrm>
            <a:off x="278352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1" name=""/>
          <p:cNvSpPr/>
          <p:nvPr/>
        </p:nvSpPr>
        <p:spPr>
          <a:xfrm>
            <a:off x="28972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2" name=""/>
          <p:cNvSpPr/>
          <p:nvPr/>
        </p:nvSpPr>
        <p:spPr>
          <a:xfrm>
            <a:off x="301140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3" name=""/>
          <p:cNvSpPr/>
          <p:nvPr/>
        </p:nvSpPr>
        <p:spPr>
          <a:xfrm>
            <a:off x="2275200" y="1738440"/>
            <a:ext cx="80640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4" name=""/>
          <p:cNvSpPr/>
          <p:nvPr/>
        </p:nvSpPr>
        <p:spPr>
          <a:xfrm>
            <a:off x="2275200" y="1860840"/>
            <a:ext cx="80640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5" name=""/>
          <p:cNvSpPr/>
          <p:nvPr/>
        </p:nvSpPr>
        <p:spPr>
          <a:xfrm>
            <a:off x="355464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6" name=""/>
          <p:cNvSpPr/>
          <p:nvPr/>
        </p:nvSpPr>
        <p:spPr>
          <a:xfrm>
            <a:off x="366840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/>
          <p:nvPr/>
        </p:nvSpPr>
        <p:spPr>
          <a:xfrm>
            <a:off x="378252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8" name=""/>
          <p:cNvSpPr/>
          <p:nvPr/>
        </p:nvSpPr>
        <p:spPr>
          <a:xfrm>
            <a:off x="389628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401040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412416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4237920" y="1729440"/>
            <a:ext cx="0" cy="14040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2" name=""/>
          <p:cNvSpPr/>
          <p:nvPr/>
        </p:nvSpPr>
        <p:spPr>
          <a:xfrm>
            <a:off x="3502080" y="1764720"/>
            <a:ext cx="80604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3" name=""/>
          <p:cNvSpPr/>
          <p:nvPr/>
        </p:nvSpPr>
        <p:spPr>
          <a:xfrm>
            <a:off x="3502080" y="1834560"/>
            <a:ext cx="80604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4" name=""/>
          <p:cNvSpPr/>
          <p:nvPr/>
        </p:nvSpPr>
        <p:spPr>
          <a:xfrm>
            <a:off x="3282840" y="1598040"/>
            <a:ext cx="18000" cy="333360"/>
          </a:xfrm>
          <a:custGeom>
            <a:avLst/>
            <a:gdLst/>
            <a:ahLst/>
            <a:rect l="0" t="0" r="r" b="b"/>
            <a:pathLst>
              <a:path w="50" h="926">
                <a:moveTo>
                  <a:pt x="50" y="0"/>
                </a:moveTo>
                <a:lnTo>
                  <a:pt x="50" y="97"/>
                </a:lnTo>
                <a:lnTo>
                  <a:pt x="0" y="97"/>
                </a:lnTo>
                <a:lnTo>
                  <a:pt x="0" y="0"/>
                </a:lnTo>
                <a:lnTo>
                  <a:pt x="50" y="0"/>
                </a:lnTo>
                <a:moveTo>
                  <a:pt x="50" y="171"/>
                </a:moveTo>
                <a:lnTo>
                  <a:pt x="50" y="268"/>
                </a:lnTo>
                <a:lnTo>
                  <a:pt x="0" y="268"/>
                </a:lnTo>
                <a:lnTo>
                  <a:pt x="0" y="171"/>
                </a:lnTo>
                <a:lnTo>
                  <a:pt x="50" y="171"/>
                </a:lnTo>
                <a:moveTo>
                  <a:pt x="50" y="341"/>
                </a:moveTo>
                <a:lnTo>
                  <a:pt x="50" y="438"/>
                </a:lnTo>
                <a:lnTo>
                  <a:pt x="0" y="438"/>
                </a:lnTo>
                <a:lnTo>
                  <a:pt x="0" y="341"/>
                </a:lnTo>
                <a:lnTo>
                  <a:pt x="50" y="341"/>
                </a:lnTo>
                <a:moveTo>
                  <a:pt x="50" y="511"/>
                </a:moveTo>
                <a:lnTo>
                  <a:pt x="50" y="609"/>
                </a:lnTo>
                <a:lnTo>
                  <a:pt x="0" y="609"/>
                </a:lnTo>
                <a:lnTo>
                  <a:pt x="0" y="511"/>
                </a:lnTo>
                <a:lnTo>
                  <a:pt x="50" y="511"/>
                </a:lnTo>
                <a:moveTo>
                  <a:pt x="50" y="683"/>
                </a:moveTo>
                <a:lnTo>
                  <a:pt x="50" y="780"/>
                </a:lnTo>
                <a:lnTo>
                  <a:pt x="0" y="780"/>
                </a:lnTo>
                <a:lnTo>
                  <a:pt x="0" y="683"/>
                </a:lnTo>
                <a:lnTo>
                  <a:pt x="50" y="683"/>
                </a:lnTo>
                <a:moveTo>
                  <a:pt x="50" y="853"/>
                </a:moveTo>
                <a:lnTo>
                  <a:pt x="50" y="926"/>
                </a:lnTo>
                <a:lnTo>
                  <a:pt x="0" y="926"/>
                </a:lnTo>
                <a:lnTo>
                  <a:pt x="0" y="853"/>
                </a:lnTo>
                <a:lnTo>
                  <a:pt x="50" y="853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/>
          <p:nvPr/>
        </p:nvSpPr>
        <p:spPr>
          <a:xfrm>
            <a:off x="3073680" y="1476000"/>
            <a:ext cx="436320" cy="196920"/>
          </a:xfrm>
          <a:custGeom>
            <a:avLst/>
            <a:gdLst/>
            <a:ahLst/>
            <a:rect l="0" t="0" r="r" b="b"/>
            <a:pathLst>
              <a:path w="1212" h="547">
                <a:moveTo>
                  <a:pt x="0" y="522"/>
                </a:moveTo>
                <a:cubicBezTo>
                  <a:pt x="18" y="490"/>
                  <a:pt x="36" y="460"/>
                  <a:pt x="54" y="432"/>
                </a:cubicBezTo>
                <a:lnTo>
                  <a:pt x="95" y="458"/>
                </a:lnTo>
                <a:cubicBezTo>
                  <a:pt x="78" y="486"/>
                  <a:pt x="60" y="515"/>
                  <a:pt x="43" y="547"/>
                </a:cubicBezTo>
                <a:lnTo>
                  <a:pt x="0" y="522"/>
                </a:lnTo>
                <a:moveTo>
                  <a:pt x="95" y="370"/>
                </a:moveTo>
                <a:cubicBezTo>
                  <a:pt x="113" y="344"/>
                  <a:pt x="131" y="319"/>
                  <a:pt x="149" y="295"/>
                </a:cubicBezTo>
                <a:lnTo>
                  <a:pt x="187" y="324"/>
                </a:lnTo>
                <a:cubicBezTo>
                  <a:pt x="170" y="347"/>
                  <a:pt x="152" y="372"/>
                  <a:pt x="135" y="397"/>
                </a:cubicBezTo>
                <a:lnTo>
                  <a:pt x="95" y="370"/>
                </a:lnTo>
                <a:moveTo>
                  <a:pt x="199" y="233"/>
                </a:moveTo>
                <a:cubicBezTo>
                  <a:pt x="221" y="207"/>
                  <a:pt x="244" y="183"/>
                  <a:pt x="266" y="161"/>
                </a:cubicBezTo>
                <a:lnTo>
                  <a:pt x="300" y="196"/>
                </a:lnTo>
                <a:cubicBezTo>
                  <a:pt x="279" y="217"/>
                  <a:pt x="257" y="240"/>
                  <a:pt x="236" y="265"/>
                </a:cubicBezTo>
                <a:lnTo>
                  <a:pt x="199" y="233"/>
                </a:lnTo>
                <a:moveTo>
                  <a:pt x="321" y="112"/>
                </a:moveTo>
                <a:cubicBezTo>
                  <a:pt x="350" y="89"/>
                  <a:pt x="378" y="70"/>
                  <a:pt x="406" y="54"/>
                </a:cubicBezTo>
                <a:lnTo>
                  <a:pt x="430" y="97"/>
                </a:lnTo>
                <a:cubicBezTo>
                  <a:pt x="404" y="111"/>
                  <a:pt x="378" y="129"/>
                  <a:pt x="352" y="150"/>
                </a:cubicBezTo>
                <a:lnTo>
                  <a:pt x="321" y="112"/>
                </a:lnTo>
                <a:moveTo>
                  <a:pt x="474" y="23"/>
                </a:moveTo>
                <a:cubicBezTo>
                  <a:pt x="508" y="10"/>
                  <a:pt x="543" y="3"/>
                  <a:pt x="577" y="0"/>
                </a:cubicBezTo>
                <a:lnTo>
                  <a:pt x="581" y="48"/>
                </a:lnTo>
                <a:cubicBezTo>
                  <a:pt x="551" y="51"/>
                  <a:pt x="521" y="57"/>
                  <a:pt x="491" y="68"/>
                </a:cubicBezTo>
                <a:lnTo>
                  <a:pt x="474" y="23"/>
                </a:lnTo>
                <a:moveTo>
                  <a:pt x="653" y="1"/>
                </a:moveTo>
                <a:cubicBezTo>
                  <a:pt x="687" y="6"/>
                  <a:pt x="721" y="15"/>
                  <a:pt x="754" y="29"/>
                </a:cubicBezTo>
                <a:lnTo>
                  <a:pt x="736" y="74"/>
                </a:lnTo>
                <a:cubicBezTo>
                  <a:pt x="706" y="62"/>
                  <a:pt x="676" y="53"/>
                  <a:pt x="647" y="50"/>
                </a:cubicBezTo>
                <a:lnTo>
                  <a:pt x="653" y="1"/>
                </a:lnTo>
                <a:moveTo>
                  <a:pt x="820" y="62"/>
                </a:moveTo>
                <a:cubicBezTo>
                  <a:pt x="848" y="79"/>
                  <a:pt x="876" y="99"/>
                  <a:pt x="904" y="123"/>
                </a:cubicBezTo>
                <a:lnTo>
                  <a:pt x="873" y="160"/>
                </a:lnTo>
                <a:cubicBezTo>
                  <a:pt x="847" y="138"/>
                  <a:pt x="821" y="119"/>
                  <a:pt x="795" y="104"/>
                </a:cubicBezTo>
                <a:lnTo>
                  <a:pt x="820" y="62"/>
                </a:lnTo>
                <a:moveTo>
                  <a:pt x="957" y="172"/>
                </a:moveTo>
                <a:cubicBezTo>
                  <a:pt x="979" y="194"/>
                  <a:pt x="1002" y="219"/>
                  <a:pt x="1024" y="245"/>
                </a:cubicBezTo>
                <a:lnTo>
                  <a:pt x="987" y="277"/>
                </a:lnTo>
                <a:cubicBezTo>
                  <a:pt x="965" y="251"/>
                  <a:pt x="944" y="227"/>
                  <a:pt x="923" y="206"/>
                </a:cubicBezTo>
                <a:lnTo>
                  <a:pt x="957" y="172"/>
                </a:lnTo>
                <a:moveTo>
                  <a:pt x="1072" y="306"/>
                </a:moveTo>
                <a:cubicBezTo>
                  <a:pt x="1090" y="330"/>
                  <a:pt x="1108" y="356"/>
                  <a:pt x="1126" y="383"/>
                </a:cubicBezTo>
                <a:lnTo>
                  <a:pt x="1086" y="410"/>
                </a:lnTo>
                <a:cubicBezTo>
                  <a:pt x="1068" y="384"/>
                  <a:pt x="1051" y="359"/>
                  <a:pt x="1033" y="335"/>
                </a:cubicBezTo>
                <a:lnTo>
                  <a:pt x="1072" y="306"/>
                </a:lnTo>
                <a:moveTo>
                  <a:pt x="1167" y="446"/>
                </a:moveTo>
                <a:cubicBezTo>
                  <a:pt x="1182" y="470"/>
                  <a:pt x="1197" y="495"/>
                  <a:pt x="1212" y="522"/>
                </a:cubicBezTo>
                <a:lnTo>
                  <a:pt x="1170" y="547"/>
                </a:lnTo>
                <a:cubicBezTo>
                  <a:pt x="1155" y="520"/>
                  <a:pt x="1140" y="495"/>
                  <a:pt x="1125" y="471"/>
                </a:cubicBezTo>
                <a:lnTo>
                  <a:pt x="1167" y="446"/>
                </a:ln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6" name=""/>
          <p:cNvSpPr/>
          <p:nvPr/>
        </p:nvSpPr>
        <p:spPr>
          <a:xfrm>
            <a:off x="3186720" y="1300320"/>
            <a:ext cx="210600" cy="158040"/>
          </a:xfrm>
          <a:custGeom>
            <a:avLst/>
            <a:gdLst/>
            <a:ahLst/>
            <a:rect l="0" t="0" r="r" b="b"/>
            <a:pathLst>
              <a:path w="585" h="439">
                <a:moveTo>
                  <a:pt x="48" y="0"/>
                </a:moveTo>
                <a:lnTo>
                  <a:pt x="536" y="0"/>
                </a:lnTo>
                <a:cubicBezTo>
                  <a:pt x="543" y="0"/>
                  <a:pt x="549" y="1"/>
                  <a:pt x="555" y="3"/>
                </a:cubicBezTo>
                <a:cubicBezTo>
                  <a:pt x="561" y="6"/>
                  <a:pt x="566" y="9"/>
                  <a:pt x="571" y="14"/>
                </a:cubicBezTo>
                <a:cubicBezTo>
                  <a:pt x="575" y="18"/>
                  <a:pt x="579" y="24"/>
                  <a:pt x="581" y="30"/>
                </a:cubicBezTo>
                <a:cubicBezTo>
                  <a:pt x="584" y="36"/>
                  <a:pt x="585" y="42"/>
                  <a:pt x="585" y="48"/>
                </a:cubicBezTo>
                <a:lnTo>
                  <a:pt x="585" y="390"/>
                </a:lnTo>
                <a:cubicBezTo>
                  <a:pt x="585" y="396"/>
                  <a:pt x="584" y="403"/>
                  <a:pt x="581" y="409"/>
                </a:cubicBezTo>
                <a:cubicBezTo>
                  <a:pt x="579" y="415"/>
                  <a:pt x="575" y="420"/>
                  <a:pt x="571" y="424"/>
                </a:cubicBezTo>
                <a:cubicBezTo>
                  <a:pt x="566" y="429"/>
                  <a:pt x="561" y="433"/>
                  <a:pt x="555" y="435"/>
                </a:cubicBezTo>
                <a:cubicBezTo>
                  <a:pt x="549" y="437"/>
                  <a:pt x="543" y="439"/>
                  <a:pt x="536" y="439"/>
                </a:cubicBezTo>
                <a:lnTo>
                  <a:pt x="48" y="439"/>
                </a:lnTo>
                <a:cubicBezTo>
                  <a:pt x="42" y="439"/>
                  <a:pt x="36" y="437"/>
                  <a:pt x="30" y="435"/>
                </a:cubicBezTo>
                <a:cubicBezTo>
                  <a:pt x="24" y="433"/>
                  <a:pt x="18" y="429"/>
                  <a:pt x="14" y="424"/>
                </a:cubicBezTo>
                <a:cubicBezTo>
                  <a:pt x="9" y="420"/>
                  <a:pt x="6" y="415"/>
                  <a:pt x="3" y="409"/>
                </a:cubicBezTo>
                <a:cubicBezTo>
                  <a:pt x="1" y="403"/>
                  <a:pt x="0" y="396"/>
                  <a:pt x="0" y="390"/>
                </a:cubicBezTo>
                <a:lnTo>
                  <a:pt x="0" y="48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3186720" y="1300320"/>
            <a:ext cx="210600" cy="158040"/>
          </a:xfrm>
          <a:custGeom>
            <a:avLst/>
            <a:gdLst/>
            <a:ahLst/>
            <a:rect l="0" t="0" r="r" b="b"/>
            <a:pathLst>
              <a:path w="585" h="439">
                <a:moveTo>
                  <a:pt x="48" y="0"/>
                </a:moveTo>
                <a:lnTo>
                  <a:pt x="536" y="0"/>
                </a:lnTo>
                <a:cubicBezTo>
                  <a:pt x="543" y="0"/>
                  <a:pt x="549" y="1"/>
                  <a:pt x="555" y="3"/>
                </a:cubicBezTo>
                <a:cubicBezTo>
                  <a:pt x="561" y="6"/>
                  <a:pt x="566" y="9"/>
                  <a:pt x="571" y="14"/>
                </a:cubicBezTo>
                <a:cubicBezTo>
                  <a:pt x="575" y="18"/>
                  <a:pt x="579" y="24"/>
                  <a:pt x="581" y="30"/>
                </a:cubicBezTo>
                <a:cubicBezTo>
                  <a:pt x="584" y="36"/>
                  <a:pt x="585" y="42"/>
                  <a:pt x="585" y="48"/>
                </a:cubicBezTo>
                <a:lnTo>
                  <a:pt x="585" y="390"/>
                </a:lnTo>
                <a:cubicBezTo>
                  <a:pt x="585" y="396"/>
                  <a:pt x="584" y="403"/>
                  <a:pt x="581" y="409"/>
                </a:cubicBezTo>
                <a:cubicBezTo>
                  <a:pt x="579" y="415"/>
                  <a:pt x="575" y="420"/>
                  <a:pt x="571" y="424"/>
                </a:cubicBezTo>
                <a:cubicBezTo>
                  <a:pt x="566" y="429"/>
                  <a:pt x="561" y="433"/>
                  <a:pt x="555" y="435"/>
                </a:cubicBezTo>
                <a:cubicBezTo>
                  <a:pt x="549" y="437"/>
                  <a:pt x="543" y="439"/>
                  <a:pt x="536" y="439"/>
                </a:cubicBezTo>
                <a:lnTo>
                  <a:pt x="48" y="439"/>
                </a:lnTo>
                <a:cubicBezTo>
                  <a:pt x="42" y="439"/>
                  <a:pt x="36" y="437"/>
                  <a:pt x="30" y="435"/>
                </a:cubicBezTo>
                <a:cubicBezTo>
                  <a:pt x="24" y="433"/>
                  <a:pt x="18" y="429"/>
                  <a:pt x="14" y="424"/>
                </a:cubicBezTo>
                <a:cubicBezTo>
                  <a:pt x="9" y="420"/>
                  <a:pt x="6" y="415"/>
                  <a:pt x="3" y="409"/>
                </a:cubicBezTo>
                <a:cubicBezTo>
                  <a:pt x="1" y="403"/>
                  <a:pt x="0" y="396"/>
                  <a:pt x="0" y="390"/>
                </a:cubicBezTo>
                <a:lnTo>
                  <a:pt x="0" y="48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noFill/>
          <a:ln w="17280">
            <a:solidFill>
              <a:srgbClr val="8a5a1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/>
          <p:nvPr/>
        </p:nvSpPr>
        <p:spPr>
          <a:xfrm>
            <a:off x="4019040" y="1343880"/>
            <a:ext cx="192960" cy="193320"/>
          </a:xfrm>
          <a:custGeom>
            <a:avLst/>
            <a:gdLst/>
            <a:ahLst/>
            <a:rect l="0" t="0" r="r" b="b"/>
            <a:pathLst>
              <a:path w="536" h="537">
                <a:moveTo>
                  <a:pt x="536" y="268"/>
                </a:moveTo>
                <a:cubicBezTo>
                  <a:pt x="536" y="287"/>
                  <a:pt x="535" y="304"/>
                  <a:pt x="531" y="321"/>
                </a:cubicBezTo>
                <a:cubicBezTo>
                  <a:pt x="528" y="338"/>
                  <a:pt x="523" y="355"/>
                  <a:pt x="516" y="371"/>
                </a:cubicBezTo>
                <a:cubicBezTo>
                  <a:pt x="509" y="388"/>
                  <a:pt x="501" y="403"/>
                  <a:pt x="491" y="418"/>
                </a:cubicBezTo>
                <a:cubicBezTo>
                  <a:pt x="482" y="432"/>
                  <a:pt x="470" y="446"/>
                  <a:pt x="458" y="458"/>
                </a:cubicBezTo>
                <a:cubicBezTo>
                  <a:pt x="446" y="471"/>
                  <a:pt x="432" y="482"/>
                  <a:pt x="417" y="492"/>
                </a:cubicBezTo>
                <a:cubicBezTo>
                  <a:pt x="403" y="501"/>
                  <a:pt x="387" y="510"/>
                  <a:pt x="371" y="516"/>
                </a:cubicBezTo>
                <a:cubicBezTo>
                  <a:pt x="355" y="523"/>
                  <a:pt x="337" y="528"/>
                  <a:pt x="320" y="532"/>
                </a:cubicBezTo>
                <a:cubicBezTo>
                  <a:pt x="303" y="535"/>
                  <a:pt x="285" y="537"/>
                  <a:pt x="268" y="537"/>
                </a:cubicBezTo>
                <a:cubicBezTo>
                  <a:pt x="250" y="537"/>
                  <a:pt x="233" y="535"/>
                  <a:pt x="215" y="532"/>
                </a:cubicBezTo>
                <a:cubicBezTo>
                  <a:pt x="198" y="528"/>
                  <a:pt x="181" y="523"/>
                  <a:pt x="165" y="516"/>
                </a:cubicBezTo>
                <a:cubicBezTo>
                  <a:pt x="149" y="510"/>
                  <a:pt x="134" y="501"/>
                  <a:pt x="119" y="492"/>
                </a:cubicBezTo>
                <a:cubicBezTo>
                  <a:pt x="104" y="482"/>
                  <a:pt x="91" y="471"/>
                  <a:pt x="78" y="458"/>
                </a:cubicBezTo>
                <a:cubicBezTo>
                  <a:pt x="66" y="446"/>
                  <a:pt x="55" y="432"/>
                  <a:pt x="45" y="418"/>
                </a:cubicBezTo>
                <a:cubicBezTo>
                  <a:pt x="35" y="403"/>
                  <a:pt x="27" y="388"/>
                  <a:pt x="20" y="371"/>
                </a:cubicBezTo>
                <a:cubicBezTo>
                  <a:pt x="14" y="355"/>
                  <a:pt x="9" y="338"/>
                  <a:pt x="5" y="321"/>
                </a:cubicBezTo>
                <a:cubicBezTo>
                  <a:pt x="2" y="304"/>
                  <a:pt x="0" y="287"/>
                  <a:pt x="0" y="268"/>
                </a:cubicBezTo>
                <a:cubicBezTo>
                  <a:pt x="0" y="250"/>
                  <a:pt x="2" y="233"/>
                  <a:pt x="5" y="216"/>
                </a:cubicBezTo>
                <a:cubicBezTo>
                  <a:pt x="9" y="199"/>
                  <a:pt x="14" y="182"/>
                  <a:pt x="20" y="166"/>
                </a:cubicBezTo>
                <a:cubicBezTo>
                  <a:pt x="27" y="149"/>
                  <a:pt x="35" y="134"/>
                  <a:pt x="45" y="119"/>
                </a:cubicBezTo>
                <a:cubicBezTo>
                  <a:pt x="55" y="105"/>
                  <a:pt x="66" y="91"/>
                  <a:pt x="78" y="79"/>
                </a:cubicBezTo>
                <a:cubicBezTo>
                  <a:pt x="91" y="66"/>
                  <a:pt x="104" y="55"/>
                  <a:pt x="119" y="45"/>
                </a:cubicBezTo>
                <a:cubicBezTo>
                  <a:pt x="134" y="36"/>
                  <a:pt x="149" y="27"/>
                  <a:pt x="165" y="21"/>
                </a:cubicBezTo>
                <a:cubicBezTo>
                  <a:pt x="181" y="14"/>
                  <a:pt x="198" y="9"/>
                  <a:pt x="215" y="5"/>
                </a:cubicBezTo>
                <a:cubicBezTo>
                  <a:pt x="233" y="2"/>
                  <a:pt x="250" y="0"/>
                  <a:pt x="268" y="0"/>
                </a:cubicBezTo>
                <a:cubicBezTo>
                  <a:pt x="285" y="0"/>
                  <a:pt x="303" y="2"/>
                  <a:pt x="320" y="5"/>
                </a:cubicBezTo>
                <a:cubicBezTo>
                  <a:pt x="337" y="9"/>
                  <a:pt x="355" y="14"/>
                  <a:pt x="371" y="21"/>
                </a:cubicBezTo>
                <a:cubicBezTo>
                  <a:pt x="387" y="27"/>
                  <a:pt x="403" y="36"/>
                  <a:pt x="417" y="45"/>
                </a:cubicBezTo>
                <a:cubicBezTo>
                  <a:pt x="432" y="55"/>
                  <a:pt x="446" y="66"/>
                  <a:pt x="458" y="79"/>
                </a:cubicBezTo>
                <a:cubicBezTo>
                  <a:pt x="470" y="91"/>
                  <a:pt x="482" y="105"/>
                  <a:pt x="491" y="119"/>
                </a:cubicBezTo>
                <a:cubicBezTo>
                  <a:pt x="501" y="134"/>
                  <a:pt x="509" y="149"/>
                  <a:pt x="516" y="166"/>
                </a:cubicBezTo>
                <a:cubicBezTo>
                  <a:pt x="523" y="182"/>
                  <a:pt x="528" y="199"/>
                  <a:pt x="531" y="216"/>
                </a:cubicBezTo>
                <a:cubicBezTo>
                  <a:pt x="535" y="233"/>
                  <a:pt x="536" y="250"/>
                  <a:pt x="536" y="2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/>
          <p:nvPr/>
        </p:nvSpPr>
        <p:spPr>
          <a:xfrm>
            <a:off x="4019040" y="1343880"/>
            <a:ext cx="192960" cy="193320"/>
          </a:xfrm>
          <a:custGeom>
            <a:avLst/>
            <a:gdLst/>
            <a:ahLst/>
            <a:rect l="0" t="0" r="r" b="b"/>
            <a:pathLst>
              <a:path w="536" h="537">
                <a:moveTo>
                  <a:pt x="536" y="268"/>
                </a:moveTo>
                <a:cubicBezTo>
                  <a:pt x="536" y="287"/>
                  <a:pt x="535" y="304"/>
                  <a:pt x="531" y="321"/>
                </a:cubicBezTo>
                <a:cubicBezTo>
                  <a:pt x="528" y="338"/>
                  <a:pt x="523" y="355"/>
                  <a:pt x="516" y="371"/>
                </a:cubicBezTo>
                <a:cubicBezTo>
                  <a:pt x="509" y="388"/>
                  <a:pt x="501" y="403"/>
                  <a:pt x="491" y="418"/>
                </a:cubicBezTo>
                <a:cubicBezTo>
                  <a:pt x="482" y="432"/>
                  <a:pt x="470" y="446"/>
                  <a:pt x="458" y="458"/>
                </a:cubicBezTo>
                <a:cubicBezTo>
                  <a:pt x="446" y="471"/>
                  <a:pt x="432" y="482"/>
                  <a:pt x="417" y="492"/>
                </a:cubicBezTo>
                <a:cubicBezTo>
                  <a:pt x="403" y="501"/>
                  <a:pt x="387" y="510"/>
                  <a:pt x="371" y="516"/>
                </a:cubicBezTo>
                <a:cubicBezTo>
                  <a:pt x="355" y="523"/>
                  <a:pt x="337" y="528"/>
                  <a:pt x="320" y="532"/>
                </a:cubicBezTo>
                <a:cubicBezTo>
                  <a:pt x="303" y="535"/>
                  <a:pt x="285" y="537"/>
                  <a:pt x="268" y="537"/>
                </a:cubicBezTo>
                <a:cubicBezTo>
                  <a:pt x="250" y="537"/>
                  <a:pt x="233" y="535"/>
                  <a:pt x="215" y="532"/>
                </a:cubicBezTo>
                <a:cubicBezTo>
                  <a:pt x="198" y="528"/>
                  <a:pt x="181" y="523"/>
                  <a:pt x="165" y="516"/>
                </a:cubicBezTo>
                <a:cubicBezTo>
                  <a:pt x="149" y="510"/>
                  <a:pt x="134" y="501"/>
                  <a:pt x="119" y="492"/>
                </a:cubicBezTo>
                <a:cubicBezTo>
                  <a:pt x="104" y="482"/>
                  <a:pt x="91" y="471"/>
                  <a:pt x="78" y="458"/>
                </a:cubicBezTo>
                <a:cubicBezTo>
                  <a:pt x="66" y="446"/>
                  <a:pt x="55" y="432"/>
                  <a:pt x="45" y="418"/>
                </a:cubicBezTo>
                <a:cubicBezTo>
                  <a:pt x="35" y="403"/>
                  <a:pt x="27" y="388"/>
                  <a:pt x="20" y="371"/>
                </a:cubicBezTo>
                <a:cubicBezTo>
                  <a:pt x="14" y="355"/>
                  <a:pt x="9" y="338"/>
                  <a:pt x="5" y="321"/>
                </a:cubicBezTo>
                <a:cubicBezTo>
                  <a:pt x="2" y="304"/>
                  <a:pt x="0" y="287"/>
                  <a:pt x="0" y="268"/>
                </a:cubicBezTo>
                <a:cubicBezTo>
                  <a:pt x="0" y="250"/>
                  <a:pt x="2" y="233"/>
                  <a:pt x="5" y="216"/>
                </a:cubicBezTo>
                <a:cubicBezTo>
                  <a:pt x="9" y="199"/>
                  <a:pt x="14" y="182"/>
                  <a:pt x="20" y="166"/>
                </a:cubicBezTo>
                <a:cubicBezTo>
                  <a:pt x="27" y="149"/>
                  <a:pt x="35" y="134"/>
                  <a:pt x="45" y="119"/>
                </a:cubicBezTo>
                <a:cubicBezTo>
                  <a:pt x="55" y="105"/>
                  <a:pt x="66" y="91"/>
                  <a:pt x="78" y="79"/>
                </a:cubicBezTo>
                <a:cubicBezTo>
                  <a:pt x="91" y="66"/>
                  <a:pt x="104" y="55"/>
                  <a:pt x="119" y="45"/>
                </a:cubicBezTo>
                <a:cubicBezTo>
                  <a:pt x="134" y="36"/>
                  <a:pt x="149" y="27"/>
                  <a:pt x="165" y="21"/>
                </a:cubicBezTo>
                <a:cubicBezTo>
                  <a:pt x="181" y="14"/>
                  <a:pt x="198" y="9"/>
                  <a:pt x="215" y="5"/>
                </a:cubicBezTo>
                <a:cubicBezTo>
                  <a:pt x="233" y="2"/>
                  <a:pt x="250" y="0"/>
                  <a:pt x="268" y="0"/>
                </a:cubicBezTo>
                <a:cubicBezTo>
                  <a:pt x="285" y="0"/>
                  <a:pt x="303" y="2"/>
                  <a:pt x="320" y="5"/>
                </a:cubicBezTo>
                <a:cubicBezTo>
                  <a:pt x="337" y="9"/>
                  <a:pt x="355" y="14"/>
                  <a:pt x="371" y="21"/>
                </a:cubicBezTo>
                <a:cubicBezTo>
                  <a:pt x="387" y="27"/>
                  <a:pt x="403" y="36"/>
                  <a:pt x="417" y="45"/>
                </a:cubicBezTo>
                <a:cubicBezTo>
                  <a:pt x="432" y="55"/>
                  <a:pt x="446" y="66"/>
                  <a:pt x="458" y="79"/>
                </a:cubicBezTo>
                <a:cubicBezTo>
                  <a:pt x="470" y="91"/>
                  <a:pt x="482" y="105"/>
                  <a:pt x="491" y="119"/>
                </a:cubicBezTo>
                <a:cubicBezTo>
                  <a:pt x="501" y="134"/>
                  <a:pt x="509" y="149"/>
                  <a:pt x="516" y="166"/>
                </a:cubicBezTo>
                <a:cubicBezTo>
                  <a:pt x="523" y="182"/>
                  <a:pt x="528" y="199"/>
                  <a:pt x="531" y="216"/>
                </a:cubicBezTo>
                <a:cubicBezTo>
                  <a:pt x="535" y="233"/>
                  <a:pt x="536" y="250"/>
                  <a:pt x="536" y="268"/>
                </a:cubicBezTo>
                <a:close/>
              </a:path>
            </a:pathLst>
          </a:custGeom>
          <a:noFill/>
          <a:ln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4115520" y="1387800"/>
            <a:ext cx="43920" cy="79200"/>
          </a:xfrm>
          <a:custGeom>
            <a:avLst/>
            <a:gdLst/>
            <a:ahLst/>
            <a:rect l="0" t="0" r="r" b="b"/>
            <a:pathLst>
              <a:path fill="none" w="122" h="220">
                <a:moveTo>
                  <a:pt x="0" y="0"/>
                </a:moveTo>
                <a:lnTo>
                  <a:pt x="0" y="146"/>
                </a:lnTo>
                <a:lnTo>
                  <a:pt x="122" y="220"/>
                </a:lnTo>
              </a:path>
            </a:pathLst>
          </a:custGeom>
          <a:ln cap="rnd"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457200" y="1751040"/>
            <a:ext cx="3178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1886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2670840" y="1949040"/>
            <a:ext cx="1485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a8481f"/>
                </a:solidFill>
                <a:latin typeface="Arial"/>
                <a:ea typeface="Arial"/>
              </a:rPr>
              <a:t>overladen bij elke overgang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5013720" y="1513440"/>
            <a:ext cx="6940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de afspraak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/>
          <p:nvPr/>
        </p:nvSpPr>
        <p:spPr>
          <a:xfrm>
            <a:off x="634752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5" name=""/>
          <p:cNvSpPr/>
          <p:nvPr/>
        </p:nvSpPr>
        <p:spPr>
          <a:xfrm>
            <a:off x="64612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657540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66891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/>
          <p:nvPr/>
        </p:nvSpPr>
        <p:spPr>
          <a:xfrm>
            <a:off x="68032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691704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70311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/>
          <p:nvPr/>
        </p:nvSpPr>
        <p:spPr>
          <a:xfrm>
            <a:off x="714492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72586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737280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/>
          <p:nvPr/>
        </p:nvSpPr>
        <p:spPr>
          <a:xfrm>
            <a:off x="74865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/>
          <p:nvPr/>
        </p:nvSpPr>
        <p:spPr>
          <a:xfrm>
            <a:off x="76006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/>
          <p:nvPr/>
        </p:nvSpPr>
        <p:spPr>
          <a:xfrm>
            <a:off x="771444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/>
          <p:nvPr/>
        </p:nvSpPr>
        <p:spPr>
          <a:xfrm>
            <a:off x="782820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/>
          <p:nvPr/>
        </p:nvSpPr>
        <p:spPr>
          <a:xfrm>
            <a:off x="794232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/>
          <p:nvPr/>
        </p:nvSpPr>
        <p:spPr>
          <a:xfrm>
            <a:off x="805608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/>
          <p:nvPr/>
        </p:nvSpPr>
        <p:spPr>
          <a:xfrm>
            <a:off x="817020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/>
          <p:nvPr/>
        </p:nvSpPr>
        <p:spPr>
          <a:xfrm>
            <a:off x="8283960" y="1703160"/>
            <a:ext cx="0" cy="192960"/>
          </a:xfrm>
          <a:prstGeom prst="line">
            <a:avLst/>
          </a:prstGeom>
          <a:ln w="3492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/>
          <p:nvPr/>
        </p:nvSpPr>
        <p:spPr>
          <a:xfrm>
            <a:off x="6294960" y="1738440"/>
            <a:ext cx="203292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/>
          <p:nvPr/>
        </p:nvSpPr>
        <p:spPr>
          <a:xfrm>
            <a:off x="6294960" y="1860840"/>
            <a:ext cx="203292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/>
          <p:nvPr/>
        </p:nvSpPr>
        <p:spPr>
          <a:xfrm>
            <a:off x="7013520" y="1475280"/>
            <a:ext cx="596160" cy="228240"/>
          </a:xfrm>
          <a:custGeom>
            <a:avLst/>
            <a:gdLst/>
            <a:ahLst/>
            <a:rect l="0" t="0" r="r" b="b"/>
            <a:pathLst>
              <a:path w="1656" h="634">
                <a:moveTo>
                  <a:pt x="73" y="0"/>
                </a:moveTo>
                <a:lnTo>
                  <a:pt x="1583" y="0"/>
                </a:lnTo>
                <a:cubicBezTo>
                  <a:pt x="1593" y="0"/>
                  <a:pt x="1602" y="2"/>
                  <a:pt x="1611" y="6"/>
                </a:cubicBezTo>
                <a:cubicBezTo>
                  <a:pt x="1620" y="11"/>
                  <a:pt x="1628" y="16"/>
                  <a:pt x="1635" y="23"/>
                </a:cubicBezTo>
                <a:cubicBezTo>
                  <a:pt x="1641" y="30"/>
                  <a:pt x="1647" y="38"/>
                  <a:pt x="1650" y="46"/>
                </a:cubicBezTo>
                <a:cubicBezTo>
                  <a:pt x="1654" y="55"/>
                  <a:pt x="1656" y="65"/>
                  <a:pt x="1656" y="74"/>
                </a:cubicBezTo>
                <a:lnTo>
                  <a:pt x="1656" y="561"/>
                </a:lnTo>
                <a:cubicBezTo>
                  <a:pt x="1656" y="571"/>
                  <a:pt x="1654" y="580"/>
                  <a:pt x="1650" y="589"/>
                </a:cubicBezTo>
                <a:cubicBezTo>
                  <a:pt x="1647" y="598"/>
                  <a:pt x="1641" y="606"/>
                  <a:pt x="1635" y="613"/>
                </a:cubicBezTo>
                <a:cubicBezTo>
                  <a:pt x="1628" y="620"/>
                  <a:pt x="1620" y="625"/>
                  <a:pt x="1611" y="629"/>
                </a:cubicBezTo>
                <a:cubicBezTo>
                  <a:pt x="1602" y="632"/>
                  <a:pt x="1593" y="634"/>
                  <a:pt x="1583" y="634"/>
                </a:cubicBezTo>
                <a:lnTo>
                  <a:pt x="73" y="634"/>
                </a:lnTo>
                <a:cubicBezTo>
                  <a:pt x="63" y="634"/>
                  <a:pt x="54" y="632"/>
                  <a:pt x="45" y="629"/>
                </a:cubicBezTo>
                <a:cubicBezTo>
                  <a:pt x="36" y="625"/>
                  <a:pt x="28" y="620"/>
                  <a:pt x="21" y="613"/>
                </a:cubicBezTo>
                <a:cubicBezTo>
                  <a:pt x="14" y="606"/>
                  <a:pt x="9" y="598"/>
                  <a:pt x="5" y="589"/>
                </a:cubicBezTo>
                <a:cubicBezTo>
                  <a:pt x="2" y="580"/>
                  <a:pt x="0" y="571"/>
                  <a:pt x="0" y="561"/>
                </a:cubicBezTo>
                <a:lnTo>
                  <a:pt x="0" y="74"/>
                </a:lnTo>
                <a:cubicBezTo>
                  <a:pt x="0" y="65"/>
                  <a:pt x="2" y="55"/>
                  <a:pt x="5" y="46"/>
                </a:cubicBezTo>
                <a:cubicBezTo>
                  <a:pt x="9" y="38"/>
                  <a:pt x="14" y="30"/>
                  <a:pt x="21" y="23"/>
                </a:cubicBezTo>
                <a:cubicBezTo>
                  <a:pt x="28" y="16"/>
                  <a:pt x="36" y="11"/>
                  <a:pt x="45" y="6"/>
                </a:cubicBezTo>
                <a:cubicBezTo>
                  <a:pt x="54" y="2"/>
                  <a:pt x="63" y="0"/>
                  <a:pt x="73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/>
          <p:nvPr/>
        </p:nvSpPr>
        <p:spPr>
          <a:xfrm>
            <a:off x="7013520" y="1475280"/>
            <a:ext cx="596160" cy="228240"/>
          </a:xfrm>
          <a:custGeom>
            <a:avLst/>
            <a:gdLst/>
            <a:ahLst/>
            <a:rect l="0" t="0" r="r" b="b"/>
            <a:pathLst>
              <a:path w="1656" h="634">
                <a:moveTo>
                  <a:pt x="73" y="0"/>
                </a:moveTo>
                <a:lnTo>
                  <a:pt x="1583" y="0"/>
                </a:lnTo>
                <a:cubicBezTo>
                  <a:pt x="1593" y="0"/>
                  <a:pt x="1602" y="2"/>
                  <a:pt x="1611" y="6"/>
                </a:cubicBezTo>
                <a:cubicBezTo>
                  <a:pt x="1620" y="11"/>
                  <a:pt x="1628" y="16"/>
                  <a:pt x="1635" y="23"/>
                </a:cubicBezTo>
                <a:cubicBezTo>
                  <a:pt x="1641" y="30"/>
                  <a:pt x="1647" y="38"/>
                  <a:pt x="1650" y="46"/>
                </a:cubicBezTo>
                <a:cubicBezTo>
                  <a:pt x="1654" y="55"/>
                  <a:pt x="1656" y="65"/>
                  <a:pt x="1656" y="74"/>
                </a:cubicBezTo>
                <a:lnTo>
                  <a:pt x="1656" y="561"/>
                </a:lnTo>
                <a:cubicBezTo>
                  <a:pt x="1656" y="571"/>
                  <a:pt x="1654" y="580"/>
                  <a:pt x="1650" y="589"/>
                </a:cubicBezTo>
                <a:cubicBezTo>
                  <a:pt x="1647" y="598"/>
                  <a:pt x="1641" y="606"/>
                  <a:pt x="1635" y="613"/>
                </a:cubicBezTo>
                <a:cubicBezTo>
                  <a:pt x="1628" y="620"/>
                  <a:pt x="1620" y="625"/>
                  <a:pt x="1611" y="629"/>
                </a:cubicBezTo>
                <a:cubicBezTo>
                  <a:pt x="1602" y="632"/>
                  <a:pt x="1593" y="634"/>
                  <a:pt x="1583" y="634"/>
                </a:cubicBezTo>
                <a:lnTo>
                  <a:pt x="73" y="634"/>
                </a:lnTo>
                <a:cubicBezTo>
                  <a:pt x="63" y="634"/>
                  <a:pt x="54" y="632"/>
                  <a:pt x="45" y="629"/>
                </a:cubicBezTo>
                <a:cubicBezTo>
                  <a:pt x="36" y="625"/>
                  <a:pt x="28" y="620"/>
                  <a:pt x="21" y="613"/>
                </a:cubicBezTo>
                <a:cubicBezTo>
                  <a:pt x="14" y="606"/>
                  <a:pt x="9" y="598"/>
                  <a:pt x="5" y="589"/>
                </a:cubicBezTo>
                <a:cubicBezTo>
                  <a:pt x="2" y="580"/>
                  <a:pt x="0" y="571"/>
                  <a:pt x="0" y="561"/>
                </a:cubicBezTo>
                <a:lnTo>
                  <a:pt x="0" y="74"/>
                </a:lnTo>
                <a:cubicBezTo>
                  <a:pt x="0" y="65"/>
                  <a:pt x="2" y="55"/>
                  <a:pt x="5" y="46"/>
                </a:cubicBezTo>
                <a:cubicBezTo>
                  <a:pt x="9" y="38"/>
                  <a:pt x="14" y="30"/>
                  <a:pt x="21" y="23"/>
                </a:cubicBezTo>
                <a:cubicBezTo>
                  <a:pt x="28" y="16"/>
                  <a:pt x="36" y="11"/>
                  <a:pt x="45" y="6"/>
                </a:cubicBezTo>
                <a:cubicBezTo>
                  <a:pt x="54" y="2"/>
                  <a:pt x="63" y="0"/>
                  <a:pt x="73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/>
          <p:nvPr/>
        </p:nvSpPr>
        <p:spPr>
          <a:xfrm>
            <a:off x="7661880" y="1589400"/>
            <a:ext cx="403200" cy="0"/>
          </a:xfrm>
          <a:prstGeom prst="line">
            <a:avLst/>
          </a:prstGeom>
          <a:ln w="2628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/>
          <p:nvPr/>
        </p:nvSpPr>
        <p:spPr>
          <a:xfrm>
            <a:off x="8012520" y="1536840"/>
            <a:ext cx="70200" cy="105480"/>
          </a:xfrm>
          <a:custGeom>
            <a:avLst/>
            <a:gdLst/>
            <a:ahLst/>
            <a:rect l="0" t="0" r="r" b="b"/>
            <a:pathLst>
              <a:path w="195" h="293">
                <a:moveTo>
                  <a:pt x="0" y="0"/>
                </a:moveTo>
                <a:lnTo>
                  <a:pt x="195" y="146"/>
                </a:lnTo>
                <a:lnTo>
                  <a:pt x="0" y="293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5240880" y="1639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0e9e7e"/>
                </a:solidFill>
                <a:latin typeface="DejaVuSans"/>
                <a:ea typeface="DejaVuSans"/>
              </a:rPr>
              <a:t>▶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666480" y="1949040"/>
            <a:ext cx="15217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0e9e7e"/>
                </a:solidFill>
                <a:latin typeface="Arial"/>
                <a:ea typeface="Arial"/>
              </a:rPr>
              <a:t>doorgaand over het hele net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457200" y="2408040"/>
            <a:ext cx="930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Zeecontainer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1" name=""/>
          <p:cNvSpPr/>
          <p:nvPr/>
        </p:nvSpPr>
        <p:spPr>
          <a:xfrm>
            <a:off x="2275200" y="2773800"/>
            <a:ext cx="203292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/>
          <p:nvPr/>
        </p:nvSpPr>
        <p:spPr>
          <a:xfrm>
            <a:off x="2327760" y="2563560"/>
            <a:ext cx="298440" cy="192960"/>
          </a:xfrm>
          <a:custGeom>
            <a:avLst/>
            <a:gdLst/>
            <a:ahLst/>
            <a:rect l="0" t="0" r="r" b="b"/>
            <a:pathLst>
              <a:path w="829" h="536">
                <a:moveTo>
                  <a:pt x="49" y="0"/>
                </a:moveTo>
                <a:lnTo>
                  <a:pt x="780" y="0"/>
                </a:lnTo>
                <a:cubicBezTo>
                  <a:pt x="787" y="0"/>
                  <a:pt x="793" y="1"/>
                  <a:pt x="799" y="4"/>
                </a:cubicBezTo>
                <a:cubicBezTo>
                  <a:pt x="805" y="6"/>
                  <a:pt x="810" y="10"/>
                  <a:pt x="815" y="14"/>
                </a:cubicBezTo>
                <a:cubicBezTo>
                  <a:pt x="819" y="19"/>
                  <a:pt x="823" y="24"/>
                  <a:pt x="825" y="30"/>
                </a:cubicBezTo>
                <a:cubicBezTo>
                  <a:pt x="828" y="36"/>
                  <a:pt x="829" y="42"/>
                  <a:pt x="829" y="49"/>
                </a:cubicBezTo>
                <a:lnTo>
                  <a:pt x="829" y="488"/>
                </a:lnTo>
                <a:cubicBezTo>
                  <a:pt x="829" y="494"/>
                  <a:pt x="828" y="500"/>
                  <a:pt x="825" y="506"/>
                </a:cubicBezTo>
                <a:cubicBezTo>
                  <a:pt x="823" y="512"/>
                  <a:pt x="819" y="518"/>
                  <a:pt x="815" y="522"/>
                </a:cubicBezTo>
                <a:cubicBezTo>
                  <a:pt x="810" y="527"/>
                  <a:pt x="805" y="530"/>
                  <a:pt x="799" y="533"/>
                </a:cubicBezTo>
                <a:cubicBezTo>
                  <a:pt x="793" y="535"/>
                  <a:pt x="787" y="536"/>
                  <a:pt x="780" y="536"/>
                </a:cubicBezTo>
                <a:lnTo>
                  <a:pt x="49" y="536"/>
                </a:lnTo>
                <a:cubicBezTo>
                  <a:pt x="43" y="536"/>
                  <a:pt x="36" y="535"/>
                  <a:pt x="30" y="533"/>
                </a:cubicBezTo>
                <a:cubicBezTo>
                  <a:pt x="24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3" name=""/>
          <p:cNvSpPr/>
          <p:nvPr/>
        </p:nvSpPr>
        <p:spPr>
          <a:xfrm>
            <a:off x="2327760" y="2563560"/>
            <a:ext cx="298440" cy="192960"/>
          </a:xfrm>
          <a:custGeom>
            <a:avLst/>
            <a:gdLst/>
            <a:ahLst/>
            <a:rect l="0" t="0" r="r" b="b"/>
            <a:pathLst>
              <a:path w="829" h="536">
                <a:moveTo>
                  <a:pt x="49" y="0"/>
                </a:moveTo>
                <a:lnTo>
                  <a:pt x="780" y="0"/>
                </a:lnTo>
                <a:cubicBezTo>
                  <a:pt x="787" y="0"/>
                  <a:pt x="793" y="1"/>
                  <a:pt x="799" y="4"/>
                </a:cubicBezTo>
                <a:cubicBezTo>
                  <a:pt x="805" y="6"/>
                  <a:pt x="810" y="10"/>
                  <a:pt x="815" y="14"/>
                </a:cubicBezTo>
                <a:cubicBezTo>
                  <a:pt x="819" y="19"/>
                  <a:pt x="823" y="24"/>
                  <a:pt x="825" y="30"/>
                </a:cubicBezTo>
                <a:cubicBezTo>
                  <a:pt x="828" y="36"/>
                  <a:pt x="829" y="42"/>
                  <a:pt x="829" y="49"/>
                </a:cubicBezTo>
                <a:lnTo>
                  <a:pt x="829" y="488"/>
                </a:lnTo>
                <a:cubicBezTo>
                  <a:pt x="829" y="494"/>
                  <a:pt x="828" y="500"/>
                  <a:pt x="825" y="506"/>
                </a:cubicBezTo>
                <a:cubicBezTo>
                  <a:pt x="823" y="512"/>
                  <a:pt x="819" y="518"/>
                  <a:pt x="815" y="522"/>
                </a:cubicBezTo>
                <a:cubicBezTo>
                  <a:pt x="810" y="527"/>
                  <a:pt x="805" y="530"/>
                  <a:pt x="799" y="533"/>
                </a:cubicBezTo>
                <a:cubicBezTo>
                  <a:pt x="793" y="535"/>
                  <a:pt x="787" y="536"/>
                  <a:pt x="780" y="536"/>
                </a:cubicBezTo>
                <a:lnTo>
                  <a:pt x="49" y="536"/>
                </a:lnTo>
                <a:cubicBezTo>
                  <a:pt x="43" y="536"/>
                  <a:pt x="36" y="535"/>
                  <a:pt x="30" y="533"/>
                </a:cubicBezTo>
                <a:cubicBezTo>
                  <a:pt x="24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/>
          <p:nvPr/>
        </p:nvSpPr>
        <p:spPr>
          <a:xfrm>
            <a:off x="2660760" y="2633760"/>
            <a:ext cx="193320" cy="122760"/>
          </a:xfrm>
          <a:custGeom>
            <a:avLst/>
            <a:gdLst/>
            <a:ahLst/>
            <a:rect l="0" t="0" r="r" b="b"/>
            <a:pathLst>
              <a:path w="537" h="341">
                <a:moveTo>
                  <a:pt x="49" y="0"/>
                </a:moveTo>
                <a:lnTo>
                  <a:pt x="488" y="0"/>
                </a:lnTo>
                <a:cubicBezTo>
                  <a:pt x="495" y="0"/>
                  <a:pt x="501" y="1"/>
                  <a:pt x="507" y="3"/>
                </a:cubicBezTo>
                <a:cubicBezTo>
                  <a:pt x="513" y="6"/>
                  <a:pt x="518" y="9"/>
                  <a:pt x="523" y="14"/>
                </a:cubicBezTo>
                <a:cubicBezTo>
                  <a:pt x="527" y="18"/>
                  <a:pt x="531" y="24"/>
                  <a:pt x="533" y="30"/>
                </a:cubicBezTo>
                <a:cubicBezTo>
                  <a:pt x="536" y="36"/>
                  <a:pt x="537" y="42"/>
                  <a:pt x="537" y="48"/>
                </a:cubicBezTo>
                <a:lnTo>
                  <a:pt x="537" y="292"/>
                </a:lnTo>
                <a:cubicBezTo>
                  <a:pt x="537" y="298"/>
                  <a:pt x="536" y="304"/>
                  <a:pt x="533" y="310"/>
                </a:cubicBezTo>
                <a:cubicBezTo>
                  <a:pt x="531" y="316"/>
                  <a:pt x="527" y="322"/>
                  <a:pt x="523" y="326"/>
                </a:cubicBezTo>
                <a:cubicBezTo>
                  <a:pt x="518" y="331"/>
                  <a:pt x="513" y="335"/>
                  <a:pt x="507" y="338"/>
                </a:cubicBezTo>
                <a:cubicBezTo>
                  <a:pt x="501" y="340"/>
                  <a:pt x="495" y="341"/>
                  <a:pt x="488" y="341"/>
                </a:cubicBezTo>
                <a:lnTo>
                  <a:pt x="49" y="341"/>
                </a:lnTo>
                <a:cubicBezTo>
                  <a:pt x="43" y="341"/>
                  <a:pt x="36" y="340"/>
                  <a:pt x="30" y="338"/>
                </a:cubicBezTo>
                <a:cubicBezTo>
                  <a:pt x="24" y="335"/>
                  <a:pt x="19" y="331"/>
                  <a:pt x="15" y="326"/>
                </a:cubicBezTo>
                <a:cubicBezTo>
                  <a:pt x="10" y="322"/>
                  <a:pt x="6" y="316"/>
                  <a:pt x="4" y="310"/>
                </a:cubicBezTo>
                <a:cubicBezTo>
                  <a:pt x="2" y="304"/>
                  <a:pt x="0" y="298"/>
                  <a:pt x="0" y="292"/>
                </a:cubicBezTo>
                <a:lnTo>
                  <a:pt x="0" y="48"/>
                </a:lnTo>
                <a:cubicBezTo>
                  <a:pt x="0" y="42"/>
                  <a:pt x="2" y="36"/>
                  <a:pt x="4" y="30"/>
                </a:cubicBezTo>
                <a:cubicBezTo>
                  <a:pt x="6" y="24"/>
                  <a:pt x="10" y="18"/>
                  <a:pt x="15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5" name=""/>
          <p:cNvSpPr/>
          <p:nvPr/>
        </p:nvSpPr>
        <p:spPr>
          <a:xfrm>
            <a:off x="2660760" y="2633760"/>
            <a:ext cx="193320" cy="122760"/>
          </a:xfrm>
          <a:custGeom>
            <a:avLst/>
            <a:gdLst/>
            <a:ahLst/>
            <a:rect l="0" t="0" r="r" b="b"/>
            <a:pathLst>
              <a:path w="537" h="341">
                <a:moveTo>
                  <a:pt x="49" y="0"/>
                </a:moveTo>
                <a:lnTo>
                  <a:pt x="488" y="0"/>
                </a:lnTo>
                <a:cubicBezTo>
                  <a:pt x="495" y="0"/>
                  <a:pt x="501" y="1"/>
                  <a:pt x="507" y="3"/>
                </a:cubicBezTo>
                <a:cubicBezTo>
                  <a:pt x="513" y="6"/>
                  <a:pt x="518" y="9"/>
                  <a:pt x="523" y="14"/>
                </a:cubicBezTo>
                <a:cubicBezTo>
                  <a:pt x="527" y="18"/>
                  <a:pt x="531" y="24"/>
                  <a:pt x="533" y="30"/>
                </a:cubicBezTo>
                <a:cubicBezTo>
                  <a:pt x="536" y="36"/>
                  <a:pt x="537" y="42"/>
                  <a:pt x="537" y="48"/>
                </a:cubicBezTo>
                <a:lnTo>
                  <a:pt x="537" y="292"/>
                </a:lnTo>
                <a:cubicBezTo>
                  <a:pt x="537" y="298"/>
                  <a:pt x="536" y="304"/>
                  <a:pt x="533" y="310"/>
                </a:cubicBezTo>
                <a:cubicBezTo>
                  <a:pt x="531" y="316"/>
                  <a:pt x="527" y="322"/>
                  <a:pt x="523" y="326"/>
                </a:cubicBezTo>
                <a:cubicBezTo>
                  <a:pt x="518" y="331"/>
                  <a:pt x="513" y="335"/>
                  <a:pt x="507" y="338"/>
                </a:cubicBezTo>
                <a:cubicBezTo>
                  <a:pt x="501" y="340"/>
                  <a:pt x="495" y="341"/>
                  <a:pt x="488" y="341"/>
                </a:cubicBezTo>
                <a:lnTo>
                  <a:pt x="49" y="341"/>
                </a:lnTo>
                <a:cubicBezTo>
                  <a:pt x="43" y="341"/>
                  <a:pt x="36" y="340"/>
                  <a:pt x="30" y="338"/>
                </a:cubicBezTo>
                <a:cubicBezTo>
                  <a:pt x="24" y="335"/>
                  <a:pt x="19" y="331"/>
                  <a:pt x="15" y="326"/>
                </a:cubicBezTo>
                <a:cubicBezTo>
                  <a:pt x="10" y="322"/>
                  <a:pt x="6" y="316"/>
                  <a:pt x="4" y="310"/>
                </a:cubicBezTo>
                <a:cubicBezTo>
                  <a:pt x="2" y="304"/>
                  <a:pt x="0" y="298"/>
                  <a:pt x="0" y="292"/>
                </a:cubicBezTo>
                <a:lnTo>
                  <a:pt x="0" y="48"/>
                </a:lnTo>
                <a:cubicBezTo>
                  <a:pt x="0" y="42"/>
                  <a:pt x="2" y="36"/>
                  <a:pt x="4" y="30"/>
                </a:cubicBezTo>
                <a:cubicBezTo>
                  <a:pt x="6" y="24"/>
                  <a:pt x="10" y="18"/>
                  <a:pt x="15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6" name=""/>
          <p:cNvSpPr/>
          <p:nvPr/>
        </p:nvSpPr>
        <p:spPr>
          <a:xfrm>
            <a:off x="2888640" y="2511000"/>
            <a:ext cx="245880" cy="245520"/>
          </a:xfrm>
          <a:custGeom>
            <a:avLst/>
            <a:gdLst/>
            <a:ahLst/>
            <a:rect l="0" t="0" r="r" b="b"/>
            <a:pathLst>
              <a:path w="683" h="682">
                <a:moveTo>
                  <a:pt x="49" y="0"/>
                </a:moveTo>
                <a:lnTo>
                  <a:pt x="634" y="0"/>
                </a:lnTo>
                <a:cubicBezTo>
                  <a:pt x="640" y="0"/>
                  <a:pt x="647" y="1"/>
                  <a:pt x="653" y="4"/>
                </a:cubicBezTo>
                <a:cubicBezTo>
                  <a:pt x="659" y="6"/>
                  <a:pt x="664" y="10"/>
                  <a:pt x="668" y="14"/>
                </a:cubicBezTo>
                <a:cubicBezTo>
                  <a:pt x="673" y="19"/>
                  <a:pt x="676" y="24"/>
                  <a:pt x="679" y="30"/>
                </a:cubicBezTo>
                <a:cubicBezTo>
                  <a:pt x="681" y="36"/>
                  <a:pt x="683" y="42"/>
                  <a:pt x="683" y="49"/>
                </a:cubicBezTo>
                <a:lnTo>
                  <a:pt x="683" y="634"/>
                </a:lnTo>
                <a:cubicBezTo>
                  <a:pt x="683" y="640"/>
                  <a:pt x="681" y="646"/>
                  <a:pt x="679" y="652"/>
                </a:cubicBezTo>
                <a:cubicBezTo>
                  <a:pt x="676" y="658"/>
                  <a:pt x="673" y="664"/>
                  <a:pt x="668" y="668"/>
                </a:cubicBezTo>
                <a:cubicBezTo>
                  <a:pt x="664" y="673"/>
                  <a:pt x="659" y="676"/>
                  <a:pt x="653" y="679"/>
                </a:cubicBezTo>
                <a:cubicBezTo>
                  <a:pt x="647" y="681"/>
                  <a:pt x="640" y="682"/>
                  <a:pt x="634" y="682"/>
                </a:cubicBezTo>
                <a:lnTo>
                  <a:pt x="49" y="682"/>
                </a:lnTo>
                <a:cubicBezTo>
                  <a:pt x="42" y="682"/>
                  <a:pt x="36" y="681"/>
                  <a:pt x="30" y="679"/>
                </a:cubicBezTo>
                <a:cubicBezTo>
                  <a:pt x="24" y="676"/>
                  <a:pt x="19" y="673"/>
                  <a:pt x="14" y="668"/>
                </a:cubicBezTo>
                <a:cubicBezTo>
                  <a:pt x="10" y="664"/>
                  <a:pt x="6" y="658"/>
                  <a:pt x="4" y="652"/>
                </a:cubicBezTo>
                <a:cubicBezTo>
                  <a:pt x="1" y="646"/>
                  <a:pt x="0" y="640"/>
                  <a:pt x="0" y="634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/>
          <p:nvPr/>
        </p:nvSpPr>
        <p:spPr>
          <a:xfrm>
            <a:off x="2888640" y="2511000"/>
            <a:ext cx="245880" cy="245520"/>
          </a:xfrm>
          <a:custGeom>
            <a:avLst/>
            <a:gdLst/>
            <a:ahLst/>
            <a:rect l="0" t="0" r="r" b="b"/>
            <a:pathLst>
              <a:path w="683" h="682">
                <a:moveTo>
                  <a:pt x="49" y="0"/>
                </a:moveTo>
                <a:lnTo>
                  <a:pt x="634" y="0"/>
                </a:lnTo>
                <a:cubicBezTo>
                  <a:pt x="640" y="0"/>
                  <a:pt x="647" y="1"/>
                  <a:pt x="653" y="4"/>
                </a:cubicBezTo>
                <a:cubicBezTo>
                  <a:pt x="659" y="6"/>
                  <a:pt x="664" y="10"/>
                  <a:pt x="668" y="14"/>
                </a:cubicBezTo>
                <a:cubicBezTo>
                  <a:pt x="673" y="19"/>
                  <a:pt x="676" y="24"/>
                  <a:pt x="679" y="30"/>
                </a:cubicBezTo>
                <a:cubicBezTo>
                  <a:pt x="681" y="36"/>
                  <a:pt x="683" y="42"/>
                  <a:pt x="683" y="49"/>
                </a:cubicBezTo>
                <a:lnTo>
                  <a:pt x="683" y="634"/>
                </a:lnTo>
                <a:cubicBezTo>
                  <a:pt x="683" y="640"/>
                  <a:pt x="681" y="646"/>
                  <a:pt x="679" y="652"/>
                </a:cubicBezTo>
                <a:cubicBezTo>
                  <a:pt x="676" y="658"/>
                  <a:pt x="673" y="664"/>
                  <a:pt x="668" y="668"/>
                </a:cubicBezTo>
                <a:cubicBezTo>
                  <a:pt x="664" y="673"/>
                  <a:pt x="659" y="676"/>
                  <a:pt x="653" y="679"/>
                </a:cubicBezTo>
                <a:cubicBezTo>
                  <a:pt x="647" y="681"/>
                  <a:pt x="640" y="682"/>
                  <a:pt x="634" y="682"/>
                </a:cubicBezTo>
                <a:lnTo>
                  <a:pt x="49" y="682"/>
                </a:lnTo>
                <a:cubicBezTo>
                  <a:pt x="42" y="682"/>
                  <a:pt x="36" y="681"/>
                  <a:pt x="30" y="679"/>
                </a:cubicBezTo>
                <a:cubicBezTo>
                  <a:pt x="24" y="676"/>
                  <a:pt x="19" y="673"/>
                  <a:pt x="14" y="668"/>
                </a:cubicBezTo>
                <a:cubicBezTo>
                  <a:pt x="10" y="664"/>
                  <a:pt x="6" y="658"/>
                  <a:pt x="4" y="652"/>
                </a:cubicBezTo>
                <a:cubicBezTo>
                  <a:pt x="1" y="646"/>
                  <a:pt x="0" y="640"/>
                  <a:pt x="0" y="634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/>
          <p:nvPr/>
        </p:nvSpPr>
        <p:spPr>
          <a:xfrm>
            <a:off x="3554640" y="2598480"/>
            <a:ext cx="228240" cy="158040"/>
          </a:xfrm>
          <a:custGeom>
            <a:avLst/>
            <a:gdLst/>
            <a:ahLst/>
            <a:rect l="0" t="0" r="r" b="b"/>
            <a:pathLst>
              <a:path w="634" h="439">
                <a:moveTo>
                  <a:pt x="49" y="0"/>
                </a:moveTo>
                <a:lnTo>
                  <a:pt x="585" y="0"/>
                </a:lnTo>
                <a:cubicBezTo>
                  <a:pt x="592" y="0"/>
                  <a:pt x="598" y="2"/>
                  <a:pt x="604" y="4"/>
                </a:cubicBezTo>
                <a:cubicBezTo>
                  <a:pt x="610" y="6"/>
                  <a:pt x="615" y="11"/>
                  <a:pt x="620" y="16"/>
                </a:cubicBezTo>
                <a:cubicBezTo>
                  <a:pt x="624" y="20"/>
                  <a:pt x="628" y="25"/>
                  <a:pt x="630" y="31"/>
                </a:cubicBezTo>
                <a:cubicBezTo>
                  <a:pt x="633" y="37"/>
                  <a:pt x="634" y="44"/>
                  <a:pt x="634" y="50"/>
                </a:cubicBezTo>
                <a:lnTo>
                  <a:pt x="634" y="391"/>
                </a:lnTo>
                <a:cubicBezTo>
                  <a:pt x="634" y="397"/>
                  <a:pt x="633" y="403"/>
                  <a:pt x="630" y="409"/>
                </a:cubicBezTo>
                <a:cubicBezTo>
                  <a:pt x="628" y="415"/>
                  <a:pt x="624" y="421"/>
                  <a:pt x="620" y="425"/>
                </a:cubicBezTo>
                <a:cubicBezTo>
                  <a:pt x="615" y="430"/>
                  <a:pt x="610" y="433"/>
                  <a:pt x="604" y="436"/>
                </a:cubicBezTo>
                <a:cubicBezTo>
                  <a:pt x="598" y="438"/>
                  <a:pt x="592" y="439"/>
                  <a:pt x="585" y="439"/>
                </a:cubicBezTo>
                <a:lnTo>
                  <a:pt x="49" y="439"/>
                </a:lnTo>
                <a:cubicBezTo>
                  <a:pt x="42" y="439"/>
                  <a:pt x="36" y="438"/>
                  <a:pt x="30" y="436"/>
                </a:cubicBezTo>
                <a:cubicBezTo>
                  <a:pt x="24" y="433"/>
                  <a:pt x="19" y="430"/>
                  <a:pt x="14" y="425"/>
                </a:cubicBezTo>
                <a:cubicBezTo>
                  <a:pt x="10" y="421"/>
                  <a:pt x="6" y="415"/>
                  <a:pt x="4" y="409"/>
                </a:cubicBezTo>
                <a:cubicBezTo>
                  <a:pt x="1" y="403"/>
                  <a:pt x="0" y="397"/>
                  <a:pt x="0" y="391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20"/>
                  <a:pt x="14" y="16"/>
                </a:cubicBezTo>
                <a:cubicBezTo>
                  <a:pt x="19" y="11"/>
                  <a:pt x="24" y="6"/>
                  <a:pt x="30" y="4"/>
                </a:cubicBezTo>
                <a:cubicBezTo>
                  <a:pt x="36" y="2"/>
                  <a:pt x="42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/>
          <p:nvPr/>
        </p:nvSpPr>
        <p:spPr>
          <a:xfrm>
            <a:off x="3554640" y="2598480"/>
            <a:ext cx="228240" cy="158040"/>
          </a:xfrm>
          <a:custGeom>
            <a:avLst/>
            <a:gdLst/>
            <a:ahLst/>
            <a:rect l="0" t="0" r="r" b="b"/>
            <a:pathLst>
              <a:path w="634" h="439">
                <a:moveTo>
                  <a:pt x="49" y="0"/>
                </a:moveTo>
                <a:lnTo>
                  <a:pt x="585" y="0"/>
                </a:lnTo>
                <a:cubicBezTo>
                  <a:pt x="592" y="0"/>
                  <a:pt x="598" y="2"/>
                  <a:pt x="604" y="4"/>
                </a:cubicBezTo>
                <a:cubicBezTo>
                  <a:pt x="610" y="6"/>
                  <a:pt x="615" y="11"/>
                  <a:pt x="620" y="16"/>
                </a:cubicBezTo>
                <a:cubicBezTo>
                  <a:pt x="624" y="20"/>
                  <a:pt x="628" y="25"/>
                  <a:pt x="630" y="31"/>
                </a:cubicBezTo>
                <a:cubicBezTo>
                  <a:pt x="633" y="37"/>
                  <a:pt x="634" y="44"/>
                  <a:pt x="634" y="50"/>
                </a:cubicBezTo>
                <a:lnTo>
                  <a:pt x="634" y="391"/>
                </a:lnTo>
                <a:cubicBezTo>
                  <a:pt x="634" y="397"/>
                  <a:pt x="633" y="403"/>
                  <a:pt x="630" y="409"/>
                </a:cubicBezTo>
                <a:cubicBezTo>
                  <a:pt x="628" y="415"/>
                  <a:pt x="624" y="421"/>
                  <a:pt x="620" y="425"/>
                </a:cubicBezTo>
                <a:cubicBezTo>
                  <a:pt x="615" y="430"/>
                  <a:pt x="610" y="433"/>
                  <a:pt x="604" y="436"/>
                </a:cubicBezTo>
                <a:cubicBezTo>
                  <a:pt x="598" y="438"/>
                  <a:pt x="592" y="439"/>
                  <a:pt x="585" y="439"/>
                </a:cubicBezTo>
                <a:lnTo>
                  <a:pt x="49" y="439"/>
                </a:lnTo>
                <a:cubicBezTo>
                  <a:pt x="42" y="439"/>
                  <a:pt x="36" y="438"/>
                  <a:pt x="30" y="436"/>
                </a:cubicBezTo>
                <a:cubicBezTo>
                  <a:pt x="24" y="433"/>
                  <a:pt x="19" y="430"/>
                  <a:pt x="14" y="425"/>
                </a:cubicBezTo>
                <a:cubicBezTo>
                  <a:pt x="10" y="421"/>
                  <a:pt x="6" y="415"/>
                  <a:pt x="4" y="409"/>
                </a:cubicBezTo>
                <a:cubicBezTo>
                  <a:pt x="1" y="403"/>
                  <a:pt x="0" y="397"/>
                  <a:pt x="0" y="391"/>
                </a:cubicBezTo>
                <a:lnTo>
                  <a:pt x="0" y="50"/>
                </a:lnTo>
                <a:cubicBezTo>
                  <a:pt x="0" y="44"/>
                  <a:pt x="1" y="37"/>
                  <a:pt x="4" y="31"/>
                </a:cubicBezTo>
                <a:cubicBezTo>
                  <a:pt x="6" y="25"/>
                  <a:pt x="10" y="20"/>
                  <a:pt x="14" y="16"/>
                </a:cubicBezTo>
                <a:cubicBezTo>
                  <a:pt x="19" y="11"/>
                  <a:pt x="24" y="6"/>
                  <a:pt x="30" y="4"/>
                </a:cubicBezTo>
                <a:cubicBezTo>
                  <a:pt x="36" y="2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/>
          <p:nvPr/>
        </p:nvSpPr>
        <p:spPr>
          <a:xfrm>
            <a:off x="3817440" y="2528640"/>
            <a:ext cx="280800" cy="227880"/>
          </a:xfrm>
          <a:custGeom>
            <a:avLst/>
            <a:gdLst/>
            <a:ahLst/>
            <a:rect l="0" t="0" r="r" b="b"/>
            <a:pathLst>
              <a:path w="780" h="633">
                <a:moveTo>
                  <a:pt x="49" y="0"/>
                </a:moveTo>
                <a:lnTo>
                  <a:pt x="731" y="0"/>
                </a:lnTo>
                <a:cubicBezTo>
                  <a:pt x="738" y="0"/>
                  <a:pt x="744" y="1"/>
                  <a:pt x="750" y="3"/>
                </a:cubicBezTo>
                <a:cubicBezTo>
                  <a:pt x="756" y="6"/>
                  <a:pt x="761" y="9"/>
                  <a:pt x="766" y="14"/>
                </a:cubicBezTo>
                <a:cubicBezTo>
                  <a:pt x="770" y="18"/>
                  <a:pt x="774" y="24"/>
                  <a:pt x="776" y="30"/>
                </a:cubicBezTo>
                <a:cubicBezTo>
                  <a:pt x="779" y="36"/>
                  <a:pt x="780" y="42"/>
                  <a:pt x="780" y="48"/>
                </a:cubicBezTo>
                <a:lnTo>
                  <a:pt x="780" y="585"/>
                </a:lnTo>
                <a:cubicBezTo>
                  <a:pt x="780" y="591"/>
                  <a:pt x="779" y="597"/>
                  <a:pt x="776" y="603"/>
                </a:cubicBezTo>
                <a:cubicBezTo>
                  <a:pt x="774" y="609"/>
                  <a:pt x="770" y="615"/>
                  <a:pt x="766" y="619"/>
                </a:cubicBezTo>
                <a:cubicBezTo>
                  <a:pt x="761" y="624"/>
                  <a:pt x="756" y="627"/>
                  <a:pt x="750" y="630"/>
                </a:cubicBezTo>
                <a:cubicBezTo>
                  <a:pt x="744" y="632"/>
                  <a:pt x="738" y="633"/>
                  <a:pt x="731" y="633"/>
                </a:cubicBezTo>
                <a:lnTo>
                  <a:pt x="49" y="633"/>
                </a:lnTo>
                <a:cubicBezTo>
                  <a:pt x="42" y="633"/>
                  <a:pt x="36" y="632"/>
                  <a:pt x="30" y="630"/>
                </a:cubicBezTo>
                <a:cubicBezTo>
                  <a:pt x="24" y="627"/>
                  <a:pt x="19" y="624"/>
                  <a:pt x="14" y="619"/>
                </a:cubicBezTo>
                <a:cubicBezTo>
                  <a:pt x="10" y="615"/>
                  <a:pt x="6" y="609"/>
                  <a:pt x="4" y="603"/>
                </a:cubicBezTo>
                <a:cubicBezTo>
                  <a:pt x="1" y="597"/>
                  <a:pt x="0" y="591"/>
                  <a:pt x="0" y="585"/>
                </a:cubicBezTo>
                <a:lnTo>
                  <a:pt x="0" y="48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8"/>
                  <a:pt x="14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/>
          <p:nvPr/>
        </p:nvSpPr>
        <p:spPr>
          <a:xfrm>
            <a:off x="3817440" y="2528640"/>
            <a:ext cx="280800" cy="227880"/>
          </a:xfrm>
          <a:custGeom>
            <a:avLst/>
            <a:gdLst/>
            <a:ahLst/>
            <a:rect l="0" t="0" r="r" b="b"/>
            <a:pathLst>
              <a:path w="780" h="633">
                <a:moveTo>
                  <a:pt x="49" y="0"/>
                </a:moveTo>
                <a:lnTo>
                  <a:pt x="731" y="0"/>
                </a:lnTo>
                <a:cubicBezTo>
                  <a:pt x="738" y="0"/>
                  <a:pt x="744" y="1"/>
                  <a:pt x="750" y="3"/>
                </a:cubicBezTo>
                <a:cubicBezTo>
                  <a:pt x="756" y="6"/>
                  <a:pt x="761" y="9"/>
                  <a:pt x="766" y="14"/>
                </a:cubicBezTo>
                <a:cubicBezTo>
                  <a:pt x="770" y="18"/>
                  <a:pt x="774" y="24"/>
                  <a:pt x="776" y="30"/>
                </a:cubicBezTo>
                <a:cubicBezTo>
                  <a:pt x="779" y="36"/>
                  <a:pt x="780" y="42"/>
                  <a:pt x="780" y="48"/>
                </a:cubicBezTo>
                <a:lnTo>
                  <a:pt x="780" y="585"/>
                </a:lnTo>
                <a:cubicBezTo>
                  <a:pt x="780" y="591"/>
                  <a:pt x="779" y="597"/>
                  <a:pt x="776" y="603"/>
                </a:cubicBezTo>
                <a:cubicBezTo>
                  <a:pt x="774" y="609"/>
                  <a:pt x="770" y="615"/>
                  <a:pt x="766" y="619"/>
                </a:cubicBezTo>
                <a:cubicBezTo>
                  <a:pt x="761" y="624"/>
                  <a:pt x="756" y="627"/>
                  <a:pt x="750" y="630"/>
                </a:cubicBezTo>
                <a:cubicBezTo>
                  <a:pt x="744" y="632"/>
                  <a:pt x="738" y="633"/>
                  <a:pt x="731" y="633"/>
                </a:cubicBezTo>
                <a:lnTo>
                  <a:pt x="49" y="633"/>
                </a:lnTo>
                <a:cubicBezTo>
                  <a:pt x="42" y="633"/>
                  <a:pt x="36" y="632"/>
                  <a:pt x="30" y="630"/>
                </a:cubicBezTo>
                <a:cubicBezTo>
                  <a:pt x="24" y="627"/>
                  <a:pt x="19" y="624"/>
                  <a:pt x="14" y="619"/>
                </a:cubicBezTo>
                <a:cubicBezTo>
                  <a:pt x="10" y="615"/>
                  <a:pt x="6" y="609"/>
                  <a:pt x="4" y="603"/>
                </a:cubicBezTo>
                <a:cubicBezTo>
                  <a:pt x="1" y="597"/>
                  <a:pt x="0" y="591"/>
                  <a:pt x="0" y="585"/>
                </a:cubicBezTo>
                <a:lnTo>
                  <a:pt x="0" y="48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8"/>
                  <a:pt x="14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/>
          <p:nvPr/>
        </p:nvSpPr>
        <p:spPr>
          <a:xfrm>
            <a:off x="4132800" y="2651040"/>
            <a:ext cx="158040" cy="105480"/>
          </a:xfrm>
          <a:custGeom>
            <a:avLst/>
            <a:gdLst/>
            <a:ahLst/>
            <a:rect l="0" t="0" r="r" b="b"/>
            <a:pathLst>
              <a:path w="439" h="293">
                <a:moveTo>
                  <a:pt x="49" y="0"/>
                </a:moveTo>
                <a:lnTo>
                  <a:pt x="391" y="0"/>
                </a:lnTo>
                <a:cubicBezTo>
                  <a:pt x="397" y="0"/>
                  <a:pt x="403" y="2"/>
                  <a:pt x="409" y="4"/>
                </a:cubicBezTo>
                <a:cubicBezTo>
                  <a:pt x="415" y="6"/>
                  <a:pt x="421" y="10"/>
                  <a:pt x="425" y="15"/>
                </a:cubicBezTo>
                <a:cubicBezTo>
                  <a:pt x="430" y="19"/>
                  <a:pt x="433" y="24"/>
                  <a:pt x="436" y="30"/>
                </a:cubicBezTo>
                <a:cubicBezTo>
                  <a:pt x="438" y="36"/>
                  <a:pt x="439" y="43"/>
                  <a:pt x="439" y="49"/>
                </a:cubicBezTo>
                <a:lnTo>
                  <a:pt x="439" y="245"/>
                </a:lnTo>
                <a:cubicBezTo>
                  <a:pt x="439" y="251"/>
                  <a:pt x="438" y="257"/>
                  <a:pt x="436" y="263"/>
                </a:cubicBezTo>
                <a:cubicBezTo>
                  <a:pt x="433" y="269"/>
                  <a:pt x="430" y="275"/>
                  <a:pt x="425" y="279"/>
                </a:cubicBezTo>
                <a:cubicBezTo>
                  <a:pt x="421" y="284"/>
                  <a:pt x="415" y="287"/>
                  <a:pt x="409" y="290"/>
                </a:cubicBezTo>
                <a:cubicBezTo>
                  <a:pt x="403" y="292"/>
                  <a:pt x="397" y="293"/>
                  <a:pt x="391" y="293"/>
                </a:cubicBezTo>
                <a:lnTo>
                  <a:pt x="49" y="293"/>
                </a:lnTo>
                <a:cubicBezTo>
                  <a:pt x="43" y="293"/>
                  <a:pt x="36" y="292"/>
                  <a:pt x="30" y="290"/>
                </a:cubicBezTo>
                <a:cubicBezTo>
                  <a:pt x="24" y="287"/>
                  <a:pt x="19" y="284"/>
                  <a:pt x="15" y="279"/>
                </a:cubicBezTo>
                <a:cubicBezTo>
                  <a:pt x="10" y="275"/>
                  <a:pt x="7" y="269"/>
                  <a:pt x="4" y="263"/>
                </a:cubicBezTo>
                <a:cubicBezTo>
                  <a:pt x="2" y="257"/>
                  <a:pt x="0" y="251"/>
                  <a:pt x="0" y="245"/>
                </a:cubicBezTo>
                <a:lnTo>
                  <a:pt x="0" y="49"/>
                </a:lnTo>
                <a:cubicBezTo>
                  <a:pt x="0" y="43"/>
                  <a:pt x="2" y="36"/>
                  <a:pt x="4" y="30"/>
                </a:cubicBezTo>
                <a:cubicBezTo>
                  <a:pt x="7" y="24"/>
                  <a:pt x="10" y="19"/>
                  <a:pt x="15" y="15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2"/>
                  <a:pt x="43" y="0"/>
                  <a:pt x="49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3" name=""/>
          <p:cNvSpPr/>
          <p:nvPr/>
        </p:nvSpPr>
        <p:spPr>
          <a:xfrm>
            <a:off x="4132800" y="2651040"/>
            <a:ext cx="158040" cy="105480"/>
          </a:xfrm>
          <a:custGeom>
            <a:avLst/>
            <a:gdLst/>
            <a:ahLst/>
            <a:rect l="0" t="0" r="r" b="b"/>
            <a:pathLst>
              <a:path w="439" h="293">
                <a:moveTo>
                  <a:pt x="49" y="0"/>
                </a:moveTo>
                <a:lnTo>
                  <a:pt x="391" y="0"/>
                </a:lnTo>
                <a:cubicBezTo>
                  <a:pt x="397" y="0"/>
                  <a:pt x="403" y="2"/>
                  <a:pt x="409" y="4"/>
                </a:cubicBezTo>
                <a:cubicBezTo>
                  <a:pt x="415" y="6"/>
                  <a:pt x="421" y="10"/>
                  <a:pt x="425" y="15"/>
                </a:cubicBezTo>
                <a:cubicBezTo>
                  <a:pt x="430" y="19"/>
                  <a:pt x="433" y="24"/>
                  <a:pt x="436" y="30"/>
                </a:cubicBezTo>
                <a:cubicBezTo>
                  <a:pt x="438" y="36"/>
                  <a:pt x="439" y="43"/>
                  <a:pt x="439" y="49"/>
                </a:cubicBezTo>
                <a:lnTo>
                  <a:pt x="439" y="245"/>
                </a:lnTo>
                <a:cubicBezTo>
                  <a:pt x="439" y="251"/>
                  <a:pt x="438" y="257"/>
                  <a:pt x="436" y="263"/>
                </a:cubicBezTo>
                <a:cubicBezTo>
                  <a:pt x="433" y="269"/>
                  <a:pt x="430" y="275"/>
                  <a:pt x="425" y="279"/>
                </a:cubicBezTo>
                <a:cubicBezTo>
                  <a:pt x="421" y="284"/>
                  <a:pt x="415" y="287"/>
                  <a:pt x="409" y="290"/>
                </a:cubicBezTo>
                <a:cubicBezTo>
                  <a:pt x="403" y="292"/>
                  <a:pt x="397" y="293"/>
                  <a:pt x="391" y="293"/>
                </a:cubicBezTo>
                <a:lnTo>
                  <a:pt x="49" y="293"/>
                </a:lnTo>
                <a:cubicBezTo>
                  <a:pt x="43" y="293"/>
                  <a:pt x="36" y="292"/>
                  <a:pt x="30" y="290"/>
                </a:cubicBezTo>
                <a:cubicBezTo>
                  <a:pt x="24" y="287"/>
                  <a:pt x="19" y="284"/>
                  <a:pt x="15" y="279"/>
                </a:cubicBezTo>
                <a:cubicBezTo>
                  <a:pt x="10" y="275"/>
                  <a:pt x="7" y="269"/>
                  <a:pt x="4" y="263"/>
                </a:cubicBezTo>
                <a:cubicBezTo>
                  <a:pt x="2" y="257"/>
                  <a:pt x="0" y="251"/>
                  <a:pt x="0" y="245"/>
                </a:cubicBezTo>
                <a:lnTo>
                  <a:pt x="0" y="49"/>
                </a:lnTo>
                <a:cubicBezTo>
                  <a:pt x="0" y="43"/>
                  <a:pt x="2" y="36"/>
                  <a:pt x="4" y="30"/>
                </a:cubicBezTo>
                <a:cubicBezTo>
                  <a:pt x="7" y="24"/>
                  <a:pt x="10" y="19"/>
                  <a:pt x="15" y="15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2"/>
                  <a:pt x="43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4" name=""/>
          <p:cNvSpPr/>
          <p:nvPr/>
        </p:nvSpPr>
        <p:spPr>
          <a:xfrm>
            <a:off x="3291840" y="2195640"/>
            <a:ext cx="0" cy="21024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5" name=""/>
          <p:cNvSpPr/>
          <p:nvPr/>
        </p:nvSpPr>
        <p:spPr>
          <a:xfrm>
            <a:off x="3151440" y="2195640"/>
            <a:ext cx="28044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/>
          <p:nvPr/>
        </p:nvSpPr>
        <p:spPr>
          <a:xfrm>
            <a:off x="3282840" y="2405880"/>
            <a:ext cx="18000" cy="70560"/>
          </a:xfrm>
          <a:custGeom>
            <a:avLst/>
            <a:gdLst/>
            <a:ahLst/>
            <a:rect l="0" t="0" r="r" b="b"/>
            <a:pathLst>
              <a:path w="50" h="196">
                <a:moveTo>
                  <a:pt x="50" y="0"/>
                </a:moveTo>
                <a:lnTo>
                  <a:pt x="50" y="74"/>
                </a:lnTo>
                <a:lnTo>
                  <a:pt x="0" y="74"/>
                </a:lnTo>
                <a:lnTo>
                  <a:pt x="0" y="0"/>
                </a:lnTo>
                <a:lnTo>
                  <a:pt x="50" y="0"/>
                </a:lnTo>
                <a:moveTo>
                  <a:pt x="50" y="147"/>
                </a:moveTo>
                <a:lnTo>
                  <a:pt x="50" y="196"/>
                </a:lnTo>
                <a:lnTo>
                  <a:pt x="0" y="196"/>
                </a:lnTo>
                <a:lnTo>
                  <a:pt x="0" y="147"/>
                </a:lnTo>
                <a:lnTo>
                  <a:pt x="50" y="147"/>
                </a:ln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/>
          <p:nvPr/>
        </p:nvSpPr>
        <p:spPr>
          <a:xfrm>
            <a:off x="3186720" y="2476080"/>
            <a:ext cx="210600" cy="158040"/>
          </a:xfrm>
          <a:custGeom>
            <a:avLst/>
            <a:gdLst/>
            <a:ahLst/>
            <a:rect l="0" t="0" r="r" b="b"/>
            <a:pathLst>
              <a:path w="585" h="439">
                <a:moveTo>
                  <a:pt x="48" y="0"/>
                </a:moveTo>
                <a:lnTo>
                  <a:pt x="536" y="0"/>
                </a:lnTo>
                <a:cubicBezTo>
                  <a:pt x="543" y="0"/>
                  <a:pt x="549" y="1"/>
                  <a:pt x="555" y="3"/>
                </a:cubicBezTo>
                <a:cubicBezTo>
                  <a:pt x="561" y="6"/>
                  <a:pt x="566" y="9"/>
                  <a:pt x="571" y="14"/>
                </a:cubicBezTo>
                <a:cubicBezTo>
                  <a:pt x="575" y="18"/>
                  <a:pt x="579" y="24"/>
                  <a:pt x="581" y="30"/>
                </a:cubicBezTo>
                <a:cubicBezTo>
                  <a:pt x="584" y="36"/>
                  <a:pt x="585" y="42"/>
                  <a:pt x="585" y="48"/>
                </a:cubicBezTo>
                <a:lnTo>
                  <a:pt x="585" y="390"/>
                </a:lnTo>
                <a:cubicBezTo>
                  <a:pt x="585" y="396"/>
                  <a:pt x="584" y="403"/>
                  <a:pt x="581" y="409"/>
                </a:cubicBezTo>
                <a:cubicBezTo>
                  <a:pt x="579" y="415"/>
                  <a:pt x="575" y="420"/>
                  <a:pt x="571" y="424"/>
                </a:cubicBezTo>
                <a:cubicBezTo>
                  <a:pt x="566" y="429"/>
                  <a:pt x="561" y="432"/>
                  <a:pt x="555" y="435"/>
                </a:cubicBezTo>
                <a:cubicBezTo>
                  <a:pt x="549" y="437"/>
                  <a:pt x="543" y="439"/>
                  <a:pt x="536" y="439"/>
                </a:cubicBezTo>
                <a:lnTo>
                  <a:pt x="48" y="439"/>
                </a:lnTo>
                <a:cubicBezTo>
                  <a:pt x="42" y="439"/>
                  <a:pt x="36" y="437"/>
                  <a:pt x="30" y="435"/>
                </a:cubicBezTo>
                <a:cubicBezTo>
                  <a:pt x="24" y="432"/>
                  <a:pt x="18" y="429"/>
                  <a:pt x="14" y="424"/>
                </a:cubicBezTo>
                <a:cubicBezTo>
                  <a:pt x="9" y="420"/>
                  <a:pt x="6" y="415"/>
                  <a:pt x="3" y="409"/>
                </a:cubicBezTo>
                <a:cubicBezTo>
                  <a:pt x="1" y="403"/>
                  <a:pt x="0" y="396"/>
                  <a:pt x="0" y="390"/>
                </a:cubicBezTo>
                <a:lnTo>
                  <a:pt x="0" y="48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8" name=""/>
          <p:cNvSpPr/>
          <p:nvPr/>
        </p:nvSpPr>
        <p:spPr>
          <a:xfrm>
            <a:off x="3186720" y="2476080"/>
            <a:ext cx="210600" cy="158040"/>
          </a:xfrm>
          <a:custGeom>
            <a:avLst/>
            <a:gdLst/>
            <a:ahLst/>
            <a:rect l="0" t="0" r="r" b="b"/>
            <a:pathLst>
              <a:path w="585" h="439">
                <a:moveTo>
                  <a:pt x="48" y="0"/>
                </a:moveTo>
                <a:lnTo>
                  <a:pt x="536" y="0"/>
                </a:lnTo>
                <a:cubicBezTo>
                  <a:pt x="543" y="0"/>
                  <a:pt x="549" y="1"/>
                  <a:pt x="555" y="3"/>
                </a:cubicBezTo>
                <a:cubicBezTo>
                  <a:pt x="561" y="6"/>
                  <a:pt x="566" y="9"/>
                  <a:pt x="571" y="14"/>
                </a:cubicBezTo>
                <a:cubicBezTo>
                  <a:pt x="575" y="18"/>
                  <a:pt x="579" y="24"/>
                  <a:pt x="581" y="30"/>
                </a:cubicBezTo>
                <a:cubicBezTo>
                  <a:pt x="584" y="36"/>
                  <a:pt x="585" y="42"/>
                  <a:pt x="585" y="48"/>
                </a:cubicBezTo>
                <a:lnTo>
                  <a:pt x="585" y="390"/>
                </a:lnTo>
                <a:cubicBezTo>
                  <a:pt x="585" y="396"/>
                  <a:pt x="584" y="403"/>
                  <a:pt x="581" y="409"/>
                </a:cubicBezTo>
                <a:cubicBezTo>
                  <a:pt x="579" y="415"/>
                  <a:pt x="575" y="420"/>
                  <a:pt x="571" y="424"/>
                </a:cubicBezTo>
                <a:cubicBezTo>
                  <a:pt x="566" y="429"/>
                  <a:pt x="561" y="432"/>
                  <a:pt x="555" y="435"/>
                </a:cubicBezTo>
                <a:cubicBezTo>
                  <a:pt x="549" y="437"/>
                  <a:pt x="543" y="439"/>
                  <a:pt x="536" y="439"/>
                </a:cubicBezTo>
                <a:lnTo>
                  <a:pt x="48" y="439"/>
                </a:lnTo>
                <a:cubicBezTo>
                  <a:pt x="42" y="439"/>
                  <a:pt x="36" y="437"/>
                  <a:pt x="30" y="435"/>
                </a:cubicBezTo>
                <a:cubicBezTo>
                  <a:pt x="24" y="432"/>
                  <a:pt x="18" y="429"/>
                  <a:pt x="14" y="424"/>
                </a:cubicBezTo>
                <a:cubicBezTo>
                  <a:pt x="9" y="420"/>
                  <a:pt x="6" y="415"/>
                  <a:pt x="3" y="409"/>
                </a:cubicBezTo>
                <a:cubicBezTo>
                  <a:pt x="1" y="403"/>
                  <a:pt x="0" y="396"/>
                  <a:pt x="0" y="390"/>
                </a:cubicBezTo>
                <a:lnTo>
                  <a:pt x="0" y="48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noFill/>
          <a:ln w="17280">
            <a:solidFill>
              <a:srgbClr val="8a5a1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4019040" y="2221920"/>
            <a:ext cx="192960" cy="192960"/>
          </a:xfrm>
          <a:custGeom>
            <a:avLst/>
            <a:gdLst/>
            <a:ahLst/>
            <a:rect l="0" t="0" r="r" b="b"/>
            <a:pathLst>
              <a:path w="536" h="536">
                <a:moveTo>
                  <a:pt x="536" y="267"/>
                </a:moveTo>
                <a:cubicBezTo>
                  <a:pt x="536" y="285"/>
                  <a:pt x="535" y="302"/>
                  <a:pt x="531" y="320"/>
                </a:cubicBezTo>
                <a:cubicBezTo>
                  <a:pt x="528" y="337"/>
                  <a:pt x="523" y="354"/>
                  <a:pt x="516" y="370"/>
                </a:cubicBezTo>
                <a:cubicBezTo>
                  <a:pt x="509" y="386"/>
                  <a:pt x="501" y="402"/>
                  <a:pt x="491" y="416"/>
                </a:cubicBezTo>
                <a:cubicBezTo>
                  <a:pt x="482" y="431"/>
                  <a:pt x="470" y="444"/>
                  <a:pt x="458" y="457"/>
                </a:cubicBezTo>
                <a:cubicBezTo>
                  <a:pt x="446" y="469"/>
                  <a:pt x="432" y="480"/>
                  <a:pt x="417" y="490"/>
                </a:cubicBezTo>
                <a:cubicBezTo>
                  <a:pt x="403" y="500"/>
                  <a:pt x="387" y="508"/>
                  <a:pt x="371" y="515"/>
                </a:cubicBezTo>
                <a:cubicBezTo>
                  <a:pt x="355" y="522"/>
                  <a:pt x="337" y="528"/>
                  <a:pt x="320" y="531"/>
                </a:cubicBezTo>
                <a:cubicBezTo>
                  <a:pt x="303" y="534"/>
                  <a:pt x="285" y="536"/>
                  <a:pt x="268" y="536"/>
                </a:cubicBezTo>
                <a:cubicBezTo>
                  <a:pt x="250" y="536"/>
                  <a:pt x="233" y="534"/>
                  <a:pt x="215" y="531"/>
                </a:cubicBezTo>
                <a:cubicBezTo>
                  <a:pt x="198" y="528"/>
                  <a:pt x="181" y="522"/>
                  <a:pt x="165" y="515"/>
                </a:cubicBezTo>
                <a:cubicBezTo>
                  <a:pt x="149" y="508"/>
                  <a:pt x="134" y="500"/>
                  <a:pt x="119" y="490"/>
                </a:cubicBezTo>
                <a:cubicBezTo>
                  <a:pt x="104" y="480"/>
                  <a:pt x="91" y="469"/>
                  <a:pt x="78" y="457"/>
                </a:cubicBezTo>
                <a:cubicBezTo>
                  <a:pt x="66" y="444"/>
                  <a:pt x="55" y="431"/>
                  <a:pt x="45" y="416"/>
                </a:cubicBezTo>
                <a:cubicBezTo>
                  <a:pt x="35" y="402"/>
                  <a:pt x="27" y="386"/>
                  <a:pt x="20" y="370"/>
                </a:cubicBezTo>
                <a:cubicBezTo>
                  <a:pt x="14" y="354"/>
                  <a:pt x="9" y="337"/>
                  <a:pt x="5" y="320"/>
                </a:cubicBezTo>
                <a:cubicBezTo>
                  <a:pt x="2" y="302"/>
                  <a:pt x="0" y="285"/>
                  <a:pt x="0" y="267"/>
                </a:cubicBezTo>
                <a:cubicBezTo>
                  <a:pt x="0" y="250"/>
                  <a:pt x="2" y="232"/>
                  <a:pt x="5" y="215"/>
                </a:cubicBezTo>
                <a:cubicBezTo>
                  <a:pt x="9" y="198"/>
                  <a:pt x="14" y="181"/>
                  <a:pt x="20" y="165"/>
                </a:cubicBezTo>
                <a:cubicBezTo>
                  <a:pt x="27" y="149"/>
                  <a:pt x="35" y="133"/>
                  <a:pt x="45" y="119"/>
                </a:cubicBezTo>
                <a:cubicBezTo>
                  <a:pt x="55" y="104"/>
                  <a:pt x="66" y="91"/>
                  <a:pt x="78" y="78"/>
                </a:cubicBezTo>
                <a:cubicBezTo>
                  <a:pt x="91" y="66"/>
                  <a:pt x="104" y="55"/>
                  <a:pt x="119" y="45"/>
                </a:cubicBezTo>
                <a:cubicBezTo>
                  <a:pt x="134" y="35"/>
                  <a:pt x="149" y="27"/>
                  <a:pt x="165" y="20"/>
                </a:cubicBezTo>
                <a:cubicBezTo>
                  <a:pt x="181" y="13"/>
                  <a:pt x="198" y="8"/>
                  <a:pt x="215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5" y="13"/>
                  <a:pt x="371" y="20"/>
                </a:cubicBezTo>
                <a:cubicBezTo>
                  <a:pt x="387" y="27"/>
                  <a:pt x="403" y="35"/>
                  <a:pt x="417" y="45"/>
                </a:cubicBezTo>
                <a:cubicBezTo>
                  <a:pt x="432" y="55"/>
                  <a:pt x="446" y="66"/>
                  <a:pt x="458" y="78"/>
                </a:cubicBezTo>
                <a:cubicBezTo>
                  <a:pt x="470" y="91"/>
                  <a:pt x="482" y="104"/>
                  <a:pt x="491" y="119"/>
                </a:cubicBezTo>
                <a:cubicBezTo>
                  <a:pt x="501" y="133"/>
                  <a:pt x="509" y="149"/>
                  <a:pt x="516" y="165"/>
                </a:cubicBezTo>
                <a:cubicBezTo>
                  <a:pt x="523" y="181"/>
                  <a:pt x="528" y="198"/>
                  <a:pt x="531" y="215"/>
                </a:cubicBezTo>
                <a:cubicBezTo>
                  <a:pt x="535" y="232"/>
                  <a:pt x="536" y="250"/>
                  <a:pt x="536" y="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4019040" y="2221920"/>
            <a:ext cx="192960" cy="192960"/>
          </a:xfrm>
          <a:custGeom>
            <a:avLst/>
            <a:gdLst/>
            <a:ahLst/>
            <a:rect l="0" t="0" r="r" b="b"/>
            <a:pathLst>
              <a:path w="536" h="536">
                <a:moveTo>
                  <a:pt x="536" y="267"/>
                </a:moveTo>
                <a:cubicBezTo>
                  <a:pt x="536" y="285"/>
                  <a:pt x="535" y="302"/>
                  <a:pt x="531" y="320"/>
                </a:cubicBezTo>
                <a:cubicBezTo>
                  <a:pt x="528" y="337"/>
                  <a:pt x="523" y="354"/>
                  <a:pt x="516" y="370"/>
                </a:cubicBezTo>
                <a:cubicBezTo>
                  <a:pt x="509" y="386"/>
                  <a:pt x="501" y="402"/>
                  <a:pt x="491" y="416"/>
                </a:cubicBezTo>
                <a:cubicBezTo>
                  <a:pt x="482" y="431"/>
                  <a:pt x="470" y="444"/>
                  <a:pt x="458" y="457"/>
                </a:cubicBezTo>
                <a:cubicBezTo>
                  <a:pt x="446" y="469"/>
                  <a:pt x="432" y="480"/>
                  <a:pt x="417" y="490"/>
                </a:cubicBezTo>
                <a:cubicBezTo>
                  <a:pt x="403" y="500"/>
                  <a:pt x="387" y="508"/>
                  <a:pt x="371" y="515"/>
                </a:cubicBezTo>
                <a:cubicBezTo>
                  <a:pt x="355" y="522"/>
                  <a:pt x="337" y="528"/>
                  <a:pt x="320" y="531"/>
                </a:cubicBezTo>
                <a:cubicBezTo>
                  <a:pt x="303" y="534"/>
                  <a:pt x="285" y="536"/>
                  <a:pt x="268" y="536"/>
                </a:cubicBezTo>
                <a:cubicBezTo>
                  <a:pt x="250" y="536"/>
                  <a:pt x="233" y="534"/>
                  <a:pt x="215" y="531"/>
                </a:cubicBezTo>
                <a:cubicBezTo>
                  <a:pt x="198" y="528"/>
                  <a:pt x="181" y="522"/>
                  <a:pt x="165" y="515"/>
                </a:cubicBezTo>
                <a:cubicBezTo>
                  <a:pt x="149" y="508"/>
                  <a:pt x="134" y="500"/>
                  <a:pt x="119" y="490"/>
                </a:cubicBezTo>
                <a:cubicBezTo>
                  <a:pt x="104" y="480"/>
                  <a:pt x="91" y="469"/>
                  <a:pt x="78" y="457"/>
                </a:cubicBezTo>
                <a:cubicBezTo>
                  <a:pt x="66" y="444"/>
                  <a:pt x="55" y="431"/>
                  <a:pt x="45" y="416"/>
                </a:cubicBezTo>
                <a:cubicBezTo>
                  <a:pt x="35" y="402"/>
                  <a:pt x="27" y="386"/>
                  <a:pt x="20" y="370"/>
                </a:cubicBezTo>
                <a:cubicBezTo>
                  <a:pt x="14" y="354"/>
                  <a:pt x="9" y="337"/>
                  <a:pt x="5" y="320"/>
                </a:cubicBezTo>
                <a:cubicBezTo>
                  <a:pt x="2" y="302"/>
                  <a:pt x="0" y="285"/>
                  <a:pt x="0" y="267"/>
                </a:cubicBezTo>
                <a:cubicBezTo>
                  <a:pt x="0" y="250"/>
                  <a:pt x="2" y="232"/>
                  <a:pt x="5" y="215"/>
                </a:cubicBezTo>
                <a:cubicBezTo>
                  <a:pt x="9" y="198"/>
                  <a:pt x="14" y="181"/>
                  <a:pt x="20" y="165"/>
                </a:cubicBezTo>
                <a:cubicBezTo>
                  <a:pt x="27" y="149"/>
                  <a:pt x="35" y="133"/>
                  <a:pt x="45" y="119"/>
                </a:cubicBezTo>
                <a:cubicBezTo>
                  <a:pt x="55" y="104"/>
                  <a:pt x="66" y="91"/>
                  <a:pt x="78" y="78"/>
                </a:cubicBezTo>
                <a:cubicBezTo>
                  <a:pt x="91" y="66"/>
                  <a:pt x="104" y="55"/>
                  <a:pt x="119" y="45"/>
                </a:cubicBezTo>
                <a:cubicBezTo>
                  <a:pt x="134" y="35"/>
                  <a:pt x="149" y="27"/>
                  <a:pt x="165" y="20"/>
                </a:cubicBezTo>
                <a:cubicBezTo>
                  <a:pt x="181" y="13"/>
                  <a:pt x="198" y="8"/>
                  <a:pt x="215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5" y="13"/>
                  <a:pt x="371" y="20"/>
                </a:cubicBezTo>
                <a:cubicBezTo>
                  <a:pt x="387" y="27"/>
                  <a:pt x="403" y="35"/>
                  <a:pt x="417" y="45"/>
                </a:cubicBezTo>
                <a:cubicBezTo>
                  <a:pt x="432" y="55"/>
                  <a:pt x="446" y="66"/>
                  <a:pt x="458" y="78"/>
                </a:cubicBezTo>
                <a:cubicBezTo>
                  <a:pt x="470" y="91"/>
                  <a:pt x="482" y="104"/>
                  <a:pt x="491" y="119"/>
                </a:cubicBezTo>
                <a:cubicBezTo>
                  <a:pt x="501" y="133"/>
                  <a:pt x="509" y="149"/>
                  <a:pt x="516" y="165"/>
                </a:cubicBezTo>
                <a:cubicBezTo>
                  <a:pt x="523" y="181"/>
                  <a:pt x="528" y="198"/>
                  <a:pt x="531" y="215"/>
                </a:cubicBezTo>
                <a:cubicBezTo>
                  <a:pt x="535" y="232"/>
                  <a:pt x="536" y="250"/>
                  <a:pt x="536" y="267"/>
                </a:cubicBezTo>
                <a:close/>
              </a:path>
            </a:pathLst>
          </a:custGeom>
          <a:noFill/>
          <a:ln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4115520" y="2265480"/>
            <a:ext cx="43920" cy="79200"/>
          </a:xfrm>
          <a:custGeom>
            <a:avLst/>
            <a:gdLst/>
            <a:ahLst/>
            <a:rect l="0" t="0" r="r" b="b"/>
            <a:pathLst>
              <a:path fill="none" w="122" h="220">
                <a:moveTo>
                  <a:pt x="0" y="0"/>
                </a:moveTo>
                <a:lnTo>
                  <a:pt x="0" y="146"/>
                </a:lnTo>
                <a:lnTo>
                  <a:pt x="122" y="220"/>
                </a:lnTo>
              </a:path>
            </a:pathLst>
          </a:custGeom>
          <a:ln cap="rnd"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457200" y="2570040"/>
            <a:ext cx="811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ISO, jaren 60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2675520" y="2844360"/>
            <a:ext cx="1469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a8481f"/>
                </a:solidFill>
                <a:latin typeface="Arial"/>
                <a:ea typeface="Arial"/>
              </a:rPr>
              <a:t>elke rederij een eigen maat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5013720" y="2408760"/>
            <a:ext cx="6940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de afspraak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5" name=""/>
          <p:cNvSpPr/>
          <p:nvPr/>
        </p:nvSpPr>
        <p:spPr>
          <a:xfrm>
            <a:off x="6294960" y="2773800"/>
            <a:ext cx="203292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6382440" y="2563560"/>
            <a:ext cx="263520" cy="192960"/>
          </a:xfrm>
          <a:custGeom>
            <a:avLst/>
            <a:gdLst/>
            <a:ahLst/>
            <a:rect l="0" t="0" r="r" b="b"/>
            <a:pathLst>
              <a:path w="732" h="536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6" y="1"/>
                  <a:pt x="702" y="4"/>
                </a:cubicBezTo>
                <a:cubicBezTo>
                  <a:pt x="707" y="6"/>
                  <a:pt x="713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2" y="42"/>
                  <a:pt x="732" y="49"/>
                </a:cubicBezTo>
                <a:lnTo>
                  <a:pt x="732" y="488"/>
                </a:lnTo>
                <a:cubicBezTo>
                  <a:pt x="732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3" y="527"/>
                  <a:pt x="707" y="530"/>
                  <a:pt x="702" y="533"/>
                </a:cubicBezTo>
                <a:cubicBezTo>
                  <a:pt x="696" y="535"/>
                  <a:pt x="689" y="536"/>
                  <a:pt x="683" y="536"/>
                </a:cubicBezTo>
                <a:lnTo>
                  <a:pt x="49" y="536"/>
                </a:lnTo>
                <a:cubicBezTo>
                  <a:pt x="43" y="536"/>
                  <a:pt x="36" y="535"/>
                  <a:pt x="30" y="533"/>
                </a:cubicBezTo>
                <a:cubicBezTo>
                  <a:pt x="24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/>
          <p:nvPr/>
        </p:nvSpPr>
        <p:spPr>
          <a:xfrm>
            <a:off x="6382440" y="2563560"/>
            <a:ext cx="263520" cy="192960"/>
          </a:xfrm>
          <a:custGeom>
            <a:avLst/>
            <a:gdLst/>
            <a:ahLst/>
            <a:rect l="0" t="0" r="r" b="b"/>
            <a:pathLst>
              <a:path w="732" h="536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6" y="1"/>
                  <a:pt x="702" y="4"/>
                </a:cubicBezTo>
                <a:cubicBezTo>
                  <a:pt x="707" y="6"/>
                  <a:pt x="713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2" y="42"/>
                  <a:pt x="732" y="49"/>
                </a:cubicBezTo>
                <a:lnTo>
                  <a:pt x="732" y="488"/>
                </a:lnTo>
                <a:cubicBezTo>
                  <a:pt x="732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3" y="527"/>
                  <a:pt x="707" y="530"/>
                  <a:pt x="702" y="533"/>
                </a:cubicBezTo>
                <a:cubicBezTo>
                  <a:pt x="696" y="535"/>
                  <a:pt x="689" y="536"/>
                  <a:pt x="683" y="536"/>
                </a:cubicBezTo>
                <a:lnTo>
                  <a:pt x="49" y="536"/>
                </a:lnTo>
                <a:cubicBezTo>
                  <a:pt x="43" y="536"/>
                  <a:pt x="36" y="535"/>
                  <a:pt x="30" y="533"/>
                </a:cubicBezTo>
                <a:cubicBezTo>
                  <a:pt x="24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668052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9" y="0"/>
                </a:moveTo>
                <a:lnTo>
                  <a:pt x="682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7" y="14"/>
                </a:cubicBezTo>
                <a:cubicBezTo>
                  <a:pt x="721" y="19"/>
                  <a:pt x="725" y="24"/>
                  <a:pt x="727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7" y="506"/>
                </a:cubicBezTo>
                <a:cubicBezTo>
                  <a:pt x="725" y="512"/>
                  <a:pt x="721" y="518"/>
                  <a:pt x="717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2" y="536"/>
                </a:cubicBezTo>
                <a:lnTo>
                  <a:pt x="49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9" y="527"/>
                  <a:pt x="14" y="522"/>
                </a:cubicBezTo>
                <a:cubicBezTo>
                  <a:pt x="10" y="518"/>
                  <a:pt x="6" y="512"/>
                  <a:pt x="4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9" name=""/>
          <p:cNvSpPr/>
          <p:nvPr/>
        </p:nvSpPr>
        <p:spPr>
          <a:xfrm>
            <a:off x="668052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9" y="0"/>
                </a:moveTo>
                <a:lnTo>
                  <a:pt x="682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7" y="14"/>
                </a:cubicBezTo>
                <a:cubicBezTo>
                  <a:pt x="721" y="19"/>
                  <a:pt x="725" y="24"/>
                  <a:pt x="727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7" y="506"/>
                </a:cubicBezTo>
                <a:cubicBezTo>
                  <a:pt x="725" y="512"/>
                  <a:pt x="721" y="518"/>
                  <a:pt x="717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2" y="536"/>
                </a:cubicBezTo>
                <a:lnTo>
                  <a:pt x="49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9" y="527"/>
                  <a:pt x="14" y="522"/>
                </a:cubicBezTo>
                <a:cubicBezTo>
                  <a:pt x="10" y="518"/>
                  <a:pt x="6" y="512"/>
                  <a:pt x="4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6978240" y="2563560"/>
            <a:ext cx="263520" cy="192960"/>
          </a:xfrm>
          <a:custGeom>
            <a:avLst/>
            <a:gdLst/>
            <a:ahLst/>
            <a:rect l="0" t="0" r="r" b="b"/>
            <a:pathLst>
              <a:path w="732" h="536">
                <a:moveTo>
                  <a:pt x="49" y="0"/>
                </a:moveTo>
                <a:lnTo>
                  <a:pt x="682" y="0"/>
                </a:lnTo>
                <a:cubicBezTo>
                  <a:pt x="688" y="0"/>
                  <a:pt x="696" y="1"/>
                  <a:pt x="702" y="4"/>
                </a:cubicBezTo>
                <a:cubicBezTo>
                  <a:pt x="708" y="6"/>
                  <a:pt x="713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2" y="42"/>
                  <a:pt x="732" y="49"/>
                </a:cubicBezTo>
                <a:lnTo>
                  <a:pt x="732" y="488"/>
                </a:lnTo>
                <a:cubicBezTo>
                  <a:pt x="732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3" y="527"/>
                  <a:pt x="708" y="530"/>
                  <a:pt x="702" y="533"/>
                </a:cubicBezTo>
                <a:cubicBezTo>
                  <a:pt x="696" y="535"/>
                  <a:pt x="688" y="536"/>
                  <a:pt x="682" y="536"/>
                </a:cubicBezTo>
                <a:lnTo>
                  <a:pt x="49" y="536"/>
                </a:lnTo>
                <a:cubicBezTo>
                  <a:pt x="43" y="536"/>
                  <a:pt x="36" y="535"/>
                  <a:pt x="31" y="533"/>
                </a:cubicBezTo>
                <a:cubicBezTo>
                  <a:pt x="25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5" y="6"/>
                  <a:pt x="31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6978240" y="2563560"/>
            <a:ext cx="263520" cy="192960"/>
          </a:xfrm>
          <a:custGeom>
            <a:avLst/>
            <a:gdLst/>
            <a:ahLst/>
            <a:rect l="0" t="0" r="r" b="b"/>
            <a:pathLst>
              <a:path w="732" h="536">
                <a:moveTo>
                  <a:pt x="49" y="0"/>
                </a:moveTo>
                <a:lnTo>
                  <a:pt x="682" y="0"/>
                </a:lnTo>
                <a:cubicBezTo>
                  <a:pt x="688" y="0"/>
                  <a:pt x="696" y="1"/>
                  <a:pt x="702" y="4"/>
                </a:cubicBezTo>
                <a:cubicBezTo>
                  <a:pt x="708" y="6"/>
                  <a:pt x="713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2" y="42"/>
                  <a:pt x="732" y="49"/>
                </a:cubicBezTo>
                <a:lnTo>
                  <a:pt x="732" y="488"/>
                </a:lnTo>
                <a:cubicBezTo>
                  <a:pt x="732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3" y="527"/>
                  <a:pt x="708" y="530"/>
                  <a:pt x="702" y="533"/>
                </a:cubicBezTo>
                <a:cubicBezTo>
                  <a:pt x="696" y="535"/>
                  <a:pt x="688" y="536"/>
                  <a:pt x="682" y="536"/>
                </a:cubicBezTo>
                <a:lnTo>
                  <a:pt x="49" y="536"/>
                </a:lnTo>
                <a:cubicBezTo>
                  <a:pt x="43" y="536"/>
                  <a:pt x="36" y="535"/>
                  <a:pt x="31" y="533"/>
                </a:cubicBezTo>
                <a:cubicBezTo>
                  <a:pt x="25" y="530"/>
                  <a:pt x="19" y="527"/>
                  <a:pt x="15" y="522"/>
                </a:cubicBezTo>
                <a:cubicBezTo>
                  <a:pt x="10" y="518"/>
                  <a:pt x="7" y="512"/>
                  <a:pt x="4" y="506"/>
                </a:cubicBezTo>
                <a:cubicBezTo>
                  <a:pt x="2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2" y="36"/>
                  <a:pt x="4" y="30"/>
                </a:cubicBezTo>
                <a:cubicBezTo>
                  <a:pt x="7" y="24"/>
                  <a:pt x="10" y="19"/>
                  <a:pt x="15" y="14"/>
                </a:cubicBezTo>
                <a:cubicBezTo>
                  <a:pt x="19" y="10"/>
                  <a:pt x="25" y="6"/>
                  <a:pt x="31" y="4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2" name=""/>
          <p:cNvSpPr/>
          <p:nvPr/>
        </p:nvSpPr>
        <p:spPr>
          <a:xfrm>
            <a:off x="757440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8" y="0"/>
                </a:moveTo>
                <a:lnTo>
                  <a:pt x="682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6" y="14"/>
                </a:cubicBezTo>
                <a:cubicBezTo>
                  <a:pt x="721" y="19"/>
                  <a:pt x="725" y="24"/>
                  <a:pt x="727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7" y="506"/>
                </a:cubicBezTo>
                <a:cubicBezTo>
                  <a:pt x="725" y="512"/>
                  <a:pt x="721" y="518"/>
                  <a:pt x="716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2" y="536"/>
                </a:cubicBezTo>
                <a:lnTo>
                  <a:pt x="48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8" y="527"/>
                  <a:pt x="14" y="522"/>
                </a:cubicBezTo>
                <a:cubicBezTo>
                  <a:pt x="9" y="518"/>
                  <a:pt x="6" y="512"/>
                  <a:pt x="3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4" y="6"/>
                  <a:pt x="30" y="4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757440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8" y="0"/>
                </a:moveTo>
                <a:lnTo>
                  <a:pt x="682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6" y="14"/>
                </a:cubicBezTo>
                <a:cubicBezTo>
                  <a:pt x="721" y="19"/>
                  <a:pt x="725" y="24"/>
                  <a:pt x="727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7" y="506"/>
                </a:cubicBezTo>
                <a:cubicBezTo>
                  <a:pt x="725" y="512"/>
                  <a:pt x="721" y="518"/>
                  <a:pt x="716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2" y="536"/>
                </a:cubicBezTo>
                <a:lnTo>
                  <a:pt x="48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8" y="527"/>
                  <a:pt x="14" y="522"/>
                </a:cubicBezTo>
                <a:cubicBezTo>
                  <a:pt x="9" y="518"/>
                  <a:pt x="6" y="512"/>
                  <a:pt x="3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4" y="6"/>
                  <a:pt x="30" y="4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787212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3" y="536"/>
                </a:cubicBezTo>
                <a:lnTo>
                  <a:pt x="49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9" y="527"/>
                  <a:pt x="14" y="522"/>
                </a:cubicBezTo>
                <a:cubicBezTo>
                  <a:pt x="10" y="518"/>
                  <a:pt x="6" y="512"/>
                  <a:pt x="4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5" name=""/>
          <p:cNvSpPr/>
          <p:nvPr/>
        </p:nvSpPr>
        <p:spPr>
          <a:xfrm>
            <a:off x="7872120" y="2563560"/>
            <a:ext cx="263160" cy="192960"/>
          </a:xfrm>
          <a:custGeom>
            <a:avLst/>
            <a:gdLst/>
            <a:ahLst/>
            <a:rect l="0" t="0" r="r" b="b"/>
            <a:pathLst>
              <a:path w="731" h="536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5" y="1"/>
                  <a:pt x="701" y="4"/>
                </a:cubicBezTo>
                <a:cubicBezTo>
                  <a:pt x="707" y="6"/>
                  <a:pt x="712" y="10"/>
                  <a:pt x="717" y="14"/>
                </a:cubicBezTo>
                <a:cubicBezTo>
                  <a:pt x="722" y="19"/>
                  <a:pt x="725" y="24"/>
                  <a:pt x="728" y="30"/>
                </a:cubicBezTo>
                <a:cubicBezTo>
                  <a:pt x="730" y="36"/>
                  <a:pt x="731" y="42"/>
                  <a:pt x="731" y="49"/>
                </a:cubicBezTo>
                <a:lnTo>
                  <a:pt x="731" y="488"/>
                </a:lnTo>
                <a:cubicBezTo>
                  <a:pt x="731" y="494"/>
                  <a:pt x="730" y="500"/>
                  <a:pt x="728" y="506"/>
                </a:cubicBezTo>
                <a:cubicBezTo>
                  <a:pt x="725" y="512"/>
                  <a:pt x="722" y="518"/>
                  <a:pt x="717" y="522"/>
                </a:cubicBezTo>
                <a:cubicBezTo>
                  <a:pt x="712" y="527"/>
                  <a:pt x="707" y="530"/>
                  <a:pt x="701" y="533"/>
                </a:cubicBezTo>
                <a:cubicBezTo>
                  <a:pt x="695" y="535"/>
                  <a:pt x="689" y="536"/>
                  <a:pt x="683" y="536"/>
                </a:cubicBezTo>
                <a:lnTo>
                  <a:pt x="49" y="536"/>
                </a:lnTo>
                <a:cubicBezTo>
                  <a:pt x="42" y="536"/>
                  <a:pt x="36" y="535"/>
                  <a:pt x="30" y="533"/>
                </a:cubicBezTo>
                <a:cubicBezTo>
                  <a:pt x="24" y="530"/>
                  <a:pt x="19" y="527"/>
                  <a:pt x="14" y="522"/>
                </a:cubicBezTo>
                <a:cubicBezTo>
                  <a:pt x="10" y="518"/>
                  <a:pt x="6" y="512"/>
                  <a:pt x="4" y="506"/>
                </a:cubicBezTo>
                <a:cubicBezTo>
                  <a:pt x="1" y="500"/>
                  <a:pt x="0" y="494"/>
                  <a:pt x="0" y="488"/>
                </a:cubicBezTo>
                <a:lnTo>
                  <a:pt x="0" y="49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10" y="19"/>
                  <a:pt x="14" y="14"/>
                </a:cubicBezTo>
                <a:cubicBezTo>
                  <a:pt x="19" y="10"/>
                  <a:pt x="24" y="6"/>
                  <a:pt x="30" y="4"/>
                </a:cubicBezTo>
                <a:cubicBezTo>
                  <a:pt x="36" y="1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7381440" y="2195640"/>
            <a:ext cx="0" cy="17496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7" name=""/>
          <p:cNvSpPr/>
          <p:nvPr/>
        </p:nvSpPr>
        <p:spPr>
          <a:xfrm>
            <a:off x="7241400" y="2195640"/>
            <a:ext cx="280440" cy="0"/>
          </a:xfrm>
          <a:prstGeom prst="line">
            <a:avLst/>
          </a:prstGeom>
          <a:ln w="2628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8" name=""/>
          <p:cNvSpPr/>
          <p:nvPr/>
        </p:nvSpPr>
        <p:spPr>
          <a:xfrm>
            <a:off x="7250040" y="2370600"/>
            <a:ext cx="263160" cy="193320"/>
          </a:xfrm>
          <a:custGeom>
            <a:avLst/>
            <a:gdLst/>
            <a:ahLst/>
            <a:rect l="0" t="0" r="r" b="b"/>
            <a:pathLst>
              <a:path w="731" h="537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5" y="2"/>
                  <a:pt x="701" y="4"/>
                </a:cubicBezTo>
                <a:cubicBezTo>
                  <a:pt x="707" y="7"/>
                  <a:pt x="712" y="10"/>
                  <a:pt x="717" y="15"/>
                </a:cubicBezTo>
                <a:cubicBezTo>
                  <a:pt x="721" y="19"/>
                  <a:pt x="725" y="25"/>
                  <a:pt x="727" y="31"/>
                </a:cubicBezTo>
                <a:cubicBezTo>
                  <a:pt x="730" y="36"/>
                  <a:pt x="731" y="43"/>
                  <a:pt x="731" y="49"/>
                </a:cubicBezTo>
                <a:lnTo>
                  <a:pt x="731" y="488"/>
                </a:lnTo>
                <a:cubicBezTo>
                  <a:pt x="731" y="495"/>
                  <a:pt x="730" y="501"/>
                  <a:pt x="727" y="507"/>
                </a:cubicBezTo>
                <a:cubicBezTo>
                  <a:pt x="725" y="513"/>
                  <a:pt x="721" y="518"/>
                  <a:pt x="717" y="523"/>
                </a:cubicBezTo>
                <a:cubicBezTo>
                  <a:pt x="712" y="527"/>
                  <a:pt x="707" y="531"/>
                  <a:pt x="701" y="533"/>
                </a:cubicBezTo>
                <a:cubicBezTo>
                  <a:pt x="695" y="536"/>
                  <a:pt x="689" y="537"/>
                  <a:pt x="683" y="537"/>
                </a:cubicBezTo>
                <a:lnTo>
                  <a:pt x="49" y="537"/>
                </a:lnTo>
                <a:cubicBezTo>
                  <a:pt x="42" y="537"/>
                  <a:pt x="36" y="536"/>
                  <a:pt x="30" y="533"/>
                </a:cubicBezTo>
                <a:cubicBezTo>
                  <a:pt x="24" y="531"/>
                  <a:pt x="19" y="527"/>
                  <a:pt x="14" y="523"/>
                </a:cubicBezTo>
                <a:cubicBezTo>
                  <a:pt x="10" y="518"/>
                  <a:pt x="6" y="513"/>
                  <a:pt x="4" y="507"/>
                </a:cubicBezTo>
                <a:cubicBezTo>
                  <a:pt x="1" y="501"/>
                  <a:pt x="0" y="495"/>
                  <a:pt x="0" y="488"/>
                </a:cubicBezTo>
                <a:lnTo>
                  <a:pt x="0" y="49"/>
                </a:lnTo>
                <a:cubicBezTo>
                  <a:pt x="0" y="43"/>
                  <a:pt x="1" y="36"/>
                  <a:pt x="4" y="31"/>
                </a:cubicBezTo>
                <a:cubicBezTo>
                  <a:pt x="6" y="25"/>
                  <a:pt x="10" y="19"/>
                  <a:pt x="14" y="15"/>
                </a:cubicBezTo>
                <a:cubicBezTo>
                  <a:pt x="19" y="10"/>
                  <a:pt x="24" y="7"/>
                  <a:pt x="30" y="4"/>
                </a:cubicBezTo>
                <a:cubicBezTo>
                  <a:pt x="36" y="2"/>
                  <a:pt x="42" y="0"/>
                  <a:pt x="49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7250040" y="2370600"/>
            <a:ext cx="263160" cy="193320"/>
          </a:xfrm>
          <a:custGeom>
            <a:avLst/>
            <a:gdLst/>
            <a:ahLst/>
            <a:rect l="0" t="0" r="r" b="b"/>
            <a:pathLst>
              <a:path w="731" h="537">
                <a:moveTo>
                  <a:pt x="49" y="0"/>
                </a:moveTo>
                <a:lnTo>
                  <a:pt x="683" y="0"/>
                </a:lnTo>
                <a:cubicBezTo>
                  <a:pt x="689" y="0"/>
                  <a:pt x="695" y="2"/>
                  <a:pt x="701" y="4"/>
                </a:cubicBezTo>
                <a:cubicBezTo>
                  <a:pt x="707" y="7"/>
                  <a:pt x="712" y="10"/>
                  <a:pt x="717" y="15"/>
                </a:cubicBezTo>
                <a:cubicBezTo>
                  <a:pt x="721" y="19"/>
                  <a:pt x="725" y="25"/>
                  <a:pt x="727" y="31"/>
                </a:cubicBezTo>
                <a:cubicBezTo>
                  <a:pt x="730" y="36"/>
                  <a:pt x="731" y="43"/>
                  <a:pt x="731" y="49"/>
                </a:cubicBezTo>
                <a:lnTo>
                  <a:pt x="731" y="488"/>
                </a:lnTo>
                <a:cubicBezTo>
                  <a:pt x="731" y="495"/>
                  <a:pt x="730" y="501"/>
                  <a:pt x="727" y="507"/>
                </a:cubicBezTo>
                <a:cubicBezTo>
                  <a:pt x="725" y="513"/>
                  <a:pt x="721" y="518"/>
                  <a:pt x="717" y="523"/>
                </a:cubicBezTo>
                <a:cubicBezTo>
                  <a:pt x="712" y="527"/>
                  <a:pt x="707" y="531"/>
                  <a:pt x="701" y="533"/>
                </a:cubicBezTo>
                <a:cubicBezTo>
                  <a:pt x="695" y="536"/>
                  <a:pt x="689" y="537"/>
                  <a:pt x="683" y="537"/>
                </a:cubicBezTo>
                <a:lnTo>
                  <a:pt x="49" y="537"/>
                </a:lnTo>
                <a:cubicBezTo>
                  <a:pt x="42" y="537"/>
                  <a:pt x="36" y="536"/>
                  <a:pt x="30" y="533"/>
                </a:cubicBezTo>
                <a:cubicBezTo>
                  <a:pt x="24" y="531"/>
                  <a:pt x="19" y="527"/>
                  <a:pt x="14" y="523"/>
                </a:cubicBezTo>
                <a:cubicBezTo>
                  <a:pt x="10" y="518"/>
                  <a:pt x="6" y="513"/>
                  <a:pt x="4" y="507"/>
                </a:cubicBezTo>
                <a:cubicBezTo>
                  <a:pt x="1" y="501"/>
                  <a:pt x="0" y="495"/>
                  <a:pt x="0" y="488"/>
                </a:cubicBezTo>
                <a:lnTo>
                  <a:pt x="0" y="49"/>
                </a:lnTo>
                <a:cubicBezTo>
                  <a:pt x="0" y="43"/>
                  <a:pt x="1" y="36"/>
                  <a:pt x="4" y="31"/>
                </a:cubicBezTo>
                <a:cubicBezTo>
                  <a:pt x="6" y="25"/>
                  <a:pt x="10" y="19"/>
                  <a:pt x="14" y="15"/>
                </a:cubicBezTo>
                <a:cubicBezTo>
                  <a:pt x="19" y="10"/>
                  <a:pt x="24" y="7"/>
                  <a:pt x="30" y="4"/>
                </a:cubicBezTo>
                <a:cubicBezTo>
                  <a:pt x="36" y="2"/>
                  <a:pt x="42" y="0"/>
                  <a:pt x="49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7574400" y="2283120"/>
            <a:ext cx="402840" cy="0"/>
          </a:xfrm>
          <a:prstGeom prst="line">
            <a:avLst/>
          </a:prstGeom>
          <a:ln w="2628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1" name=""/>
          <p:cNvSpPr/>
          <p:nvPr/>
        </p:nvSpPr>
        <p:spPr>
          <a:xfrm>
            <a:off x="7924680" y="2230560"/>
            <a:ext cx="70560" cy="105480"/>
          </a:xfrm>
          <a:custGeom>
            <a:avLst/>
            <a:gdLst/>
            <a:ahLst/>
            <a:rect l="0" t="0" r="r" b="b"/>
            <a:pathLst>
              <a:path w="196" h="293">
                <a:moveTo>
                  <a:pt x="0" y="0"/>
                </a:moveTo>
                <a:lnTo>
                  <a:pt x="196" y="147"/>
                </a:lnTo>
                <a:lnTo>
                  <a:pt x="0" y="293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5240880" y="25351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0e9e7e"/>
                </a:solidFill>
                <a:latin typeface="DejaVuSans"/>
                <a:ea typeface="DejaVuSans"/>
              </a:rPr>
              <a:t>▶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6661440" y="2844360"/>
            <a:ext cx="1491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0e9e7e"/>
                </a:solidFill>
                <a:latin typeface="Arial"/>
                <a:ea typeface="Arial"/>
              </a:rPr>
              <a:t>past op schip, trein en truck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57200" y="3313080"/>
            <a:ext cx="453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TCP/IP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5" name=""/>
          <p:cNvSpPr/>
          <p:nvPr/>
        </p:nvSpPr>
        <p:spPr>
          <a:xfrm>
            <a:off x="2292840" y="3283560"/>
            <a:ext cx="753840" cy="351000"/>
          </a:xfrm>
          <a:custGeom>
            <a:avLst/>
            <a:gdLst/>
            <a:ahLst/>
            <a:rect l="0" t="0" r="r" b="b"/>
            <a:pathLst>
              <a:path w="2094" h="975">
                <a:moveTo>
                  <a:pt x="122" y="0"/>
                </a:moveTo>
                <a:lnTo>
                  <a:pt x="1973" y="0"/>
                </a:lnTo>
                <a:cubicBezTo>
                  <a:pt x="1989" y="0"/>
                  <a:pt x="2004" y="3"/>
                  <a:pt x="2019" y="9"/>
                </a:cubicBezTo>
                <a:cubicBezTo>
                  <a:pt x="2034" y="16"/>
                  <a:pt x="2047" y="24"/>
                  <a:pt x="2059" y="36"/>
                </a:cubicBezTo>
                <a:cubicBezTo>
                  <a:pt x="2070" y="47"/>
                  <a:pt x="2079" y="60"/>
                  <a:pt x="2085" y="75"/>
                </a:cubicBezTo>
                <a:cubicBezTo>
                  <a:pt x="2091" y="90"/>
                  <a:pt x="2094" y="106"/>
                  <a:pt x="2094" y="122"/>
                </a:cubicBezTo>
                <a:lnTo>
                  <a:pt x="2094" y="853"/>
                </a:lnTo>
                <a:cubicBezTo>
                  <a:pt x="2094" y="869"/>
                  <a:pt x="2091" y="885"/>
                  <a:pt x="2085" y="900"/>
                </a:cubicBezTo>
                <a:cubicBezTo>
                  <a:pt x="2079" y="915"/>
                  <a:pt x="2070" y="928"/>
                  <a:pt x="2059" y="939"/>
                </a:cubicBezTo>
                <a:cubicBezTo>
                  <a:pt x="2047" y="951"/>
                  <a:pt x="2034" y="959"/>
                  <a:pt x="2019" y="966"/>
                </a:cubicBezTo>
                <a:cubicBezTo>
                  <a:pt x="2004" y="972"/>
                  <a:pt x="1989" y="975"/>
                  <a:pt x="1973" y="975"/>
                </a:cubicBezTo>
                <a:lnTo>
                  <a:pt x="122" y="975"/>
                </a:lnTo>
                <a:cubicBezTo>
                  <a:pt x="106" y="975"/>
                  <a:pt x="90" y="972"/>
                  <a:pt x="75" y="966"/>
                </a:cubicBezTo>
                <a:cubicBezTo>
                  <a:pt x="60" y="959"/>
                  <a:pt x="47" y="951"/>
                  <a:pt x="36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6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6" y="0"/>
                  <a:pt x="122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6" name=""/>
          <p:cNvSpPr/>
          <p:nvPr/>
        </p:nvSpPr>
        <p:spPr>
          <a:xfrm>
            <a:off x="2292840" y="3283560"/>
            <a:ext cx="753840" cy="351000"/>
          </a:xfrm>
          <a:custGeom>
            <a:avLst/>
            <a:gdLst/>
            <a:ahLst/>
            <a:rect l="0" t="0" r="r" b="b"/>
            <a:pathLst>
              <a:path w="2094" h="975">
                <a:moveTo>
                  <a:pt x="122" y="0"/>
                </a:moveTo>
                <a:lnTo>
                  <a:pt x="1973" y="0"/>
                </a:lnTo>
                <a:cubicBezTo>
                  <a:pt x="1989" y="0"/>
                  <a:pt x="2004" y="3"/>
                  <a:pt x="2019" y="9"/>
                </a:cubicBezTo>
                <a:cubicBezTo>
                  <a:pt x="2034" y="16"/>
                  <a:pt x="2047" y="24"/>
                  <a:pt x="2059" y="36"/>
                </a:cubicBezTo>
                <a:cubicBezTo>
                  <a:pt x="2070" y="47"/>
                  <a:pt x="2079" y="60"/>
                  <a:pt x="2085" y="75"/>
                </a:cubicBezTo>
                <a:cubicBezTo>
                  <a:pt x="2091" y="90"/>
                  <a:pt x="2094" y="106"/>
                  <a:pt x="2094" y="122"/>
                </a:cubicBezTo>
                <a:lnTo>
                  <a:pt x="2094" y="853"/>
                </a:lnTo>
                <a:cubicBezTo>
                  <a:pt x="2094" y="869"/>
                  <a:pt x="2091" y="885"/>
                  <a:pt x="2085" y="900"/>
                </a:cubicBezTo>
                <a:cubicBezTo>
                  <a:pt x="2079" y="915"/>
                  <a:pt x="2070" y="928"/>
                  <a:pt x="2059" y="939"/>
                </a:cubicBezTo>
                <a:cubicBezTo>
                  <a:pt x="2047" y="951"/>
                  <a:pt x="2034" y="959"/>
                  <a:pt x="2019" y="966"/>
                </a:cubicBezTo>
                <a:cubicBezTo>
                  <a:pt x="2004" y="972"/>
                  <a:pt x="1989" y="975"/>
                  <a:pt x="1973" y="975"/>
                </a:cubicBezTo>
                <a:lnTo>
                  <a:pt x="122" y="975"/>
                </a:lnTo>
                <a:cubicBezTo>
                  <a:pt x="106" y="975"/>
                  <a:pt x="90" y="972"/>
                  <a:pt x="75" y="966"/>
                </a:cubicBezTo>
                <a:cubicBezTo>
                  <a:pt x="60" y="959"/>
                  <a:pt x="47" y="951"/>
                  <a:pt x="36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6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6" y="0"/>
                  <a:pt x="122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3046320" y="3327480"/>
            <a:ext cx="123120" cy="263160"/>
          </a:xfrm>
          <a:custGeom>
            <a:avLst/>
            <a:gdLst/>
            <a:ahLst/>
            <a:rect l="0" t="0" r="r" b="b"/>
            <a:pathLst>
              <a:path w="342" h="731">
                <a:moveTo>
                  <a:pt x="0" y="122"/>
                </a:moveTo>
                <a:lnTo>
                  <a:pt x="342" y="0"/>
                </a:lnTo>
                <a:lnTo>
                  <a:pt x="342" y="731"/>
                </a:lnTo>
                <a:lnTo>
                  <a:pt x="0" y="608"/>
                </a:lnTo>
                <a:lnTo>
                  <a:pt x="0" y="122"/>
                </a:ln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3046320" y="3327480"/>
            <a:ext cx="123120" cy="263160"/>
          </a:xfrm>
          <a:custGeom>
            <a:avLst/>
            <a:gdLst/>
            <a:ahLst/>
            <a:rect l="0" t="0" r="r" b="b"/>
            <a:pathLst>
              <a:path w="342" h="731">
                <a:moveTo>
                  <a:pt x="0" y="122"/>
                </a:moveTo>
                <a:lnTo>
                  <a:pt x="342" y="0"/>
                </a:lnTo>
                <a:lnTo>
                  <a:pt x="342" y="731"/>
                </a:lnTo>
                <a:lnTo>
                  <a:pt x="0" y="608"/>
                </a:lnTo>
                <a:lnTo>
                  <a:pt x="0" y="122"/>
                </a:ln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/>
          <p:nvPr/>
        </p:nvSpPr>
        <p:spPr>
          <a:xfrm>
            <a:off x="3537000" y="3283560"/>
            <a:ext cx="753840" cy="351000"/>
          </a:xfrm>
          <a:custGeom>
            <a:avLst/>
            <a:gdLst/>
            <a:ahLst/>
            <a:rect l="0" t="0" r="r" b="b"/>
            <a:pathLst>
              <a:path w="2094" h="975">
                <a:moveTo>
                  <a:pt x="122" y="0"/>
                </a:moveTo>
                <a:lnTo>
                  <a:pt x="1973" y="0"/>
                </a:lnTo>
                <a:cubicBezTo>
                  <a:pt x="1989" y="0"/>
                  <a:pt x="2004" y="3"/>
                  <a:pt x="2019" y="9"/>
                </a:cubicBezTo>
                <a:cubicBezTo>
                  <a:pt x="2034" y="16"/>
                  <a:pt x="2047" y="24"/>
                  <a:pt x="2059" y="36"/>
                </a:cubicBezTo>
                <a:cubicBezTo>
                  <a:pt x="2070" y="47"/>
                  <a:pt x="2079" y="60"/>
                  <a:pt x="2085" y="75"/>
                </a:cubicBezTo>
                <a:cubicBezTo>
                  <a:pt x="2091" y="90"/>
                  <a:pt x="2094" y="106"/>
                  <a:pt x="2094" y="122"/>
                </a:cubicBezTo>
                <a:lnTo>
                  <a:pt x="2094" y="853"/>
                </a:lnTo>
                <a:cubicBezTo>
                  <a:pt x="2094" y="869"/>
                  <a:pt x="2091" y="885"/>
                  <a:pt x="2085" y="900"/>
                </a:cubicBezTo>
                <a:cubicBezTo>
                  <a:pt x="2079" y="915"/>
                  <a:pt x="2070" y="928"/>
                  <a:pt x="2059" y="939"/>
                </a:cubicBezTo>
                <a:cubicBezTo>
                  <a:pt x="2047" y="951"/>
                  <a:pt x="2034" y="959"/>
                  <a:pt x="2019" y="966"/>
                </a:cubicBezTo>
                <a:cubicBezTo>
                  <a:pt x="2004" y="972"/>
                  <a:pt x="1989" y="975"/>
                  <a:pt x="1973" y="975"/>
                </a:cubicBezTo>
                <a:lnTo>
                  <a:pt x="122" y="975"/>
                </a:lnTo>
                <a:cubicBezTo>
                  <a:pt x="106" y="975"/>
                  <a:pt x="90" y="972"/>
                  <a:pt x="75" y="966"/>
                </a:cubicBezTo>
                <a:cubicBezTo>
                  <a:pt x="60" y="959"/>
                  <a:pt x="47" y="951"/>
                  <a:pt x="36" y="939"/>
                </a:cubicBezTo>
                <a:cubicBezTo>
                  <a:pt x="24" y="928"/>
                  <a:pt x="16" y="915"/>
                  <a:pt x="10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10" y="75"/>
                </a:cubicBezTo>
                <a:cubicBezTo>
                  <a:pt x="16" y="60"/>
                  <a:pt x="24" y="47"/>
                  <a:pt x="36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6" y="0"/>
                  <a:pt x="122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3537000" y="3283560"/>
            <a:ext cx="753840" cy="351000"/>
          </a:xfrm>
          <a:custGeom>
            <a:avLst/>
            <a:gdLst/>
            <a:ahLst/>
            <a:rect l="0" t="0" r="r" b="b"/>
            <a:pathLst>
              <a:path w="2094" h="975">
                <a:moveTo>
                  <a:pt x="122" y="0"/>
                </a:moveTo>
                <a:lnTo>
                  <a:pt x="1973" y="0"/>
                </a:lnTo>
                <a:cubicBezTo>
                  <a:pt x="1989" y="0"/>
                  <a:pt x="2004" y="3"/>
                  <a:pt x="2019" y="9"/>
                </a:cubicBezTo>
                <a:cubicBezTo>
                  <a:pt x="2034" y="16"/>
                  <a:pt x="2047" y="24"/>
                  <a:pt x="2059" y="36"/>
                </a:cubicBezTo>
                <a:cubicBezTo>
                  <a:pt x="2070" y="47"/>
                  <a:pt x="2079" y="60"/>
                  <a:pt x="2085" y="75"/>
                </a:cubicBezTo>
                <a:cubicBezTo>
                  <a:pt x="2091" y="90"/>
                  <a:pt x="2094" y="106"/>
                  <a:pt x="2094" y="122"/>
                </a:cubicBezTo>
                <a:lnTo>
                  <a:pt x="2094" y="853"/>
                </a:lnTo>
                <a:cubicBezTo>
                  <a:pt x="2094" y="869"/>
                  <a:pt x="2091" y="885"/>
                  <a:pt x="2085" y="900"/>
                </a:cubicBezTo>
                <a:cubicBezTo>
                  <a:pt x="2079" y="915"/>
                  <a:pt x="2070" y="928"/>
                  <a:pt x="2059" y="939"/>
                </a:cubicBezTo>
                <a:cubicBezTo>
                  <a:pt x="2047" y="951"/>
                  <a:pt x="2034" y="959"/>
                  <a:pt x="2019" y="966"/>
                </a:cubicBezTo>
                <a:cubicBezTo>
                  <a:pt x="2004" y="972"/>
                  <a:pt x="1989" y="975"/>
                  <a:pt x="1973" y="975"/>
                </a:cubicBezTo>
                <a:lnTo>
                  <a:pt x="122" y="975"/>
                </a:lnTo>
                <a:cubicBezTo>
                  <a:pt x="106" y="975"/>
                  <a:pt x="90" y="972"/>
                  <a:pt x="75" y="966"/>
                </a:cubicBezTo>
                <a:cubicBezTo>
                  <a:pt x="60" y="959"/>
                  <a:pt x="47" y="951"/>
                  <a:pt x="36" y="939"/>
                </a:cubicBezTo>
                <a:cubicBezTo>
                  <a:pt x="24" y="928"/>
                  <a:pt x="16" y="915"/>
                  <a:pt x="10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10" y="75"/>
                </a:cubicBezTo>
                <a:cubicBezTo>
                  <a:pt x="16" y="60"/>
                  <a:pt x="24" y="47"/>
                  <a:pt x="36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6" y="0"/>
                  <a:pt x="122" y="0"/>
                </a:cubicBez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1" name=""/>
          <p:cNvSpPr/>
          <p:nvPr/>
        </p:nvSpPr>
        <p:spPr>
          <a:xfrm>
            <a:off x="3449520" y="3371400"/>
            <a:ext cx="87840" cy="175320"/>
          </a:xfrm>
          <a:custGeom>
            <a:avLst/>
            <a:gdLst/>
            <a:ahLst/>
            <a:rect l="0" t="0" r="r" b="b"/>
            <a:pathLst>
              <a:path w="244" h="487">
                <a:moveTo>
                  <a:pt x="244" y="0"/>
                </a:moveTo>
                <a:cubicBezTo>
                  <a:pt x="228" y="0"/>
                  <a:pt x="212" y="1"/>
                  <a:pt x="197" y="4"/>
                </a:cubicBezTo>
                <a:cubicBezTo>
                  <a:pt x="181" y="7"/>
                  <a:pt x="166" y="12"/>
                  <a:pt x="151" y="18"/>
                </a:cubicBezTo>
                <a:cubicBezTo>
                  <a:pt x="136" y="24"/>
                  <a:pt x="122" y="32"/>
                  <a:pt x="109" y="41"/>
                </a:cubicBezTo>
                <a:cubicBezTo>
                  <a:pt x="96" y="50"/>
                  <a:pt x="83" y="60"/>
                  <a:pt x="72" y="71"/>
                </a:cubicBezTo>
                <a:cubicBezTo>
                  <a:pt x="61" y="82"/>
                  <a:pt x="51" y="94"/>
                  <a:pt x="42" y="108"/>
                </a:cubicBezTo>
                <a:cubicBezTo>
                  <a:pt x="33" y="122"/>
                  <a:pt x="26" y="136"/>
                  <a:pt x="19" y="151"/>
                </a:cubicBezTo>
                <a:cubicBezTo>
                  <a:pt x="12" y="166"/>
                  <a:pt x="8" y="181"/>
                  <a:pt x="5" y="197"/>
                </a:cubicBezTo>
                <a:cubicBezTo>
                  <a:pt x="1" y="212"/>
                  <a:pt x="0" y="228"/>
                  <a:pt x="0" y="244"/>
                </a:cubicBezTo>
                <a:cubicBezTo>
                  <a:pt x="0" y="260"/>
                  <a:pt x="1" y="276"/>
                  <a:pt x="5" y="291"/>
                </a:cubicBezTo>
                <a:cubicBezTo>
                  <a:pt x="8" y="307"/>
                  <a:pt x="12" y="322"/>
                  <a:pt x="19" y="337"/>
                </a:cubicBezTo>
                <a:cubicBezTo>
                  <a:pt x="26" y="352"/>
                  <a:pt x="33" y="366"/>
                  <a:pt x="42" y="379"/>
                </a:cubicBezTo>
                <a:cubicBezTo>
                  <a:pt x="51" y="393"/>
                  <a:pt x="61" y="405"/>
                  <a:pt x="72" y="416"/>
                </a:cubicBezTo>
                <a:cubicBezTo>
                  <a:pt x="83" y="427"/>
                  <a:pt x="96" y="438"/>
                  <a:pt x="109" y="446"/>
                </a:cubicBezTo>
                <a:cubicBezTo>
                  <a:pt x="122" y="455"/>
                  <a:pt x="136" y="463"/>
                  <a:pt x="151" y="469"/>
                </a:cubicBezTo>
                <a:cubicBezTo>
                  <a:pt x="166" y="475"/>
                  <a:pt x="181" y="480"/>
                  <a:pt x="197" y="483"/>
                </a:cubicBezTo>
                <a:cubicBezTo>
                  <a:pt x="212" y="486"/>
                  <a:pt x="228" y="487"/>
                  <a:pt x="244" y="487"/>
                </a:cubicBezTo>
                <a:lnTo>
                  <a:pt x="24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3449520" y="3371400"/>
            <a:ext cx="87840" cy="175320"/>
          </a:xfrm>
          <a:custGeom>
            <a:avLst/>
            <a:gdLst/>
            <a:ahLst/>
            <a:rect l="0" t="0" r="r" b="b"/>
            <a:pathLst>
              <a:path w="244" h="487">
                <a:moveTo>
                  <a:pt x="244" y="0"/>
                </a:moveTo>
                <a:cubicBezTo>
                  <a:pt x="228" y="0"/>
                  <a:pt x="212" y="1"/>
                  <a:pt x="197" y="4"/>
                </a:cubicBezTo>
                <a:cubicBezTo>
                  <a:pt x="181" y="7"/>
                  <a:pt x="166" y="12"/>
                  <a:pt x="151" y="18"/>
                </a:cubicBezTo>
                <a:cubicBezTo>
                  <a:pt x="136" y="24"/>
                  <a:pt x="122" y="32"/>
                  <a:pt x="109" y="41"/>
                </a:cubicBezTo>
                <a:cubicBezTo>
                  <a:pt x="96" y="50"/>
                  <a:pt x="83" y="60"/>
                  <a:pt x="72" y="71"/>
                </a:cubicBezTo>
                <a:cubicBezTo>
                  <a:pt x="61" y="82"/>
                  <a:pt x="51" y="94"/>
                  <a:pt x="42" y="108"/>
                </a:cubicBezTo>
                <a:cubicBezTo>
                  <a:pt x="33" y="122"/>
                  <a:pt x="26" y="136"/>
                  <a:pt x="19" y="151"/>
                </a:cubicBezTo>
                <a:cubicBezTo>
                  <a:pt x="12" y="166"/>
                  <a:pt x="8" y="181"/>
                  <a:pt x="5" y="197"/>
                </a:cubicBezTo>
                <a:cubicBezTo>
                  <a:pt x="1" y="212"/>
                  <a:pt x="0" y="228"/>
                  <a:pt x="0" y="244"/>
                </a:cubicBezTo>
                <a:cubicBezTo>
                  <a:pt x="0" y="260"/>
                  <a:pt x="1" y="276"/>
                  <a:pt x="5" y="291"/>
                </a:cubicBezTo>
                <a:cubicBezTo>
                  <a:pt x="8" y="307"/>
                  <a:pt x="12" y="322"/>
                  <a:pt x="19" y="337"/>
                </a:cubicBezTo>
                <a:cubicBezTo>
                  <a:pt x="26" y="352"/>
                  <a:pt x="33" y="366"/>
                  <a:pt x="42" y="379"/>
                </a:cubicBezTo>
                <a:cubicBezTo>
                  <a:pt x="51" y="393"/>
                  <a:pt x="61" y="405"/>
                  <a:pt x="72" y="416"/>
                </a:cubicBezTo>
                <a:cubicBezTo>
                  <a:pt x="83" y="427"/>
                  <a:pt x="96" y="438"/>
                  <a:pt x="109" y="446"/>
                </a:cubicBezTo>
                <a:cubicBezTo>
                  <a:pt x="122" y="455"/>
                  <a:pt x="136" y="463"/>
                  <a:pt x="151" y="469"/>
                </a:cubicBezTo>
                <a:cubicBezTo>
                  <a:pt x="166" y="475"/>
                  <a:pt x="181" y="480"/>
                  <a:pt x="197" y="483"/>
                </a:cubicBezTo>
                <a:cubicBezTo>
                  <a:pt x="212" y="486"/>
                  <a:pt x="228" y="487"/>
                  <a:pt x="244" y="487"/>
                </a:cubicBezTo>
                <a:lnTo>
                  <a:pt x="244" y="0"/>
                </a:lnTo>
                <a:close/>
              </a:path>
            </a:pathLst>
          </a:custGeom>
          <a:noFill/>
          <a:ln w="17280">
            <a:solidFill>
              <a:srgbClr val="5b667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3230280" y="334512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634" y="316"/>
                </a:moveTo>
                <a:cubicBezTo>
                  <a:pt x="634" y="337"/>
                  <a:pt x="632" y="357"/>
                  <a:pt x="628" y="378"/>
                </a:cubicBezTo>
                <a:cubicBezTo>
                  <a:pt x="624" y="398"/>
                  <a:pt x="618" y="418"/>
                  <a:pt x="610" y="437"/>
                </a:cubicBezTo>
                <a:cubicBezTo>
                  <a:pt x="602" y="456"/>
                  <a:pt x="592" y="475"/>
                  <a:pt x="581" y="492"/>
                </a:cubicBezTo>
                <a:cubicBezTo>
                  <a:pt x="569" y="510"/>
                  <a:pt x="556" y="526"/>
                  <a:pt x="542" y="541"/>
                </a:cubicBezTo>
                <a:cubicBezTo>
                  <a:pt x="527" y="555"/>
                  <a:pt x="511" y="569"/>
                  <a:pt x="494" y="580"/>
                </a:cubicBezTo>
                <a:cubicBezTo>
                  <a:pt x="476" y="592"/>
                  <a:pt x="458" y="601"/>
                  <a:pt x="439" y="609"/>
                </a:cubicBezTo>
                <a:cubicBezTo>
                  <a:pt x="420" y="617"/>
                  <a:pt x="400" y="623"/>
                  <a:pt x="380" y="627"/>
                </a:cubicBezTo>
                <a:cubicBezTo>
                  <a:pt x="359" y="631"/>
                  <a:pt x="339" y="633"/>
                  <a:pt x="318" y="633"/>
                </a:cubicBezTo>
                <a:cubicBezTo>
                  <a:pt x="297" y="633"/>
                  <a:pt x="276" y="631"/>
                  <a:pt x="256" y="627"/>
                </a:cubicBezTo>
                <a:cubicBezTo>
                  <a:pt x="236" y="623"/>
                  <a:pt x="216" y="617"/>
                  <a:pt x="197" y="609"/>
                </a:cubicBezTo>
                <a:cubicBezTo>
                  <a:pt x="177" y="601"/>
                  <a:pt x="158" y="592"/>
                  <a:pt x="141" y="580"/>
                </a:cubicBezTo>
                <a:cubicBezTo>
                  <a:pt x="124" y="569"/>
                  <a:pt x="108" y="555"/>
                  <a:pt x="93" y="541"/>
                </a:cubicBezTo>
                <a:cubicBezTo>
                  <a:pt x="78" y="526"/>
                  <a:pt x="65" y="510"/>
                  <a:pt x="54" y="492"/>
                </a:cubicBezTo>
                <a:cubicBezTo>
                  <a:pt x="42" y="475"/>
                  <a:pt x="32" y="456"/>
                  <a:pt x="24" y="437"/>
                </a:cubicBezTo>
                <a:cubicBezTo>
                  <a:pt x="17" y="418"/>
                  <a:pt x="11" y="398"/>
                  <a:pt x="6" y="378"/>
                </a:cubicBezTo>
                <a:cubicBezTo>
                  <a:pt x="2" y="357"/>
                  <a:pt x="0" y="337"/>
                  <a:pt x="0" y="316"/>
                </a:cubicBezTo>
                <a:cubicBezTo>
                  <a:pt x="0" y="295"/>
                  <a:pt x="2" y="275"/>
                  <a:pt x="6" y="254"/>
                </a:cubicBezTo>
                <a:cubicBezTo>
                  <a:pt x="11" y="234"/>
                  <a:pt x="17" y="214"/>
                  <a:pt x="24" y="195"/>
                </a:cubicBezTo>
                <a:cubicBezTo>
                  <a:pt x="32" y="176"/>
                  <a:pt x="42" y="157"/>
                  <a:pt x="54" y="140"/>
                </a:cubicBezTo>
                <a:cubicBezTo>
                  <a:pt x="65" y="123"/>
                  <a:pt x="78" y="107"/>
                  <a:pt x="93" y="92"/>
                </a:cubicBezTo>
                <a:cubicBezTo>
                  <a:pt x="108" y="78"/>
                  <a:pt x="124" y="64"/>
                  <a:pt x="141" y="53"/>
                </a:cubicBezTo>
                <a:cubicBezTo>
                  <a:pt x="158" y="41"/>
                  <a:pt x="177" y="32"/>
                  <a:pt x="197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cubicBezTo>
                  <a:pt x="339" y="0"/>
                  <a:pt x="359" y="2"/>
                  <a:pt x="380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1"/>
                  <a:pt x="494" y="53"/>
                </a:cubicBezTo>
                <a:cubicBezTo>
                  <a:pt x="511" y="64"/>
                  <a:pt x="527" y="78"/>
                  <a:pt x="542" y="92"/>
                </a:cubicBezTo>
                <a:cubicBezTo>
                  <a:pt x="556" y="107"/>
                  <a:pt x="569" y="123"/>
                  <a:pt x="581" y="140"/>
                </a:cubicBezTo>
                <a:cubicBezTo>
                  <a:pt x="592" y="157"/>
                  <a:pt x="602" y="176"/>
                  <a:pt x="610" y="195"/>
                </a:cubicBezTo>
                <a:cubicBezTo>
                  <a:pt x="618" y="214"/>
                  <a:pt x="624" y="234"/>
                  <a:pt x="628" y="254"/>
                </a:cubicBezTo>
                <a:cubicBezTo>
                  <a:pt x="632" y="275"/>
                  <a:pt x="634" y="295"/>
                  <a:pt x="634" y="316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3230280" y="334512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634" y="316"/>
                </a:moveTo>
                <a:cubicBezTo>
                  <a:pt x="634" y="337"/>
                  <a:pt x="632" y="357"/>
                  <a:pt x="628" y="378"/>
                </a:cubicBezTo>
                <a:cubicBezTo>
                  <a:pt x="624" y="398"/>
                  <a:pt x="618" y="418"/>
                  <a:pt x="610" y="437"/>
                </a:cubicBezTo>
                <a:cubicBezTo>
                  <a:pt x="602" y="456"/>
                  <a:pt x="592" y="475"/>
                  <a:pt x="581" y="492"/>
                </a:cubicBezTo>
                <a:cubicBezTo>
                  <a:pt x="569" y="510"/>
                  <a:pt x="556" y="526"/>
                  <a:pt x="542" y="541"/>
                </a:cubicBezTo>
                <a:cubicBezTo>
                  <a:pt x="527" y="555"/>
                  <a:pt x="511" y="569"/>
                  <a:pt x="494" y="580"/>
                </a:cubicBezTo>
                <a:cubicBezTo>
                  <a:pt x="476" y="592"/>
                  <a:pt x="458" y="601"/>
                  <a:pt x="439" y="609"/>
                </a:cubicBezTo>
                <a:cubicBezTo>
                  <a:pt x="420" y="617"/>
                  <a:pt x="400" y="623"/>
                  <a:pt x="380" y="627"/>
                </a:cubicBezTo>
                <a:cubicBezTo>
                  <a:pt x="359" y="631"/>
                  <a:pt x="339" y="633"/>
                  <a:pt x="318" y="633"/>
                </a:cubicBezTo>
                <a:cubicBezTo>
                  <a:pt x="297" y="633"/>
                  <a:pt x="276" y="631"/>
                  <a:pt x="256" y="627"/>
                </a:cubicBezTo>
                <a:cubicBezTo>
                  <a:pt x="236" y="623"/>
                  <a:pt x="216" y="617"/>
                  <a:pt x="197" y="609"/>
                </a:cubicBezTo>
                <a:cubicBezTo>
                  <a:pt x="177" y="601"/>
                  <a:pt x="158" y="592"/>
                  <a:pt x="141" y="580"/>
                </a:cubicBezTo>
                <a:cubicBezTo>
                  <a:pt x="124" y="569"/>
                  <a:pt x="108" y="555"/>
                  <a:pt x="93" y="541"/>
                </a:cubicBezTo>
                <a:cubicBezTo>
                  <a:pt x="78" y="526"/>
                  <a:pt x="65" y="510"/>
                  <a:pt x="54" y="492"/>
                </a:cubicBezTo>
                <a:cubicBezTo>
                  <a:pt x="42" y="475"/>
                  <a:pt x="32" y="456"/>
                  <a:pt x="24" y="437"/>
                </a:cubicBezTo>
                <a:cubicBezTo>
                  <a:pt x="17" y="418"/>
                  <a:pt x="11" y="398"/>
                  <a:pt x="6" y="378"/>
                </a:cubicBezTo>
                <a:cubicBezTo>
                  <a:pt x="2" y="357"/>
                  <a:pt x="0" y="337"/>
                  <a:pt x="0" y="316"/>
                </a:cubicBezTo>
                <a:cubicBezTo>
                  <a:pt x="0" y="295"/>
                  <a:pt x="2" y="275"/>
                  <a:pt x="6" y="254"/>
                </a:cubicBezTo>
                <a:cubicBezTo>
                  <a:pt x="11" y="234"/>
                  <a:pt x="17" y="214"/>
                  <a:pt x="24" y="195"/>
                </a:cubicBezTo>
                <a:cubicBezTo>
                  <a:pt x="32" y="176"/>
                  <a:pt x="42" y="157"/>
                  <a:pt x="54" y="140"/>
                </a:cubicBezTo>
                <a:cubicBezTo>
                  <a:pt x="65" y="123"/>
                  <a:pt x="78" y="107"/>
                  <a:pt x="93" y="92"/>
                </a:cubicBezTo>
                <a:cubicBezTo>
                  <a:pt x="108" y="78"/>
                  <a:pt x="124" y="64"/>
                  <a:pt x="141" y="53"/>
                </a:cubicBezTo>
                <a:cubicBezTo>
                  <a:pt x="158" y="41"/>
                  <a:pt x="177" y="32"/>
                  <a:pt x="197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cubicBezTo>
                  <a:pt x="339" y="0"/>
                  <a:pt x="359" y="2"/>
                  <a:pt x="380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1"/>
                  <a:pt x="494" y="53"/>
                </a:cubicBezTo>
                <a:cubicBezTo>
                  <a:pt x="511" y="64"/>
                  <a:pt x="527" y="78"/>
                  <a:pt x="542" y="92"/>
                </a:cubicBezTo>
                <a:cubicBezTo>
                  <a:pt x="556" y="107"/>
                  <a:pt x="569" y="123"/>
                  <a:pt x="581" y="140"/>
                </a:cubicBezTo>
                <a:cubicBezTo>
                  <a:pt x="592" y="157"/>
                  <a:pt x="602" y="176"/>
                  <a:pt x="610" y="195"/>
                </a:cubicBezTo>
                <a:cubicBezTo>
                  <a:pt x="618" y="214"/>
                  <a:pt x="624" y="234"/>
                  <a:pt x="628" y="254"/>
                </a:cubicBezTo>
                <a:cubicBezTo>
                  <a:pt x="632" y="275"/>
                  <a:pt x="634" y="295"/>
                  <a:pt x="634" y="316"/>
                </a:cubicBezTo>
                <a:close/>
              </a:path>
            </a:pathLst>
          </a:custGeom>
          <a:noFill/>
          <a:ln w="17280">
            <a:solidFill>
              <a:srgbClr val="8a5a1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3309120" y="3423960"/>
            <a:ext cx="70560" cy="70200"/>
          </a:xfrm>
          <a:custGeom>
            <a:avLst/>
            <a:gdLst/>
            <a:ahLst/>
            <a:rect l="0" t="0" r="r" b="b"/>
            <a:pathLst>
              <a:path w="196" h="195">
                <a:moveTo>
                  <a:pt x="196" y="98"/>
                </a:moveTo>
                <a:cubicBezTo>
                  <a:pt x="196" y="111"/>
                  <a:pt x="194" y="123"/>
                  <a:pt x="189" y="135"/>
                </a:cubicBezTo>
                <a:cubicBezTo>
                  <a:pt x="184" y="147"/>
                  <a:pt x="177" y="158"/>
                  <a:pt x="168" y="167"/>
                </a:cubicBezTo>
                <a:cubicBezTo>
                  <a:pt x="158" y="176"/>
                  <a:pt x="148" y="183"/>
                  <a:pt x="136" y="188"/>
                </a:cubicBezTo>
                <a:cubicBezTo>
                  <a:pt x="124" y="193"/>
                  <a:pt x="112" y="195"/>
                  <a:pt x="99" y="195"/>
                </a:cubicBezTo>
                <a:cubicBezTo>
                  <a:pt x="86" y="195"/>
                  <a:pt x="73" y="193"/>
                  <a:pt x="62" y="188"/>
                </a:cubicBezTo>
                <a:cubicBezTo>
                  <a:pt x="50" y="183"/>
                  <a:pt x="39" y="176"/>
                  <a:pt x="30" y="167"/>
                </a:cubicBezTo>
                <a:cubicBezTo>
                  <a:pt x="20" y="158"/>
                  <a:pt x="13" y="147"/>
                  <a:pt x="8" y="135"/>
                </a:cubicBezTo>
                <a:cubicBezTo>
                  <a:pt x="3" y="123"/>
                  <a:pt x="0" y="111"/>
                  <a:pt x="0" y="98"/>
                </a:cubicBezTo>
                <a:cubicBezTo>
                  <a:pt x="0" y="84"/>
                  <a:pt x="3" y="72"/>
                  <a:pt x="8" y="60"/>
                </a:cubicBezTo>
                <a:cubicBezTo>
                  <a:pt x="13" y="48"/>
                  <a:pt x="20" y="37"/>
                  <a:pt x="30" y="28"/>
                </a:cubicBezTo>
                <a:cubicBezTo>
                  <a:pt x="39" y="19"/>
                  <a:pt x="50" y="12"/>
                  <a:pt x="62" y="7"/>
                </a:cubicBezTo>
                <a:cubicBezTo>
                  <a:pt x="73" y="2"/>
                  <a:pt x="86" y="0"/>
                  <a:pt x="99" y="0"/>
                </a:cubicBezTo>
                <a:cubicBezTo>
                  <a:pt x="112" y="0"/>
                  <a:pt x="124" y="2"/>
                  <a:pt x="136" y="7"/>
                </a:cubicBezTo>
                <a:cubicBezTo>
                  <a:pt x="148" y="12"/>
                  <a:pt x="158" y="19"/>
                  <a:pt x="168" y="28"/>
                </a:cubicBezTo>
                <a:cubicBezTo>
                  <a:pt x="177" y="37"/>
                  <a:pt x="184" y="48"/>
                  <a:pt x="189" y="60"/>
                </a:cubicBezTo>
                <a:cubicBezTo>
                  <a:pt x="194" y="72"/>
                  <a:pt x="196" y="84"/>
                  <a:pt x="196" y="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6" name=""/>
          <p:cNvSpPr/>
          <p:nvPr/>
        </p:nvSpPr>
        <p:spPr>
          <a:xfrm>
            <a:off x="3309120" y="3423960"/>
            <a:ext cx="70560" cy="70200"/>
          </a:xfrm>
          <a:custGeom>
            <a:avLst/>
            <a:gdLst/>
            <a:ahLst/>
            <a:rect l="0" t="0" r="r" b="b"/>
            <a:pathLst>
              <a:path w="196" h="195">
                <a:moveTo>
                  <a:pt x="196" y="98"/>
                </a:moveTo>
                <a:cubicBezTo>
                  <a:pt x="196" y="111"/>
                  <a:pt x="194" y="123"/>
                  <a:pt x="189" y="135"/>
                </a:cubicBezTo>
                <a:cubicBezTo>
                  <a:pt x="184" y="147"/>
                  <a:pt x="177" y="158"/>
                  <a:pt x="168" y="167"/>
                </a:cubicBezTo>
                <a:cubicBezTo>
                  <a:pt x="158" y="176"/>
                  <a:pt x="148" y="183"/>
                  <a:pt x="136" y="188"/>
                </a:cubicBezTo>
                <a:cubicBezTo>
                  <a:pt x="124" y="193"/>
                  <a:pt x="112" y="195"/>
                  <a:pt x="99" y="195"/>
                </a:cubicBezTo>
                <a:cubicBezTo>
                  <a:pt x="86" y="195"/>
                  <a:pt x="73" y="193"/>
                  <a:pt x="62" y="188"/>
                </a:cubicBezTo>
                <a:cubicBezTo>
                  <a:pt x="50" y="183"/>
                  <a:pt x="39" y="176"/>
                  <a:pt x="30" y="167"/>
                </a:cubicBezTo>
                <a:cubicBezTo>
                  <a:pt x="20" y="158"/>
                  <a:pt x="13" y="147"/>
                  <a:pt x="8" y="135"/>
                </a:cubicBezTo>
                <a:cubicBezTo>
                  <a:pt x="3" y="123"/>
                  <a:pt x="0" y="111"/>
                  <a:pt x="0" y="98"/>
                </a:cubicBezTo>
                <a:cubicBezTo>
                  <a:pt x="0" y="84"/>
                  <a:pt x="3" y="72"/>
                  <a:pt x="8" y="60"/>
                </a:cubicBezTo>
                <a:cubicBezTo>
                  <a:pt x="13" y="48"/>
                  <a:pt x="20" y="37"/>
                  <a:pt x="30" y="28"/>
                </a:cubicBezTo>
                <a:cubicBezTo>
                  <a:pt x="39" y="19"/>
                  <a:pt x="50" y="12"/>
                  <a:pt x="62" y="7"/>
                </a:cubicBezTo>
                <a:cubicBezTo>
                  <a:pt x="73" y="2"/>
                  <a:pt x="86" y="0"/>
                  <a:pt x="99" y="0"/>
                </a:cubicBezTo>
                <a:cubicBezTo>
                  <a:pt x="112" y="0"/>
                  <a:pt x="124" y="2"/>
                  <a:pt x="136" y="7"/>
                </a:cubicBezTo>
                <a:cubicBezTo>
                  <a:pt x="148" y="12"/>
                  <a:pt x="158" y="19"/>
                  <a:pt x="168" y="28"/>
                </a:cubicBezTo>
                <a:cubicBezTo>
                  <a:pt x="177" y="37"/>
                  <a:pt x="184" y="48"/>
                  <a:pt x="189" y="60"/>
                </a:cubicBezTo>
                <a:cubicBezTo>
                  <a:pt x="194" y="72"/>
                  <a:pt x="196" y="84"/>
                  <a:pt x="196" y="98"/>
                </a:cubicBezTo>
                <a:close/>
              </a:path>
            </a:pathLst>
          </a:custGeom>
          <a:noFill/>
          <a:ln w="17280">
            <a:solidFill>
              <a:srgbClr val="8a5a1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7" name=""/>
          <p:cNvSpPr/>
          <p:nvPr/>
        </p:nvSpPr>
        <p:spPr>
          <a:xfrm>
            <a:off x="3344400" y="3458880"/>
            <a:ext cx="149040" cy="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8" name=""/>
          <p:cNvSpPr/>
          <p:nvPr/>
        </p:nvSpPr>
        <p:spPr>
          <a:xfrm>
            <a:off x="3344400" y="3458880"/>
            <a:ext cx="74880" cy="12924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 flipH="1">
            <a:off x="3269880" y="3458880"/>
            <a:ext cx="74880" cy="12924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/>
          <p:nvPr/>
        </p:nvSpPr>
        <p:spPr>
          <a:xfrm flipH="1">
            <a:off x="3195360" y="3458880"/>
            <a:ext cx="149040" cy="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 flipH="1" flipV="1">
            <a:off x="3269880" y="3330000"/>
            <a:ext cx="74880" cy="12924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 flipV="1">
            <a:off x="3344400" y="3330000"/>
            <a:ext cx="74880" cy="129240"/>
          </a:xfrm>
          <a:prstGeom prst="line">
            <a:avLst/>
          </a:prstGeom>
          <a:ln w="2628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/>
          <p:nvPr/>
        </p:nvSpPr>
        <p:spPr>
          <a:xfrm>
            <a:off x="4036680" y="3081960"/>
            <a:ext cx="192960" cy="193320"/>
          </a:xfrm>
          <a:custGeom>
            <a:avLst/>
            <a:gdLst/>
            <a:ahLst/>
            <a:rect l="0" t="0" r="r" b="b"/>
            <a:pathLst>
              <a:path w="536" h="537">
                <a:moveTo>
                  <a:pt x="536" y="269"/>
                </a:moveTo>
                <a:cubicBezTo>
                  <a:pt x="536" y="287"/>
                  <a:pt x="534" y="304"/>
                  <a:pt x="531" y="321"/>
                </a:cubicBezTo>
                <a:cubicBezTo>
                  <a:pt x="528" y="339"/>
                  <a:pt x="522" y="355"/>
                  <a:pt x="516" y="372"/>
                </a:cubicBezTo>
                <a:cubicBezTo>
                  <a:pt x="509" y="388"/>
                  <a:pt x="501" y="403"/>
                  <a:pt x="491" y="418"/>
                </a:cubicBezTo>
                <a:cubicBezTo>
                  <a:pt x="481" y="433"/>
                  <a:pt x="470" y="446"/>
                  <a:pt x="458" y="458"/>
                </a:cubicBezTo>
                <a:cubicBezTo>
                  <a:pt x="445" y="471"/>
                  <a:pt x="432" y="482"/>
                  <a:pt x="417" y="492"/>
                </a:cubicBezTo>
                <a:cubicBezTo>
                  <a:pt x="402" y="502"/>
                  <a:pt x="387" y="510"/>
                  <a:pt x="371" y="516"/>
                </a:cubicBezTo>
                <a:cubicBezTo>
                  <a:pt x="355" y="523"/>
                  <a:pt x="338" y="528"/>
                  <a:pt x="321" y="532"/>
                </a:cubicBezTo>
                <a:cubicBezTo>
                  <a:pt x="303" y="535"/>
                  <a:pt x="285" y="537"/>
                  <a:pt x="267" y="537"/>
                </a:cubicBezTo>
                <a:cubicBezTo>
                  <a:pt x="250" y="537"/>
                  <a:pt x="232" y="535"/>
                  <a:pt x="215" y="532"/>
                </a:cubicBezTo>
                <a:cubicBezTo>
                  <a:pt x="198" y="528"/>
                  <a:pt x="181" y="523"/>
                  <a:pt x="165" y="516"/>
                </a:cubicBezTo>
                <a:cubicBezTo>
                  <a:pt x="149" y="510"/>
                  <a:pt x="133" y="502"/>
                  <a:pt x="119" y="492"/>
                </a:cubicBezTo>
                <a:cubicBezTo>
                  <a:pt x="104" y="482"/>
                  <a:pt x="90" y="471"/>
                  <a:pt x="78" y="458"/>
                </a:cubicBezTo>
                <a:cubicBezTo>
                  <a:pt x="66" y="446"/>
                  <a:pt x="55" y="433"/>
                  <a:pt x="45" y="418"/>
                </a:cubicBezTo>
                <a:cubicBezTo>
                  <a:pt x="35" y="403"/>
                  <a:pt x="27" y="388"/>
                  <a:pt x="20" y="372"/>
                </a:cubicBezTo>
                <a:cubicBezTo>
                  <a:pt x="13" y="355"/>
                  <a:pt x="8" y="339"/>
                  <a:pt x="5" y="321"/>
                </a:cubicBezTo>
                <a:cubicBezTo>
                  <a:pt x="1" y="304"/>
                  <a:pt x="0" y="287"/>
                  <a:pt x="0" y="269"/>
                </a:cubicBezTo>
                <a:cubicBezTo>
                  <a:pt x="0" y="251"/>
                  <a:pt x="1" y="233"/>
                  <a:pt x="5" y="216"/>
                </a:cubicBezTo>
                <a:cubicBezTo>
                  <a:pt x="8" y="199"/>
                  <a:pt x="13" y="182"/>
                  <a:pt x="20" y="166"/>
                </a:cubicBezTo>
                <a:cubicBezTo>
                  <a:pt x="27" y="149"/>
                  <a:pt x="35" y="134"/>
                  <a:pt x="45" y="119"/>
                </a:cubicBezTo>
                <a:cubicBezTo>
                  <a:pt x="55" y="105"/>
                  <a:pt x="66" y="91"/>
                  <a:pt x="78" y="79"/>
                </a:cubicBezTo>
                <a:cubicBezTo>
                  <a:pt x="90" y="66"/>
                  <a:pt x="104" y="55"/>
                  <a:pt x="119" y="46"/>
                </a:cubicBezTo>
                <a:cubicBezTo>
                  <a:pt x="133" y="36"/>
                  <a:pt x="149" y="28"/>
                  <a:pt x="165" y="21"/>
                </a:cubicBezTo>
                <a:cubicBezTo>
                  <a:pt x="181" y="14"/>
                  <a:pt x="198" y="9"/>
                  <a:pt x="215" y="6"/>
                </a:cubicBezTo>
                <a:cubicBezTo>
                  <a:pt x="232" y="2"/>
                  <a:pt x="250" y="0"/>
                  <a:pt x="267" y="0"/>
                </a:cubicBezTo>
                <a:cubicBezTo>
                  <a:pt x="285" y="0"/>
                  <a:pt x="303" y="2"/>
                  <a:pt x="321" y="6"/>
                </a:cubicBezTo>
                <a:cubicBezTo>
                  <a:pt x="338" y="9"/>
                  <a:pt x="355" y="14"/>
                  <a:pt x="371" y="21"/>
                </a:cubicBezTo>
                <a:cubicBezTo>
                  <a:pt x="387" y="28"/>
                  <a:pt x="402" y="36"/>
                  <a:pt x="417" y="46"/>
                </a:cubicBezTo>
                <a:cubicBezTo>
                  <a:pt x="432" y="55"/>
                  <a:pt x="445" y="66"/>
                  <a:pt x="458" y="79"/>
                </a:cubicBezTo>
                <a:cubicBezTo>
                  <a:pt x="470" y="91"/>
                  <a:pt x="481" y="105"/>
                  <a:pt x="491" y="119"/>
                </a:cubicBezTo>
                <a:cubicBezTo>
                  <a:pt x="501" y="134"/>
                  <a:pt x="509" y="149"/>
                  <a:pt x="516" y="166"/>
                </a:cubicBezTo>
                <a:cubicBezTo>
                  <a:pt x="522" y="182"/>
                  <a:pt x="528" y="199"/>
                  <a:pt x="531" y="216"/>
                </a:cubicBezTo>
                <a:cubicBezTo>
                  <a:pt x="534" y="233"/>
                  <a:pt x="536" y="251"/>
                  <a:pt x="536" y="26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4036680" y="3081960"/>
            <a:ext cx="192960" cy="193320"/>
          </a:xfrm>
          <a:custGeom>
            <a:avLst/>
            <a:gdLst/>
            <a:ahLst/>
            <a:rect l="0" t="0" r="r" b="b"/>
            <a:pathLst>
              <a:path w="536" h="537">
                <a:moveTo>
                  <a:pt x="536" y="269"/>
                </a:moveTo>
                <a:cubicBezTo>
                  <a:pt x="536" y="287"/>
                  <a:pt x="534" y="304"/>
                  <a:pt x="531" y="321"/>
                </a:cubicBezTo>
                <a:cubicBezTo>
                  <a:pt x="528" y="339"/>
                  <a:pt x="522" y="355"/>
                  <a:pt x="516" y="372"/>
                </a:cubicBezTo>
                <a:cubicBezTo>
                  <a:pt x="509" y="388"/>
                  <a:pt x="501" y="403"/>
                  <a:pt x="491" y="418"/>
                </a:cubicBezTo>
                <a:cubicBezTo>
                  <a:pt x="481" y="433"/>
                  <a:pt x="470" y="446"/>
                  <a:pt x="458" y="458"/>
                </a:cubicBezTo>
                <a:cubicBezTo>
                  <a:pt x="445" y="471"/>
                  <a:pt x="432" y="482"/>
                  <a:pt x="417" y="492"/>
                </a:cubicBezTo>
                <a:cubicBezTo>
                  <a:pt x="402" y="502"/>
                  <a:pt x="387" y="510"/>
                  <a:pt x="371" y="516"/>
                </a:cubicBezTo>
                <a:cubicBezTo>
                  <a:pt x="355" y="523"/>
                  <a:pt x="338" y="528"/>
                  <a:pt x="321" y="532"/>
                </a:cubicBezTo>
                <a:cubicBezTo>
                  <a:pt x="303" y="535"/>
                  <a:pt x="285" y="537"/>
                  <a:pt x="267" y="537"/>
                </a:cubicBezTo>
                <a:cubicBezTo>
                  <a:pt x="250" y="537"/>
                  <a:pt x="232" y="535"/>
                  <a:pt x="215" y="532"/>
                </a:cubicBezTo>
                <a:cubicBezTo>
                  <a:pt x="198" y="528"/>
                  <a:pt x="181" y="523"/>
                  <a:pt x="165" y="516"/>
                </a:cubicBezTo>
                <a:cubicBezTo>
                  <a:pt x="149" y="510"/>
                  <a:pt x="133" y="502"/>
                  <a:pt x="119" y="492"/>
                </a:cubicBezTo>
                <a:cubicBezTo>
                  <a:pt x="104" y="482"/>
                  <a:pt x="90" y="471"/>
                  <a:pt x="78" y="458"/>
                </a:cubicBezTo>
                <a:cubicBezTo>
                  <a:pt x="66" y="446"/>
                  <a:pt x="55" y="433"/>
                  <a:pt x="45" y="418"/>
                </a:cubicBezTo>
                <a:cubicBezTo>
                  <a:pt x="35" y="403"/>
                  <a:pt x="27" y="388"/>
                  <a:pt x="20" y="372"/>
                </a:cubicBezTo>
                <a:cubicBezTo>
                  <a:pt x="13" y="355"/>
                  <a:pt x="8" y="339"/>
                  <a:pt x="5" y="321"/>
                </a:cubicBezTo>
                <a:cubicBezTo>
                  <a:pt x="1" y="304"/>
                  <a:pt x="0" y="287"/>
                  <a:pt x="0" y="269"/>
                </a:cubicBezTo>
                <a:cubicBezTo>
                  <a:pt x="0" y="251"/>
                  <a:pt x="1" y="233"/>
                  <a:pt x="5" y="216"/>
                </a:cubicBezTo>
                <a:cubicBezTo>
                  <a:pt x="8" y="199"/>
                  <a:pt x="13" y="182"/>
                  <a:pt x="20" y="166"/>
                </a:cubicBezTo>
                <a:cubicBezTo>
                  <a:pt x="27" y="149"/>
                  <a:pt x="35" y="134"/>
                  <a:pt x="45" y="119"/>
                </a:cubicBezTo>
                <a:cubicBezTo>
                  <a:pt x="55" y="105"/>
                  <a:pt x="66" y="91"/>
                  <a:pt x="78" y="79"/>
                </a:cubicBezTo>
                <a:cubicBezTo>
                  <a:pt x="90" y="66"/>
                  <a:pt x="104" y="55"/>
                  <a:pt x="119" y="46"/>
                </a:cubicBezTo>
                <a:cubicBezTo>
                  <a:pt x="133" y="36"/>
                  <a:pt x="149" y="28"/>
                  <a:pt x="165" y="21"/>
                </a:cubicBezTo>
                <a:cubicBezTo>
                  <a:pt x="181" y="14"/>
                  <a:pt x="198" y="9"/>
                  <a:pt x="215" y="6"/>
                </a:cubicBezTo>
                <a:cubicBezTo>
                  <a:pt x="232" y="2"/>
                  <a:pt x="250" y="0"/>
                  <a:pt x="267" y="0"/>
                </a:cubicBezTo>
                <a:cubicBezTo>
                  <a:pt x="285" y="0"/>
                  <a:pt x="303" y="2"/>
                  <a:pt x="321" y="6"/>
                </a:cubicBezTo>
                <a:cubicBezTo>
                  <a:pt x="338" y="9"/>
                  <a:pt x="355" y="14"/>
                  <a:pt x="371" y="21"/>
                </a:cubicBezTo>
                <a:cubicBezTo>
                  <a:pt x="387" y="28"/>
                  <a:pt x="402" y="36"/>
                  <a:pt x="417" y="46"/>
                </a:cubicBezTo>
                <a:cubicBezTo>
                  <a:pt x="432" y="55"/>
                  <a:pt x="445" y="66"/>
                  <a:pt x="458" y="79"/>
                </a:cubicBezTo>
                <a:cubicBezTo>
                  <a:pt x="470" y="91"/>
                  <a:pt x="481" y="105"/>
                  <a:pt x="491" y="119"/>
                </a:cubicBezTo>
                <a:cubicBezTo>
                  <a:pt x="501" y="134"/>
                  <a:pt x="509" y="149"/>
                  <a:pt x="516" y="166"/>
                </a:cubicBezTo>
                <a:cubicBezTo>
                  <a:pt x="522" y="182"/>
                  <a:pt x="528" y="199"/>
                  <a:pt x="531" y="216"/>
                </a:cubicBezTo>
                <a:cubicBezTo>
                  <a:pt x="534" y="233"/>
                  <a:pt x="536" y="251"/>
                  <a:pt x="536" y="269"/>
                </a:cubicBezTo>
                <a:close/>
              </a:path>
            </a:pathLst>
          </a:custGeom>
          <a:noFill/>
          <a:ln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/>
          <p:nvPr/>
        </p:nvSpPr>
        <p:spPr>
          <a:xfrm>
            <a:off x="4132800" y="3125880"/>
            <a:ext cx="44280" cy="79200"/>
          </a:xfrm>
          <a:custGeom>
            <a:avLst/>
            <a:gdLst/>
            <a:ahLst/>
            <a:rect l="0" t="0" r="r" b="b"/>
            <a:pathLst>
              <a:path fill="none" w="123" h="220">
                <a:moveTo>
                  <a:pt x="0" y="0"/>
                </a:moveTo>
                <a:lnTo>
                  <a:pt x="0" y="146"/>
                </a:lnTo>
                <a:lnTo>
                  <a:pt x="123" y="220"/>
                </a:lnTo>
              </a:path>
            </a:pathLst>
          </a:custGeom>
          <a:ln cap="rnd" w="17280">
            <a:solidFill>
              <a:srgbClr val="a8481f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457200" y="3475080"/>
            <a:ext cx="517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jaren 80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2613600" y="3739680"/>
            <a:ext cx="1585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a8481f"/>
                </a:solidFill>
                <a:latin typeface="Arial"/>
                <a:ea typeface="Arial"/>
              </a:rPr>
              <a:t>per koppeling een vertaalslag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5013720" y="3313800"/>
            <a:ext cx="6940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de afspraak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/>
          <p:nvPr/>
        </p:nvSpPr>
        <p:spPr>
          <a:xfrm>
            <a:off x="6312600" y="3283560"/>
            <a:ext cx="858960" cy="351000"/>
          </a:xfrm>
          <a:custGeom>
            <a:avLst/>
            <a:gdLst/>
            <a:ahLst/>
            <a:rect l="0" t="0" r="r" b="b"/>
            <a:pathLst>
              <a:path w="2386" h="975">
                <a:moveTo>
                  <a:pt x="121" y="0"/>
                </a:moveTo>
                <a:lnTo>
                  <a:pt x="2264" y="0"/>
                </a:lnTo>
                <a:cubicBezTo>
                  <a:pt x="2280" y="0"/>
                  <a:pt x="2296" y="3"/>
                  <a:pt x="2311" y="9"/>
                </a:cubicBezTo>
                <a:cubicBezTo>
                  <a:pt x="2326" y="16"/>
                  <a:pt x="2339" y="24"/>
                  <a:pt x="2350" y="36"/>
                </a:cubicBezTo>
                <a:cubicBezTo>
                  <a:pt x="2362" y="47"/>
                  <a:pt x="2370" y="60"/>
                  <a:pt x="2377" y="75"/>
                </a:cubicBezTo>
                <a:cubicBezTo>
                  <a:pt x="2383" y="90"/>
                  <a:pt x="2386" y="106"/>
                  <a:pt x="2386" y="122"/>
                </a:cubicBezTo>
                <a:lnTo>
                  <a:pt x="2386" y="853"/>
                </a:lnTo>
                <a:cubicBezTo>
                  <a:pt x="2386" y="869"/>
                  <a:pt x="2383" y="885"/>
                  <a:pt x="2377" y="900"/>
                </a:cubicBezTo>
                <a:cubicBezTo>
                  <a:pt x="2370" y="915"/>
                  <a:pt x="2362" y="928"/>
                  <a:pt x="2350" y="939"/>
                </a:cubicBezTo>
                <a:cubicBezTo>
                  <a:pt x="2339" y="951"/>
                  <a:pt x="2326" y="959"/>
                  <a:pt x="2311" y="966"/>
                </a:cubicBezTo>
                <a:cubicBezTo>
                  <a:pt x="2296" y="972"/>
                  <a:pt x="2280" y="975"/>
                  <a:pt x="2264" y="975"/>
                </a:cubicBezTo>
                <a:lnTo>
                  <a:pt x="121" y="975"/>
                </a:lnTo>
                <a:cubicBezTo>
                  <a:pt x="105" y="975"/>
                  <a:pt x="90" y="972"/>
                  <a:pt x="75" y="966"/>
                </a:cubicBezTo>
                <a:cubicBezTo>
                  <a:pt x="60" y="959"/>
                  <a:pt x="47" y="951"/>
                  <a:pt x="35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5" y="0"/>
                  <a:pt x="121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/>
          <p:nvPr/>
        </p:nvSpPr>
        <p:spPr>
          <a:xfrm>
            <a:off x="6312600" y="3283560"/>
            <a:ext cx="858960" cy="351000"/>
          </a:xfrm>
          <a:custGeom>
            <a:avLst/>
            <a:gdLst/>
            <a:ahLst/>
            <a:rect l="0" t="0" r="r" b="b"/>
            <a:pathLst>
              <a:path w="2386" h="975">
                <a:moveTo>
                  <a:pt x="121" y="0"/>
                </a:moveTo>
                <a:lnTo>
                  <a:pt x="2264" y="0"/>
                </a:lnTo>
                <a:cubicBezTo>
                  <a:pt x="2280" y="0"/>
                  <a:pt x="2296" y="3"/>
                  <a:pt x="2311" y="9"/>
                </a:cubicBezTo>
                <a:cubicBezTo>
                  <a:pt x="2326" y="16"/>
                  <a:pt x="2339" y="24"/>
                  <a:pt x="2350" y="36"/>
                </a:cubicBezTo>
                <a:cubicBezTo>
                  <a:pt x="2362" y="47"/>
                  <a:pt x="2370" y="60"/>
                  <a:pt x="2377" y="75"/>
                </a:cubicBezTo>
                <a:cubicBezTo>
                  <a:pt x="2383" y="90"/>
                  <a:pt x="2386" y="106"/>
                  <a:pt x="2386" y="122"/>
                </a:cubicBezTo>
                <a:lnTo>
                  <a:pt x="2386" y="853"/>
                </a:lnTo>
                <a:cubicBezTo>
                  <a:pt x="2386" y="869"/>
                  <a:pt x="2383" y="885"/>
                  <a:pt x="2377" y="900"/>
                </a:cubicBezTo>
                <a:cubicBezTo>
                  <a:pt x="2370" y="915"/>
                  <a:pt x="2362" y="928"/>
                  <a:pt x="2350" y="939"/>
                </a:cubicBezTo>
                <a:cubicBezTo>
                  <a:pt x="2339" y="951"/>
                  <a:pt x="2326" y="959"/>
                  <a:pt x="2311" y="966"/>
                </a:cubicBezTo>
                <a:cubicBezTo>
                  <a:pt x="2296" y="972"/>
                  <a:pt x="2280" y="975"/>
                  <a:pt x="2264" y="975"/>
                </a:cubicBezTo>
                <a:lnTo>
                  <a:pt x="121" y="975"/>
                </a:lnTo>
                <a:cubicBezTo>
                  <a:pt x="105" y="975"/>
                  <a:pt x="90" y="972"/>
                  <a:pt x="75" y="966"/>
                </a:cubicBezTo>
                <a:cubicBezTo>
                  <a:pt x="60" y="959"/>
                  <a:pt x="47" y="951"/>
                  <a:pt x="35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5" y="0"/>
                  <a:pt x="121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/>
          <p:nvPr/>
        </p:nvSpPr>
        <p:spPr>
          <a:xfrm>
            <a:off x="7451640" y="3283560"/>
            <a:ext cx="858960" cy="351000"/>
          </a:xfrm>
          <a:custGeom>
            <a:avLst/>
            <a:gdLst/>
            <a:ahLst/>
            <a:rect l="0" t="0" r="r" b="b"/>
            <a:pathLst>
              <a:path w="2386" h="975">
                <a:moveTo>
                  <a:pt x="122" y="0"/>
                </a:moveTo>
                <a:lnTo>
                  <a:pt x="2264" y="0"/>
                </a:lnTo>
                <a:cubicBezTo>
                  <a:pt x="2281" y="0"/>
                  <a:pt x="2296" y="3"/>
                  <a:pt x="2311" y="9"/>
                </a:cubicBezTo>
                <a:cubicBezTo>
                  <a:pt x="2326" y="16"/>
                  <a:pt x="2339" y="24"/>
                  <a:pt x="2350" y="36"/>
                </a:cubicBezTo>
                <a:cubicBezTo>
                  <a:pt x="2362" y="47"/>
                  <a:pt x="2371" y="60"/>
                  <a:pt x="2377" y="75"/>
                </a:cubicBezTo>
                <a:cubicBezTo>
                  <a:pt x="2383" y="90"/>
                  <a:pt x="2386" y="106"/>
                  <a:pt x="2386" y="122"/>
                </a:cubicBezTo>
                <a:lnTo>
                  <a:pt x="2386" y="853"/>
                </a:lnTo>
                <a:cubicBezTo>
                  <a:pt x="2386" y="869"/>
                  <a:pt x="2383" y="885"/>
                  <a:pt x="2377" y="900"/>
                </a:cubicBezTo>
                <a:cubicBezTo>
                  <a:pt x="2371" y="915"/>
                  <a:pt x="2362" y="928"/>
                  <a:pt x="2350" y="939"/>
                </a:cubicBezTo>
                <a:cubicBezTo>
                  <a:pt x="2339" y="951"/>
                  <a:pt x="2326" y="959"/>
                  <a:pt x="2311" y="966"/>
                </a:cubicBezTo>
                <a:cubicBezTo>
                  <a:pt x="2296" y="972"/>
                  <a:pt x="2281" y="975"/>
                  <a:pt x="2264" y="975"/>
                </a:cubicBezTo>
                <a:lnTo>
                  <a:pt x="122" y="975"/>
                </a:lnTo>
                <a:cubicBezTo>
                  <a:pt x="105" y="975"/>
                  <a:pt x="90" y="972"/>
                  <a:pt x="75" y="966"/>
                </a:cubicBezTo>
                <a:cubicBezTo>
                  <a:pt x="60" y="959"/>
                  <a:pt x="47" y="951"/>
                  <a:pt x="35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5" y="0"/>
                  <a:pt x="122" y="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7451640" y="3283560"/>
            <a:ext cx="858960" cy="351000"/>
          </a:xfrm>
          <a:custGeom>
            <a:avLst/>
            <a:gdLst/>
            <a:ahLst/>
            <a:rect l="0" t="0" r="r" b="b"/>
            <a:pathLst>
              <a:path w="2386" h="975">
                <a:moveTo>
                  <a:pt x="122" y="0"/>
                </a:moveTo>
                <a:lnTo>
                  <a:pt x="2264" y="0"/>
                </a:lnTo>
                <a:cubicBezTo>
                  <a:pt x="2281" y="0"/>
                  <a:pt x="2296" y="3"/>
                  <a:pt x="2311" y="9"/>
                </a:cubicBezTo>
                <a:cubicBezTo>
                  <a:pt x="2326" y="16"/>
                  <a:pt x="2339" y="24"/>
                  <a:pt x="2350" y="36"/>
                </a:cubicBezTo>
                <a:cubicBezTo>
                  <a:pt x="2362" y="47"/>
                  <a:pt x="2371" y="60"/>
                  <a:pt x="2377" y="75"/>
                </a:cubicBezTo>
                <a:cubicBezTo>
                  <a:pt x="2383" y="90"/>
                  <a:pt x="2386" y="106"/>
                  <a:pt x="2386" y="122"/>
                </a:cubicBezTo>
                <a:lnTo>
                  <a:pt x="2386" y="853"/>
                </a:lnTo>
                <a:cubicBezTo>
                  <a:pt x="2386" y="869"/>
                  <a:pt x="2383" y="885"/>
                  <a:pt x="2377" y="900"/>
                </a:cubicBezTo>
                <a:cubicBezTo>
                  <a:pt x="2371" y="915"/>
                  <a:pt x="2362" y="928"/>
                  <a:pt x="2350" y="939"/>
                </a:cubicBezTo>
                <a:cubicBezTo>
                  <a:pt x="2339" y="951"/>
                  <a:pt x="2326" y="959"/>
                  <a:pt x="2311" y="966"/>
                </a:cubicBezTo>
                <a:cubicBezTo>
                  <a:pt x="2296" y="972"/>
                  <a:pt x="2281" y="975"/>
                  <a:pt x="2264" y="975"/>
                </a:cubicBezTo>
                <a:lnTo>
                  <a:pt x="122" y="975"/>
                </a:lnTo>
                <a:cubicBezTo>
                  <a:pt x="105" y="975"/>
                  <a:pt x="90" y="972"/>
                  <a:pt x="75" y="966"/>
                </a:cubicBezTo>
                <a:cubicBezTo>
                  <a:pt x="60" y="959"/>
                  <a:pt x="47" y="951"/>
                  <a:pt x="35" y="939"/>
                </a:cubicBezTo>
                <a:cubicBezTo>
                  <a:pt x="24" y="928"/>
                  <a:pt x="15" y="915"/>
                  <a:pt x="9" y="900"/>
                </a:cubicBezTo>
                <a:cubicBezTo>
                  <a:pt x="3" y="885"/>
                  <a:pt x="0" y="869"/>
                  <a:pt x="0" y="853"/>
                </a:cubicBezTo>
                <a:lnTo>
                  <a:pt x="0" y="122"/>
                </a:lnTo>
                <a:cubicBezTo>
                  <a:pt x="0" y="106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7" y="24"/>
                  <a:pt x="60" y="16"/>
                  <a:pt x="75" y="9"/>
                </a:cubicBezTo>
                <a:cubicBezTo>
                  <a:pt x="90" y="3"/>
                  <a:pt x="105" y="0"/>
                  <a:pt x="122" y="0"/>
                </a:cubicBez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/>
          <p:nvPr/>
        </p:nvSpPr>
        <p:spPr>
          <a:xfrm>
            <a:off x="7171200" y="3406320"/>
            <a:ext cx="280800" cy="105480"/>
          </a:xfrm>
          <a:custGeom>
            <a:avLst/>
            <a:gdLst/>
            <a:ahLst/>
            <a:rect l="0" t="0" r="r" b="b"/>
            <a:pathLst>
              <a:path w="780" h="293">
                <a:moveTo>
                  <a:pt x="0" y="0"/>
                </a:moveTo>
                <a:lnTo>
                  <a:pt x="780" y="0"/>
                </a:lnTo>
                <a:lnTo>
                  <a:pt x="780" y="293"/>
                </a:lnTo>
                <a:lnTo>
                  <a:pt x="0" y="293"/>
                </a:lnTo>
                <a:lnTo>
                  <a:pt x="0" y="0"/>
                </a:ln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/>
          <p:nvPr/>
        </p:nvSpPr>
        <p:spPr>
          <a:xfrm>
            <a:off x="7171200" y="3406320"/>
            <a:ext cx="280800" cy="105480"/>
          </a:xfrm>
          <a:custGeom>
            <a:avLst/>
            <a:gdLst/>
            <a:ahLst/>
            <a:rect l="0" t="0" r="r" b="b"/>
            <a:pathLst>
              <a:path w="780" h="293">
                <a:moveTo>
                  <a:pt x="0" y="0"/>
                </a:moveTo>
                <a:lnTo>
                  <a:pt x="780" y="0"/>
                </a:lnTo>
                <a:lnTo>
                  <a:pt x="780" y="293"/>
                </a:lnTo>
                <a:lnTo>
                  <a:pt x="0" y="293"/>
                </a:lnTo>
                <a:lnTo>
                  <a:pt x="0" y="0"/>
                </a:lnTo>
                <a:close/>
              </a:path>
            </a:pathLst>
          </a:custGeom>
          <a:noFill/>
          <a:ln w="17280">
            <a:solidFill>
              <a:srgbClr val="0e9e7e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/>
          <p:nvPr/>
        </p:nvSpPr>
        <p:spPr>
          <a:xfrm>
            <a:off x="6610320" y="3160800"/>
            <a:ext cx="1314360" cy="0"/>
          </a:xfrm>
          <a:prstGeom prst="line">
            <a:avLst/>
          </a:prstGeom>
          <a:ln w="2628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-12960" bIns="-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/>
          <p:nvPr/>
        </p:nvSpPr>
        <p:spPr>
          <a:xfrm>
            <a:off x="7872120" y="3108240"/>
            <a:ext cx="70560" cy="105480"/>
          </a:xfrm>
          <a:custGeom>
            <a:avLst/>
            <a:gdLst/>
            <a:ahLst/>
            <a:rect l="0" t="0" r="r" b="b"/>
            <a:pathLst>
              <a:path w="196" h="293">
                <a:moveTo>
                  <a:pt x="0" y="0"/>
                </a:moveTo>
                <a:lnTo>
                  <a:pt x="196" y="146"/>
                </a:lnTo>
                <a:lnTo>
                  <a:pt x="0" y="293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5240880" y="34398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0e9e7e"/>
                </a:solidFill>
                <a:latin typeface="DejaVuSans"/>
                <a:ea typeface="DejaVuSans"/>
              </a:rPr>
              <a:t>▶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/>
          <p:nvPr/>
        </p:nvSpPr>
        <p:spPr>
          <a:xfrm>
            <a:off x="456840" y="4019400"/>
            <a:ext cx="8087400" cy="790920"/>
          </a:xfrm>
          <a:custGeom>
            <a:avLst/>
            <a:gdLst/>
            <a:ahLst/>
            <a:rect l="0" t="0" r="r" b="b"/>
            <a:pathLst>
              <a:path w="22465" h="2197">
                <a:moveTo>
                  <a:pt x="0" y="0"/>
                </a:moveTo>
                <a:lnTo>
                  <a:pt x="22465" y="0"/>
                </a:lnTo>
                <a:lnTo>
                  <a:pt x="22465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456840" y="401940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456840" y="4800240"/>
            <a:ext cx="8087400" cy="10080"/>
          </a:xfrm>
          <a:custGeom>
            <a:avLst/>
            <a:gdLst/>
            <a:ahLst/>
            <a:rect l="0" t="0" r="r" b="b"/>
            <a:pathLst>
              <a:path w="22465" h="28">
                <a:moveTo>
                  <a:pt x="0" y="0"/>
                </a:moveTo>
                <a:lnTo>
                  <a:pt x="22465" y="0"/>
                </a:lnTo>
                <a:lnTo>
                  <a:pt x="224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8534160" y="401940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6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/>
          <p:nvPr/>
        </p:nvSpPr>
        <p:spPr>
          <a:xfrm>
            <a:off x="456840" y="401940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780600" y="3739680"/>
            <a:ext cx="12488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0e9e7e"/>
                </a:solidFill>
                <a:latin typeface="Arial"/>
                <a:ea typeface="Arial"/>
              </a:rPr>
              <a:t>netwerken lezen elkaar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634320" y="4228200"/>
            <a:ext cx="88783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Overladen kost tijd, en tijd is waar de groei op stukliep. </a:t>
            </a:r>
            <a:r>
              <a:rPr b="1" lang="en-US" sz="1140" spc="-1" strike="noStrike">
                <a:solidFill>
                  <a:srgbClr val="0e9e7e"/>
                </a:solidFill>
                <a:latin typeface="Arial"/>
                <a:ea typeface="Arial"/>
              </a:rPr>
              <a:t>AI komt straks op zulke afspraken te staan. Wij kunnen die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634320" y="4447080"/>
            <a:ext cx="1107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0e9e7e"/>
                </a:solidFill>
                <a:latin typeface="Arial"/>
                <a:ea typeface="Arial"/>
              </a:rPr>
              <a:t>afspraak zijn.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9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9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94" name=""/>
          <p:cNvSpPr/>
          <p:nvPr/>
        </p:nvSpPr>
        <p:spPr>
          <a:xfrm>
            <a:off x="456840" y="1152360"/>
            <a:ext cx="2601000" cy="2029320"/>
          </a:xfrm>
          <a:custGeom>
            <a:avLst/>
            <a:gdLst/>
            <a:ahLst/>
            <a:rect l="0" t="0" r="r" b="b"/>
            <a:pathLst>
              <a:path w="7225" h="5637">
                <a:moveTo>
                  <a:pt x="0" y="5372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5" y="103"/>
                  <a:pt x="66" y="90"/>
                  <a:pt x="78" y="77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2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2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7"/>
                  <a:pt x="7093" y="35"/>
                  <a:pt x="7107" y="45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90"/>
                  <a:pt x="7170" y="103"/>
                  <a:pt x="7180" y="118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5"/>
                </a:cubicBezTo>
                <a:lnTo>
                  <a:pt x="7225" y="5372"/>
                </a:lnTo>
                <a:cubicBezTo>
                  <a:pt x="7225" y="5389"/>
                  <a:pt x="7223" y="5407"/>
                  <a:pt x="7220" y="5424"/>
                </a:cubicBezTo>
                <a:cubicBezTo>
                  <a:pt x="7216" y="5441"/>
                  <a:pt x="7211" y="5457"/>
                  <a:pt x="7204" y="5473"/>
                </a:cubicBezTo>
                <a:cubicBezTo>
                  <a:pt x="7198" y="5489"/>
                  <a:pt x="7190" y="5505"/>
                  <a:pt x="7180" y="5519"/>
                </a:cubicBezTo>
                <a:cubicBezTo>
                  <a:pt x="7170" y="5533"/>
                  <a:pt x="7159" y="5547"/>
                  <a:pt x="7147" y="5559"/>
                </a:cubicBezTo>
                <a:cubicBezTo>
                  <a:pt x="7135" y="5571"/>
                  <a:pt x="7121" y="5582"/>
                  <a:pt x="7107" y="5592"/>
                </a:cubicBezTo>
                <a:cubicBezTo>
                  <a:pt x="7093" y="5602"/>
                  <a:pt x="7077" y="5610"/>
                  <a:pt x="7061" y="5616"/>
                </a:cubicBezTo>
                <a:cubicBezTo>
                  <a:pt x="7045" y="5623"/>
                  <a:pt x="7029" y="5628"/>
                  <a:pt x="7012" y="5631"/>
                </a:cubicBezTo>
                <a:cubicBezTo>
                  <a:pt x="6995" y="5635"/>
                  <a:pt x="6977" y="5637"/>
                  <a:pt x="6960" y="5637"/>
                </a:cubicBezTo>
                <a:lnTo>
                  <a:pt x="265" y="5637"/>
                </a:lnTo>
                <a:cubicBezTo>
                  <a:pt x="248" y="5637"/>
                  <a:pt x="231" y="5635"/>
                  <a:pt x="213" y="5631"/>
                </a:cubicBezTo>
                <a:cubicBezTo>
                  <a:pt x="196" y="5628"/>
                  <a:pt x="180" y="5623"/>
                  <a:pt x="164" y="5616"/>
                </a:cubicBezTo>
                <a:cubicBezTo>
                  <a:pt x="148" y="5610"/>
                  <a:pt x="133" y="5602"/>
                  <a:pt x="118" y="5592"/>
                </a:cubicBezTo>
                <a:cubicBezTo>
                  <a:pt x="104" y="5582"/>
                  <a:pt x="90" y="5571"/>
                  <a:pt x="78" y="5559"/>
                </a:cubicBezTo>
                <a:cubicBezTo>
                  <a:pt x="66" y="5547"/>
                  <a:pt x="55" y="5533"/>
                  <a:pt x="45" y="5519"/>
                </a:cubicBezTo>
                <a:cubicBezTo>
                  <a:pt x="35" y="5505"/>
                  <a:pt x="27" y="5489"/>
                  <a:pt x="21" y="5473"/>
                </a:cubicBezTo>
                <a:cubicBezTo>
                  <a:pt x="14" y="5457"/>
                  <a:pt x="9" y="5441"/>
                  <a:pt x="6" y="5424"/>
                </a:cubicBezTo>
                <a:cubicBezTo>
                  <a:pt x="2" y="5407"/>
                  <a:pt x="0" y="5389"/>
                  <a:pt x="0" y="5372"/>
                </a:cubicBezTo>
                <a:close/>
              </a:path>
            </a:pathLst>
          </a:custGeom>
          <a:solidFill>
            <a:srgbClr val="fbf1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439920" y="510480"/>
            <a:ext cx="7728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Maar wat als AI alles anders gaat doen?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81180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/>
          <p:nvPr/>
        </p:nvSpPr>
        <p:spPr>
          <a:xfrm>
            <a:off x="92340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103464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114624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125748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/>
          <p:nvPr/>
        </p:nvSpPr>
        <p:spPr>
          <a:xfrm>
            <a:off x="1369080" y="1636200"/>
            <a:ext cx="0" cy="20556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/>
          <p:nvPr/>
        </p:nvSpPr>
        <p:spPr>
          <a:xfrm>
            <a:off x="760320" y="1670400"/>
            <a:ext cx="6343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/>
          <p:nvPr/>
        </p:nvSpPr>
        <p:spPr>
          <a:xfrm>
            <a:off x="760320" y="1807560"/>
            <a:ext cx="6343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/>
          <p:nvPr/>
        </p:nvSpPr>
        <p:spPr>
          <a:xfrm>
            <a:off x="160056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/>
          <p:nvPr/>
        </p:nvSpPr>
        <p:spPr>
          <a:xfrm>
            <a:off x="171180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182340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/>
          <p:nvPr/>
        </p:nvSpPr>
        <p:spPr>
          <a:xfrm>
            <a:off x="193464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/>
          <p:nvPr/>
        </p:nvSpPr>
        <p:spPr>
          <a:xfrm>
            <a:off x="204624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/>
          <p:nvPr/>
        </p:nvSpPr>
        <p:spPr>
          <a:xfrm>
            <a:off x="2157840" y="192780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/>
          <p:nvPr/>
        </p:nvSpPr>
        <p:spPr>
          <a:xfrm>
            <a:off x="1549080" y="1962000"/>
            <a:ext cx="6343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1" name=""/>
          <p:cNvSpPr/>
          <p:nvPr/>
        </p:nvSpPr>
        <p:spPr>
          <a:xfrm>
            <a:off x="1549080" y="2047680"/>
            <a:ext cx="6343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2" name=""/>
          <p:cNvSpPr/>
          <p:nvPr/>
        </p:nvSpPr>
        <p:spPr>
          <a:xfrm>
            <a:off x="206352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3" name=""/>
          <p:cNvSpPr/>
          <p:nvPr/>
        </p:nvSpPr>
        <p:spPr>
          <a:xfrm>
            <a:off x="217476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/>
          <p:nvPr/>
        </p:nvSpPr>
        <p:spPr>
          <a:xfrm>
            <a:off x="228636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/>
          <p:nvPr/>
        </p:nvSpPr>
        <p:spPr>
          <a:xfrm>
            <a:off x="239760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/>
          <p:nvPr/>
        </p:nvSpPr>
        <p:spPr>
          <a:xfrm>
            <a:off x="250920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7" name=""/>
          <p:cNvSpPr/>
          <p:nvPr/>
        </p:nvSpPr>
        <p:spPr>
          <a:xfrm>
            <a:off x="262044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/>
          <p:nvPr/>
        </p:nvSpPr>
        <p:spPr>
          <a:xfrm>
            <a:off x="2732040" y="2167560"/>
            <a:ext cx="0" cy="1886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9" name=""/>
          <p:cNvSpPr/>
          <p:nvPr/>
        </p:nvSpPr>
        <p:spPr>
          <a:xfrm>
            <a:off x="2012040" y="2201760"/>
            <a:ext cx="7369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0" name=""/>
          <p:cNvSpPr/>
          <p:nvPr/>
        </p:nvSpPr>
        <p:spPr>
          <a:xfrm>
            <a:off x="2012040" y="2322000"/>
            <a:ext cx="73692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/>
          <p:nvPr/>
        </p:nvSpPr>
        <p:spPr>
          <a:xfrm>
            <a:off x="1454760" y="1618920"/>
            <a:ext cx="17640" cy="214920"/>
          </a:xfrm>
          <a:custGeom>
            <a:avLst/>
            <a:gdLst/>
            <a:ahLst/>
            <a:rect l="0" t="0" r="r" b="b"/>
            <a:pathLst>
              <a:path w="49" h="597">
                <a:moveTo>
                  <a:pt x="49" y="0"/>
                </a:moveTo>
                <a:lnTo>
                  <a:pt x="49" y="96"/>
                </a:lnTo>
                <a:lnTo>
                  <a:pt x="0" y="96"/>
                </a:lnTo>
                <a:lnTo>
                  <a:pt x="0" y="0"/>
                </a:lnTo>
                <a:lnTo>
                  <a:pt x="49" y="0"/>
                </a:lnTo>
                <a:moveTo>
                  <a:pt x="49" y="167"/>
                </a:moveTo>
                <a:lnTo>
                  <a:pt x="49" y="262"/>
                </a:lnTo>
                <a:lnTo>
                  <a:pt x="0" y="262"/>
                </a:lnTo>
                <a:lnTo>
                  <a:pt x="0" y="167"/>
                </a:lnTo>
                <a:lnTo>
                  <a:pt x="49" y="167"/>
                </a:lnTo>
                <a:moveTo>
                  <a:pt x="49" y="334"/>
                </a:moveTo>
                <a:lnTo>
                  <a:pt x="49" y="429"/>
                </a:lnTo>
                <a:lnTo>
                  <a:pt x="0" y="429"/>
                </a:lnTo>
                <a:lnTo>
                  <a:pt x="0" y="334"/>
                </a:lnTo>
                <a:lnTo>
                  <a:pt x="49" y="334"/>
                </a:lnTo>
                <a:moveTo>
                  <a:pt x="49" y="500"/>
                </a:moveTo>
                <a:lnTo>
                  <a:pt x="49" y="597"/>
                </a:lnTo>
                <a:lnTo>
                  <a:pt x="0" y="597"/>
                </a:lnTo>
                <a:lnTo>
                  <a:pt x="0" y="500"/>
                </a:lnTo>
                <a:lnTo>
                  <a:pt x="49" y="50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/>
          <p:nvPr/>
        </p:nvSpPr>
        <p:spPr>
          <a:xfrm>
            <a:off x="2243520" y="1910520"/>
            <a:ext cx="17280" cy="189000"/>
          </a:xfrm>
          <a:custGeom>
            <a:avLst/>
            <a:gdLst/>
            <a:ahLst/>
            <a:rect l="0" t="0" r="r" b="b"/>
            <a:pathLst>
              <a:path w="48" h="525">
                <a:moveTo>
                  <a:pt x="48" y="0"/>
                </a:moveTo>
                <a:lnTo>
                  <a:pt x="48" y="95"/>
                </a:lnTo>
                <a:lnTo>
                  <a:pt x="0" y="95"/>
                </a:lnTo>
                <a:lnTo>
                  <a:pt x="0" y="0"/>
                </a:lnTo>
                <a:lnTo>
                  <a:pt x="48" y="0"/>
                </a:lnTo>
                <a:moveTo>
                  <a:pt x="48" y="167"/>
                </a:moveTo>
                <a:lnTo>
                  <a:pt x="48" y="263"/>
                </a:lnTo>
                <a:lnTo>
                  <a:pt x="0" y="263"/>
                </a:lnTo>
                <a:lnTo>
                  <a:pt x="0" y="167"/>
                </a:lnTo>
                <a:lnTo>
                  <a:pt x="48" y="167"/>
                </a:lnTo>
                <a:moveTo>
                  <a:pt x="48" y="334"/>
                </a:moveTo>
                <a:lnTo>
                  <a:pt x="48" y="430"/>
                </a:lnTo>
                <a:lnTo>
                  <a:pt x="0" y="430"/>
                </a:lnTo>
                <a:lnTo>
                  <a:pt x="0" y="334"/>
                </a:lnTo>
                <a:lnTo>
                  <a:pt x="48" y="334"/>
                </a:lnTo>
                <a:moveTo>
                  <a:pt x="48" y="501"/>
                </a:moveTo>
                <a:lnTo>
                  <a:pt x="48" y="525"/>
                </a:lnTo>
                <a:lnTo>
                  <a:pt x="0" y="525"/>
                </a:lnTo>
                <a:lnTo>
                  <a:pt x="0" y="501"/>
                </a:lnTo>
                <a:lnTo>
                  <a:pt x="48" y="501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/>
          <p:nvPr/>
        </p:nvSpPr>
        <p:spPr>
          <a:xfrm>
            <a:off x="1917720" y="2150640"/>
            <a:ext cx="17280" cy="205920"/>
          </a:xfrm>
          <a:custGeom>
            <a:avLst/>
            <a:gdLst/>
            <a:ahLst/>
            <a:rect l="0" t="0" r="r" b="b"/>
            <a:pathLst>
              <a:path w="48" h="572">
                <a:moveTo>
                  <a:pt x="48" y="0"/>
                </a:moveTo>
                <a:lnTo>
                  <a:pt x="48" y="96"/>
                </a:lnTo>
                <a:lnTo>
                  <a:pt x="0" y="96"/>
                </a:lnTo>
                <a:lnTo>
                  <a:pt x="0" y="0"/>
                </a:lnTo>
                <a:lnTo>
                  <a:pt x="48" y="0"/>
                </a:lnTo>
                <a:moveTo>
                  <a:pt x="48" y="167"/>
                </a:moveTo>
                <a:lnTo>
                  <a:pt x="48" y="263"/>
                </a:lnTo>
                <a:lnTo>
                  <a:pt x="0" y="263"/>
                </a:lnTo>
                <a:lnTo>
                  <a:pt x="0" y="167"/>
                </a:lnTo>
                <a:lnTo>
                  <a:pt x="48" y="167"/>
                </a:lnTo>
                <a:moveTo>
                  <a:pt x="48" y="334"/>
                </a:moveTo>
                <a:lnTo>
                  <a:pt x="48" y="429"/>
                </a:lnTo>
                <a:lnTo>
                  <a:pt x="0" y="429"/>
                </a:lnTo>
                <a:lnTo>
                  <a:pt x="0" y="334"/>
                </a:lnTo>
                <a:lnTo>
                  <a:pt x="48" y="334"/>
                </a:lnTo>
                <a:moveTo>
                  <a:pt x="48" y="501"/>
                </a:moveTo>
                <a:lnTo>
                  <a:pt x="48" y="572"/>
                </a:lnTo>
                <a:lnTo>
                  <a:pt x="0" y="572"/>
                </a:lnTo>
                <a:lnTo>
                  <a:pt x="0" y="501"/>
                </a:lnTo>
                <a:lnTo>
                  <a:pt x="48" y="501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991800" y="1298520"/>
            <a:ext cx="1830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a8481f"/>
                </a:solidFill>
                <a:latin typeface="Arial"/>
                <a:ea typeface="Arial"/>
              </a:rPr>
              <a:t>Overal ligt ander spoor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620640" y="2417760"/>
            <a:ext cx="26388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Elke instelling en elke leverancier legt zijn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6" name=""/>
          <p:cNvSpPr/>
          <p:nvPr/>
        </p:nvSpPr>
        <p:spPr>
          <a:xfrm>
            <a:off x="3200040" y="1152360"/>
            <a:ext cx="2601000" cy="2029320"/>
          </a:xfrm>
          <a:custGeom>
            <a:avLst/>
            <a:gdLst/>
            <a:ahLst/>
            <a:rect l="0" t="0" r="r" b="b"/>
            <a:pathLst>
              <a:path w="7225" h="5637">
                <a:moveTo>
                  <a:pt x="0" y="5372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5" y="103"/>
                  <a:pt x="66" y="90"/>
                  <a:pt x="78" y="77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2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2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7"/>
                  <a:pt x="7093" y="35"/>
                  <a:pt x="7107" y="45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90"/>
                  <a:pt x="7170" y="103"/>
                  <a:pt x="7180" y="118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5"/>
                </a:cubicBezTo>
                <a:lnTo>
                  <a:pt x="7225" y="5372"/>
                </a:lnTo>
                <a:cubicBezTo>
                  <a:pt x="7225" y="5389"/>
                  <a:pt x="7223" y="5407"/>
                  <a:pt x="7220" y="5424"/>
                </a:cubicBezTo>
                <a:cubicBezTo>
                  <a:pt x="7216" y="5441"/>
                  <a:pt x="7211" y="5457"/>
                  <a:pt x="7204" y="5473"/>
                </a:cubicBezTo>
                <a:cubicBezTo>
                  <a:pt x="7198" y="5489"/>
                  <a:pt x="7190" y="5505"/>
                  <a:pt x="7180" y="5519"/>
                </a:cubicBezTo>
                <a:cubicBezTo>
                  <a:pt x="7170" y="5533"/>
                  <a:pt x="7159" y="5547"/>
                  <a:pt x="7147" y="5559"/>
                </a:cubicBezTo>
                <a:cubicBezTo>
                  <a:pt x="7135" y="5571"/>
                  <a:pt x="7121" y="5582"/>
                  <a:pt x="7107" y="5592"/>
                </a:cubicBezTo>
                <a:cubicBezTo>
                  <a:pt x="7093" y="5602"/>
                  <a:pt x="7077" y="5610"/>
                  <a:pt x="7061" y="5616"/>
                </a:cubicBezTo>
                <a:cubicBezTo>
                  <a:pt x="7045" y="5623"/>
                  <a:pt x="7029" y="5628"/>
                  <a:pt x="7012" y="5631"/>
                </a:cubicBezTo>
                <a:cubicBezTo>
                  <a:pt x="6995" y="5635"/>
                  <a:pt x="6977" y="5637"/>
                  <a:pt x="6960" y="5637"/>
                </a:cubicBezTo>
                <a:lnTo>
                  <a:pt x="265" y="5637"/>
                </a:lnTo>
                <a:cubicBezTo>
                  <a:pt x="248" y="5637"/>
                  <a:pt x="231" y="5635"/>
                  <a:pt x="213" y="5631"/>
                </a:cubicBezTo>
                <a:cubicBezTo>
                  <a:pt x="196" y="5628"/>
                  <a:pt x="180" y="5623"/>
                  <a:pt x="164" y="5616"/>
                </a:cubicBezTo>
                <a:cubicBezTo>
                  <a:pt x="148" y="5610"/>
                  <a:pt x="133" y="5602"/>
                  <a:pt x="118" y="5592"/>
                </a:cubicBezTo>
                <a:cubicBezTo>
                  <a:pt x="104" y="5582"/>
                  <a:pt x="90" y="5571"/>
                  <a:pt x="78" y="5559"/>
                </a:cubicBezTo>
                <a:cubicBezTo>
                  <a:pt x="66" y="5547"/>
                  <a:pt x="55" y="5533"/>
                  <a:pt x="45" y="5519"/>
                </a:cubicBezTo>
                <a:cubicBezTo>
                  <a:pt x="35" y="5505"/>
                  <a:pt x="27" y="5489"/>
                  <a:pt x="21" y="5473"/>
                </a:cubicBezTo>
                <a:cubicBezTo>
                  <a:pt x="14" y="5457"/>
                  <a:pt x="9" y="5441"/>
                  <a:pt x="6" y="5424"/>
                </a:cubicBezTo>
                <a:cubicBezTo>
                  <a:pt x="2" y="5407"/>
                  <a:pt x="0" y="5389"/>
                  <a:pt x="0" y="5372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1429920" y="2579760"/>
            <a:ext cx="749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eigen maat.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/>
          <p:nvPr/>
        </p:nvSpPr>
        <p:spPr>
          <a:xfrm>
            <a:off x="355500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9" name=""/>
          <p:cNvSpPr/>
          <p:nvPr/>
        </p:nvSpPr>
        <p:spPr>
          <a:xfrm>
            <a:off x="366660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/>
          <p:nvPr/>
        </p:nvSpPr>
        <p:spPr>
          <a:xfrm>
            <a:off x="377784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/>
          <p:nvPr/>
        </p:nvSpPr>
        <p:spPr>
          <a:xfrm>
            <a:off x="388944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400068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3" name=""/>
          <p:cNvSpPr/>
          <p:nvPr/>
        </p:nvSpPr>
        <p:spPr>
          <a:xfrm>
            <a:off x="411228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422388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5" name=""/>
          <p:cNvSpPr/>
          <p:nvPr/>
        </p:nvSpPr>
        <p:spPr>
          <a:xfrm>
            <a:off x="433512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6" name=""/>
          <p:cNvSpPr/>
          <p:nvPr/>
        </p:nvSpPr>
        <p:spPr>
          <a:xfrm>
            <a:off x="444672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/>
          <p:nvPr/>
        </p:nvSpPr>
        <p:spPr>
          <a:xfrm>
            <a:off x="455796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/>
          <p:nvPr/>
        </p:nvSpPr>
        <p:spPr>
          <a:xfrm>
            <a:off x="466956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/>
          <p:nvPr/>
        </p:nvSpPr>
        <p:spPr>
          <a:xfrm>
            <a:off x="478080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0" name=""/>
          <p:cNvSpPr/>
          <p:nvPr/>
        </p:nvSpPr>
        <p:spPr>
          <a:xfrm>
            <a:off x="489240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1" name=""/>
          <p:cNvSpPr/>
          <p:nvPr/>
        </p:nvSpPr>
        <p:spPr>
          <a:xfrm>
            <a:off x="500364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511524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/>
          <p:nvPr/>
        </p:nvSpPr>
        <p:spPr>
          <a:xfrm>
            <a:off x="522648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4" name=""/>
          <p:cNvSpPr/>
          <p:nvPr/>
        </p:nvSpPr>
        <p:spPr>
          <a:xfrm>
            <a:off x="533808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5" name=""/>
          <p:cNvSpPr/>
          <p:nvPr/>
        </p:nvSpPr>
        <p:spPr>
          <a:xfrm>
            <a:off x="5449320" y="1841760"/>
            <a:ext cx="0" cy="29160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6" name=""/>
          <p:cNvSpPr/>
          <p:nvPr/>
        </p:nvSpPr>
        <p:spPr>
          <a:xfrm>
            <a:off x="3503520" y="1876320"/>
            <a:ext cx="1988640" cy="0"/>
          </a:xfrm>
          <a:prstGeom prst="line">
            <a:avLst/>
          </a:prstGeom>
          <a:ln w="2556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7" name=""/>
          <p:cNvSpPr/>
          <p:nvPr/>
        </p:nvSpPr>
        <p:spPr>
          <a:xfrm>
            <a:off x="3503520" y="2099160"/>
            <a:ext cx="1988640" cy="0"/>
          </a:xfrm>
          <a:prstGeom prst="line">
            <a:avLst/>
          </a:prstGeom>
          <a:ln w="2556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8" name=""/>
          <p:cNvSpPr/>
          <p:nvPr/>
        </p:nvSpPr>
        <p:spPr>
          <a:xfrm>
            <a:off x="3863880" y="1876320"/>
            <a:ext cx="0" cy="222840"/>
          </a:xfrm>
          <a:prstGeom prst="line">
            <a:avLst/>
          </a:prstGeom>
          <a:ln w="16920">
            <a:solidFill>
              <a:srgbClr val="a8481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/>
          <p:nvPr/>
        </p:nvSpPr>
        <p:spPr>
          <a:xfrm>
            <a:off x="3829320" y="1876320"/>
            <a:ext cx="69120" cy="51840"/>
          </a:xfrm>
          <a:custGeom>
            <a:avLst/>
            <a:gdLst/>
            <a:ahLst/>
            <a:rect l="0" t="0" r="r" b="b"/>
            <a:pathLst>
              <a:path fill="none" w="192" h="144">
                <a:moveTo>
                  <a:pt x="0" y="144"/>
                </a:moveTo>
                <a:lnTo>
                  <a:pt x="96" y="0"/>
                </a:lnTo>
                <a:lnTo>
                  <a:pt x="192" y="144"/>
                </a:lnTo>
              </a:path>
            </a:pathLst>
          </a:custGeom>
          <a:ln w="16920">
            <a:solidFill>
              <a:srgbClr val="a8481f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0" name=""/>
          <p:cNvSpPr/>
          <p:nvPr/>
        </p:nvSpPr>
        <p:spPr>
          <a:xfrm>
            <a:off x="3829320" y="2047680"/>
            <a:ext cx="69120" cy="51840"/>
          </a:xfrm>
          <a:custGeom>
            <a:avLst/>
            <a:gdLst/>
            <a:ahLst/>
            <a:rect l="0" t="0" r="r" b="b"/>
            <a:pathLst>
              <a:path fill="none" w="192" h="144">
                <a:moveTo>
                  <a:pt x="0" y="0"/>
                </a:moveTo>
                <a:lnTo>
                  <a:pt x="96" y="144"/>
                </a:lnTo>
                <a:lnTo>
                  <a:pt x="192" y="0"/>
                </a:lnTo>
              </a:path>
            </a:pathLst>
          </a:custGeom>
          <a:ln w="16920">
            <a:solidFill>
              <a:srgbClr val="a8481f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/>
          <p:nvPr/>
        </p:nvSpPr>
        <p:spPr>
          <a:xfrm>
            <a:off x="5149440" y="2088360"/>
            <a:ext cx="269280" cy="195480"/>
          </a:xfrm>
          <a:custGeom>
            <a:avLst/>
            <a:gdLst/>
            <a:ahLst/>
            <a:rect l="0" t="0" r="r" b="b"/>
            <a:pathLst>
              <a:path w="748" h="543">
                <a:moveTo>
                  <a:pt x="0" y="471"/>
                </a:moveTo>
                <a:cubicBezTo>
                  <a:pt x="44" y="471"/>
                  <a:pt x="86" y="470"/>
                  <a:pt x="126" y="466"/>
                </a:cubicBezTo>
                <a:lnTo>
                  <a:pt x="132" y="537"/>
                </a:lnTo>
                <a:cubicBezTo>
                  <a:pt x="90" y="541"/>
                  <a:pt x="46" y="543"/>
                  <a:pt x="0" y="543"/>
                </a:cubicBezTo>
                <a:lnTo>
                  <a:pt x="0" y="471"/>
                </a:lnTo>
                <a:moveTo>
                  <a:pt x="217" y="455"/>
                </a:moveTo>
                <a:cubicBezTo>
                  <a:pt x="254" y="449"/>
                  <a:pt x="291" y="441"/>
                  <a:pt x="324" y="431"/>
                </a:cubicBezTo>
                <a:lnTo>
                  <a:pt x="344" y="500"/>
                </a:lnTo>
                <a:cubicBezTo>
                  <a:pt x="308" y="510"/>
                  <a:pt x="270" y="519"/>
                  <a:pt x="228" y="526"/>
                </a:cubicBezTo>
                <a:lnTo>
                  <a:pt x="217" y="455"/>
                </a:lnTo>
                <a:moveTo>
                  <a:pt x="412" y="397"/>
                </a:moveTo>
                <a:cubicBezTo>
                  <a:pt x="446" y="382"/>
                  <a:pt x="477" y="364"/>
                  <a:pt x="505" y="343"/>
                </a:cubicBezTo>
                <a:lnTo>
                  <a:pt x="548" y="400"/>
                </a:lnTo>
                <a:cubicBezTo>
                  <a:pt x="516" y="425"/>
                  <a:pt x="481" y="445"/>
                  <a:pt x="442" y="463"/>
                </a:cubicBezTo>
                <a:lnTo>
                  <a:pt x="412" y="397"/>
                </a:lnTo>
                <a:moveTo>
                  <a:pt x="568" y="283"/>
                </a:moveTo>
                <a:cubicBezTo>
                  <a:pt x="592" y="256"/>
                  <a:pt x="612" y="225"/>
                  <a:pt x="629" y="191"/>
                </a:cubicBezTo>
                <a:lnTo>
                  <a:pt x="693" y="222"/>
                </a:lnTo>
                <a:cubicBezTo>
                  <a:pt x="674" y="262"/>
                  <a:pt x="651" y="298"/>
                  <a:pt x="622" y="330"/>
                </a:cubicBezTo>
                <a:lnTo>
                  <a:pt x="568" y="283"/>
                </a:lnTo>
                <a:moveTo>
                  <a:pt x="658" y="112"/>
                </a:moveTo>
                <a:cubicBezTo>
                  <a:pt x="667" y="77"/>
                  <a:pt x="674" y="40"/>
                  <a:pt x="677" y="0"/>
                </a:cubicBezTo>
                <a:lnTo>
                  <a:pt x="748" y="6"/>
                </a:lnTo>
                <a:cubicBezTo>
                  <a:pt x="744" y="50"/>
                  <a:pt x="737" y="92"/>
                  <a:pt x="727" y="130"/>
                </a:cubicBezTo>
                <a:lnTo>
                  <a:pt x="658" y="112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3566880" y="2414520"/>
            <a:ext cx="543240" cy="181080"/>
          </a:xfrm>
          <a:custGeom>
            <a:avLst/>
            <a:gdLst/>
            <a:ahLst/>
            <a:rect l="0" t="0" r="r" b="b"/>
            <a:pathLst>
              <a:path w="1509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6" y="141"/>
                  <a:pt x="33" y="126"/>
                  <a:pt x="43" y="112"/>
                </a:cubicBezTo>
                <a:cubicBezTo>
                  <a:pt x="52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6" y="33"/>
                  <a:pt x="140" y="25"/>
                  <a:pt x="155" y="19"/>
                </a:cubicBezTo>
                <a:cubicBezTo>
                  <a:pt x="171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257" y="0"/>
                </a:lnTo>
                <a:cubicBezTo>
                  <a:pt x="1273" y="0"/>
                  <a:pt x="1290" y="1"/>
                  <a:pt x="1306" y="5"/>
                </a:cubicBezTo>
                <a:cubicBezTo>
                  <a:pt x="1322" y="8"/>
                  <a:pt x="1338" y="13"/>
                  <a:pt x="1353" y="19"/>
                </a:cubicBezTo>
                <a:cubicBezTo>
                  <a:pt x="1368" y="25"/>
                  <a:pt x="1383" y="33"/>
                  <a:pt x="1397" y="42"/>
                </a:cubicBezTo>
                <a:cubicBezTo>
                  <a:pt x="1411" y="51"/>
                  <a:pt x="1424" y="62"/>
                  <a:pt x="1436" y="74"/>
                </a:cubicBezTo>
                <a:cubicBezTo>
                  <a:pt x="1447" y="86"/>
                  <a:pt x="1458" y="99"/>
                  <a:pt x="1467" y="112"/>
                </a:cubicBezTo>
                <a:cubicBezTo>
                  <a:pt x="1476" y="126"/>
                  <a:pt x="1484" y="141"/>
                  <a:pt x="1490" y="156"/>
                </a:cubicBezTo>
                <a:cubicBezTo>
                  <a:pt x="1496" y="171"/>
                  <a:pt x="1501" y="187"/>
                  <a:pt x="1504" y="203"/>
                </a:cubicBezTo>
                <a:cubicBezTo>
                  <a:pt x="1508" y="219"/>
                  <a:pt x="1509" y="236"/>
                  <a:pt x="1509" y="252"/>
                </a:cubicBezTo>
                <a:cubicBezTo>
                  <a:pt x="1509" y="269"/>
                  <a:pt x="1508" y="285"/>
                  <a:pt x="1504" y="301"/>
                </a:cubicBezTo>
                <a:cubicBezTo>
                  <a:pt x="1501" y="317"/>
                  <a:pt x="1496" y="333"/>
                  <a:pt x="1490" y="348"/>
                </a:cubicBezTo>
                <a:cubicBezTo>
                  <a:pt x="1484" y="363"/>
                  <a:pt x="1476" y="378"/>
                  <a:pt x="1467" y="392"/>
                </a:cubicBezTo>
                <a:cubicBezTo>
                  <a:pt x="1458" y="405"/>
                  <a:pt x="1447" y="418"/>
                  <a:pt x="1436" y="430"/>
                </a:cubicBezTo>
                <a:cubicBezTo>
                  <a:pt x="1424" y="441"/>
                  <a:pt x="1411" y="452"/>
                  <a:pt x="1397" y="461"/>
                </a:cubicBezTo>
                <a:cubicBezTo>
                  <a:pt x="1383" y="470"/>
                  <a:pt x="1368" y="478"/>
                  <a:pt x="1353" y="484"/>
                </a:cubicBezTo>
                <a:cubicBezTo>
                  <a:pt x="1338" y="491"/>
                  <a:pt x="1322" y="495"/>
                  <a:pt x="1306" y="499"/>
                </a:cubicBezTo>
                <a:cubicBezTo>
                  <a:pt x="1290" y="502"/>
                  <a:pt x="1273" y="503"/>
                  <a:pt x="1257" y="503"/>
                </a:cubicBezTo>
                <a:lnTo>
                  <a:pt x="251" y="503"/>
                </a:lnTo>
                <a:cubicBezTo>
                  <a:pt x="235" y="503"/>
                  <a:pt x="219" y="502"/>
                  <a:pt x="202" y="499"/>
                </a:cubicBezTo>
                <a:cubicBezTo>
                  <a:pt x="186" y="495"/>
                  <a:pt x="171" y="491"/>
                  <a:pt x="155" y="484"/>
                </a:cubicBezTo>
                <a:cubicBezTo>
                  <a:pt x="140" y="478"/>
                  <a:pt x="126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2" y="405"/>
                  <a:pt x="43" y="392"/>
                </a:cubicBezTo>
                <a:cubicBezTo>
                  <a:pt x="33" y="378"/>
                  <a:pt x="26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3566880" y="2414520"/>
            <a:ext cx="543240" cy="181080"/>
          </a:xfrm>
          <a:custGeom>
            <a:avLst/>
            <a:gdLst/>
            <a:ahLst/>
            <a:rect l="0" t="0" r="r" b="b"/>
            <a:pathLst>
              <a:path w="1509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6" y="141"/>
                  <a:pt x="33" y="126"/>
                  <a:pt x="43" y="112"/>
                </a:cubicBezTo>
                <a:cubicBezTo>
                  <a:pt x="52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6" y="33"/>
                  <a:pt x="140" y="25"/>
                  <a:pt x="155" y="19"/>
                </a:cubicBezTo>
                <a:cubicBezTo>
                  <a:pt x="171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257" y="0"/>
                </a:lnTo>
                <a:cubicBezTo>
                  <a:pt x="1273" y="0"/>
                  <a:pt x="1290" y="1"/>
                  <a:pt x="1306" y="5"/>
                </a:cubicBezTo>
                <a:cubicBezTo>
                  <a:pt x="1322" y="8"/>
                  <a:pt x="1338" y="13"/>
                  <a:pt x="1353" y="19"/>
                </a:cubicBezTo>
                <a:cubicBezTo>
                  <a:pt x="1368" y="25"/>
                  <a:pt x="1383" y="33"/>
                  <a:pt x="1397" y="42"/>
                </a:cubicBezTo>
                <a:cubicBezTo>
                  <a:pt x="1411" y="51"/>
                  <a:pt x="1424" y="62"/>
                  <a:pt x="1436" y="74"/>
                </a:cubicBezTo>
                <a:cubicBezTo>
                  <a:pt x="1447" y="86"/>
                  <a:pt x="1458" y="99"/>
                  <a:pt x="1467" y="112"/>
                </a:cubicBezTo>
                <a:cubicBezTo>
                  <a:pt x="1476" y="126"/>
                  <a:pt x="1484" y="141"/>
                  <a:pt x="1490" y="156"/>
                </a:cubicBezTo>
                <a:cubicBezTo>
                  <a:pt x="1496" y="171"/>
                  <a:pt x="1501" y="187"/>
                  <a:pt x="1504" y="203"/>
                </a:cubicBezTo>
                <a:cubicBezTo>
                  <a:pt x="1508" y="219"/>
                  <a:pt x="1509" y="236"/>
                  <a:pt x="1509" y="252"/>
                </a:cubicBezTo>
                <a:cubicBezTo>
                  <a:pt x="1509" y="269"/>
                  <a:pt x="1508" y="285"/>
                  <a:pt x="1504" y="301"/>
                </a:cubicBezTo>
                <a:cubicBezTo>
                  <a:pt x="1501" y="317"/>
                  <a:pt x="1496" y="333"/>
                  <a:pt x="1490" y="348"/>
                </a:cubicBezTo>
                <a:cubicBezTo>
                  <a:pt x="1484" y="363"/>
                  <a:pt x="1476" y="378"/>
                  <a:pt x="1467" y="392"/>
                </a:cubicBezTo>
                <a:cubicBezTo>
                  <a:pt x="1458" y="405"/>
                  <a:pt x="1447" y="418"/>
                  <a:pt x="1436" y="430"/>
                </a:cubicBezTo>
                <a:cubicBezTo>
                  <a:pt x="1424" y="441"/>
                  <a:pt x="1411" y="452"/>
                  <a:pt x="1397" y="461"/>
                </a:cubicBezTo>
                <a:cubicBezTo>
                  <a:pt x="1383" y="470"/>
                  <a:pt x="1368" y="478"/>
                  <a:pt x="1353" y="484"/>
                </a:cubicBezTo>
                <a:cubicBezTo>
                  <a:pt x="1338" y="491"/>
                  <a:pt x="1322" y="495"/>
                  <a:pt x="1306" y="499"/>
                </a:cubicBezTo>
                <a:cubicBezTo>
                  <a:pt x="1290" y="502"/>
                  <a:pt x="1273" y="503"/>
                  <a:pt x="1257" y="503"/>
                </a:cubicBezTo>
                <a:lnTo>
                  <a:pt x="251" y="503"/>
                </a:lnTo>
                <a:cubicBezTo>
                  <a:pt x="235" y="503"/>
                  <a:pt x="219" y="502"/>
                  <a:pt x="202" y="499"/>
                </a:cubicBezTo>
                <a:cubicBezTo>
                  <a:pt x="186" y="495"/>
                  <a:pt x="171" y="491"/>
                  <a:pt x="155" y="484"/>
                </a:cubicBezTo>
                <a:cubicBezTo>
                  <a:pt x="140" y="478"/>
                  <a:pt x="126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2" y="405"/>
                  <a:pt x="43" y="392"/>
                </a:cubicBezTo>
                <a:cubicBezTo>
                  <a:pt x="33" y="378"/>
                  <a:pt x="26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3598560" y="1298520"/>
            <a:ext cx="2132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0e9e7e"/>
                </a:solidFill>
                <a:latin typeface="Arial"/>
                <a:ea typeface="Arial"/>
              </a:rPr>
              <a:t>Wij ontwerpen de afspraak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5" name=""/>
          <p:cNvSpPr/>
          <p:nvPr/>
        </p:nvSpPr>
        <p:spPr>
          <a:xfrm>
            <a:off x="4167000" y="2414520"/>
            <a:ext cx="543240" cy="181080"/>
          </a:xfrm>
          <a:custGeom>
            <a:avLst/>
            <a:gdLst/>
            <a:ahLst/>
            <a:rect l="0" t="0" r="r" b="b"/>
            <a:pathLst>
              <a:path w="1509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2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258" y="0"/>
                </a:lnTo>
                <a:cubicBezTo>
                  <a:pt x="1274" y="0"/>
                  <a:pt x="1291" y="1"/>
                  <a:pt x="1307" y="5"/>
                </a:cubicBezTo>
                <a:cubicBezTo>
                  <a:pt x="1323" y="8"/>
                  <a:pt x="1339" y="13"/>
                  <a:pt x="1354" y="19"/>
                </a:cubicBezTo>
                <a:cubicBezTo>
                  <a:pt x="1369" y="25"/>
                  <a:pt x="1384" y="33"/>
                  <a:pt x="1397" y="42"/>
                </a:cubicBezTo>
                <a:cubicBezTo>
                  <a:pt x="1411" y="51"/>
                  <a:pt x="1424" y="62"/>
                  <a:pt x="1436" y="74"/>
                </a:cubicBezTo>
                <a:cubicBezTo>
                  <a:pt x="1447" y="86"/>
                  <a:pt x="1458" y="99"/>
                  <a:pt x="1467" y="112"/>
                </a:cubicBezTo>
                <a:cubicBezTo>
                  <a:pt x="1476" y="126"/>
                  <a:pt x="1484" y="141"/>
                  <a:pt x="1490" y="156"/>
                </a:cubicBezTo>
                <a:cubicBezTo>
                  <a:pt x="1496" y="171"/>
                  <a:pt x="1501" y="187"/>
                  <a:pt x="1504" y="203"/>
                </a:cubicBezTo>
                <a:cubicBezTo>
                  <a:pt x="1508" y="219"/>
                  <a:pt x="1509" y="236"/>
                  <a:pt x="1509" y="252"/>
                </a:cubicBezTo>
                <a:cubicBezTo>
                  <a:pt x="1509" y="269"/>
                  <a:pt x="1508" y="285"/>
                  <a:pt x="1504" y="301"/>
                </a:cubicBezTo>
                <a:cubicBezTo>
                  <a:pt x="1501" y="317"/>
                  <a:pt x="1496" y="333"/>
                  <a:pt x="1490" y="348"/>
                </a:cubicBezTo>
                <a:cubicBezTo>
                  <a:pt x="1484" y="363"/>
                  <a:pt x="1476" y="378"/>
                  <a:pt x="1467" y="392"/>
                </a:cubicBezTo>
                <a:cubicBezTo>
                  <a:pt x="1458" y="405"/>
                  <a:pt x="1447" y="418"/>
                  <a:pt x="1436" y="430"/>
                </a:cubicBezTo>
                <a:cubicBezTo>
                  <a:pt x="1424" y="441"/>
                  <a:pt x="1411" y="452"/>
                  <a:pt x="1397" y="461"/>
                </a:cubicBezTo>
                <a:cubicBezTo>
                  <a:pt x="1384" y="470"/>
                  <a:pt x="1369" y="478"/>
                  <a:pt x="1354" y="484"/>
                </a:cubicBezTo>
                <a:cubicBezTo>
                  <a:pt x="1339" y="491"/>
                  <a:pt x="1323" y="495"/>
                  <a:pt x="1307" y="499"/>
                </a:cubicBezTo>
                <a:cubicBezTo>
                  <a:pt x="1291" y="502"/>
                  <a:pt x="1274" y="503"/>
                  <a:pt x="1258" y="503"/>
                </a:cubicBezTo>
                <a:lnTo>
                  <a:pt x="251" y="503"/>
                </a:lnTo>
                <a:cubicBezTo>
                  <a:pt x="235" y="503"/>
                  <a:pt x="219" y="502"/>
                  <a:pt x="202" y="499"/>
                </a:cubicBezTo>
                <a:cubicBezTo>
                  <a:pt x="186" y="495"/>
                  <a:pt x="170" y="491"/>
                  <a:pt x="155" y="484"/>
                </a:cubicBezTo>
                <a:cubicBezTo>
                  <a:pt x="140" y="478"/>
                  <a:pt x="125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2" y="405"/>
                  <a:pt x="42" y="392"/>
                </a:cubicBezTo>
                <a:cubicBezTo>
                  <a:pt x="33" y="378"/>
                  <a:pt x="25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6" name=""/>
          <p:cNvSpPr/>
          <p:nvPr/>
        </p:nvSpPr>
        <p:spPr>
          <a:xfrm>
            <a:off x="4167000" y="2414520"/>
            <a:ext cx="543240" cy="181080"/>
          </a:xfrm>
          <a:custGeom>
            <a:avLst/>
            <a:gdLst/>
            <a:ahLst/>
            <a:rect l="0" t="0" r="r" b="b"/>
            <a:pathLst>
              <a:path w="1509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2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258" y="0"/>
                </a:lnTo>
                <a:cubicBezTo>
                  <a:pt x="1274" y="0"/>
                  <a:pt x="1291" y="1"/>
                  <a:pt x="1307" y="5"/>
                </a:cubicBezTo>
                <a:cubicBezTo>
                  <a:pt x="1323" y="8"/>
                  <a:pt x="1339" y="13"/>
                  <a:pt x="1354" y="19"/>
                </a:cubicBezTo>
                <a:cubicBezTo>
                  <a:pt x="1369" y="25"/>
                  <a:pt x="1384" y="33"/>
                  <a:pt x="1397" y="42"/>
                </a:cubicBezTo>
                <a:cubicBezTo>
                  <a:pt x="1411" y="51"/>
                  <a:pt x="1424" y="62"/>
                  <a:pt x="1436" y="74"/>
                </a:cubicBezTo>
                <a:cubicBezTo>
                  <a:pt x="1447" y="86"/>
                  <a:pt x="1458" y="99"/>
                  <a:pt x="1467" y="112"/>
                </a:cubicBezTo>
                <a:cubicBezTo>
                  <a:pt x="1476" y="126"/>
                  <a:pt x="1484" y="141"/>
                  <a:pt x="1490" y="156"/>
                </a:cubicBezTo>
                <a:cubicBezTo>
                  <a:pt x="1496" y="171"/>
                  <a:pt x="1501" y="187"/>
                  <a:pt x="1504" y="203"/>
                </a:cubicBezTo>
                <a:cubicBezTo>
                  <a:pt x="1508" y="219"/>
                  <a:pt x="1509" y="236"/>
                  <a:pt x="1509" y="252"/>
                </a:cubicBezTo>
                <a:cubicBezTo>
                  <a:pt x="1509" y="269"/>
                  <a:pt x="1508" y="285"/>
                  <a:pt x="1504" y="301"/>
                </a:cubicBezTo>
                <a:cubicBezTo>
                  <a:pt x="1501" y="317"/>
                  <a:pt x="1496" y="333"/>
                  <a:pt x="1490" y="348"/>
                </a:cubicBezTo>
                <a:cubicBezTo>
                  <a:pt x="1484" y="363"/>
                  <a:pt x="1476" y="378"/>
                  <a:pt x="1467" y="392"/>
                </a:cubicBezTo>
                <a:cubicBezTo>
                  <a:pt x="1458" y="405"/>
                  <a:pt x="1447" y="418"/>
                  <a:pt x="1436" y="430"/>
                </a:cubicBezTo>
                <a:cubicBezTo>
                  <a:pt x="1424" y="441"/>
                  <a:pt x="1411" y="452"/>
                  <a:pt x="1397" y="461"/>
                </a:cubicBezTo>
                <a:cubicBezTo>
                  <a:pt x="1384" y="470"/>
                  <a:pt x="1369" y="478"/>
                  <a:pt x="1354" y="484"/>
                </a:cubicBezTo>
                <a:cubicBezTo>
                  <a:pt x="1339" y="491"/>
                  <a:pt x="1323" y="495"/>
                  <a:pt x="1307" y="499"/>
                </a:cubicBezTo>
                <a:cubicBezTo>
                  <a:pt x="1291" y="502"/>
                  <a:pt x="1274" y="503"/>
                  <a:pt x="1258" y="503"/>
                </a:cubicBezTo>
                <a:lnTo>
                  <a:pt x="251" y="503"/>
                </a:lnTo>
                <a:cubicBezTo>
                  <a:pt x="235" y="503"/>
                  <a:pt x="219" y="502"/>
                  <a:pt x="202" y="499"/>
                </a:cubicBezTo>
                <a:cubicBezTo>
                  <a:pt x="186" y="495"/>
                  <a:pt x="170" y="491"/>
                  <a:pt x="155" y="484"/>
                </a:cubicBezTo>
                <a:cubicBezTo>
                  <a:pt x="140" y="478"/>
                  <a:pt x="125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2" y="405"/>
                  <a:pt x="42" y="392"/>
                </a:cubicBezTo>
                <a:cubicBezTo>
                  <a:pt x="33" y="378"/>
                  <a:pt x="25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3644640" y="2446920"/>
            <a:ext cx="4626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breedte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8" name=""/>
          <p:cNvSpPr/>
          <p:nvPr/>
        </p:nvSpPr>
        <p:spPr>
          <a:xfrm>
            <a:off x="4767120" y="2414520"/>
            <a:ext cx="657720" cy="181080"/>
          </a:xfrm>
          <a:custGeom>
            <a:avLst/>
            <a:gdLst/>
            <a:ahLst/>
            <a:rect l="0" t="0" r="r" b="b"/>
            <a:pathLst>
              <a:path w="1827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1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575" y="0"/>
                </a:lnTo>
                <a:cubicBezTo>
                  <a:pt x="1592" y="0"/>
                  <a:pt x="1608" y="1"/>
                  <a:pt x="1624" y="5"/>
                </a:cubicBezTo>
                <a:cubicBezTo>
                  <a:pt x="1640" y="8"/>
                  <a:pt x="1656" y="13"/>
                  <a:pt x="1671" y="19"/>
                </a:cubicBezTo>
                <a:cubicBezTo>
                  <a:pt x="1687" y="25"/>
                  <a:pt x="1701" y="33"/>
                  <a:pt x="1715" y="42"/>
                </a:cubicBezTo>
                <a:cubicBezTo>
                  <a:pt x="1729" y="51"/>
                  <a:pt x="1741" y="62"/>
                  <a:pt x="1753" y="74"/>
                </a:cubicBezTo>
                <a:cubicBezTo>
                  <a:pt x="1765" y="86"/>
                  <a:pt x="1775" y="99"/>
                  <a:pt x="1784" y="112"/>
                </a:cubicBezTo>
                <a:cubicBezTo>
                  <a:pt x="1793" y="126"/>
                  <a:pt x="1801" y="141"/>
                  <a:pt x="1807" y="156"/>
                </a:cubicBezTo>
                <a:cubicBezTo>
                  <a:pt x="1814" y="171"/>
                  <a:pt x="1818" y="187"/>
                  <a:pt x="1822" y="203"/>
                </a:cubicBezTo>
                <a:cubicBezTo>
                  <a:pt x="1825" y="219"/>
                  <a:pt x="1827" y="236"/>
                  <a:pt x="1827" y="252"/>
                </a:cubicBezTo>
                <a:cubicBezTo>
                  <a:pt x="1827" y="269"/>
                  <a:pt x="1825" y="285"/>
                  <a:pt x="1822" y="301"/>
                </a:cubicBezTo>
                <a:cubicBezTo>
                  <a:pt x="1818" y="317"/>
                  <a:pt x="1814" y="333"/>
                  <a:pt x="1807" y="348"/>
                </a:cubicBezTo>
                <a:cubicBezTo>
                  <a:pt x="1801" y="363"/>
                  <a:pt x="1793" y="378"/>
                  <a:pt x="1784" y="392"/>
                </a:cubicBezTo>
                <a:cubicBezTo>
                  <a:pt x="1775" y="405"/>
                  <a:pt x="1765" y="418"/>
                  <a:pt x="1753" y="430"/>
                </a:cubicBezTo>
                <a:cubicBezTo>
                  <a:pt x="1741" y="441"/>
                  <a:pt x="1729" y="452"/>
                  <a:pt x="1715" y="461"/>
                </a:cubicBezTo>
                <a:cubicBezTo>
                  <a:pt x="1701" y="470"/>
                  <a:pt x="1687" y="478"/>
                  <a:pt x="1671" y="484"/>
                </a:cubicBezTo>
                <a:cubicBezTo>
                  <a:pt x="1656" y="491"/>
                  <a:pt x="1640" y="495"/>
                  <a:pt x="1624" y="499"/>
                </a:cubicBezTo>
                <a:cubicBezTo>
                  <a:pt x="1608" y="502"/>
                  <a:pt x="1592" y="503"/>
                  <a:pt x="1575" y="503"/>
                </a:cubicBezTo>
                <a:lnTo>
                  <a:pt x="251" y="503"/>
                </a:lnTo>
                <a:cubicBezTo>
                  <a:pt x="235" y="503"/>
                  <a:pt x="218" y="502"/>
                  <a:pt x="202" y="499"/>
                </a:cubicBezTo>
                <a:cubicBezTo>
                  <a:pt x="186" y="495"/>
                  <a:pt x="170" y="491"/>
                  <a:pt x="155" y="484"/>
                </a:cubicBezTo>
                <a:cubicBezTo>
                  <a:pt x="140" y="478"/>
                  <a:pt x="125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1" y="405"/>
                  <a:pt x="42" y="392"/>
                </a:cubicBezTo>
                <a:cubicBezTo>
                  <a:pt x="33" y="378"/>
                  <a:pt x="25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4767120" y="2414520"/>
            <a:ext cx="657720" cy="181080"/>
          </a:xfrm>
          <a:custGeom>
            <a:avLst/>
            <a:gdLst/>
            <a:ahLst/>
            <a:rect l="0" t="0" r="r" b="b"/>
            <a:pathLst>
              <a:path w="1827" h="503">
                <a:moveTo>
                  <a:pt x="0" y="252"/>
                </a:moveTo>
                <a:cubicBezTo>
                  <a:pt x="0" y="236"/>
                  <a:pt x="2" y="219"/>
                  <a:pt x="5" y="203"/>
                </a:cubicBezTo>
                <a:cubicBezTo>
                  <a:pt x="8" y="187"/>
                  <a:pt x="13" y="171"/>
                  <a:pt x="19" y="156"/>
                </a:cubicBezTo>
                <a:cubicBezTo>
                  <a:pt x="25" y="141"/>
                  <a:pt x="33" y="126"/>
                  <a:pt x="42" y="112"/>
                </a:cubicBezTo>
                <a:cubicBezTo>
                  <a:pt x="51" y="99"/>
                  <a:pt x="62" y="86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575" y="0"/>
                </a:lnTo>
                <a:cubicBezTo>
                  <a:pt x="1592" y="0"/>
                  <a:pt x="1608" y="1"/>
                  <a:pt x="1624" y="5"/>
                </a:cubicBezTo>
                <a:cubicBezTo>
                  <a:pt x="1640" y="8"/>
                  <a:pt x="1656" y="13"/>
                  <a:pt x="1671" y="19"/>
                </a:cubicBezTo>
                <a:cubicBezTo>
                  <a:pt x="1687" y="25"/>
                  <a:pt x="1701" y="33"/>
                  <a:pt x="1715" y="42"/>
                </a:cubicBezTo>
                <a:cubicBezTo>
                  <a:pt x="1729" y="51"/>
                  <a:pt x="1741" y="62"/>
                  <a:pt x="1753" y="74"/>
                </a:cubicBezTo>
                <a:cubicBezTo>
                  <a:pt x="1765" y="86"/>
                  <a:pt x="1775" y="99"/>
                  <a:pt x="1784" y="112"/>
                </a:cubicBezTo>
                <a:cubicBezTo>
                  <a:pt x="1793" y="126"/>
                  <a:pt x="1801" y="141"/>
                  <a:pt x="1807" y="156"/>
                </a:cubicBezTo>
                <a:cubicBezTo>
                  <a:pt x="1814" y="171"/>
                  <a:pt x="1818" y="187"/>
                  <a:pt x="1822" y="203"/>
                </a:cubicBezTo>
                <a:cubicBezTo>
                  <a:pt x="1825" y="219"/>
                  <a:pt x="1827" y="236"/>
                  <a:pt x="1827" y="252"/>
                </a:cubicBezTo>
                <a:cubicBezTo>
                  <a:pt x="1827" y="269"/>
                  <a:pt x="1825" y="285"/>
                  <a:pt x="1822" y="301"/>
                </a:cubicBezTo>
                <a:cubicBezTo>
                  <a:pt x="1818" y="317"/>
                  <a:pt x="1814" y="333"/>
                  <a:pt x="1807" y="348"/>
                </a:cubicBezTo>
                <a:cubicBezTo>
                  <a:pt x="1801" y="363"/>
                  <a:pt x="1793" y="378"/>
                  <a:pt x="1784" y="392"/>
                </a:cubicBezTo>
                <a:cubicBezTo>
                  <a:pt x="1775" y="405"/>
                  <a:pt x="1765" y="418"/>
                  <a:pt x="1753" y="430"/>
                </a:cubicBezTo>
                <a:cubicBezTo>
                  <a:pt x="1741" y="441"/>
                  <a:pt x="1729" y="452"/>
                  <a:pt x="1715" y="461"/>
                </a:cubicBezTo>
                <a:cubicBezTo>
                  <a:pt x="1701" y="470"/>
                  <a:pt x="1687" y="478"/>
                  <a:pt x="1671" y="484"/>
                </a:cubicBezTo>
                <a:cubicBezTo>
                  <a:pt x="1656" y="491"/>
                  <a:pt x="1640" y="495"/>
                  <a:pt x="1624" y="499"/>
                </a:cubicBezTo>
                <a:cubicBezTo>
                  <a:pt x="1608" y="502"/>
                  <a:pt x="1592" y="503"/>
                  <a:pt x="1575" y="503"/>
                </a:cubicBezTo>
                <a:lnTo>
                  <a:pt x="251" y="503"/>
                </a:lnTo>
                <a:cubicBezTo>
                  <a:pt x="235" y="503"/>
                  <a:pt x="218" y="502"/>
                  <a:pt x="202" y="499"/>
                </a:cubicBezTo>
                <a:cubicBezTo>
                  <a:pt x="186" y="495"/>
                  <a:pt x="170" y="491"/>
                  <a:pt x="155" y="484"/>
                </a:cubicBezTo>
                <a:cubicBezTo>
                  <a:pt x="140" y="478"/>
                  <a:pt x="125" y="470"/>
                  <a:pt x="112" y="461"/>
                </a:cubicBezTo>
                <a:cubicBezTo>
                  <a:pt x="98" y="452"/>
                  <a:pt x="85" y="441"/>
                  <a:pt x="74" y="430"/>
                </a:cubicBezTo>
                <a:cubicBezTo>
                  <a:pt x="62" y="418"/>
                  <a:pt x="51" y="405"/>
                  <a:pt x="42" y="392"/>
                </a:cubicBezTo>
                <a:cubicBezTo>
                  <a:pt x="33" y="378"/>
                  <a:pt x="25" y="363"/>
                  <a:pt x="19" y="348"/>
                </a:cubicBezTo>
                <a:cubicBezTo>
                  <a:pt x="13" y="333"/>
                  <a:pt x="8" y="317"/>
                  <a:pt x="5" y="301"/>
                </a:cubicBezTo>
                <a:cubicBezTo>
                  <a:pt x="2" y="285"/>
                  <a:pt x="0" y="269"/>
                  <a:pt x="0" y="252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4236840" y="2446920"/>
            <a:ext cx="4748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bochten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/>
          <p:nvPr/>
        </p:nvSpPr>
        <p:spPr>
          <a:xfrm>
            <a:off x="4224240" y="2652480"/>
            <a:ext cx="552600" cy="190800"/>
          </a:xfrm>
          <a:custGeom>
            <a:avLst/>
            <a:gdLst/>
            <a:ahLst/>
            <a:rect l="0" t="0" r="r" b="b"/>
            <a:pathLst>
              <a:path w="1535" h="530">
                <a:moveTo>
                  <a:pt x="0" y="265"/>
                </a:move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80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lnTo>
                  <a:pt x="1270" y="0"/>
                </a:lnTo>
                <a:cubicBezTo>
                  <a:pt x="1287" y="0"/>
                  <a:pt x="1304" y="2"/>
                  <a:pt x="1322" y="5"/>
                </a:cubicBezTo>
                <a:cubicBezTo>
                  <a:pt x="1339" y="9"/>
                  <a:pt x="1356" y="14"/>
                  <a:pt x="1372" y="20"/>
                </a:cubicBezTo>
                <a:cubicBezTo>
                  <a:pt x="1388" y="27"/>
                  <a:pt x="1403" y="35"/>
                  <a:pt x="1418" y="45"/>
                </a:cubicBezTo>
                <a:cubicBezTo>
                  <a:pt x="1432" y="54"/>
                  <a:pt x="1446" y="65"/>
                  <a:pt x="1458" y="78"/>
                </a:cubicBezTo>
                <a:cubicBezTo>
                  <a:pt x="1470" y="90"/>
                  <a:pt x="1481" y="103"/>
                  <a:pt x="1491" y="118"/>
                </a:cubicBezTo>
                <a:cubicBezTo>
                  <a:pt x="1500" y="132"/>
                  <a:pt x="1509" y="147"/>
                  <a:pt x="1515" y="163"/>
                </a:cubicBezTo>
                <a:cubicBezTo>
                  <a:pt x="1522" y="180"/>
                  <a:pt x="1527" y="196"/>
                  <a:pt x="1530" y="213"/>
                </a:cubicBezTo>
                <a:cubicBezTo>
                  <a:pt x="1534" y="230"/>
                  <a:pt x="1535" y="247"/>
                  <a:pt x="1535" y="265"/>
                </a:cubicBezTo>
                <a:cubicBezTo>
                  <a:pt x="1535" y="282"/>
                  <a:pt x="1534" y="299"/>
                  <a:pt x="1530" y="317"/>
                </a:cubicBezTo>
                <a:cubicBezTo>
                  <a:pt x="1527" y="334"/>
                  <a:pt x="1522" y="351"/>
                  <a:pt x="1515" y="367"/>
                </a:cubicBezTo>
                <a:cubicBezTo>
                  <a:pt x="1509" y="383"/>
                  <a:pt x="1500" y="398"/>
                  <a:pt x="1491" y="413"/>
                </a:cubicBezTo>
                <a:cubicBezTo>
                  <a:pt x="1481" y="427"/>
                  <a:pt x="1470" y="441"/>
                  <a:pt x="1458" y="453"/>
                </a:cubicBezTo>
                <a:cubicBezTo>
                  <a:pt x="1446" y="465"/>
                  <a:pt x="1432" y="476"/>
                  <a:pt x="1418" y="486"/>
                </a:cubicBezTo>
                <a:cubicBezTo>
                  <a:pt x="1403" y="495"/>
                  <a:pt x="1388" y="504"/>
                  <a:pt x="1372" y="510"/>
                </a:cubicBezTo>
                <a:cubicBezTo>
                  <a:pt x="1356" y="517"/>
                  <a:pt x="1339" y="522"/>
                  <a:pt x="1322" y="525"/>
                </a:cubicBezTo>
                <a:cubicBezTo>
                  <a:pt x="1304" y="529"/>
                  <a:pt x="1287" y="530"/>
                  <a:pt x="1270" y="530"/>
                </a:cubicBezTo>
                <a:lnTo>
                  <a:pt x="264" y="530"/>
                </a:ln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1" y="299"/>
                  <a:pt x="0" y="282"/>
                  <a:pt x="0" y="2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2" name=""/>
          <p:cNvSpPr/>
          <p:nvPr/>
        </p:nvSpPr>
        <p:spPr>
          <a:xfrm>
            <a:off x="4224240" y="2652480"/>
            <a:ext cx="552600" cy="190800"/>
          </a:xfrm>
          <a:custGeom>
            <a:avLst/>
            <a:gdLst/>
            <a:ahLst/>
            <a:rect l="0" t="0" r="r" b="b"/>
            <a:pathLst>
              <a:path w="1535" h="530">
                <a:moveTo>
                  <a:pt x="0" y="265"/>
                </a:move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80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lnTo>
                  <a:pt x="1270" y="0"/>
                </a:lnTo>
                <a:cubicBezTo>
                  <a:pt x="1287" y="0"/>
                  <a:pt x="1304" y="2"/>
                  <a:pt x="1322" y="5"/>
                </a:cubicBezTo>
                <a:cubicBezTo>
                  <a:pt x="1339" y="9"/>
                  <a:pt x="1356" y="14"/>
                  <a:pt x="1372" y="20"/>
                </a:cubicBezTo>
                <a:cubicBezTo>
                  <a:pt x="1388" y="27"/>
                  <a:pt x="1403" y="35"/>
                  <a:pt x="1418" y="45"/>
                </a:cubicBezTo>
                <a:cubicBezTo>
                  <a:pt x="1432" y="54"/>
                  <a:pt x="1446" y="65"/>
                  <a:pt x="1458" y="78"/>
                </a:cubicBezTo>
                <a:cubicBezTo>
                  <a:pt x="1470" y="90"/>
                  <a:pt x="1481" y="103"/>
                  <a:pt x="1491" y="118"/>
                </a:cubicBezTo>
                <a:cubicBezTo>
                  <a:pt x="1500" y="132"/>
                  <a:pt x="1509" y="147"/>
                  <a:pt x="1515" y="163"/>
                </a:cubicBezTo>
                <a:cubicBezTo>
                  <a:pt x="1522" y="180"/>
                  <a:pt x="1527" y="196"/>
                  <a:pt x="1530" y="213"/>
                </a:cubicBezTo>
                <a:cubicBezTo>
                  <a:pt x="1534" y="230"/>
                  <a:pt x="1535" y="247"/>
                  <a:pt x="1535" y="265"/>
                </a:cubicBezTo>
                <a:cubicBezTo>
                  <a:pt x="1535" y="282"/>
                  <a:pt x="1534" y="299"/>
                  <a:pt x="1530" y="317"/>
                </a:cubicBezTo>
                <a:cubicBezTo>
                  <a:pt x="1527" y="334"/>
                  <a:pt x="1522" y="351"/>
                  <a:pt x="1515" y="367"/>
                </a:cubicBezTo>
                <a:cubicBezTo>
                  <a:pt x="1509" y="383"/>
                  <a:pt x="1500" y="398"/>
                  <a:pt x="1491" y="413"/>
                </a:cubicBezTo>
                <a:cubicBezTo>
                  <a:pt x="1481" y="427"/>
                  <a:pt x="1470" y="441"/>
                  <a:pt x="1458" y="453"/>
                </a:cubicBezTo>
                <a:cubicBezTo>
                  <a:pt x="1446" y="465"/>
                  <a:pt x="1432" y="476"/>
                  <a:pt x="1418" y="486"/>
                </a:cubicBezTo>
                <a:cubicBezTo>
                  <a:pt x="1403" y="495"/>
                  <a:pt x="1388" y="504"/>
                  <a:pt x="1372" y="510"/>
                </a:cubicBezTo>
                <a:cubicBezTo>
                  <a:pt x="1356" y="517"/>
                  <a:pt x="1339" y="522"/>
                  <a:pt x="1322" y="525"/>
                </a:cubicBezTo>
                <a:cubicBezTo>
                  <a:pt x="1304" y="529"/>
                  <a:pt x="1287" y="530"/>
                  <a:pt x="1270" y="530"/>
                </a:cubicBezTo>
                <a:lnTo>
                  <a:pt x="264" y="530"/>
                </a:ln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1" y="299"/>
                  <a:pt x="0" y="282"/>
                  <a:pt x="0" y="265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4838400" y="2446920"/>
            <a:ext cx="634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onderhoud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4298760" y="2685240"/>
            <a:ext cx="4748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uitbouw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5" name=""/>
          <p:cNvSpPr/>
          <p:nvPr/>
        </p:nvSpPr>
        <p:spPr>
          <a:xfrm>
            <a:off x="5933880" y="1152360"/>
            <a:ext cx="2610360" cy="2029320"/>
          </a:xfrm>
          <a:custGeom>
            <a:avLst/>
            <a:gdLst/>
            <a:ahLst/>
            <a:rect l="0" t="0" r="r" b="b"/>
            <a:pathLst>
              <a:path w="7251" h="5637">
                <a:moveTo>
                  <a:pt x="0" y="5372"/>
                </a:moveTo>
                <a:lnTo>
                  <a:pt x="0" y="265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7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5" y="0"/>
                </a:cubicBezTo>
                <a:lnTo>
                  <a:pt x="6986" y="0"/>
                </a:lnTo>
                <a:cubicBezTo>
                  <a:pt x="7003" y="0"/>
                  <a:pt x="7021" y="2"/>
                  <a:pt x="7038" y="5"/>
                </a:cubicBezTo>
                <a:cubicBezTo>
                  <a:pt x="7055" y="8"/>
                  <a:pt x="7071" y="13"/>
                  <a:pt x="7087" y="20"/>
                </a:cubicBezTo>
                <a:cubicBezTo>
                  <a:pt x="7103" y="27"/>
                  <a:pt x="7119" y="35"/>
                  <a:pt x="7133" y="45"/>
                </a:cubicBezTo>
                <a:cubicBezTo>
                  <a:pt x="7147" y="54"/>
                  <a:pt x="7161" y="65"/>
                  <a:pt x="7173" y="77"/>
                </a:cubicBezTo>
                <a:cubicBezTo>
                  <a:pt x="7185" y="90"/>
                  <a:pt x="7196" y="103"/>
                  <a:pt x="7206" y="118"/>
                </a:cubicBezTo>
                <a:cubicBezTo>
                  <a:pt x="7216" y="132"/>
                  <a:pt x="7224" y="147"/>
                  <a:pt x="7230" y="163"/>
                </a:cubicBezTo>
                <a:cubicBezTo>
                  <a:pt x="7237" y="179"/>
                  <a:pt x="7242" y="196"/>
                  <a:pt x="7246" y="213"/>
                </a:cubicBezTo>
                <a:cubicBezTo>
                  <a:pt x="7249" y="230"/>
                  <a:pt x="7251" y="247"/>
                  <a:pt x="7251" y="265"/>
                </a:cubicBezTo>
                <a:lnTo>
                  <a:pt x="7251" y="5372"/>
                </a:lnTo>
                <a:cubicBezTo>
                  <a:pt x="7251" y="5389"/>
                  <a:pt x="7249" y="5407"/>
                  <a:pt x="7246" y="5424"/>
                </a:cubicBezTo>
                <a:cubicBezTo>
                  <a:pt x="7242" y="5441"/>
                  <a:pt x="7237" y="5457"/>
                  <a:pt x="7230" y="5473"/>
                </a:cubicBezTo>
                <a:cubicBezTo>
                  <a:pt x="7224" y="5489"/>
                  <a:pt x="7216" y="5505"/>
                  <a:pt x="7206" y="5519"/>
                </a:cubicBezTo>
                <a:cubicBezTo>
                  <a:pt x="7196" y="5533"/>
                  <a:pt x="7185" y="5547"/>
                  <a:pt x="7173" y="5559"/>
                </a:cubicBezTo>
                <a:cubicBezTo>
                  <a:pt x="7161" y="5571"/>
                  <a:pt x="7147" y="5582"/>
                  <a:pt x="7133" y="5592"/>
                </a:cubicBezTo>
                <a:cubicBezTo>
                  <a:pt x="7119" y="5602"/>
                  <a:pt x="7103" y="5610"/>
                  <a:pt x="7087" y="5616"/>
                </a:cubicBezTo>
                <a:cubicBezTo>
                  <a:pt x="7071" y="5623"/>
                  <a:pt x="7055" y="5628"/>
                  <a:pt x="7038" y="5631"/>
                </a:cubicBezTo>
                <a:cubicBezTo>
                  <a:pt x="7021" y="5635"/>
                  <a:pt x="7003" y="5637"/>
                  <a:pt x="6986" y="5637"/>
                </a:cubicBezTo>
                <a:lnTo>
                  <a:pt x="265" y="5637"/>
                </a:lnTo>
                <a:cubicBezTo>
                  <a:pt x="247" y="5637"/>
                  <a:pt x="230" y="5635"/>
                  <a:pt x="213" y="5631"/>
                </a:cubicBezTo>
                <a:cubicBezTo>
                  <a:pt x="196" y="5628"/>
                  <a:pt x="179" y="5623"/>
                  <a:pt x="163" y="5616"/>
                </a:cubicBezTo>
                <a:cubicBezTo>
                  <a:pt x="147" y="5610"/>
                  <a:pt x="132" y="5602"/>
                  <a:pt x="118" y="5592"/>
                </a:cubicBezTo>
                <a:cubicBezTo>
                  <a:pt x="103" y="5582"/>
                  <a:pt x="90" y="5571"/>
                  <a:pt x="78" y="5559"/>
                </a:cubicBezTo>
                <a:cubicBezTo>
                  <a:pt x="65" y="5547"/>
                  <a:pt x="54" y="5533"/>
                  <a:pt x="45" y="5519"/>
                </a:cubicBezTo>
                <a:cubicBezTo>
                  <a:pt x="35" y="5505"/>
                  <a:pt x="27" y="5489"/>
                  <a:pt x="20" y="5473"/>
                </a:cubicBezTo>
                <a:cubicBezTo>
                  <a:pt x="14" y="5457"/>
                  <a:pt x="9" y="5441"/>
                  <a:pt x="5" y="5424"/>
                </a:cubicBezTo>
                <a:cubicBezTo>
                  <a:pt x="2" y="5407"/>
                  <a:pt x="0" y="5389"/>
                  <a:pt x="0" y="5372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3503520" y="2903400"/>
            <a:ext cx="2257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Wij leggen vast hoe die maat werkt.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/>
          <p:nvPr/>
        </p:nvSpPr>
        <p:spPr>
          <a:xfrm>
            <a:off x="6962760" y="1533240"/>
            <a:ext cx="552600" cy="238680"/>
          </a:xfrm>
          <a:custGeom>
            <a:avLst/>
            <a:gdLst/>
            <a:ahLst/>
            <a:rect l="0" t="0" r="r" b="b"/>
            <a:pathLst>
              <a:path w="1535" h="663">
                <a:moveTo>
                  <a:pt x="0" y="50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376" y="0"/>
                </a:lnTo>
                <a:cubicBezTo>
                  <a:pt x="1387" y="0"/>
                  <a:pt x="1397" y="1"/>
                  <a:pt x="1407" y="3"/>
                </a:cubicBezTo>
                <a:cubicBezTo>
                  <a:pt x="1418" y="5"/>
                  <a:pt x="1427" y="8"/>
                  <a:pt x="1437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3" y="33"/>
                  <a:pt x="1481" y="40"/>
                  <a:pt x="1489" y="48"/>
                </a:cubicBezTo>
                <a:cubicBezTo>
                  <a:pt x="1496" y="55"/>
                  <a:pt x="1503" y="63"/>
                  <a:pt x="1508" y="72"/>
                </a:cubicBezTo>
                <a:cubicBezTo>
                  <a:pt x="1514" y="81"/>
                  <a:pt x="1519" y="90"/>
                  <a:pt x="1523" y="99"/>
                </a:cubicBezTo>
                <a:cubicBezTo>
                  <a:pt x="1527" y="109"/>
                  <a:pt x="1530" y="119"/>
                  <a:pt x="1532" y="129"/>
                </a:cubicBezTo>
                <a:cubicBezTo>
                  <a:pt x="1534" y="139"/>
                  <a:pt x="1535" y="150"/>
                  <a:pt x="1535" y="160"/>
                </a:cubicBezTo>
                <a:lnTo>
                  <a:pt x="1535" y="504"/>
                </a:lnTo>
                <a:cubicBezTo>
                  <a:pt x="1535" y="514"/>
                  <a:pt x="1534" y="525"/>
                  <a:pt x="1532" y="535"/>
                </a:cubicBezTo>
                <a:cubicBezTo>
                  <a:pt x="1530" y="545"/>
                  <a:pt x="1527" y="555"/>
                  <a:pt x="1523" y="565"/>
                </a:cubicBezTo>
                <a:cubicBezTo>
                  <a:pt x="1519" y="574"/>
                  <a:pt x="1514" y="584"/>
                  <a:pt x="1508" y="592"/>
                </a:cubicBezTo>
                <a:cubicBezTo>
                  <a:pt x="1503" y="601"/>
                  <a:pt x="1496" y="609"/>
                  <a:pt x="1489" y="616"/>
                </a:cubicBezTo>
                <a:cubicBezTo>
                  <a:pt x="1481" y="624"/>
                  <a:pt x="1473" y="630"/>
                  <a:pt x="1465" y="636"/>
                </a:cubicBezTo>
                <a:cubicBezTo>
                  <a:pt x="1456" y="642"/>
                  <a:pt x="1447" y="647"/>
                  <a:pt x="1437" y="651"/>
                </a:cubicBezTo>
                <a:cubicBezTo>
                  <a:pt x="1427" y="655"/>
                  <a:pt x="1418" y="658"/>
                  <a:pt x="1407" y="660"/>
                </a:cubicBezTo>
                <a:cubicBezTo>
                  <a:pt x="1397" y="662"/>
                  <a:pt x="1387" y="663"/>
                  <a:pt x="1376" y="663"/>
                </a:cubicBezTo>
                <a:lnTo>
                  <a:pt x="158" y="663"/>
                </a:lnTo>
                <a:cubicBezTo>
                  <a:pt x="148" y="663"/>
                  <a:pt x="138" y="662"/>
                  <a:pt x="127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1" y="630"/>
                  <a:pt x="53" y="624"/>
                  <a:pt x="46" y="616"/>
                </a:cubicBezTo>
                <a:cubicBezTo>
                  <a:pt x="39" y="609"/>
                  <a:pt x="32" y="601"/>
                  <a:pt x="26" y="592"/>
                </a:cubicBezTo>
                <a:cubicBezTo>
                  <a:pt x="21" y="584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4"/>
                  <a:pt x="0" y="504"/>
                </a:cubicBezTo>
                <a:close/>
              </a:path>
            </a:pathLst>
          </a:custGeom>
          <a:solidFill>
            <a:srgbClr val="2e86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6391080" y="1298520"/>
            <a:ext cx="2010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2e86c1"/>
                </a:solidFill>
                <a:latin typeface="Arial"/>
                <a:ea typeface="Arial"/>
              </a:rPr>
              <a:t>AI bouwt om, veel sneller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/>
          <p:nvPr/>
        </p:nvSpPr>
        <p:spPr>
          <a:xfrm>
            <a:off x="629820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/>
          <p:nvPr/>
        </p:nvSpPr>
        <p:spPr>
          <a:xfrm>
            <a:off x="640980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/>
          <p:nvPr/>
        </p:nvSpPr>
        <p:spPr>
          <a:xfrm>
            <a:off x="652104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2" name=""/>
          <p:cNvSpPr/>
          <p:nvPr/>
        </p:nvSpPr>
        <p:spPr>
          <a:xfrm>
            <a:off x="663264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/>
          <p:nvPr/>
        </p:nvSpPr>
        <p:spPr>
          <a:xfrm>
            <a:off x="674388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/>
          <p:nvPr/>
        </p:nvSpPr>
        <p:spPr>
          <a:xfrm>
            <a:off x="685548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/>
          <p:nvPr/>
        </p:nvSpPr>
        <p:spPr>
          <a:xfrm>
            <a:off x="6967080" y="2169720"/>
            <a:ext cx="0" cy="15408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6" name=""/>
          <p:cNvSpPr/>
          <p:nvPr/>
        </p:nvSpPr>
        <p:spPr>
          <a:xfrm>
            <a:off x="6246720" y="2203920"/>
            <a:ext cx="78876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/>
          <p:nvPr/>
        </p:nvSpPr>
        <p:spPr>
          <a:xfrm>
            <a:off x="6246720" y="2289600"/>
            <a:ext cx="788760" cy="0"/>
          </a:xfrm>
          <a:prstGeom prst="line">
            <a:avLst/>
          </a:prstGeom>
          <a:ln w="2556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8" name=""/>
          <p:cNvSpPr/>
          <p:nvPr/>
        </p:nvSpPr>
        <p:spPr>
          <a:xfrm>
            <a:off x="739548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9" name=""/>
          <p:cNvSpPr/>
          <p:nvPr/>
        </p:nvSpPr>
        <p:spPr>
          <a:xfrm>
            <a:off x="750708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/>
          <p:nvPr/>
        </p:nvSpPr>
        <p:spPr>
          <a:xfrm>
            <a:off x="761832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/>
          <p:nvPr/>
        </p:nvSpPr>
        <p:spPr>
          <a:xfrm>
            <a:off x="772992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2" name=""/>
          <p:cNvSpPr/>
          <p:nvPr/>
        </p:nvSpPr>
        <p:spPr>
          <a:xfrm>
            <a:off x="784116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/>
          <p:nvPr/>
        </p:nvSpPr>
        <p:spPr>
          <a:xfrm>
            <a:off x="795276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/>
          <p:nvPr/>
        </p:nvSpPr>
        <p:spPr>
          <a:xfrm>
            <a:off x="806400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/>
          <p:nvPr/>
        </p:nvSpPr>
        <p:spPr>
          <a:xfrm>
            <a:off x="8175600" y="2118240"/>
            <a:ext cx="0" cy="291240"/>
          </a:xfrm>
          <a:prstGeom prst="line">
            <a:avLst/>
          </a:prstGeom>
          <a:ln w="34200">
            <a:solidFill>
              <a:srgbClr val="b98b6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6" name=""/>
          <p:cNvSpPr/>
          <p:nvPr/>
        </p:nvSpPr>
        <p:spPr>
          <a:xfrm>
            <a:off x="7344000" y="2152440"/>
            <a:ext cx="891360" cy="0"/>
          </a:xfrm>
          <a:prstGeom prst="line">
            <a:avLst/>
          </a:prstGeom>
          <a:ln w="2556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/>
          <p:nvPr/>
        </p:nvSpPr>
        <p:spPr>
          <a:xfrm>
            <a:off x="7344000" y="2375280"/>
            <a:ext cx="891360" cy="0"/>
          </a:xfrm>
          <a:prstGeom prst="line">
            <a:avLst/>
          </a:prstGeom>
          <a:ln w="2556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/>
          <p:nvPr/>
        </p:nvSpPr>
        <p:spPr>
          <a:xfrm>
            <a:off x="7052760" y="2066760"/>
            <a:ext cx="274680" cy="394560"/>
          </a:xfrm>
          <a:custGeom>
            <a:avLst/>
            <a:gdLst/>
            <a:ahLst/>
            <a:rect l="0" t="0" r="r" b="b"/>
            <a:pathLst>
              <a:path w="763" h="1096">
                <a:moveTo>
                  <a:pt x="95" y="0"/>
                </a:moveTo>
                <a:lnTo>
                  <a:pt x="667" y="0"/>
                </a:lnTo>
                <a:cubicBezTo>
                  <a:pt x="680" y="0"/>
                  <a:pt x="692" y="2"/>
                  <a:pt x="704" y="7"/>
                </a:cubicBezTo>
                <a:cubicBezTo>
                  <a:pt x="715" y="12"/>
                  <a:pt x="726" y="19"/>
                  <a:pt x="735" y="28"/>
                </a:cubicBezTo>
                <a:cubicBezTo>
                  <a:pt x="744" y="37"/>
                  <a:pt x="750" y="47"/>
                  <a:pt x="755" y="59"/>
                </a:cubicBezTo>
                <a:cubicBezTo>
                  <a:pt x="760" y="70"/>
                  <a:pt x="763" y="82"/>
                  <a:pt x="763" y="95"/>
                </a:cubicBezTo>
                <a:lnTo>
                  <a:pt x="763" y="1001"/>
                </a:lnTo>
                <a:cubicBezTo>
                  <a:pt x="763" y="1014"/>
                  <a:pt x="760" y="1026"/>
                  <a:pt x="755" y="1037"/>
                </a:cubicBezTo>
                <a:cubicBezTo>
                  <a:pt x="750" y="1049"/>
                  <a:pt x="744" y="1059"/>
                  <a:pt x="735" y="1068"/>
                </a:cubicBezTo>
                <a:cubicBezTo>
                  <a:pt x="726" y="1077"/>
                  <a:pt x="715" y="1084"/>
                  <a:pt x="704" y="1089"/>
                </a:cubicBezTo>
                <a:cubicBezTo>
                  <a:pt x="692" y="1094"/>
                  <a:pt x="680" y="1096"/>
                  <a:pt x="667" y="1096"/>
                </a:cubicBezTo>
                <a:lnTo>
                  <a:pt x="95" y="1096"/>
                </a:lnTo>
                <a:cubicBezTo>
                  <a:pt x="82" y="1096"/>
                  <a:pt x="70" y="1094"/>
                  <a:pt x="58" y="1089"/>
                </a:cubicBezTo>
                <a:cubicBezTo>
                  <a:pt x="47" y="1084"/>
                  <a:pt x="36" y="1077"/>
                  <a:pt x="28" y="1068"/>
                </a:cubicBezTo>
                <a:cubicBezTo>
                  <a:pt x="19" y="1059"/>
                  <a:pt x="12" y="1049"/>
                  <a:pt x="7" y="1037"/>
                </a:cubicBezTo>
                <a:cubicBezTo>
                  <a:pt x="2" y="1026"/>
                  <a:pt x="0" y="1014"/>
                  <a:pt x="0" y="1001"/>
                </a:cubicBezTo>
                <a:lnTo>
                  <a:pt x="0" y="95"/>
                </a:lnTo>
                <a:cubicBezTo>
                  <a:pt x="0" y="82"/>
                  <a:pt x="2" y="70"/>
                  <a:pt x="7" y="59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7" y="12"/>
                  <a:pt x="58" y="7"/>
                </a:cubicBezTo>
                <a:cubicBezTo>
                  <a:pt x="70" y="2"/>
                  <a:pt x="82" y="0"/>
                  <a:pt x="95" y="0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9" name=""/>
          <p:cNvSpPr/>
          <p:nvPr/>
        </p:nvSpPr>
        <p:spPr>
          <a:xfrm>
            <a:off x="7052760" y="2066760"/>
            <a:ext cx="274680" cy="394560"/>
          </a:xfrm>
          <a:custGeom>
            <a:avLst/>
            <a:gdLst/>
            <a:ahLst/>
            <a:rect l="0" t="0" r="r" b="b"/>
            <a:pathLst>
              <a:path w="763" h="1096">
                <a:moveTo>
                  <a:pt x="95" y="0"/>
                </a:moveTo>
                <a:lnTo>
                  <a:pt x="667" y="0"/>
                </a:lnTo>
                <a:cubicBezTo>
                  <a:pt x="680" y="0"/>
                  <a:pt x="692" y="2"/>
                  <a:pt x="704" y="7"/>
                </a:cubicBezTo>
                <a:cubicBezTo>
                  <a:pt x="715" y="12"/>
                  <a:pt x="726" y="19"/>
                  <a:pt x="735" y="28"/>
                </a:cubicBezTo>
                <a:cubicBezTo>
                  <a:pt x="744" y="37"/>
                  <a:pt x="750" y="47"/>
                  <a:pt x="755" y="59"/>
                </a:cubicBezTo>
                <a:cubicBezTo>
                  <a:pt x="760" y="70"/>
                  <a:pt x="763" y="82"/>
                  <a:pt x="763" y="95"/>
                </a:cubicBezTo>
                <a:lnTo>
                  <a:pt x="763" y="1001"/>
                </a:lnTo>
                <a:cubicBezTo>
                  <a:pt x="763" y="1014"/>
                  <a:pt x="760" y="1026"/>
                  <a:pt x="755" y="1037"/>
                </a:cubicBezTo>
                <a:cubicBezTo>
                  <a:pt x="750" y="1049"/>
                  <a:pt x="744" y="1059"/>
                  <a:pt x="735" y="1068"/>
                </a:cubicBezTo>
                <a:cubicBezTo>
                  <a:pt x="726" y="1077"/>
                  <a:pt x="715" y="1084"/>
                  <a:pt x="704" y="1089"/>
                </a:cubicBezTo>
                <a:cubicBezTo>
                  <a:pt x="692" y="1094"/>
                  <a:pt x="680" y="1096"/>
                  <a:pt x="667" y="1096"/>
                </a:cubicBezTo>
                <a:lnTo>
                  <a:pt x="95" y="1096"/>
                </a:lnTo>
                <a:cubicBezTo>
                  <a:pt x="82" y="1096"/>
                  <a:pt x="70" y="1094"/>
                  <a:pt x="58" y="1089"/>
                </a:cubicBezTo>
                <a:cubicBezTo>
                  <a:pt x="47" y="1084"/>
                  <a:pt x="36" y="1077"/>
                  <a:pt x="28" y="1068"/>
                </a:cubicBezTo>
                <a:cubicBezTo>
                  <a:pt x="19" y="1059"/>
                  <a:pt x="12" y="1049"/>
                  <a:pt x="7" y="1037"/>
                </a:cubicBezTo>
                <a:cubicBezTo>
                  <a:pt x="2" y="1026"/>
                  <a:pt x="0" y="1014"/>
                  <a:pt x="0" y="1001"/>
                </a:cubicBezTo>
                <a:lnTo>
                  <a:pt x="0" y="95"/>
                </a:lnTo>
                <a:cubicBezTo>
                  <a:pt x="0" y="82"/>
                  <a:pt x="2" y="70"/>
                  <a:pt x="7" y="59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7" y="12"/>
                  <a:pt x="58" y="7"/>
                </a:cubicBezTo>
                <a:cubicBezTo>
                  <a:pt x="70" y="2"/>
                  <a:pt x="82" y="0"/>
                  <a:pt x="95" y="0"/>
                </a:cubicBezTo>
                <a:close/>
              </a:path>
            </a:pathLst>
          </a:custGeom>
          <a:noFill/>
          <a:ln w="16920">
            <a:solidFill>
              <a:srgbClr val="8a5a12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0" name=""/>
          <p:cNvSpPr/>
          <p:nvPr/>
        </p:nvSpPr>
        <p:spPr>
          <a:xfrm>
            <a:off x="7103880" y="2264040"/>
            <a:ext cx="171720" cy="0"/>
          </a:xfrm>
          <a:prstGeom prst="line">
            <a:avLst/>
          </a:prstGeom>
          <a:ln w="25560">
            <a:solidFill>
              <a:srgbClr val="8a5a1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1" name=""/>
          <p:cNvSpPr/>
          <p:nvPr/>
        </p:nvSpPr>
        <p:spPr>
          <a:xfrm>
            <a:off x="7232760" y="2212560"/>
            <a:ext cx="60120" cy="102960"/>
          </a:xfrm>
          <a:custGeom>
            <a:avLst/>
            <a:gdLst/>
            <a:ahLst/>
            <a:rect l="0" t="0" r="r" b="b"/>
            <a:pathLst>
              <a:path w="167" h="286">
                <a:moveTo>
                  <a:pt x="0" y="0"/>
                </a:moveTo>
                <a:lnTo>
                  <a:pt x="167" y="143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2" name=""/>
          <p:cNvSpPr/>
          <p:nvPr/>
        </p:nvSpPr>
        <p:spPr>
          <a:xfrm>
            <a:off x="7926840" y="186084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573" y="287"/>
                </a:moveTo>
                <a:cubicBezTo>
                  <a:pt x="573" y="306"/>
                  <a:pt x="571" y="325"/>
                  <a:pt x="567" y="343"/>
                </a:cubicBezTo>
                <a:cubicBezTo>
                  <a:pt x="564" y="361"/>
                  <a:pt x="558" y="379"/>
                  <a:pt x="551" y="397"/>
                </a:cubicBezTo>
                <a:cubicBezTo>
                  <a:pt x="544" y="414"/>
                  <a:pt x="534" y="430"/>
                  <a:pt x="524" y="446"/>
                </a:cubicBezTo>
                <a:cubicBezTo>
                  <a:pt x="513" y="461"/>
                  <a:pt x="501" y="476"/>
                  <a:pt x="488" y="489"/>
                </a:cubicBezTo>
                <a:cubicBezTo>
                  <a:pt x="475" y="502"/>
                  <a:pt x="460" y="514"/>
                  <a:pt x="445" y="525"/>
                </a:cubicBezTo>
                <a:cubicBezTo>
                  <a:pt x="429" y="535"/>
                  <a:pt x="413" y="544"/>
                  <a:pt x="395" y="551"/>
                </a:cubicBezTo>
                <a:cubicBezTo>
                  <a:pt x="378" y="558"/>
                  <a:pt x="360" y="564"/>
                  <a:pt x="342" y="567"/>
                </a:cubicBezTo>
                <a:cubicBezTo>
                  <a:pt x="323" y="571"/>
                  <a:pt x="305" y="573"/>
                  <a:pt x="286" y="573"/>
                </a:cubicBezTo>
                <a:cubicBezTo>
                  <a:pt x="267" y="573"/>
                  <a:pt x="249" y="571"/>
                  <a:pt x="230" y="567"/>
                </a:cubicBezTo>
                <a:cubicBezTo>
                  <a:pt x="212" y="564"/>
                  <a:pt x="194" y="558"/>
                  <a:pt x="177" y="551"/>
                </a:cubicBezTo>
                <a:cubicBezTo>
                  <a:pt x="159" y="544"/>
                  <a:pt x="143" y="535"/>
                  <a:pt x="127" y="525"/>
                </a:cubicBezTo>
                <a:cubicBezTo>
                  <a:pt x="112" y="514"/>
                  <a:pt x="97" y="502"/>
                  <a:pt x="84" y="489"/>
                </a:cubicBezTo>
                <a:cubicBezTo>
                  <a:pt x="71" y="476"/>
                  <a:pt x="59" y="461"/>
                  <a:pt x="48" y="446"/>
                </a:cubicBezTo>
                <a:cubicBezTo>
                  <a:pt x="38" y="430"/>
                  <a:pt x="29" y="414"/>
                  <a:pt x="22" y="397"/>
                </a:cubicBezTo>
                <a:cubicBezTo>
                  <a:pt x="15" y="379"/>
                  <a:pt x="9" y="361"/>
                  <a:pt x="6" y="343"/>
                </a:cubicBezTo>
                <a:cubicBezTo>
                  <a:pt x="2" y="325"/>
                  <a:pt x="0" y="306"/>
                  <a:pt x="0" y="287"/>
                </a:cubicBezTo>
                <a:cubicBezTo>
                  <a:pt x="0" y="268"/>
                  <a:pt x="2" y="249"/>
                  <a:pt x="6" y="230"/>
                </a:cubicBezTo>
                <a:cubicBezTo>
                  <a:pt x="9" y="212"/>
                  <a:pt x="15" y="194"/>
                  <a:pt x="22" y="177"/>
                </a:cubicBezTo>
                <a:cubicBezTo>
                  <a:pt x="29" y="159"/>
                  <a:pt x="38" y="143"/>
                  <a:pt x="48" y="127"/>
                </a:cubicBezTo>
                <a:cubicBezTo>
                  <a:pt x="59" y="112"/>
                  <a:pt x="71" y="97"/>
                  <a:pt x="84" y="84"/>
                </a:cubicBezTo>
                <a:cubicBezTo>
                  <a:pt x="97" y="71"/>
                  <a:pt x="112" y="59"/>
                  <a:pt x="127" y="49"/>
                </a:cubicBezTo>
                <a:cubicBezTo>
                  <a:pt x="143" y="38"/>
                  <a:pt x="159" y="29"/>
                  <a:pt x="177" y="22"/>
                </a:cubicBezTo>
                <a:cubicBezTo>
                  <a:pt x="194" y="15"/>
                  <a:pt x="212" y="10"/>
                  <a:pt x="230" y="6"/>
                </a:cubicBezTo>
                <a:cubicBezTo>
                  <a:pt x="249" y="2"/>
                  <a:pt x="267" y="0"/>
                  <a:pt x="286" y="0"/>
                </a:cubicBezTo>
                <a:cubicBezTo>
                  <a:pt x="305" y="0"/>
                  <a:pt x="323" y="2"/>
                  <a:pt x="342" y="6"/>
                </a:cubicBezTo>
                <a:cubicBezTo>
                  <a:pt x="360" y="10"/>
                  <a:pt x="378" y="15"/>
                  <a:pt x="395" y="22"/>
                </a:cubicBezTo>
                <a:cubicBezTo>
                  <a:pt x="413" y="29"/>
                  <a:pt x="429" y="38"/>
                  <a:pt x="445" y="49"/>
                </a:cubicBezTo>
                <a:cubicBezTo>
                  <a:pt x="460" y="59"/>
                  <a:pt x="475" y="71"/>
                  <a:pt x="488" y="84"/>
                </a:cubicBezTo>
                <a:cubicBezTo>
                  <a:pt x="501" y="97"/>
                  <a:pt x="513" y="112"/>
                  <a:pt x="524" y="127"/>
                </a:cubicBezTo>
                <a:cubicBezTo>
                  <a:pt x="534" y="143"/>
                  <a:pt x="544" y="159"/>
                  <a:pt x="551" y="177"/>
                </a:cubicBezTo>
                <a:cubicBezTo>
                  <a:pt x="558" y="194"/>
                  <a:pt x="564" y="212"/>
                  <a:pt x="567" y="230"/>
                </a:cubicBezTo>
                <a:cubicBezTo>
                  <a:pt x="571" y="249"/>
                  <a:pt x="573" y="268"/>
                  <a:pt x="573" y="2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/>
          <p:nvPr/>
        </p:nvSpPr>
        <p:spPr>
          <a:xfrm>
            <a:off x="7926840" y="186084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573" y="287"/>
                </a:moveTo>
                <a:cubicBezTo>
                  <a:pt x="573" y="306"/>
                  <a:pt x="571" y="325"/>
                  <a:pt x="567" y="343"/>
                </a:cubicBezTo>
                <a:cubicBezTo>
                  <a:pt x="564" y="361"/>
                  <a:pt x="558" y="379"/>
                  <a:pt x="551" y="397"/>
                </a:cubicBezTo>
                <a:cubicBezTo>
                  <a:pt x="544" y="414"/>
                  <a:pt x="534" y="430"/>
                  <a:pt x="524" y="446"/>
                </a:cubicBezTo>
                <a:cubicBezTo>
                  <a:pt x="513" y="461"/>
                  <a:pt x="501" y="476"/>
                  <a:pt x="488" y="489"/>
                </a:cubicBezTo>
                <a:cubicBezTo>
                  <a:pt x="475" y="502"/>
                  <a:pt x="460" y="514"/>
                  <a:pt x="445" y="525"/>
                </a:cubicBezTo>
                <a:cubicBezTo>
                  <a:pt x="429" y="535"/>
                  <a:pt x="413" y="544"/>
                  <a:pt x="395" y="551"/>
                </a:cubicBezTo>
                <a:cubicBezTo>
                  <a:pt x="378" y="558"/>
                  <a:pt x="360" y="564"/>
                  <a:pt x="342" y="567"/>
                </a:cubicBezTo>
                <a:cubicBezTo>
                  <a:pt x="323" y="571"/>
                  <a:pt x="305" y="573"/>
                  <a:pt x="286" y="573"/>
                </a:cubicBezTo>
                <a:cubicBezTo>
                  <a:pt x="267" y="573"/>
                  <a:pt x="249" y="571"/>
                  <a:pt x="230" y="567"/>
                </a:cubicBezTo>
                <a:cubicBezTo>
                  <a:pt x="212" y="564"/>
                  <a:pt x="194" y="558"/>
                  <a:pt x="177" y="551"/>
                </a:cubicBezTo>
                <a:cubicBezTo>
                  <a:pt x="159" y="544"/>
                  <a:pt x="143" y="535"/>
                  <a:pt x="127" y="525"/>
                </a:cubicBezTo>
                <a:cubicBezTo>
                  <a:pt x="112" y="514"/>
                  <a:pt x="97" y="502"/>
                  <a:pt x="84" y="489"/>
                </a:cubicBezTo>
                <a:cubicBezTo>
                  <a:pt x="71" y="476"/>
                  <a:pt x="59" y="461"/>
                  <a:pt x="48" y="446"/>
                </a:cubicBezTo>
                <a:cubicBezTo>
                  <a:pt x="38" y="430"/>
                  <a:pt x="29" y="414"/>
                  <a:pt x="22" y="397"/>
                </a:cubicBezTo>
                <a:cubicBezTo>
                  <a:pt x="15" y="379"/>
                  <a:pt x="9" y="361"/>
                  <a:pt x="6" y="343"/>
                </a:cubicBezTo>
                <a:cubicBezTo>
                  <a:pt x="2" y="325"/>
                  <a:pt x="0" y="306"/>
                  <a:pt x="0" y="287"/>
                </a:cubicBezTo>
                <a:cubicBezTo>
                  <a:pt x="0" y="268"/>
                  <a:pt x="2" y="249"/>
                  <a:pt x="6" y="230"/>
                </a:cubicBezTo>
                <a:cubicBezTo>
                  <a:pt x="9" y="212"/>
                  <a:pt x="15" y="194"/>
                  <a:pt x="22" y="177"/>
                </a:cubicBezTo>
                <a:cubicBezTo>
                  <a:pt x="29" y="159"/>
                  <a:pt x="38" y="143"/>
                  <a:pt x="48" y="127"/>
                </a:cubicBezTo>
                <a:cubicBezTo>
                  <a:pt x="59" y="112"/>
                  <a:pt x="71" y="97"/>
                  <a:pt x="84" y="84"/>
                </a:cubicBezTo>
                <a:cubicBezTo>
                  <a:pt x="97" y="71"/>
                  <a:pt x="112" y="59"/>
                  <a:pt x="127" y="49"/>
                </a:cubicBezTo>
                <a:cubicBezTo>
                  <a:pt x="143" y="38"/>
                  <a:pt x="159" y="29"/>
                  <a:pt x="177" y="22"/>
                </a:cubicBezTo>
                <a:cubicBezTo>
                  <a:pt x="194" y="15"/>
                  <a:pt x="212" y="10"/>
                  <a:pt x="230" y="6"/>
                </a:cubicBezTo>
                <a:cubicBezTo>
                  <a:pt x="249" y="2"/>
                  <a:pt x="267" y="0"/>
                  <a:pt x="286" y="0"/>
                </a:cubicBezTo>
                <a:cubicBezTo>
                  <a:pt x="305" y="0"/>
                  <a:pt x="323" y="2"/>
                  <a:pt x="342" y="6"/>
                </a:cubicBezTo>
                <a:cubicBezTo>
                  <a:pt x="360" y="10"/>
                  <a:pt x="378" y="15"/>
                  <a:pt x="395" y="22"/>
                </a:cubicBezTo>
                <a:cubicBezTo>
                  <a:pt x="413" y="29"/>
                  <a:pt x="429" y="38"/>
                  <a:pt x="445" y="49"/>
                </a:cubicBezTo>
                <a:cubicBezTo>
                  <a:pt x="460" y="59"/>
                  <a:pt x="475" y="71"/>
                  <a:pt x="488" y="84"/>
                </a:cubicBezTo>
                <a:cubicBezTo>
                  <a:pt x="501" y="97"/>
                  <a:pt x="513" y="112"/>
                  <a:pt x="524" y="127"/>
                </a:cubicBezTo>
                <a:cubicBezTo>
                  <a:pt x="534" y="143"/>
                  <a:pt x="544" y="159"/>
                  <a:pt x="551" y="177"/>
                </a:cubicBezTo>
                <a:cubicBezTo>
                  <a:pt x="558" y="194"/>
                  <a:pt x="564" y="212"/>
                  <a:pt x="567" y="230"/>
                </a:cubicBezTo>
                <a:cubicBezTo>
                  <a:pt x="571" y="249"/>
                  <a:pt x="573" y="268"/>
                  <a:pt x="573" y="287"/>
                </a:cubicBezTo>
                <a:close/>
              </a:path>
            </a:pathLst>
          </a:custGeom>
          <a:noFill/>
          <a:ln w="16920">
            <a:solidFill>
              <a:srgbClr val="0e9e7e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4" name=""/>
          <p:cNvSpPr/>
          <p:nvPr/>
        </p:nvSpPr>
        <p:spPr>
          <a:xfrm>
            <a:off x="8029800" y="1903680"/>
            <a:ext cx="43200" cy="86400"/>
          </a:xfrm>
          <a:custGeom>
            <a:avLst/>
            <a:gdLst/>
            <a:ahLst/>
            <a:rect l="0" t="0" r="r" b="b"/>
            <a:pathLst>
              <a:path fill="none" w="120" h="240">
                <a:moveTo>
                  <a:pt x="0" y="0"/>
                </a:moveTo>
                <a:lnTo>
                  <a:pt x="0" y="168"/>
                </a:lnTo>
                <a:lnTo>
                  <a:pt x="120" y="240"/>
                </a:lnTo>
              </a:path>
            </a:pathLst>
          </a:custGeom>
          <a:ln cap="rnd" w="16920">
            <a:solidFill>
              <a:srgbClr val="0e9e7e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5" name=""/>
          <p:cNvSpPr/>
          <p:nvPr/>
        </p:nvSpPr>
        <p:spPr>
          <a:xfrm>
            <a:off x="7824240" y="1912320"/>
            <a:ext cx="0" cy="102960"/>
          </a:xfrm>
          <a:prstGeom prst="line">
            <a:avLst/>
          </a:prstGeom>
          <a:ln w="2556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7781040" y="1981080"/>
            <a:ext cx="86400" cy="51840"/>
          </a:xfrm>
          <a:custGeom>
            <a:avLst/>
            <a:gdLst/>
            <a:ahLst/>
            <a:rect l="0" t="0" r="r" b="b"/>
            <a:pathLst>
              <a:path w="240" h="144">
                <a:moveTo>
                  <a:pt x="0" y="0"/>
                </a:moveTo>
                <a:lnTo>
                  <a:pt x="120" y="144"/>
                </a:lnTo>
                <a:lnTo>
                  <a:pt x="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7072200" y="1589400"/>
            <a:ext cx="3848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Agent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6191280" y="2684520"/>
            <a:ext cx="2279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Omspoorwerk dat mensenwerk was,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9" name=""/>
          <p:cNvSpPr/>
          <p:nvPr/>
        </p:nvSpPr>
        <p:spPr>
          <a:xfrm>
            <a:off x="456840" y="3276360"/>
            <a:ext cx="8087400" cy="552960"/>
          </a:xfrm>
          <a:custGeom>
            <a:avLst/>
            <a:gdLst/>
            <a:ahLst/>
            <a:rect l="0" t="0" r="r" b="b"/>
            <a:pathLst>
              <a:path w="22465" h="1536">
                <a:moveTo>
                  <a:pt x="0" y="0"/>
                </a:moveTo>
                <a:lnTo>
                  <a:pt x="22465" y="0"/>
                </a:lnTo>
                <a:lnTo>
                  <a:pt x="22465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/>
          <p:nvPr/>
        </p:nvSpPr>
        <p:spPr>
          <a:xfrm>
            <a:off x="456840" y="327636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1" name=""/>
          <p:cNvSpPr/>
          <p:nvPr/>
        </p:nvSpPr>
        <p:spPr>
          <a:xfrm>
            <a:off x="456840" y="3819240"/>
            <a:ext cx="8087400" cy="10080"/>
          </a:xfrm>
          <a:custGeom>
            <a:avLst/>
            <a:gdLst/>
            <a:ahLst/>
            <a:rect l="0" t="0" r="r" b="b"/>
            <a:pathLst>
              <a:path w="22465" h="28">
                <a:moveTo>
                  <a:pt x="0" y="0"/>
                </a:moveTo>
                <a:lnTo>
                  <a:pt x="22465" y="0"/>
                </a:lnTo>
                <a:lnTo>
                  <a:pt x="224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/>
          <p:nvPr/>
        </p:nvSpPr>
        <p:spPr>
          <a:xfrm>
            <a:off x="8534160" y="32763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106"/>
                </a:moveTo>
                <a:lnTo>
                  <a:pt x="0" y="1536"/>
                </a:lnTo>
                <a:lnTo>
                  <a:pt x="28" y="153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3" name=""/>
          <p:cNvSpPr/>
          <p:nvPr/>
        </p:nvSpPr>
        <p:spPr>
          <a:xfrm>
            <a:off x="456840" y="32763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0" y="1536"/>
                </a:lnTo>
                <a:lnTo>
                  <a:pt x="28" y="153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6662520" y="2855880"/>
            <a:ext cx="1276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wordt machinewerk.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5" name=""/>
          <p:cNvSpPr/>
          <p:nvPr/>
        </p:nvSpPr>
        <p:spPr>
          <a:xfrm>
            <a:off x="466560" y="3924000"/>
            <a:ext cx="8067960" cy="810000"/>
          </a:xfrm>
          <a:custGeom>
            <a:avLst/>
            <a:gdLst/>
            <a:ahLst/>
            <a:rect l="0" t="0" r="r" b="b"/>
            <a:pathLst>
              <a:path w="22411" h="2250">
                <a:moveTo>
                  <a:pt x="0" y="2012"/>
                </a:moveTo>
                <a:lnTo>
                  <a:pt x="0" y="238"/>
                </a:lnTo>
                <a:cubicBezTo>
                  <a:pt x="0" y="223"/>
                  <a:pt x="1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22173" y="0"/>
                </a:lnTo>
                <a:cubicBezTo>
                  <a:pt x="22189" y="0"/>
                  <a:pt x="22204" y="2"/>
                  <a:pt x="22219" y="5"/>
                </a:cubicBezTo>
                <a:cubicBezTo>
                  <a:pt x="22235" y="8"/>
                  <a:pt x="22250" y="12"/>
                  <a:pt x="22264" y="18"/>
                </a:cubicBezTo>
                <a:cubicBezTo>
                  <a:pt x="22279" y="24"/>
                  <a:pt x="22292" y="32"/>
                  <a:pt x="22305" y="40"/>
                </a:cubicBezTo>
                <a:cubicBezTo>
                  <a:pt x="22318" y="49"/>
                  <a:pt x="22330" y="59"/>
                  <a:pt x="22341" y="70"/>
                </a:cubicBezTo>
                <a:cubicBezTo>
                  <a:pt x="22352" y="81"/>
                  <a:pt x="22362" y="93"/>
                  <a:pt x="22371" y="106"/>
                </a:cubicBezTo>
                <a:cubicBezTo>
                  <a:pt x="22380" y="119"/>
                  <a:pt x="22387" y="133"/>
                  <a:pt x="22393" y="147"/>
                </a:cubicBezTo>
                <a:cubicBezTo>
                  <a:pt x="22399" y="162"/>
                  <a:pt x="22404" y="177"/>
                  <a:pt x="22407" y="192"/>
                </a:cubicBezTo>
                <a:cubicBezTo>
                  <a:pt x="22410" y="207"/>
                  <a:pt x="22411" y="223"/>
                  <a:pt x="22411" y="238"/>
                </a:cubicBezTo>
                <a:lnTo>
                  <a:pt x="22411" y="2012"/>
                </a:lnTo>
                <a:cubicBezTo>
                  <a:pt x="22411" y="2028"/>
                  <a:pt x="22410" y="2043"/>
                  <a:pt x="22407" y="2059"/>
                </a:cubicBezTo>
                <a:cubicBezTo>
                  <a:pt x="22404" y="2074"/>
                  <a:pt x="22399" y="2089"/>
                  <a:pt x="22393" y="2103"/>
                </a:cubicBezTo>
                <a:cubicBezTo>
                  <a:pt x="22387" y="2118"/>
                  <a:pt x="22380" y="2131"/>
                  <a:pt x="22371" y="2144"/>
                </a:cubicBezTo>
                <a:cubicBezTo>
                  <a:pt x="22362" y="2157"/>
                  <a:pt x="22352" y="2169"/>
                  <a:pt x="22341" y="2181"/>
                </a:cubicBezTo>
                <a:cubicBezTo>
                  <a:pt x="22330" y="2192"/>
                  <a:pt x="22318" y="2201"/>
                  <a:pt x="22305" y="2210"/>
                </a:cubicBezTo>
                <a:cubicBezTo>
                  <a:pt x="22292" y="2219"/>
                  <a:pt x="22279" y="2226"/>
                  <a:pt x="22264" y="2232"/>
                </a:cubicBezTo>
                <a:cubicBezTo>
                  <a:pt x="22250" y="2238"/>
                  <a:pt x="22235" y="2243"/>
                  <a:pt x="22219" y="2246"/>
                </a:cubicBezTo>
                <a:cubicBezTo>
                  <a:pt x="22204" y="2249"/>
                  <a:pt x="22189" y="2250"/>
                  <a:pt x="22173" y="2250"/>
                </a:cubicBezTo>
                <a:lnTo>
                  <a:pt x="238" y="2250"/>
                </a:lnTo>
                <a:cubicBezTo>
                  <a:pt x="222" y="2250"/>
                  <a:pt x="207" y="2249"/>
                  <a:pt x="192" y="2246"/>
                </a:cubicBezTo>
                <a:cubicBezTo>
                  <a:pt x="176" y="2243"/>
                  <a:pt x="161" y="2238"/>
                  <a:pt x="147" y="2232"/>
                </a:cubicBezTo>
                <a:cubicBezTo>
                  <a:pt x="133" y="2226"/>
                  <a:pt x="119" y="2219"/>
                  <a:pt x="106" y="2210"/>
                </a:cubicBezTo>
                <a:cubicBezTo>
                  <a:pt x="93" y="2201"/>
                  <a:pt x="81" y="2192"/>
                  <a:pt x="70" y="2181"/>
                </a:cubicBezTo>
                <a:cubicBezTo>
                  <a:pt x="59" y="2169"/>
                  <a:pt x="49" y="2157"/>
                  <a:pt x="40" y="2144"/>
                </a:cubicBezTo>
                <a:cubicBezTo>
                  <a:pt x="31" y="2131"/>
                  <a:pt x="24" y="2118"/>
                  <a:pt x="18" y="2103"/>
                </a:cubicBezTo>
                <a:cubicBezTo>
                  <a:pt x="12" y="2089"/>
                  <a:pt x="8" y="2074"/>
                  <a:pt x="5" y="2059"/>
                </a:cubicBezTo>
                <a:cubicBezTo>
                  <a:pt x="1" y="2043"/>
                  <a:pt x="0" y="2028"/>
                  <a:pt x="0" y="2012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6" name=""/>
          <p:cNvSpPr/>
          <p:nvPr/>
        </p:nvSpPr>
        <p:spPr>
          <a:xfrm>
            <a:off x="466560" y="3924000"/>
            <a:ext cx="8067960" cy="810000"/>
          </a:xfrm>
          <a:custGeom>
            <a:avLst/>
            <a:gdLst/>
            <a:ahLst/>
            <a:rect l="0" t="0" r="r" b="b"/>
            <a:pathLst>
              <a:path w="22411" h="2250">
                <a:moveTo>
                  <a:pt x="0" y="2012"/>
                </a:moveTo>
                <a:lnTo>
                  <a:pt x="0" y="238"/>
                </a:lnTo>
                <a:cubicBezTo>
                  <a:pt x="0" y="223"/>
                  <a:pt x="1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22173" y="0"/>
                </a:lnTo>
                <a:cubicBezTo>
                  <a:pt x="22189" y="0"/>
                  <a:pt x="22204" y="2"/>
                  <a:pt x="22219" y="5"/>
                </a:cubicBezTo>
                <a:cubicBezTo>
                  <a:pt x="22235" y="8"/>
                  <a:pt x="22250" y="12"/>
                  <a:pt x="22264" y="18"/>
                </a:cubicBezTo>
                <a:cubicBezTo>
                  <a:pt x="22279" y="24"/>
                  <a:pt x="22292" y="32"/>
                  <a:pt x="22305" y="40"/>
                </a:cubicBezTo>
                <a:cubicBezTo>
                  <a:pt x="22318" y="49"/>
                  <a:pt x="22330" y="59"/>
                  <a:pt x="22341" y="70"/>
                </a:cubicBezTo>
                <a:cubicBezTo>
                  <a:pt x="22352" y="81"/>
                  <a:pt x="22362" y="93"/>
                  <a:pt x="22371" y="106"/>
                </a:cubicBezTo>
                <a:cubicBezTo>
                  <a:pt x="22380" y="119"/>
                  <a:pt x="22387" y="133"/>
                  <a:pt x="22393" y="147"/>
                </a:cubicBezTo>
                <a:cubicBezTo>
                  <a:pt x="22399" y="162"/>
                  <a:pt x="22404" y="177"/>
                  <a:pt x="22407" y="192"/>
                </a:cubicBezTo>
                <a:cubicBezTo>
                  <a:pt x="22410" y="207"/>
                  <a:pt x="22411" y="223"/>
                  <a:pt x="22411" y="238"/>
                </a:cubicBezTo>
                <a:lnTo>
                  <a:pt x="22411" y="2012"/>
                </a:lnTo>
                <a:cubicBezTo>
                  <a:pt x="22411" y="2028"/>
                  <a:pt x="22410" y="2043"/>
                  <a:pt x="22407" y="2059"/>
                </a:cubicBezTo>
                <a:cubicBezTo>
                  <a:pt x="22404" y="2074"/>
                  <a:pt x="22399" y="2089"/>
                  <a:pt x="22393" y="2103"/>
                </a:cubicBezTo>
                <a:cubicBezTo>
                  <a:pt x="22387" y="2118"/>
                  <a:pt x="22380" y="2131"/>
                  <a:pt x="22371" y="2144"/>
                </a:cubicBezTo>
                <a:cubicBezTo>
                  <a:pt x="22362" y="2157"/>
                  <a:pt x="22352" y="2169"/>
                  <a:pt x="22341" y="2181"/>
                </a:cubicBezTo>
                <a:cubicBezTo>
                  <a:pt x="22330" y="2192"/>
                  <a:pt x="22318" y="2201"/>
                  <a:pt x="22305" y="2210"/>
                </a:cubicBezTo>
                <a:cubicBezTo>
                  <a:pt x="22292" y="2219"/>
                  <a:pt x="22279" y="2226"/>
                  <a:pt x="22264" y="2232"/>
                </a:cubicBezTo>
                <a:cubicBezTo>
                  <a:pt x="22250" y="2238"/>
                  <a:pt x="22235" y="2243"/>
                  <a:pt x="22219" y="2246"/>
                </a:cubicBezTo>
                <a:cubicBezTo>
                  <a:pt x="22204" y="2249"/>
                  <a:pt x="22189" y="2250"/>
                  <a:pt x="22173" y="2250"/>
                </a:cubicBezTo>
                <a:lnTo>
                  <a:pt x="238" y="2250"/>
                </a:lnTo>
                <a:cubicBezTo>
                  <a:pt x="222" y="2250"/>
                  <a:pt x="207" y="2249"/>
                  <a:pt x="192" y="2246"/>
                </a:cubicBezTo>
                <a:cubicBezTo>
                  <a:pt x="176" y="2243"/>
                  <a:pt x="161" y="2238"/>
                  <a:pt x="147" y="2232"/>
                </a:cubicBezTo>
                <a:cubicBezTo>
                  <a:pt x="133" y="2226"/>
                  <a:pt x="119" y="2219"/>
                  <a:pt x="106" y="2210"/>
                </a:cubicBezTo>
                <a:cubicBezTo>
                  <a:pt x="93" y="2201"/>
                  <a:pt x="81" y="2192"/>
                  <a:pt x="70" y="2181"/>
                </a:cubicBezTo>
                <a:cubicBezTo>
                  <a:pt x="59" y="2169"/>
                  <a:pt x="49" y="2157"/>
                  <a:pt x="40" y="2144"/>
                </a:cubicBezTo>
                <a:cubicBezTo>
                  <a:pt x="31" y="2131"/>
                  <a:pt x="24" y="2118"/>
                  <a:pt x="18" y="2103"/>
                </a:cubicBezTo>
                <a:cubicBezTo>
                  <a:pt x="12" y="2089"/>
                  <a:pt x="8" y="2074"/>
                  <a:pt x="5" y="2059"/>
                </a:cubicBezTo>
                <a:cubicBezTo>
                  <a:pt x="1" y="2043"/>
                  <a:pt x="0" y="2028"/>
                  <a:pt x="0" y="2012"/>
                </a:cubicBezTo>
                <a:close/>
              </a:path>
            </a:pathLst>
          </a:custGeom>
          <a:noFill/>
          <a:ln w="1872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634320" y="3489480"/>
            <a:ext cx="7399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a8481f"/>
                </a:solidFill>
                <a:latin typeface="Arial"/>
                <a:ea typeface="Arial"/>
              </a:rPr>
              <a:t>Wat AI niet overneemt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komen tot een afspraak, en de verantwoordelijkheid dragen voor die afspraak.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674280" y="4078800"/>
            <a:ext cx="67046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79" spc="-1" strike="noStrike">
                <a:solidFill>
                  <a:srgbClr val="0e9e7e"/>
                </a:solidFill>
                <a:latin typeface="Arial"/>
                <a:ea typeface="Arial"/>
              </a:rPr>
              <a:t>OKx is die afspraak. AI rijdt erover, maar legt hem niet.</a:t>
            </a:r>
            <a:endParaRPr b="0" lang="en-US" sz="167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674280" y="4399560"/>
            <a:ext cx="4750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Mensen maken de afspraak. Systemen en agents gebruiken hem.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1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17" name=""/>
          <p:cNvSpPr txBox="1"/>
          <p:nvPr/>
        </p:nvSpPr>
        <p:spPr>
          <a:xfrm>
            <a:off x="439920" y="62640"/>
            <a:ext cx="2669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OKx doet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8" name=""/>
          <p:cNvSpPr/>
          <p:nvPr/>
        </p:nvSpPr>
        <p:spPr>
          <a:xfrm>
            <a:off x="2165040" y="1152360"/>
            <a:ext cx="2819520" cy="717840"/>
          </a:xfrm>
          <a:custGeom>
            <a:avLst/>
            <a:gdLst/>
            <a:ahLst/>
            <a:rect l="0" t="0" r="r" b="b"/>
            <a:pathLst>
              <a:path fill="none" w="7832" h="1994">
                <a:moveTo>
                  <a:pt x="0" y="1994"/>
                </a:moveTo>
                <a:lnTo>
                  <a:pt x="727" y="1661"/>
                </a:lnTo>
                <a:cubicBezTo>
                  <a:pt x="1453" y="1329"/>
                  <a:pt x="2907" y="664"/>
                  <a:pt x="4213" y="332"/>
                </a:cubicBezTo>
                <a:cubicBezTo>
                  <a:pt x="5518" y="0"/>
                  <a:pt x="6675" y="0"/>
                  <a:pt x="7253" y="0"/>
                </a:cubicBezTo>
                <a:lnTo>
                  <a:pt x="7832" y="0"/>
                </a:lnTo>
              </a:path>
            </a:pathLst>
          </a:custGeom>
          <a:ln w="37800">
            <a:solidFill>
              <a:srgbClr val="d4a017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9" name=""/>
          <p:cNvSpPr/>
          <p:nvPr/>
        </p:nvSpPr>
        <p:spPr>
          <a:xfrm>
            <a:off x="2133720" y="1818000"/>
            <a:ext cx="85320" cy="69480"/>
          </a:xfrm>
          <a:custGeom>
            <a:avLst/>
            <a:gdLst/>
            <a:ahLst/>
            <a:rect l="0" t="0" r="r" b="b"/>
            <a:pathLst>
              <a:path w="237" h="193">
                <a:moveTo>
                  <a:pt x="0" y="185"/>
                </a:moveTo>
                <a:lnTo>
                  <a:pt x="237" y="193"/>
                </a:lnTo>
                <a:lnTo>
                  <a:pt x="150" y="0"/>
                </a:lnTo>
                <a:lnTo>
                  <a:pt x="0" y="185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0" name=""/>
          <p:cNvSpPr/>
          <p:nvPr/>
        </p:nvSpPr>
        <p:spPr>
          <a:xfrm>
            <a:off x="2125800" y="1810800"/>
            <a:ext cx="99360" cy="80640"/>
          </a:xfrm>
          <a:custGeom>
            <a:avLst/>
            <a:gdLst/>
            <a:ahLst/>
            <a:rect l="0" t="0" r="r" b="b"/>
            <a:pathLst>
              <a:path w="276" h="224">
                <a:moveTo>
                  <a:pt x="44" y="194"/>
                </a:moveTo>
                <a:lnTo>
                  <a:pt x="65" y="195"/>
                </a:lnTo>
                <a:lnTo>
                  <a:pt x="64" y="217"/>
                </a:lnTo>
                <a:lnTo>
                  <a:pt x="43" y="216"/>
                </a:lnTo>
                <a:lnTo>
                  <a:pt x="44" y="194"/>
                </a:lnTo>
                <a:moveTo>
                  <a:pt x="65" y="195"/>
                </a:moveTo>
                <a:lnTo>
                  <a:pt x="86" y="195"/>
                </a:lnTo>
                <a:lnTo>
                  <a:pt x="85" y="218"/>
                </a:lnTo>
                <a:lnTo>
                  <a:pt x="64" y="217"/>
                </a:lnTo>
                <a:lnTo>
                  <a:pt x="65" y="195"/>
                </a:lnTo>
                <a:moveTo>
                  <a:pt x="86" y="195"/>
                </a:moveTo>
                <a:lnTo>
                  <a:pt x="107" y="196"/>
                </a:lnTo>
                <a:lnTo>
                  <a:pt x="106" y="218"/>
                </a:lnTo>
                <a:lnTo>
                  <a:pt x="85" y="218"/>
                </a:lnTo>
                <a:lnTo>
                  <a:pt x="86" y="195"/>
                </a:lnTo>
                <a:moveTo>
                  <a:pt x="107" y="196"/>
                </a:moveTo>
                <a:lnTo>
                  <a:pt x="128" y="197"/>
                </a:lnTo>
                <a:lnTo>
                  <a:pt x="127" y="219"/>
                </a:lnTo>
                <a:lnTo>
                  <a:pt x="106" y="218"/>
                </a:lnTo>
                <a:lnTo>
                  <a:pt x="107" y="196"/>
                </a:lnTo>
                <a:moveTo>
                  <a:pt x="128" y="197"/>
                </a:moveTo>
                <a:lnTo>
                  <a:pt x="149" y="198"/>
                </a:lnTo>
                <a:lnTo>
                  <a:pt x="149" y="220"/>
                </a:lnTo>
                <a:lnTo>
                  <a:pt x="127" y="219"/>
                </a:lnTo>
                <a:lnTo>
                  <a:pt x="128" y="197"/>
                </a:lnTo>
                <a:moveTo>
                  <a:pt x="149" y="198"/>
                </a:moveTo>
                <a:lnTo>
                  <a:pt x="170" y="198"/>
                </a:lnTo>
                <a:lnTo>
                  <a:pt x="170" y="221"/>
                </a:lnTo>
                <a:lnTo>
                  <a:pt x="149" y="220"/>
                </a:lnTo>
                <a:lnTo>
                  <a:pt x="149" y="198"/>
                </a:lnTo>
                <a:moveTo>
                  <a:pt x="170" y="198"/>
                </a:moveTo>
                <a:lnTo>
                  <a:pt x="192" y="199"/>
                </a:lnTo>
                <a:lnTo>
                  <a:pt x="191" y="221"/>
                </a:lnTo>
                <a:lnTo>
                  <a:pt x="170" y="221"/>
                </a:lnTo>
                <a:lnTo>
                  <a:pt x="170" y="198"/>
                </a:lnTo>
                <a:moveTo>
                  <a:pt x="192" y="199"/>
                </a:moveTo>
                <a:lnTo>
                  <a:pt x="213" y="200"/>
                </a:lnTo>
                <a:lnTo>
                  <a:pt x="212" y="222"/>
                </a:lnTo>
                <a:lnTo>
                  <a:pt x="191" y="221"/>
                </a:lnTo>
                <a:lnTo>
                  <a:pt x="192" y="199"/>
                </a:lnTo>
                <a:moveTo>
                  <a:pt x="213" y="200"/>
                </a:moveTo>
                <a:lnTo>
                  <a:pt x="234" y="201"/>
                </a:lnTo>
                <a:lnTo>
                  <a:pt x="233" y="223"/>
                </a:lnTo>
                <a:lnTo>
                  <a:pt x="212" y="222"/>
                </a:lnTo>
                <a:lnTo>
                  <a:pt x="213" y="200"/>
                </a:lnTo>
                <a:moveTo>
                  <a:pt x="234" y="201"/>
                </a:moveTo>
                <a:lnTo>
                  <a:pt x="255" y="201"/>
                </a:lnTo>
                <a:lnTo>
                  <a:pt x="254" y="224"/>
                </a:lnTo>
                <a:lnTo>
                  <a:pt x="233" y="223"/>
                </a:lnTo>
                <a:lnTo>
                  <a:pt x="234" y="201"/>
                </a:lnTo>
                <a:moveTo>
                  <a:pt x="255" y="201"/>
                </a:moveTo>
                <a:lnTo>
                  <a:pt x="259" y="202"/>
                </a:lnTo>
                <a:lnTo>
                  <a:pt x="258" y="213"/>
                </a:lnTo>
                <a:lnTo>
                  <a:pt x="249" y="218"/>
                </a:lnTo>
                <a:lnTo>
                  <a:pt x="242" y="201"/>
                </a:lnTo>
                <a:lnTo>
                  <a:pt x="262" y="192"/>
                </a:lnTo>
                <a:lnTo>
                  <a:pt x="276" y="224"/>
                </a:lnTo>
                <a:lnTo>
                  <a:pt x="254" y="224"/>
                </a:lnTo>
                <a:lnTo>
                  <a:pt x="255" y="201"/>
                </a:lnTo>
                <a:moveTo>
                  <a:pt x="242" y="201"/>
                </a:moveTo>
                <a:lnTo>
                  <a:pt x="233" y="181"/>
                </a:lnTo>
                <a:lnTo>
                  <a:pt x="252" y="173"/>
                </a:lnTo>
                <a:lnTo>
                  <a:pt x="262" y="192"/>
                </a:lnTo>
                <a:lnTo>
                  <a:pt x="242" y="201"/>
                </a:lnTo>
                <a:moveTo>
                  <a:pt x="233" y="181"/>
                </a:moveTo>
                <a:lnTo>
                  <a:pt x="224" y="162"/>
                </a:lnTo>
                <a:lnTo>
                  <a:pt x="243" y="153"/>
                </a:lnTo>
                <a:lnTo>
                  <a:pt x="252" y="173"/>
                </a:lnTo>
                <a:lnTo>
                  <a:pt x="233" y="181"/>
                </a:lnTo>
                <a:moveTo>
                  <a:pt x="224" y="162"/>
                </a:moveTo>
                <a:lnTo>
                  <a:pt x="215" y="143"/>
                </a:lnTo>
                <a:lnTo>
                  <a:pt x="235" y="134"/>
                </a:lnTo>
                <a:lnTo>
                  <a:pt x="243" y="153"/>
                </a:lnTo>
                <a:lnTo>
                  <a:pt x="224" y="162"/>
                </a:lnTo>
                <a:moveTo>
                  <a:pt x="215" y="143"/>
                </a:moveTo>
                <a:lnTo>
                  <a:pt x="206" y="124"/>
                </a:lnTo>
                <a:lnTo>
                  <a:pt x="226" y="115"/>
                </a:lnTo>
                <a:lnTo>
                  <a:pt x="235" y="134"/>
                </a:lnTo>
                <a:lnTo>
                  <a:pt x="215" y="143"/>
                </a:lnTo>
                <a:moveTo>
                  <a:pt x="206" y="124"/>
                </a:moveTo>
                <a:lnTo>
                  <a:pt x="198" y="104"/>
                </a:lnTo>
                <a:lnTo>
                  <a:pt x="217" y="96"/>
                </a:lnTo>
                <a:lnTo>
                  <a:pt x="226" y="115"/>
                </a:lnTo>
                <a:lnTo>
                  <a:pt x="206" y="124"/>
                </a:lnTo>
                <a:moveTo>
                  <a:pt x="198" y="104"/>
                </a:moveTo>
                <a:lnTo>
                  <a:pt x="189" y="85"/>
                </a:lnTo>
                <a:lnTo>
                  <a:pt x="208" y="76"/>
                </a:lnTo>
                <a:lnTo>
                  <a:pt x="217" y="96"/>
                </a:lnTo>
                <a:lnTo>
                  <a:pt x="198" y="104"/>
                </a:lnTo>
                <a:moveTo>
                  <a:pt x="189" y="85"/>
                </a:moveTo>
                <a:lnTo>
                  <a:pt x="180" y="66"/>
                </a:lnTo>
                <a:lnTo>
                  <a:pt x="199" y="57"/>
                </a:lnTo>
                <a:lnTo>
                  <a:pt x="208" y="76"/>
                </a:lnTo>
                <a:lnTo>
                  <a:pt x="189" y="85"/>
                </a:lnTo>
                <a:moveTo>
                  <a:pt x="180" y="66"/>
                </a:moveTo>
                <a:lnTo>
                  <a:pt x="171" y="47"/>
                </a:lnTo>
                <a:lnTo>
                  <a:pt x="191" y="38"/>
                </a:lnTo>
                <a:lnTo>
                  <a:pt x="199" y="57"/>
                </a:lnTo>
                <a:lnTo>
                  <a:pt x="180" y="66"/>
                </a:lnTo>
                <a:moveTo>
                  <a:pt x="171" y="47"/>
                </a:moveTo>
                <a:lnTo>
                  <a:pt x="162" y="27"/>
                </a:lnTo>
                <a:lnTo>
                  <a:pt x="182" y="19"/>
                </a:lnTo>
                <a:lnTo>
                  <a:pt x="191" y="38"/>
                </a:lnTo>
                <a:lnTo>
                  <a:pt x="171" y="47"/>
                </a:lnTo>
                <a:moveTo>
                  <a:pt x="162" y="27"/>
                </a:moveTo>
                <a:lnTo>
                  <a:pt x="161" y="24"/>
                </a:lnTo>
                <a:lnTo>
                  <a:pt x="171" y="20"/>
                </a:lnTo>
                <a:lnTo>
                  <a:pt x="179" y="26"/>
                </a:lnTo>
                <a:lnTo>
                  <a:pt x="168" y="40"/>
                </a:lnTo>
                <a:lnTo>
                  <a:pt x="151" y="26"/>
                </a:lnTo>
                <a:lnTo>
                  <a:pt x="173" y="0"/>
                </a:lnTo>
                <a:lnTo>
                  <a:pt x="182" y="19"/>
                </a:lnTo>
                <a:lnTo>
                  <a:pt x="162" y="27"/>
                </a:lnTo>
                <a:moveTo>
                  <a:pt x="168" y="40"/>
                </a:moveTo>
                <a:lnTo>
                  <a:pt x="155" y="56"/>
                </a:lnTo>
                <a:lnTo>
                  <a:pt x="138" y="43"/>
                </a:lnTo>
                <a:lnTo>
                  <a:pt x="151" y="26"/>
                </a:lnTo>
                <a:lnTo>
                  <a:pt x="168" y="40"/>
                </a:lnTo>
                <a:moveTo>
                  <a:pt x="155" y="56"/>
                </a:moveTo>
                <a:lnTo>
                  <a:pt x="141" y="73"/>
                </a:lnTo>
                <a:lnTo>
                  <a:pt x="125" y="59"/>
                </a:lnTo>
                <a:lnTo>
                  <a:pt x="138" y="43"/>
                </a:lnTo>
                <a:lnTo>
                  <a:pt x="155" y="56"/>
                </a:lnTo>
                <a:moveTo>
                  <a:pt x="141" y="73"/>
                </a:moveTo>
                <a:lnTo>
                  <a:pt x="128" y="89"/>
                </a:lnTo>
                <a:lnTo>
                  <a:pt x="112" y="76"/>
                </a:lnTo>
                <a:lnTo>
                  <a:pt x="125" y="59"/>
                </a:lnTo>
                <a:lnTo>
                  <a:pt x="141" y="73"/>
                </a:lnTo>
                <a:moveTo>
                  <a:pt x="128" y="89"/>
                </a:moveTo>
                <a:lnTo>
                  <a:pt x="115" y="106"/>
                </a:lnTo>
                <a:lnTo>
                  <a:pt x="98" y="92"/>
                </a:lnTo>
                <a:lnTo>
                  <a:pt x="112" y="76"/>
                </a:lnTo>
                <a:lnTo>
                  <a:pt x="128" y="89"/>
                </a:lnTo>
                <a:moveTo>
                  <a:pt x="115" y="106"/>
                </a:moveTo>
                <a:lnTo>
                  <a:pt x="101" y="122"/>
                </a:lnTo>
                <a:lnTo>
                  <a:pt x="85" y="109"/>
                </a:lnTo>
                <a:lnTo>
                  <a:pt x="98" y="92"/>
                </a:lnTo>
                <a:lnTo>
                  <a:pt x="115" y="106"/>
                </a:lnTo>
                <a:moveTo>
                  <a:pt x="101" y="122"/>
                </a:moveTo>
                <a:lnTo>
                  <a:pt x="88" y="139"/>
                </a:lnTo>
                <a:lnTo>
                  <a:pt x="72" y="125"/>
                </a:lnTo>
                <a:lnTo>
                  <a:pt x="85" y="109"/>
                </a:lnTo>
                <a:lnTo>
                  <a:pt x="101" y="122"/>
                </a:lnTo>
                <a:moveTo>
                  <a:pt x="88" y="139"/>
                </a:moveTo>
                <a:lnTo>
                  <a:pt x="75" y="155"/>
                </a:lnTo>
                <a:lnTo>
                  <a:pt x="58" y="142"/>
                </a:lnTo>
                <a:lnTo>
                  <a:pt x="72" y="125"/>
                </a:lnTo>
                <a:lnTo>
                  <a:pt x="88" y="139"/>
                </a:lnTo>
                <a:moveTo>
                  <a:pt x="75" y="155"/>
                </a:moveTo>
                <a:lnTo>
                  <a:pt x="62" y="172"/>
                </a:lnTo>
                <a:lnTo>
                  <a:pt x="45" y="158"/>
                </a:lnTo>
                <a:lnTo>
                  <a:pt x="58" y="142"/>
                </a:lnTo>
                <a:lnTo>
                  <a:pt x="75" y="155"/>
                </a:lnTo>
                <a:moveTo>
                  <a:pt x="62" y="172"/>
                </a:moveTo>
                <a:lnTo>
                  <a:pt x="48" y="188"/>
                </a:lnTo>
                <a:lnTo>
                  <a:pt x="32" y="175"/>
                </a:lnTo>
                <a:lnTo>
                  <a:pt x="45" y="158"/>
                </a:lnTo>
                <a:lnTo>
                  <a:pt x="62" y="172"/>
                </a:lnTo>
                <a:moveTo>
                  <a:pt x="48" y="188"/>
                </a:moveTo>
                <a:lnTo>
                  <a:pt x="35" y="205"/>
                </a:lnTo>
                <a:lnTo>
                  <a:pt x="19" y="191"/>
                </a:lnTo>
                <a:lnTo>
                  <a:pt x="32" y="175"/>
                </a:lnTo>
                <a:lnTo>
                  <a:pt x="48" y="188"/>
                </a:lnTo>
                <a:moveTo>
                  <a:pt x="35" y="205"/>
                </a:moveTo>
                <a:lnTo>
                  <a:pt x="30" y="210"/>
                </a:lnTo>
                <a:lnTo>
                  <a:pt x="22" y="204"/>
                </a:lnTo>
                <a:lnTo>
                  <a:pt x="22" y="193"/>
                </a:lnTo>
                <a:lnTo>
                  <a:pt x="44" y="194"/>
                </a:lnTo>
                <a:lnTo>
                  <a:pt x="43" y="216"/>
                </a:lnTo>
                <a:lnTo>
                  <a:pt x="0" y="215"/>
                </a:lnTo>
                <a:lnTo>
                  <a:pt x="19" y="191"/>
                </a:lnTo>
                <a:lnTo>
                  <a:pt x="35" y="205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1" name=""/>
          <p:cNvSpPr/>
          <p:nvPr/>
        </p:nvSpPr>
        <p:spPr>
          <a:xfrm>
            <a:off x="4946040" y="1114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0" y="0"/>
                </a:moveTo>
                <a:lnTo>
                  <a:pt x="212" y="106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2" name=""/>
          <p:cNvSpPr/>
          <p:nvPr/>
        </p:nvSpPr>
        <p:spPr>
          <a:xfrm>
            <a:off x="4942080" y="110808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7"/>
                </a:lnTo>
                <a:lnTo>
                  <a:pt x="44" y="46"/>
                </a:lnTo>
                <a:lnTo>
                  <a:pt x="25" y="36"/>
                </a:lnTo>
                <a:lnTo>
                  <a:pt x="34" y="17"/>
                </a:lnTo>
                <a:moveTo>
                  <a:pt x="53" y="27"/>
                </a:moveTo>
                <a:lnTo>
                  <a:pt x="72" y="36"/>
                </a:lnTo>
                <a:lnTo>
                  <a:pt x="63" y="55"/>
                </a:lnTo>
                <a:lnTo>
                  <a:pt x="44" y="46"/>
                </a:lnTo>
                <a:lnTo>
                  <a:pt x="53" y="27"/>
                </a:lnTo>
                <a:moveTo>
                  <a:pt x="72" y="36"/>
                </a:moveTo>
                <a:lnTo>
                  <a:pt x="91" y="46"/>
                </a:lnTo>
                <a:lnTo>
                  <a:pt x="82" y="64"/>
                </a:lnTo>
                <a:lnTo>
                  <a:pt x="63" y="55"/>
                </a:lnTo>
                <a:lnTo>
                  <a:pt x="72" y="36"/>
                </a:lnTo>
                <a:moveTo>
                  <a:pt x="91" y="46"/>
                </a:moveTo>
                <a:lnTo>
                  <a:pt x="110" y="55"/>
                </a:lnTo>
                <a:lnTo>
                  <a:pt x="101" y="74"/>
                </a:lnTo>
                <a:lnTo>
                  <a:pt x="82" y="64"/>
                </a:lnTo>
                <a:lnTo>
                  <a:pt x="91" y="46"/>
                </a:lnTo>
                <a:moveTo>
                  <a:pt x="110" y="55"/>
                </a:moveTo>
                <a:lnTo>
                  <a:pt x="130" y="64"/>
                </a:lnTo>
                <a:lnTo>
                  <a:pt x="121" y="83"/>
                </a:lnTo>
                <a:lnTo>
                  <a:pt x="101" y="74"/>
                </a:lnTo>
                <a:lnTo>
                  <a:pt x="110" y="55"/>
                </a:lnTo>
                <a:moveTo>
                  <a:pt x="130" y="64"/>
                </a:moveTo>
                <a:lnTo>
                  <a:pt x="149" y="74"/>
                </a:lnTo>
                <a:lnTo>
                  <a:pt x="140" y="93"/>
                </a:lnTo>
                <a:lnTo>
                  <a:pt x="121" y="83"/>
                </a:lnTo>
                <a:lnTo>
                  <a:pt x="130" y="64"/>
                </a:lnTo>
                <a:moveTo>
                  <a:pt x="149" y="74"/>
                </a:moveTo>
                <a:lnTo>
                  <a:pt x="168" y="83"/>
                </a:lnTo>
                <a:lnTo>
                  <a:pt x="159" y="102"/>
                </a:lnTo>
                <a:lnTo>
                  <a:pt x="140" y="93"/>
                </a:lnTo>
                <a:lnTo>
                  <a:pt x="149" y="74"/>
                </a:lnTo>
                <a:moveTo>
                  <a:pt x="168" y="83"/>
                </a:moveTo>
                <a:lnTo>
                  <a:pt x="187" y="93"/>
                </a:lnTo>
                <a:lnTo>
                  <a:pt x="177" y="112"/>
                </a:lnTo>
                <a:lnTo>
                  <a:pt x="159" y="102"/>
                </a:lnTo>
                <a:lnTo>
                  <a:pt x="168" y="83"/>
                </a:lnTo>
                <a:moveTo>
                  <a:pt x="187" y="93"/>
                </a:moveTo>
                <a:lnTo>
                  <a:pt x="206" y="102"/>
                </a:lnTo>
                <a:lnTo>
                  <a:pt x="196" y="121"/>
                </a:lnTo>
                <a:lnTo>
                  <a:pt x="177" y="112"/>
                </a:lnTo>
                <a:lnTo>
                  <a:pt x="187" y="93"/>
                </a:lnTo>
                <a:moveTo>
                  <a:pt x="206" y="102"/>
                </a:moveTo>
                <a:lnTo>
                  <a:pt x="225" y="112"/>
                </a:lnTo>
                <a:lnTo>
                  <a:pt x="215" y="131"/>
                </a:lnTo>
                <a:lnTo>
                  <a:pt x="196" y="121"/>
                </a:lnTo>
                <a:lnTo>
                  <a:pt x="206" y="102"/>
                </a:lnTo>
                <a:moveTo>
                  <a:pt x="225" y="112"/>
                </a:moveTo>
                <a:lnTo>
                  <a:pt x="247" y="123"/>
                </a:lnTo>
                <a:lnTo>
                  <a:pt x="213" y="140"/>
                </a:lnTo>
                <a:lnTo>
                  <a:pt x="203" y="121"/>
                </a:lnTo>
                <a:lnTo>
                  <a:pt x="219" y="113"/>
                </a:lnTo>
                <a:lnTo>
                  <a:pt x="223" y="123"/>
                </a:lnTo>
                <a:lnTo>
                  <a:pt x="219" y="132"/>
                </a:lnTo>
                <a:lnTo>
                  <a:pt x="215" y="131"/>
                </a:lnTo>
                <a:lnTo>
                  <a:pt x="225" y="112"/>
                </a:lnTo>
                <a:moveTo>
                  <a:pt x="213" y="140"/>
                </a:moveTo>
                <a:lnTo>
                  <a:pt x="194" y="150"/>
                </a:lnTo>
                <a:lnTo>
                  <a:pt x="184" y="131"/>
                </a:lnTo>
                <a:lnTo>
                  <a:pt x="203" y="121"/>
                </a:lnTo>
                <a:lnTo>
                  <a:pt x="213" y="140"/>
                </a:lnTo>
                <a:moveTo>
                  <a:pt x="194" y="150"/>
                </a:moveTo>
                <a:lnTo>
                  <a:pt x="175" y="159"/>
                </a:lnTo>
                <a:lnTo>
                  <a:pt x="165" y="140"/>
                </a:lnTo>
                <a:lnTo>
                  <a:pt x="184" y="131"/>
                </a:lnTo>
                <a:lnTo>
                  <a:pt x="194" y="150"/>
                </a:lnTo>
                <a:moveTo>
                  <a:pt x="175" y="159"/>
                </a:moveTo>
                <a:lnTo>
                  <a:pt x="156" y="169"/>
                </a:lnTo>
                <a:lnTo>
                  <a:pt x="146" y="150"/>
                </a:lnTo>
                <a:lnTo>
                  <a:pt x="165" y="140"/>
                </a:lnTo>
                <a:lnTo>
                  <a:pt x="175" y="159"/>
                </a:lnTo>
                <a:moveTo>
                  <a:pt x="156" y="169"/>
                </a:moveTo>
                <a:lnTo>
                  <a:pt x="137" y="178"/>
                </a:lnTo>
                <a:lnTo>
                  <a:pt x="127" y="159"/>
                </a:lnTo>
                <a:lnTo>
                  <a:pt x="146" y="150"/>
                </a:lnTo>
                <a:lnTo>
                  <a:pt x="156" y="169"/>
                </a:lnTo>
                <a:moveTo>
                  <a:pt x="137" y="178"/>
                </a:moveTo>
                <a:lnTo>
                  <a:pt x="118" y="188"/>
                </a:lnTo>
                <a:lnTo>
                  <a:pt x="108" y="169"/>
                </a:lnTo>
                <a:lnTo>
                  <a:pt x="127" y="159"/>
                </a:lnTo>
                <a:lnTo>
                  <a:pt x="137" y="178"/>
                </a:lnTo>
                <a:moveTo>
                  <a:pt x="118" y="188"/>
                </a:moveTo>
                <a:lnTo>
                  <a:pt x="98" y="197"/>
                </a:lnTo>
                <a:lnTo>
                  <a:pt x="89" y="178"/>
                </a:lnTo>
                <a:lnTo>
                  <a:pt x="108" y="169"/>
                </a:lnTo>
                <a:lnTo>
                  <a:pt x="118" y="188"/>
                </a:lnTo>
                <a:moveTo>
                  <a:pt x="98" y="197"/>
                </a:moveTo>
                <a:lnTo>
                  <a:pt x="79" y="206"/>
                </a:lnTo>
                <a:lnTo>
                  <a:pt x="70" y="188"/>
                </a:lnTo>
                <a:lnTo>
                  <a:pt x="89" y="178"/>
                </a:lnTo>
                <a:lnTo>
                  <a:pt x="98" y="197"/>
                </a:lnTo>
                <a:moveTo>
                  <a:pt x="79" y="206"/>
                </a:moveTo>
                <a:lnTo>
                  <a:pt x="60" y="216"/>
                </a:lnTo>
                <a:lnTo>
                  <a:pt x="51" y="197"/>
                </a:lnTo>
                <a:lnTo>
                  <a:pt x="70" y="188"/>
                </a:lnTo>
                <a:lnTo>
                  <a:pt x="79" y="206"/>
                </a:lnTo>
                <a:moveTo>
                  <a:pt x="60" y="216"/>
                </a:moveTo>
                <a:lnTo>
                  <a:pt x="41" y="225"/>
                </a:lnTo>
                <a:lnTo>
                  <a:pt x="32" y="206"/>
                </a:lnTo>
                <a:lnTo>
                  <a:pt x="51" y="197"/>
                </a:lnTo>
                <a:lnTo>
                  <a:pt x="60" y="216"/>
                </a:lnTo>
                <a:moveTo>
                  <a:pt x="41" y="225"/>
                </a:moveTo>
                <a:lnTo>
                  <a:pt x="22" y="236"/>
                </a:lnTo>
                <a:lnTo>
                  <a:pt x="13" y="216"/>
                </a:lnTo>
                <a:lnTo>
                  <a:pt x="32" y="206"/>
                </a:lnTo>
                <a:lnTo>
                  <a:pt x="41" y="225"/>
                </a:lnTo>
                <a:moveTo>
                  <a:pt x="22" y="236"/>
                </a:moveTo>
                <a:lnTo>
                  <a:pt x="0" y="247"/>
                </a:lnTo>
                <a:lnTo>
                  <a:pt x="0" y="215"/>
                </a:lnTo>
                <a:lnTo>
                  <a:pt x="21" y="215"/>
                </a:lnTo>
                <a:lnTo>
                  <a:pt x="21" y="229"/>
                </a:lnTo>
                <a:lnTo>
                  <a:pt x="11" y="229"/>
                </a:lnTo>
                <a:lnTo>
                  <a:pt x="6" y="219"/>
                </a:lnTo>
                <a:lnTo>
                  <a:pt x="13" y="216"/>
                </a:lnTo>
                <a:lnTo>
                  <a:pt x="22" y="236"/>
                </a:lnTo>
                <a:moveTo>
                  <a:pt x="0" y="215"/>
                </a:moveTo>
                <a:lnTo>
                  <a:pt x="0" y="194"/>
                </a:lnTo>
                <a:lnTo>
                  <a:pt x="21" y="194"/>
                </a:lnTo>
                <a:lnTo>
                  <a:pt x="21" y="215"/>
                </a:lnTo>
                <a:lnTo>
                  <a:pt x="0" y="215"/>
                </a:lnTo>
                <a:moveTo>
                  <a:pt x="0" y="194"/>
                </a:moveTo>
                <a:lnTo>
                  <a:pt x="0" y="173"/>
                </a:lnTo>
                <a:lnTo>
                  <a:pt x="21" y="173"/>
                </a:lnTo>
                <a:lnTo>
                  <a:pt x="21" y="194"/>
                </a:lnTo>
                <a:lnTo>
                  <a:pt x="0" y="194"/>
                </a:lnTo>
                <a:moveTo>
                  <a:pt x="0" y="173"/>
                </a:moveTo>
                <a:lnTo>
                  <a:pt x="0" y="152"/>
                </a:lnTo>
                <a:lnTo>
                  <a:pt x="21" y="152"/>
                </a:lnTo>
                <a:lnTo>
                  <a:pt x="21" y="173"/>
                </a:lnTo>
                <a:lnTo>
                  <a:pt x="0" y="173"/>
                </a:lnTo>
                <a:moveTo>
                  <a:pt x="0" y="152"/>
                </a:moveTo>
                <a:lnTo>
                  <a:pt x="0" y="131"/>
                </a:lnTo>
                <a:lnTo>
                  <a:pt x="21" y="131"/>
                </a:lnTo>
                <a:lnTo>
                  <a:pt x="21" y="152"/>
                </a:lnTo>
                <a:lnTo>
                  <a:pt x="0" y="152"/>
                </a:lnTo>
                <a:moveTo>
                  <a:pt x="0" y="131"/>
                </a:moveTo>
                <a:lnTo>
                  <a:pt x="0" y="109"/>
                </a:lnTo>
                <a:lnTo>
                  <a:pt x="21" y="109"/>
                </a:lnTo>
                <a:lnTo>
                  <a:pt x="21" y="131"/>
                </a:lnTo>
                <a:lnTo>
                  <a:pt x="0" y="131"/>
                </a:lnTo>
                <a:moveTo>
                  <a:pt x="0" y="109"/>
                </a:moveTo>
                <a:lnTo>
                  <a:pt x="0" y="88"/>
                </a:lnTo>
                <a:lnTo>
                  <a:pt x="21" y="88"/>
                </a:lnTo>
                <a:lnTo>
                  <a:pt x="21" y="109"/>
                </a:lnTo>
                <a:lnTo>
                  <a:pt x="0" y="109"/>
                </a:lnTo>
                <a:moveTo>
                  <a:pt x="0" y="88"/>
                </a:moveTo>
                <a:lnTo>
                  <a:pt x="0" y="67"/>
                </a:lnTo>
                <a:lnTo>
                  <a:pt x="21" y="67"/>
                </a:lnTo>
                <a:lnTo>
                  <a:pt x="21" y="88"/>
                </a:lnTo>
                <a:lnTo>
                  <a:pt x="0" y="88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7"/>
                </a:lnTo>
                <a:lnTo>
                  <a:pt x="11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3" name=""/>
          <p:cNvSpPr/>
          <p:nvPr/>
        </p:nvSpPr>
        <p:spPr>
          <a:xfrm>
            <a:off x="2639880" y="2143080"/>
            <a:ext cx="2190600" cy="0"/>
          </a:xfrm>
          <a:custGeom>
            <a:avLst/>
            <a:gdLst/>
            <a:ahLst/>
            <a:rect l="0" t="0" r="r" b="b"/>
            <a:pathLst>
              <a:path fill="none" w="6085" h="0">
                <a:moveTo>
                  <a:pt x="0" y="0"/>
                </a:moveTo>
                <a:lnTo>
                  <a:pt x="507" y="0"/>
                </a:lnTo>
                <a:cubicBezTo>
                  <a:pt x="1014" y="0"/>
                  <a:pt x="2028" y="0"/>
                  <a:pt x="3042" y="0"/>
                </a:cubicBezTo>
                <a:cubicBezTo>
                  <a:pt x="4056" y="0"/>
                  <a:pt x="5071" y="0"/>
                  <a:pt x="5578" y="0"/>
                </a:cubicBezTo>
                <a:lnTo>
                  <a:pt x="6085" y="0"/>
                </a:lnTo>
              </a:path>
            </a:pathLst>
          </a:custGeom>
          <a:ln w="37800">
            <a:solidFill>
              <a:srgbClr val="d4a017"/>
            </a:solidFill>
            <a:miter/>
          </a:ln>
        </p:spPr>
        <p:txBody>
          <a:bodyPr lIns="18720" rIns="18720" tIns="-18720" bIns="-18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4" name=""/>
          <p:cNvSpPr/>
          <p:nvPr/>
        </p:nvSpPr>
        <p:spPr>
          <a:xfrm>
            <a:off x="2605680" y="21049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0" y="106"/>
                </a:moveTo>
                <a:lnTo>
                  <a:pt x="212" y="212"/>
                </a:lnTo>
                <a:lnTo>
                  <a:pt x="212" y="0"/>
                </a:lnTo>
                <a:lnTo>
                  <a:pt x="0" y="106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5" name=""/>
          <p:cNvSpPr/>
          <p:nvPr/>
        </p:nvSpPr>
        <p:spPr>
          <a:xfrm>
            <a:off x="2597040" y="209880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48" y="123"/>
                </a:moveTo>
                <a:lnTo>
                  <a:pt x="67" y="132"/>
                </a:lnTo>
                <a:lnTo>
                  <a:pt x="58" y="151"/>
                </a:lnTo>
                <a:lnTo>
                  <a:pt x="39" y="142"/>
                </a:lnTo>
                <a:lnTo>
                  <a:pt x="48" y="123"/>
                </a:lnTo>
                <a:moveTo>
                  <a:pt x="67" y="132"/>
                </a:moveTo>
                <a:lnTo>
                  <a:pt x="86" y="142"/>
                </a:lnTo>
                <a:lnTo>
                  <a:pt x="77" y="160"/>
                </a:lnTo>
                <a:lnTo>
                  <a:pt x="58" y="151"/>
                </a:lnTo>
                <a:lnTo>
                  <a:pt x="67" y="132"/>
                </a:lnTo>
                <a:moveTo>
                  <a:pt x="86" y="142"/>
                </a:moveTo>
                <a:lnTo>
                  <a:pt x="105" y="151"/>
                </a:lnTo>
                <a:lnTo>
                  <a:pt x="96" y="170"/>
                </a:lnTo>
                <a:lnTo>
                  <a:pt x="77" y="160"/>
                </a:lnTo>
                <a:lnTo>
                  <a:pt x="86" y="142"/>
                </a:lnTo>
                <a:moveTo>
                  <a:pt x="105" y="151"/>
                </a:moveTo>
                <a:lnTo>
                  <a:pt x="124" y="160"/>
                </a:lnTo>
                <a:lnTo>
                  <a:pt x="115" y="180"/>
                </a:lnTo>
                <a:lnTo>
                  <a:pt x="96" y="170"/>
                </a:lnTo>
                <a:lnTo>
                  <a:pt x="105" y="151"/>
                </a:lnTo>
                <a:moveTo>
                  <a:pt x="124" y="160"/>
                </a:moveTo>
                <a:lnTo>
                  <a:pt x="143" y="170"/>
                </a:lnTo>
                <a:lnTo>
                  <a:pt x="134" y="190"/>
                </a:lnTo>
                <a:lnTo>
                  <a:pt x="115" y="180"/>
                </a:lnTo>
                <a:lnTo>
                  <a:pt x="124" y="160"/>
                </a:lnTo>
                <a:moveTo>
                  <a:pt x="143" y="170"/>
                </a:moveTo>
                <a:lnTo>
                  <a:pt x="162" y="180"/>
                </a:lnTo>
                <a:lnTo>
                  <a:pt x="153" y="199"/>
                </a:lnTo>
                <a:lnTo>
                  <a:pt x="134" y="190"/>
                </a:lnTo>
                <a:lnTo>
                  <a:pt x="143" y="170"/>
                </a:lnTo>
                <a:moveTo>
                  <a:pt x="162" y="180"/>
                </a:moveTo>
                <a:lnTo>
                  <a:pt x="181" y="190"/>
                </a:lnTo>
                <a:lnTo>
                  <a:pt x="171" y="209"/>
                </a:lnTo>
                <a:lnTo>
                  <a:pt x="153" y="199"/>
                </a:lnTo>
                <a:lnTo>
                  <a:pt x="162" y="180"/>
                </a:lnTo>
                <a:moveTo>
                  <a:pt x="181" y="190"/>
                </a:moveTo>
                <a:lnTo>
                  <a:pt x="200" y="199"/>
                </a:lnTo>
                <a:lnTo>
                  <a:pt x="190" y="218"/>
                </a:lnTo>
                <a:lnTo>
                  <a:pt x="171" y="209"/>
                </a:lnTo>
                <a:lnTo>
                  <a:pt x="181" y="190"/>
                </a:lnTo>
                <a:moveTo>
                  <a:pt x="200" y="199"/>
                </a:moveTo>
                <a:lnTo>
                  <a:pt x="219" y="209"/>
                </a:lnTo>
                <a:lnTo>
                  <a:pt x="209" y="228"/>
                </a:lnTo>
                <a:lnTo>
                  <a:pt x="190" y="218"/>
                </a:lnTo>
                <a:lnTo>
                  <a:pt x="200" y="199"/>
                </a:lnTo>
                <a:moveTo>
                  <a:pt x="219" y="209"/>
                </a:moveTo>
                <a:lnTo>
                  <a:pt x="238" y="218"/>
                </a:lnTo>
                <a:lnTo>
                  <a:pt x="228" y="237"/>
                </a:lnTo>
                <a:lnTo>
                  <a:pt x="209" y="228"/>
                </a:lnTo>
                <a:lnTo>
                  <a:pt x="219" y="209"/>
                </a:lnTo>
                <a:moveTo>
                  <a:pt x="238" y="218"/>
                </a:moveTo>
                <a:lnTo>
                  <a:pt x="241" y="220"/>
                </a:lnTo>
                <a:lnTo>
                  <a:pt x="236" y="229"/>
                </a:lnTo>
                <a:lnTo>
                  <a:pt x="226" y="229"/>
                </a:lnTo>
                <a:lnTo>
                  <a:pt x="226" y="212"/>
                </a:lnTo>
                <a:lnTo>
                  <a:pt x="247" y="212"/>
                </a:lnTo>
                <a:lnTo>
                  <a:pt x="247" y="247"/>
                </a:lnTo>
                <a:lnTo>
                  <a:pt x="228" y="237"/>
                </a:lnTo>
                <a:lnTo>
                  <a:pt x="238" y="218"/>
                </a:lnTo>
                <a:moveTo>
                  <a:pt x="226" y="212"/>
                </a:moveTo>
                <a:lnTo>
                  <a:pt x="226" y="191"/>
                </a:lnTo>
                <a:lnTo>
                  <a:pt x="247" y="191"/>
                </a:lnTo>
                <a:lnTo>
                  <a:pt x="247" y="212"/>
                </a:lnTo>
                <a:lnTo>
                  <a:pt x="226" y="212"/>
                </a:lnTo>
                <a:moveTo>
                  <a:pt x="226" y="191"/>
                </a:moveTo>
                <a:lnTo>
                  <a:pt x="226" y="169"/>
                </a:lnTo>
                <a:lnTo>
                  <a:pt x="247" y="169"/>
                </a:lnTo>
                <a:lnTo>
                  <a:pt x="247" y="191"/>
                </a:lnTo>
                <a:lnTo>
                  <a:pt x="226" y="191"/>
                </a:lnTo>
                <a:moveTo>
                  <a:pt x="226" y="169"/>
                </a:moveTo>
                <a:lnTo>
                  <a:pt x="226" y="148"/>
                </a:lnTo>
                <a:lnTo>
                  <a:pt x="247" y="148"/>
                </a:lnTo>
                <a:lnTo>
                  <a:pt x="247" y="169"/>
                </a:lnTo>
                <a:lnTo>
                  <a:pt x="226" y="169"/>
                </a:lnTo>
                <a:moveTo>
                  <a:pt x="226" y="148"/>
                </a:moveTo>
                <a:lnTo>
                  <a:pt x="226" y="126"/>
                </a:lnTo>
                <a:lnTo>
                  <a:pt x="247" y="126"/>
                </a:lnTo>
                <a:lnTo>
                  <a:pt x="247" y="148"/>
                </a:lnTo>
                <a:lnTo>
                  <a:pt x="226" y="148"/>
                </a:lnTo>
                <a:moveTo>
                  <a:pt x="226" y="126"/>
                </a:moveTo>
                <a:lnTo>
                  <a:pt x="226" y="105"/>
                </a:lnTo>
                <a:lnTo>
                  <a:pt x="247" y="105"/>
                </a:lnTo>
                <a:lnTo>
                  <a:pt x="247" y="126"/>
                </a:lnTo>
                <a:lnTo>
                  <a:pt x="226" y="126"/>
                </a:lnTo>
                <a:moveTo>
                  <a:pt x="226" y="105"/>
                </a:moveTo>
                <a:lnTo>
                  <a:pt x="226" y="84"/>
                </a:lnTo>
                <a:lnTo>
                  <a:pt x="247" y="84"/>
                </a:lnTo>
                <a:lnTo>
                  <a:pt x="247" y="105"/>
                </a:lnTo>
                <a:lnTo>
                  <a:pt x="226" y="105"/>
                </a:lnTo>
                <a:moveTo>
                  <a:pt x="226" y="84"/>
                </a:moveTo>
                <a:lnTo>
                  <a:pt x="226" y="63"/>
                </a:lnTo>
                <a:lnTo>
                  <a:pt x="247" y="63"/>
                </a:lnTo>
                <a:lnTo>
                  <a:pt x="247" y="84"/>
                </a:lnTo>
                <a:lnTo>
                  <a:pt x="226" y="84"/>
                </a:lnTo>
                <a:moveTo>
                  <a:pt x="226" y="63"/>
                </a:moveTo>
                <a:lnTo>
                  <a:pt x="226" y="42"/>
                </a:lnTo>
                <a:lnTo>
                  <a:pt x="247" y="42"/>
                </a:lnTo>
                <a:lnTo>
                  <a:pt x="247" y="63"/>
                </a:lnTo>
                <a:lnTo>
                  <a:pt x="226" y="63"/>
                </a:lnTo>
                <a:moveTo>
                  <a:pt x="226" y="42"/>
                </a:moveTo>
                <a:lnTo>
                  <a:pt x="226" y="21"/>
                </a:lnTo>
                <a:lnTo>
                  <a:pt x="247" y="21"/>
                </a:lnTo>
                <a:lnTo>
                  <a:pt x="247" y="42"/>
                </a:lnTo>
                <a:lnTo>
                  <a:pt x="226" y="42"/>
                </a:lnTo>
                <a:moveTo>
                  <a:pt x="226" y="21"/>
                </a:moveTo>
                <a:lnTo>
                  <a:pt x="226" y="17"/>
                </a:lnTo>
                <a:lnTo>
                  <a:pt x="236" y="17"/>
                </a:lnTo>
                <a:lnTo>
                  <a:pt x="241" y="26"/>
                </a:lnTo>
                <a:lnTo>
                  <a:pt x="226" y="34"/>
                </a:lnTo>
                <a:lnTo>
                  <a:pt x="216" y="15"/>
                </a:lnTo>
                <a:lnTo>
                  <a:pt x="247" y="0"/>
                </a:lnTo>
                <a:lnTo>
                  <a:pt x="247" y="21"/>
                </a:lnTo>
                <a:lnTo>
                  <a:pt x="226" y="21"/>
                </a:lnTo>
                <a:moveTo>
                  <a:pt x="226" y="34"/>
                </a:moveTo>
                <a:lnTo>
                  <a:pt x="207" y="43"/>
                </a:lnTo>
                <a:lnTo>
                  <a:pt x="197" y="25"/>
                </a:lnTo>
                <a:lnTo>
                  <a:pt x="216" y="15"/>
                </a:lnTo>
                <a:lnTo>
                  <a:pt x="226" y="34"/>
                </a:lnTo>
                <a:moveTo>
                  <a:pt x="207" y="43"/>
                </a:moveTo>
                <a:lnTo>
                  <a:pt x="188" y="53"/>
                </a:lnTo>
                <a:lnTo>
                  <a:pt x="178" y="34"/>
                </a:lnTo>
                <a:lnTo>
                  <a:pt x="197" y="25"/>
                </a:lnTo>
                <a:lnTo>
                  <a:pt x="207" y="43"/>
                </a:lnTo>
                <a:moveTo>
                  <a:pt x="188" y="53"/>
                </a:moveTo>
                <a:lnTo>
                  <a:pt x="169" y="62"/>
                </a:lnTo>
                <a:lnTo>
                  <a:pt x="159" y="43"/>
                </a:lnTo>
                <a:lnTo>
                  <a:pt x="178" y="34"/>
                </a:lnTo>
                <a:lnTo>
                  <a:pt x="188" y="53"/>
                </a:lnTo>
                <a:moveTo>
                  <a:pt x="169" y="62"/>
                </a:moveTo>
                <a:lnTo>
                  <a:pt x="150" y="72"/>
                </a:lnTo>
                <a:lnTo>
                  <a:pt x="140" y="53"/>
                </a:lnTo>
                <a:lnTo>
                  <a:pt x="159" y="43"/>
                </a:lnTo>
                <a:lnTo>
                  <a:pt x="169" y="62"/>
                </a:lnTo>
                <a:moveTo>
                  <a:pt x="150" y="72"/>
                </a:moveTo>
                <a:lnTo>
                  <a:pt x="131" y="81"/>
                </a:lnTo>
                <a:lnTo>
                  <a:pt x="122" y="62"/>
                </a:lnTo>
                <a:lnTo>
                  <a:pt x="140" y="53"/>
                </a:lnTo>
                <a:lnTo>
                  <a:pt x="150" y="72"/>
                </a:lnTo>
                <a:moveTo>
                  <a:pt x="131" y="81"/>
                </a:moveTo>
                <a:lnTo>
                  <a:pt x="112" y="91"/>
                </a:lnTo>
                <a:lnTo>
                  <a:pt x="103" y="72"/>
                </a:lnTo>
                <a:lnTo>
                  <a:pt x="122" y="62"/>
                </a:lnTo>
                <a:lnTo>
                  <a:pt x="131" y="81"/>
                </a:lnTo>
                <a:moveTo>
                  <a:pt x="112" y="91"/>
                </a:moveTo>
                <a:lnTo>
                  <a:pt x="93" y="100"/>
                </a:lnTo>
                <a:lnTo>
                  <a:pt x="84" y="81"/>
                </a:lnTo>
                <a:lnTo>
                  <a:pt x="103" y="72"/>
                </a:lnTo>
                <a:lnTo>
                  <a:pt x="112" y="91"/>
                </a:lnTo>
                <a:moveTo>
                  <a:pt x="93" y="100"/>
                </a:moveTo>
                <a:lnTo>
                  <a:pt x="74" y="110"/>
                </a:lnTo>
                <a:lnTo>
                  <a:pt x="65" y="91"/>
                </a:lnTo>
                <a:lnTo>
                  <a:pt x="84" y="81"/>
                </a:lnTo>
                <a:lnTo>
                  <a:pt x="93" y="100"/>
                </a:lnTo>
                <a:moveTo>
                  <a:pt x="74" y="110"/>
                </a:moveTo>
                <a:lnTo>
                  <a:pt x="55" y="119"/>
                </a:lnTo>
                <a:lnTo>
                  <a:pt x="46" y="100"/>
                </a:lnTo>
                <a:lnTo>
                  <a:pt x="65" y="91"/>
                </a:lnTo>
                <a:lnTo>
                  <a:pt x="74" y="110"/>
                </a:lnTo>
                <a:moveTo>
                  <a:pt x="55" y="119"/>
                </a:moveTo>
                <a:lnTo>
                  <a:pt x="36" y="129"/>
                </a:lnTo>
                <a:lnTo>
                  <a:pt x="27" y="110"/>
                </a:lnTo>
                <a:lnTo>
                  <a:pt x="46" y="100"/>
                </a:lnTo>
                <a:lnTo>
                  <a:pt x="55" y="119"/>
                </a:lnTo>
                <a:moveTo>
                  <a:pt x="36" y="129"/>
                </a:moveTo>
                <a:lnTo>
                  <a:pt x="29" y="132"/>
                </a:lnTo>
                <a:lnTo>
                  <a:pt x="25" y="123"/>
                </a:lnTo>
                <a:lnTo>
                  <a:pt x="29" y="113"/>
                </a:lnTo>
                <a:lnTo>
                  <a:pt x="48" y="123"/>
                </a:lnTo>
                <a:lnTo>
                  <a:pt x="39" y="142"/>
                </a:lnTo>
                <a:lnTo>
                  <a:pt x="0" y="123"/>
                </a:lnTo>
                <a:lnTo>
                  <a:pt x="27" y="110"/>
                </a:lnTo>
                <a:lnTo>
                  <a:pt x="36" y="129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6" name=""/>
          <p:cNvSpPr/>
          <p:nvPr/>
        </p:nvSpPr>
        <p:spPr>
          <a:xfrm>
            <a:off x="4792320" y="21049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0" y="0"/>
                </a:moveTo>
                <a:lnTo>
                  <a:pt x="212" y="106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7" name=""/>
          <p:cNvSpPr/>
          <p:nvPr/>
        </p:nvSpPr>
        <p:spPr>
          <a:xfrm>
            <a:off x="4788360" y="209880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4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4" y="26"/>
                </a:moveTo>
                <a:lnTo>
                  <a:pt x="73" y="36"/>
                </a:lnTo>
                <a:lnTo>
                  <a:pt x="64" y="55"/>
                </a:lnTo>
                <a:lnTo>
                  <a:pt x="44" y="45"/>
                </a:lnTo>
                <a:lnTo>
                  <a:pt x="54" y="26"/>
                </a:lnTo>
                <a:moveTo>
                  <a:pt x="73" y="36"/>
                </a:moveTo>
                <a:lnTo>
                  <a:pt x="92" y="45"/>
                </a:lnTo>
                <a:lnTo>
                  <a:pt x="83" y="64"/>
                </a:lnTo>
                <a:lnTo>
                  <a:pt x="64" y="55"/>
                </a:lnTo>
                <a:lnTo>
                  <a:pt x="73" y="36"/>
                </a:lnTo>
                <a:moveTo>
                  <a:pt x="92" y="45"/>
                </a:moveTo>
                <a:lnTo>
                  <a:pt x="111" y="55"/>
                </a:lnTo>
                <a:lnTo>
                  <a:pt x="102" y="74"/>
                </a:lnTo>
                <a:lnTo>
                  <a:pt x="83" y="64"/>
                </a:lnTo>
                <a:lnTo>
                  <a:pt x="92" y="45"/>
                </a:lnTo>
                <a:moveTo>
                  <a:pt x="111" y="55"/>
                </a:moveTo>
                <a:lnTo>
                  <a:pt x="130" y="64"/>
                </a:lnTo>
                <a:lnTo>
                  <a:pt x="121" y="83"/>
                </a:lnTo>
                <a:lnTo>
                  <a:pt x="102" y="74"/>
                </a:lnTo>
                <a:lnTo>
                  <a:pt x="111" y="55"/>
                </a:lnTo>
                <a:moveTo>
                  <a:pt x="130" y="64"/>
                </a:moveTo>
                <a:lnTo>
                  <a:pt x="149" y="74"/>
                </a:lnTo>
                <a:lnTo>
                  <a:pt x="140" y="93"/>
                </a:lnTo>
                <a:lnTo>
                  <a:pt x="121" y="83"/>
                </a:lnTo>
                <a:lnTo>
                  <a:pt x="130" y="64"/>
                </a:lnTo>
                <a:moveTo>
                  <a:pt x="149" y="74"/>
                </a:moveTo>
                <a:lnTo>
                  <a:pt x="168" y="83"/>
                </a:lnTo>
                <a:lnTo>
                  <a:pt x="158" y="102"/>
                </a:lnTo>
                <a:lnTo>
                  <a:pt x="140" y="93"/>
                </a:lnTo>
                <a:lnTo>
                  <a:pt x="149" y="74"/>
                </a:lnTo>
                <a:moveTo>
                  <a:pt x="168" y="83"/>
                </a:moveTo>
                <a:lnTo>
                  <a:pt x="187" y="93"/>
                </a:lnTo>
                <a:lnTo>
                  <a:pt x="177" y="111"/>
                </a:lnTo>
                <a:lnTo>
                  <a:pt x="158" y="102"/>
                </a:lnTo>
                <a:lnTo>
                  <a:pt x="168" y="83"/>
                </a:lnTo>
                <a:moveTo>
                  <a:pt x="187" y="93"/>
                </a:moveTo>
                <a:lnTo>
                  <a:pt x="206" y="102"/>
                </a:lnTo>
                <a:lnTo>
                  <a:pt x="196" y="121"/>
                </a:lnTo>
                <a:lnTo>
                  <a:pt x="177" y="111"/>
                </a:lnTo>
                <a:lnTo>
                  <a:pt x="187" y="93"/>
                </a:lnTo>
                <a:moveTo>
                  <a:pt x="206" y="102"/>
                </a:moveTo>
                <a:lnTo>
                  <a:pt x="225" y="111"/>
                </a:lnTo>
                <a:lnTo>
                  <a:pt x="215" y="130"/>
                </a:lnTo>
                <a:lnTo>
                  <a:pt x="196" y="121"/>
                </a:lnTo>
                <a:lnTo>
                  <a:pt x="206" y="102"/>
                </a:lnTo>
                <a:moveTo>
                  <a:pt x="225" y="111"/>
                </a:moveTo>
                <a:lnTo>
                  <a:pt x="247" y="123"/>
                </a:lnTo>
                <a:lnTo>
                  <a:pt x="213" y="140"/>
                </a:lnTo>
                <a:lnTo>
                  <a:pt x="203" y="121"/>
                </a:lnTo>
                <a:lnTo>
                  <a:pt x="219" y="113"/>
                </a:lnTo>
                <a:lnTo>
                  <a:pt x="223" y="123"/>
                </a:lnTo>
                <a:lnTo>
                  <a:pt x="219" y="132"/>
                </a:lnTo>
                <a:lnTo>
                  <a:pt x="215" y="130"/>
                </a:lnTo>
                <a:lnTo>
                  <a:pt x="225" y="111"/>
                </a:lnTo>
                <a:moveTo>
                  <a:pt x="213" y="140"/>
                </a:moveTo>
                <a:lnTo>
                  <a:pt x="194" y="149"/>
                </a:lnTo>
                <a:lnTo>
                  <a:pt x="184" y="130"/>
                </a:lnTo>
                <a:lnTo>
                  <a:pt x="203" y="121"/>
                </a:lnTo>
                <a:lnTo>
                  <a:pt x="213" y="140"/>
                </a:lnTo>
                <a:moveTo>
                  <a:pt x="194" y="149"/>
                </a:moveTo>
                <a:lnTo>
                  <a:pt x="175" y="159"/>
                </a:lnTo>
                <a:lnTo>
                  <a:pt x="165" y="140"/>
                </a:lnTo>
                <a:lnTo>
                  <a:pt x="184" y="130"/>
                </a:lnTo>
                <a:lnTo>
                  <a:pt x="194" y="149"/>
                </a:lnTo>
                <a:moveTo>
                  <a:pt x="175" y="159"/>
                </a:moveTo>
                <a:lnTo>
                  <a:pt x="156" y="168"/>
                </a:lnTo>
                <a:lnTo>
                  <a:pt x="146" y="149"/>
                </a:lnTo>
                <a:lnTo>
                  <a:pt x="165" y="140"/>
                </a:lnTo>
                <a:lnTo>
                  <a:pt x="175" y="159"/>
                </a:lnTo>
                <a:moveTo>
                  <a:pt x="156" y="168"/>
                </a:moveTo>
                <a:lnTo>
                  <a:pt x="137" y="179"/>
                </a:lnTo>
                <a:lnTo>
                  <a:pt x="127" y="159"/>
                </a:lnTo>
                <a:lnTo>
                  <a:pt x="146" y="149"/>
                </a:lnTo>
                <a:lnTo>
                  <a:pt x="156" y="168"/>
                </a:lnTo>
                <a:moveTo>
                  <a:pt x="137" y="179"/>
                </a:moveTo>
                <a:lnTo>
                  <a:pt x="118" y="188"/>
                </a:lnTo>
                <a:lnTo>
                  <a:pt x="109" y="168"/>
                </a:lnTo>
                <a:lnTo>
                  <a:pt x="127" y="159"/>
                </a:lnTo>
                <a:lnTo>
                  <a:pt x="137" y="179"/>
                </a:lnTo>
                <a:moveTo>
                  <a:pt x="118" y="188"/>
                </a:moveTo>
                <a:lnTo>
                  <a:pt x="99" y="198"/>
                </a:lnTo>
                <a:lnTo>
                  <a:pt x="90" y="179"/>
                </a:lnTo>
                <a:lnTo>
                  <a:pt x="109" y="168"/>
                </a:lnTo>
                <a:lnTo>
                  <a:pt x="118" y="188"/>
                </a:lnTo>
                <a:moveTo>
                  <a:pt x="99" y="198"/>
                </a:moveTo>
                <a:lnTo>
                  <a:pt x="80" y="207"/>
                </a:lnTo>
                <a:lnTo>
                  <a:pt x="71" y="188"/>
                </a:lnTo>
                <a:lnTo>
                  <a:pt x="90" y="179"/>
                </a:lnTo>
                <a:lnTo>
                  <a:pt x="99" y="198"/>
                </a:lnTo>
                <a:moveTo>
                  <a:pt x="80" y="207"/>
                </a:moveTo>
                <a:lnTo>
                  <a:pt x="61" y="217"/>
                </a:lnTo>
                <a:lnTo>
                  <a:pt x="51" y="198"/>
                </a:lnTo>
                <a:lnTo>
                  <a:pt x="71" y="188"/>
                </a:lnTo>
                <a:lnTo>
                  <a:pt x="80" y="207"/>
                </a:lnTo>
                <a:moveTo>
                  <a:pt x="61" y="217"/>
                </a:moveTo>
                <a:lnTo>
                  <a:pt x="41" y="226"/>
                </a:lnTo>
                <a:lnTo>
                  <a:pt x="32" y="207"/>
                </a:lnTo>
                <a:lnTo>
                  <a:pt x="51" y="198"/>
                </a:lnTo>
                <a:lnTo>
                  <a:pt x="61" y="217"/>
                </a:lnTo>
                <a:moveTo>
                  <a:pt x="41" y="226"/>
                </a:moveTo>
                <a:lnTo>
                  <a:pt x="22" y="236"/>
                </a:lnTo>
                <a:lnTo>
                  <a:pt x="13" y="217"/>
                </a:lnTo>
                <a:lnTo>
                  <a:pt x="32" y="207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6"/>
                </a:lnTo>
                <a:lnTo>
                  <a:pt x="21" y="216"/>
                </a:lnTo>
                <a:lnTo>
                  <a:pt x="21" y="229"/>
                </a:lnTo>
                <a:lnTo>
                  <a:pt x="11" y="229"/>
                </a:lnTo>
                <a:lnTo>
                  <a:pt x="6" y="220"/>
                </a:lnTo>
                <a:lnTo>
                  <a:pt x="13" y="217"/>
                </a:lnTo>
                <a:lnTo>
                  <a:pt x="22" y="236"/>
                </a:lnTo>
                <a:moveTo>
                  <a:pt x="0" y="216"/>
                </a:moveTo>
                <a:lnTo>
                  <a:pt x="0" y="195"/>
                </a:lnTo>
                <a:lnTo>
                  <a:pt x="21" y="195"/>
                </a:lnTo>
                <a:lnTo>
                  <a:pt x="21" y="216"/>
                </a:lnTo>
                <a:lnTo>
                  <a:pt x="0" y="216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1"/>
                </a:lnTo>
                <a:lnTo>
                  <a:pt x="21" y="151"/>
                </a:lnTo>
                <a:lnTo>
                  <a:pt x="21" y="174"/>
                </a:lnTo>
                <a:lnTo>
                  <a:pt x="0" y="174"/>
                </a:lnTo>
                <a:moveTo>
                  <a:pt x="0" y="151"/>
                </a:moveTo>
                <a:lnTo>
                  <a:pt x="0" y="130"/>
                </a:lnTo>
                <a:lnTo>
                  <a:pt x="21" y="130"/>
                </a:lnTo>
                <a:lnTo>
                  <a:pt x="21" y="151"/>
                </a:lnTo>
                <a:lnTo>
                  <a:pt x="0" y="151"/>
                </a:lnTo>
                <a:moveTo>
                  <a:pt x="0" y="130"/>
                </a:moveTo>
                <a:lnTo>
                  <a:pt x="0" y="109"/>
                </a:lnTo>
                <a:lnTo>
                  <a:pt x="21" y="109"/>
                </a:lnTo>
                <a:lnTo>
                  <a:pt x="21" y="130"/>
                </a:lnTo>
                <a:lnTo>
                  <a:pt x="0" y="130"/>
                </a:lnTo>
                <a:moveTo>
                  <a:pt x="0" y="109"/>
                </a:moveTo>
                <a:lnTo>
                  <a:pt x="0" y="88"/>
                </a:lnTo>
                <a:lnTo>
                  <a:pt x="21" y="88"/>
                </a:lnTo>
                <a:lnTo>
                  <a:pt x="21" y="109"/>
                </a:lnTo>
                <a:lnTo>
                  <a:pt x="0" y="109"/>
                </a:lnTo>
                <a:moveTo>
                  <a:pt x="0" y="88"/>
                </a:moveTo>
                <a:lnTo>
                  <a:pt x="0" y="67"/>
                </a:lnTo>
                <a:lnTo>
                  <a:pt x="21" y="67"/>
                </a:lnTo>
                <a:lnTo>
                  <a:pt x="21" y="88"/>
                </a:lnTo>
                <a:lnTo>
                  <a:pt x="0" y="88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4"/>
                </a:lnTo>
                <a:lnTo>
                  <a:pt x="21" y="24"/>
                </a:lnTo>
                <a:lnTo>
                  <a:pt x="21" y="46"/>
                </a:lnTo>
                <a:lnTo>
                  <a:pt x="0" y="46"/>
                </a:lnTo>
                <a:moveTo>
                  <a:pt x="0" y="24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1" y="17"/>
                </a:lnTo>
                <a:lnTo>
                  <a:pt x="21" y="17"/>
                </a:lnTo>
                <a:lnTo>
                  <a:pt x="21" y="24"/>
                </a:lnTo>
                <a:lnTo>
                  <a:pt x="0" y="24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8" name=""/>
          <p:cNvSpPr/>
          <p:nvPr/>
        </p:nvSpPr>
        <p:spPr>
          <a:xfrm>
            <a:off x="2165040" y="2415960"/>
            <a:ext cx="2682000" cy="717840"/>
          </a:xfrm>
          <a:custGeom>
            <a:avLst/>
            <a:gdLst/>
            <a:ahLst/>
            <a:rect l="0" t="0" r="r" b="b"/>
            <a:pathLst>
              <a:path fill="none" w="7450" h="1994">
                <a:moveTo>
                  <a:pt x="0" y="0"/>
                </a:moveTo>
                <a:lnTo>
                  <a:pt x="727" y="333"/>
                </a:lnTo>
                <a:cubicBezTo>
                  <a:pt x="1453" y="665"/>
                  <a:pt x="2907" y="1330"/>
                  <a:pt x="4149" y="1662"/>
                </a:cubicBezTo>
                <a:cubicBezTo>
                  <a:pt x="5392" y="1994"/>
                  <a:pt x="6421" y="1994"/>
                  <a:pt x="6936" y="1994"/>
                </a:cubicBezTo>
                <a:lnTo>
                  <a:pt x="7450" y="1994"/>
                </a:lnTo>
              </a:path>
            </a:pathLst>
          </a:custGeom>
          <a:ln w="37800">
            <a:solidFill>
              <a:srgbClr val="d4a017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9" name=""/>
          <p:cNvSpPr/>
          <p:nvPr/>
        </p:nvSpPr>
        <p:spPr>
          <a:xfrm>
            <a:off x="2133720" y="2398680"/>
            <a:ext cx="85320" cy="69840"/>
          </a:xfrm>
          <a:custGeom>
            <a:avLst/>
            <a:gdLst/>
            <a:ahLst/>
            <a:rect l="0" t="0" r="r" b="b"/>
            <a:pathLst>
              <a:path w="237" h="194">
                <a:moveTo>
                  <a:pt x="0" y="8"/>
                </a:moveTo>
                <a:lnTo>
                  <a:pt x="150" y="194"/>
                </a:lnTo>
                <a:lnTo>
                  <a:pt x="237" y="0"/>
                </a:lnTo>
                <a:lnTo>
                  <a:pt x="0" y="8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0" name=""/>
          <p:cNvSpPr/>
          <p:nvPr/>
        </p:nvSpPr>
        <p:spPr>
          <a:xfrm>
            <a:off x="2125800" y="2394720"/>
            <a:ext cx="99360" cy="81000"/>
          </a:xfrm>
          <a:custGeom>
            <a:avLst/>
            <a:gdLst/>
            <a:ahLst/>
            <a:rect l="0" t="0" r="r" b="b"/>
            <a:pathLst>
              <a:path w="276" h="225">
                <a:moveTo>
                  <a:pt x="44" y="29"/>
                </a:moveTo>
                <a:lnTo>
                  <a:pt x="57" y="46"/>
                </a:lnTo>
                <a:lnTo>
                  <a:pt x="40" y="59"/>
                </a:lnTo>
                <a:lnTo>
                  <a:pt x="27" y="43"/>
                </a:lnTo>
                <a:lnTo>
                  <a:pt x="44" y="29"/>
                </a:lnTo>
                <a:moveTo>
                  <a:pt x="57" y="46"/>
                </a:moveTo>
                <a:lnTo>
                  <a:pt x="70" y="62"/>
                </a:lnTo>
                <a:lnTo>
                  <a:pt x="54" y="75"/>
                </a:lnTo>
                <a:lnTo>
                  <a:pt x="40" y="59"/>
                </a:lnTo>
                <a:lnTo>
                  <a:pt x="57" y="46"/>
                </a:lnTo>
                <a:moveTo>
                  <a:pt x="70" y="62"/>
                </a:moveTo>
                <a:lnTo>
                  <a:pt x="83" y="79"/>
                </a:lnTo>
                <a:lnTo>
                  <a:pt x="67" y="92"/>
                </a:lnTo>
                <a:lnTo>
                  <a:pt x="54" y="75"/>
                </a:lnTo>
                <a:lnTo>
                  <a:pt x="70" y="62"/>
                </a:lnTo>
                <a:moveTo>
                  <a:pt x="83" y="79"/>
                </a:moveTo>
                <a:lnTo>
                  <a:pt x="97" y="95"/>
                </a:lnTo>
                <a:lnTo>
                  <a:pt x="80" y="108"/>
                </a:lnTo>
                <a:lnTo>
                  <a:pt x="67" y="92"/>
                </a:lnTo>
                <a:lnTo>
                  <a:pt x="83" y="79"/>
                </a:lnTo>
                <a:moveTo>
                  <a:pt x="97" y="95"/>
                </a:moveTo>
                <a:lnTo>
                  <a:pt x="110" y="112"/>
                </a:lnTo>
                <a:lnTo>
                  <a:pt x="93" y="125"/>
                </a:lnTo>
                <a:lnTo>
                  <a:pt x="80" y="108"/>
                </a:lnTo>
                <a:lnTo>
                  <a:pt x="97" y="95"/>
                </a:lnTo>
                <a:moveTo>
                  <a:pt x="110" y="112"/>
                </a:moveTo>
                <a:lnTo>
                  <a:pt x="123" y="128"/>
                </a:lnTo>
                <a:lnTo>
                  <a:pt x="107" y="141"/>
                </a:lnTo>
                <a:lnTo>
                  <a:pt x="93" y="125"/>
                </a:lnTo>
                <a:lnTo>
                  <a:pt x="110" y="112"/>
                </a:lnTo>
                <a:moveTo>
                  <a:pt x="123" y="128"/>
                </a:moveTo>
                <a:lnTo>
                  <a:pt x="136" y="145"/>
                </a:lnTo>
                <a:lnTo>
                  <a:pt x="120" y="159"/>
                </a:lnTo>
                <a:lnTo>
                  <a:pt x="107" y="141"/>
                </a:lnTo>
                <a:lnTo>
                  <a:pt x="123" y="128"/>
                </a:lnTo>
                <a:moveTo>
                  <a:pt x="136" y="145"/>
                </a:moveTo>
                <a:lnTo>
                  <a:pt x="150" y="162"/>
                </a:lnTo>
                <a:lnTo>
                  <a:pt x="133" y="175"/>
                </a:lnTo>
                <a:lnTo>
                  <a:pt x="120" y="159"/>
                </a:lnTo>
                <a:lnTo>
                  <a:pt x="136" y="145"/>
                </a:lnTo>
                <a:moveTo>
                  <a:pt x="150" y="162"/>
                </a:moveTo>
                <a:lnTo>
                  <a:pt x="163" y="179"/>
                </a:lnTo>
                <a:lnTo>
                  <a:pt x="147" y="192"/>
                </a:lnTo>
                <a:lnTo>
                  <a:pt x="133" y="175"/>
                </a:lnTo>
                <a:lnTo>
                  <a:pt x="150" y="162"/>
                </a:lnTo>
                <a:moveTo>
                  <a:pt x="163" y="179"/>
                </a:moveTo>
                <a:lnTo>
                  <a:pt x="176" y="195"/>
                </a:lnTo>
                <a:lnTo>
                  <a:pt x="160" y="208"/>
                </a:lnTo>
                <a:lnTo>
                  <a:pt x="147" y="192"/>
                </a:lnTo>
                <a:lnTo>
                  <a:pt x="163" y="179"/>
                </a:lnTo>
                <a:moveTo>
                  <a:pt x="176" y="195"/>
                </a:moveTo>
                <a:lnTo>
                  <a:pt x="179" y="198"/>
                </a:lnTo>
                <a:lnTo>
                  <a:pt x="171" y="205"/>
                </a:lnTo>
                <a:lnTo>
                  <a:pt x="161" y="200"/>
                </a:lnTo>
                <a:lnTo>
                  <a:pt x="168" y="184"/>
                </a:lnTo>
                <a:lnTo>
                  <a:pt x="187" y="193"/>
                </a:lnTo>
                <a:lnTo>
                  <a:pt x="173" y="225"/>
                </a:lnTo>
                <a:lnTo>
                  <a:pt x="160" y="208"/>
                </a:lnTo>
                <a:lnTo>
                  <a:pt x="176" y="195"/>
                </a:lnTo>
                <a:moveTo>
                  <a:pt x="168" y="184"/>
                </a:moveTo>
                <a:lnTo>
                  <a:pt x="177" y="165"/>
                </a:lnTo>
                <a:lnTo>
                  <a:pt x="196" y="174"/>
                </a:lnTo>
                <a:lnTo>
                  <a:pt x="187" y="193"/>
                </a:lnTo>
                <a:lnTo>
                  <a:pt x="168" y="184"/>
                </a:lnTo>
                <a:moveTo>
                  <a:pt x="177" y="165"/>
                </a:moveTo>
                <a:lnTo>
                  <a:pt x="186" y="145"/>
                </a:lnTo>
                <a:lnTo>
                  <a:pt x="205" y="155"/>
                </a:lnTo>
                <a:lnTo>
                  <a:pt x="196" y="174"/>
                </a:lnTo>
                <a:lnTo>
                  <a:pt x="177" y="165"/>
                </a:lnTo>
                <a:moveTo>
                  <a:pt x="186" y="145"/>
                </a:moveTo>
                <a:lnTo>
                  <a:pt x="194" y="126"/>
                </a:lnTo>
                <a:lnTo>
                  <a:pt x="214" y="135"/>
                </a:lnTo>
                <a:lnTo>
                  <a:pt x="205" y="155"/>
                </a:lnTo>
                <a:lnTo>
                  <a:pt x="186" y="145"/>
                </a:lnTo>
                <a:moveTo>
                  <a:pt x="194" y="126"/>
                </a:moveTo>
                <a:lnTo>
                  <a:pt x="203" y="106"/>
                </a:lnTo>
                <a:lnTo>
                  <a:pt x="223" y="115"/>
                </a:lnTo>
                <a:lnTo>
                  <a:pt x="214" y="135"/>
                </a:lnTo>
                <a:lnTo>
                  <a:pt x="194" y="126"/>
                </a:lnTo>
                <a:moveTo>
                  <a:pt x="203" y="106"/>
                </a:moveTo>
                <a:lnTo>
                  <a:pt x="212" y="87"/>
                </a:lnTo>
                <a:lnTo>
                  <a:pt x="231" y="96"/>
                </a:lnTo>
                <a:lnTo>
                  <a:pt x="223" y="115"/>
                </a:lnTo>
                <a:lnTo>
                  <a:pt x="203" y="106"/>
                </a:lnTo>
                <a:moveTo>
                  <a:pt x="212" y="87"/>
                </a:moveTo>
                <a:lnTo>
                  <a:pt x="221" y="68"/>
                </a:lnTo>
                <a:lnTo>
                  <a:pt x="240" y="77"/>
                </a:lnTo>
                <a:lnTo>
                  <a:pt x="231" y="96"/>
                </a:lnTo>
                <a:lnTo>
                  <a:pt x="212" y="87"/>
                </a:lnTo>
                <a:moveTo>
                  <a:pt x="221" y="68"/>
                </a:moveTo>
                <a:lnTo>
                  <a:pt x="230" y="49"/>
                </a:lnTo>
                <a:lnTo>
                  <a:pt x="249" y="58"/>
                </a:lnTo>
                <a:lnTo>
                  <a:pt x="240" y="77"/>
                </a:lnTo>
                <a:lnTo>
                  <a:pt x="221" y="68"/>
                </a:lnTo>
                <a:moveTo>
                  <a:pt x="230" y="49"/>
                </a:moveTo>
                <a:lnTo>
                  <a:pt x="238" y="29"/>
                </a:lnTo>
                <a:lnTo>
                  <a:pt x="258" y="38"/>
                </a:lnTo>
                <a:lnTo>
                  <a:pt x="249" y="58"/>
                </a:lnTo>
                <a:lnTo>
                  <a:pt x="230" y="49"/>
                </a:lnTo>
                <a:moveTo>
                  <a:pt x="238" y="29"/>
                </a:moveTo>
                <a:lnTo>
                  <a:pt x="247" y="10"/>
                </a:lnTo>
                <a:lnTo>
                  <a:pt x="268" y="19"/>
                </a:lnTo>
                <a:lnTo>
                  <a:pt x="258" y="38"/>
                </a:lnTo>
                <a:lnTo>
                  <a:pt x="238" y="29"/>
                </a:lnTo>
                <a:moveTo>
                  <a:pt x="247" y="10"/>
                </a:moveTo>
                <a:lnTo>
                  <a:pt x="249" y="7"/>
                </a:lnTo>
                <a:lnTo>
                  <a:pt x="258" y="11"/>
                </a:lnTo>
                <a:lnTo>
                  <a:pt x="259" y="22"/>
                </a:lnTo>
                <a:lnTo>
                  <a:pt x="242" y="22"/>
                </a:lnTo>
                <a:lnTo>
                  <a:pt x="241" y="1"/>
                </a:lnTo>
                <a:lnTo>
                  <a:pt x="276" y="0"/>
                </a:lnTo>
                <a:lnTo>
                  <a:pt x="268" y="19"/>
                </a:lnTo>
                <a:lnTo>
                  <a:pt x="247" y="10"/>
                </a:lnTo>
                <a:moveTo>
                  <a:pt x="242" y="22"/>
                </a:moveTo>
                <a:lnTo>
                  <a:pt x="220" y="23"/>
                </a:lnTo>
                <a:lnTo>
                  <a:pt x="220" y="2"/>
                </a:lnTo>
                <a:lnTo>
                  <a:pt x="241" y="1"/>
                </a:lnTo>
                <a:lnTo>
                  <a:pt x="242" y="22"/>
                </a:lnTo>
                <a:moveTo>
                  <a:pt x="220" y="23"/>
                </a:moveTo>
                <a:lnTo>
                  <a:pt x="199" y="24"/>
                </a:lnTo>
                <a:lnTo>
                  <a:pt x="198" y="3"/>
                </a:lnTo>
                <a:lnTo>
                  <a:pt x="220" y="2"/>
                </a:lnTo>
                <a:lnTo>
                  <a:pt x="220" y="23"/>
                </a:lnTo>
                <a:moveTo>
                  <a:pt x="199" y="24"/>
                </a:moveTo>
                <a:lnTo>
                  <a:pt x="178" y="25"/>
                </a:lnTo>
                <a:lnTo>
                  <a:pt x="177" y="3"/>
                </a:lnTo>
                <a:lnTo>
                  <a:pt x="198" y="3"/>
                </a:lnTo>
                <a:lnTo>
                  <a:pt x="199" y="24"/>
                </a:lnTo>
                <a:moveTo>
                  <a:pt x="178" y="25"/>
                </a:moveTo>
                <a:lnTo>
                  <a:pt x="157" y="25"/>
                </a:lnTo>
                <a:lnTo>
                  <a:pt x="156" y="4"/>
                </a:lnTo>
                <a:lnTo>
                  <a:pt x="177" y="3"/>
                </a:lnTo>
                <a:lnTo>
                  <a:pt x="178" y="25"/>
                </a:lnTo>
                <a:moveTo>
                  <a:pt x="157" y="25"/>
                </a:moveTo>
                <a:lnTo>
                  <a:pt x="136" y="26"/>
                </a:lnTo>
                <a:lnTo>
                  <a:pt x="135" y="5"/>
                </a:lnTo>
                <a:lnTo>
                  <a:pt x="156" y="4"/>
                </a:lnTo>
                <a:lnTo>
                  <a:pt x="157" y="25"/>
                </a:lnTo>
                <a:moveTo>
                  <a:pt x="136" y="26"/>
                </a:moveTo>
                <a:lnTo>
                  <a:pt x="115" y="27"/>
                </a:lnTo>
                <a:lnTo>
                  <a:pt x="114" y="6"/>
                </a:lnTo>
                <a:lnTo>
                  <a:pt x="135" y="5"/>
                </a:lnTo>
                <a:lnTo>
                  <a:pt x="136" y="26"/>
                </a:lnTo>
                <a:moveTo>
                  <a:pt x="115" y="27"/>
                </a:moveTo>
                <a:lnTo>
                  <a:pt x="93" y="27"/>
                </a:lnTo>
                <a:lnTo>
                  <a:pt x="93" y="6"/>
                </a:lnTo>
                <a:lnTo>
                  <a:pt x="114" y="6"/>
                </a:lnTo>
                <a:lnTo>
                  <a:pt x="115" y="27"/>
                </a:lnTo>
                <a:moveTo>
                  <a:pt x="93" y="27"/>
                </a:moveTo>
                <a:lnTo>
                  <a:pt x="72" y="28"/>
                </a:lnTo>
                <a:lnTo>
                  <a:pt x="72" y="7"/>
                </a:lnTo>
                <a:lnTo>
                  <a:pt x="93" y="6"/>
                </a:lnTo>
                <a:lnTo>
                  <a:pt x="93" y="27"/>
                </a:lnTo>
                <a:moveTo>
                  <a:pt x="72" y="28"/>
                </a:moveTo>
                <a:lnTo>
                  <a:pt x="51" y="29"/>
                </a:lnTo>
                <a:lnTo>
                  <a:pt x="50" y="8"/>
                </a:lnTo>
                <a:lnTo>
                  <a:pt x="72" y="7"/>
                </a:lnTo>
                <a:lnTo>
                  <a:pt x="72" y="28"/>
                </a:lnTo>
                <a:moveTo>
                  <a:pt x="51" y="29"/>
                </a:moveTo>
                <a:lnTo>
                  <a:pt x="30" y="30"/>
                </a:lnTo>
                <a:lnTo>
                  <a:pt x="29" y="9"/>
                </a:lnTo>
                <a:lnTo>
                  <a:pt x="50" y="8"/>
                </a:lnTo>
                <a:lnTo>
                  <a:pt x="51" y="29"/>
                </a:lnTo>
                <a:moveTo>
                  <a:pt x="30" y="30"/>
                </a:moveTo>
                <a:lnTo>
                  <a:pt x="22" y="30"/>
                </a:lnTo>
                <a:lnTo>
                  <a:pt x="22" y="19"/>
                </a:lnTo>
                <a:lnTo>
                  <a:pt x="30" y="13"/>
                </a:lnTo>
                <a:lnTo>
                  <a:pt x="44" y="29"/>
                </a:lnTo>
                <a:lnTo>
                  <a:pt x="27" y="43"/>
                </a:lnTo>
                <a:lnTo>
                  <a:pt x="0" y="10"/>
                </a:lnTo>
                <a:lnTo>
                  <a:pt x="29" y="9"/>
                </a:lnTo>
                <a:lnTo>
                  <a:pt x="30" y="3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1" name=""/>
          <p:cNvSpPr/>
          <p:nvPr/>
        </p:nvSpPr>
        <p:spPr>
          <a:xfrm>
            <a:off x="4808520" y="3095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0" y="0"/>
                </a:moveTo>
                <a:lnTo>
                  <a:pt x="213" y="106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2" name=""/>
          <p:cNvSpPr/>
          <p:nvPr/>
        </p:nvSpPr>
        <p:spPr>
          <a:xfrm>
            <a:off x="4804920" y="308916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5" y="17"/>
                </a:moveTo>
                <a:lnTo>
                  <a:pt x="54" y="27"/>
                </a:lnTo>
                <a:lnTo>
                  <a:pt x="45" y="46"/>
                </a:lnTo>
                <a:lnTo>
                  <a:pt x="26" y="36"/>
                </a:lnTo>
                <a:lnTo>
                  <a:pt x="35" y="17"/>
                </a:lnTo>
                <a:moveTo>
                  <a:pt x="54" y="27"/>
                </a:moveTo>
                <a:lnTo>
                  <a:pt x="73" y="36"/>
                </a:lnTo>
                <a:lnTo>
                  <a:pt x="64" y="55"/>
                </a:lnTo>
                <a:lnTo>
                  <a:pt x="45" y="46"/>
                </a:lnTo>
                <a:lnTo>
                  <a:pt x="54" y="27"/>
                </a:lnTo>
                <a:moveTo>
                  <a:pt x="73" y="36"/>
                </a:moveTo>
                <a:lnTo>
                  <a:pt x="92" y="46"/>
                </a:lnTo>
                <a:lnTo>
                  <a:pt x="82" y="65"/>
                </a:lnTo>
                <a:lnTo>
                  <a:pt x="64" y="55"/>
                </a:lnTo>
                <a:lnTo>
                  <a:pt x="73" y="36"/>
                </a:lnTo>
                <a:moveTo>
                  <a:pt x="92" y="46"/>
                </a:moveTo>
                <a:lnTo>
                  <a:pt x="111" y="55"/>
                </a:lnTo>
                <a:lnTo>
                  <a:pt x="101" y="74"/>
                </a:lnTo>
                <a:lnTo>
                  <a:pt x="82" y="65"/>
                </a:lnTo>
                <a:lnTo>
                  <a:pt x="92" y="46"/>
                </a:lnTo>
                <a:moveTo>
                  <a:pt x="111" y="55"/>
                </a:moveTo>
                <a:lnTo>
                  <a:pt x="130" y="65"/>
                </a:lnTo>
                <a:lnTo>
                  <a:pt x="120" y="84"/>
                </a:lnTo>
                <a:lnTo>
                  <a:pt x="101" y="74"/>
                </a:lnTo>
                <a:lnTo>
                  <a:pt x="111" y="55"/>
                </a:lnTo>
                <a:moveTo>
                  <a:pt x="130" y="65"/>
                </a:moveTo>
                <a:lnTo>
                  <a:pt x="149" y="74"/>
                </a:lnTo>
                <a:lnTo>
                  <a:pt x="139" y="93"/>
                </a:lnTo>
                <a:lnTo>
                  <a:pt x="120" y="84"/>
                </a:lnTo>
                <a:lnTo>
                  <a:pt x="130" y="65"/>
                </a:lnTo>
                <a:moveTo>
                  <a:pt x="149" y="74"/>
                </a:moveTo>
                <a:lnTo>
                  <a:pt x="168" y="84"/>
                </a:lnTo>
                <a:lnTo>
                  <a:pt x="158" y="103"/>
                </a:lnTo>
                <a:lnTo>
                  <a:pt x="139" y="93"/>
                </a:lnTo>
                <a:lnTo>
                  <a:pt x="149" y="74"/>
                </a:lnTo>
                <a:moveTo>
                  <a:pt x="168" y="84"/>
                </a:moveTo>
                <a:lnTo>
                  <a:pt x="187" y="93"/>
                </a:lnTo>
                <a:lnTo>
                  <a:pt x="177" y="112"/>
                </a:lnTo>
                <a:lnTo>
                  <a:pt x="158" y="103"/>
                </a:lnTo>
                <a:lnTo>
                  <a:pt x="168" y="84"/>
                </a:lnTo>
                <a:moveTo>
                  <a:pt x="187" y="93"/>
                </a:moveTo>
                <a:lnTo>
                  <a:pt x="205" y="103"/>
                </a:lnTo>
                <a:lnTo>
                  <a:pt x="196" y="123"/>
                </a:lnTo>
                <a:lnTo>
                  <a:pt x="177" y="112"/>
                </a:lnTo>
                <a:lnTo>
                  <a:pt x="187" y="93"/>
                </a:lnTo>
                <a:moveTo>
                  <a:pt x="205" y="103"/>
                </a:moveTo>
                <a:lnTo>
                  <a:pt x="224" y="112"/>
                </a:lnTo>
                <a:lnTo>
                  <a:pt x="215" y="132"/>
                </a:lnTo>
                <a:lnTo>
                  <a:pt x="196" y="123"/>
                </a:lnTo>
                <a:lnTo>
                  <a:pt x="205" y="103"/>
                </a:lnTo>
                <a:moveTo>
                  <a:pt x="224" y="112"/>
                </a:moveTo>
                <a:lnTo>
                  <a:pt x="247" y="124"/>
                </a:lnTo>
                <a:lnTo>
                  <a:pt x="212" y="142"/>
                </a:lnTo>
                <a:lnTo>
                  <a:pt x="203" y="123"/>
                </a:lnTo>
                <a:lnTo>
                  <a:pt x="218" y="114"/>
                </a:lnTo>
                <a:lnTo>
                  <a:pt x="223" y="124"/>
                </a:lnTo>
                <a:lnTo>
                  <a:pt x="218" y="134"/>
                </a:lnTo>
                <a:lnTo>
                  <a:pt x="215" y="132"/>
                </a:lnTo>
                <a:lnTo>
                  <a:pt x="224" y="112"/>
                </a:lnTo>
                <a:moveTo>
                  <a:pt x="212" y="142"/>
                </a:moveTo>
                <a:lnTo>
                  <a:pt x="193" y="151"/>
                </a:lnTo>
                <a:lnTo>
                  <a:pt x="184" y="132"/>
                </a:lnTo>
                <a:lnTo>
                  <a:pt x="203" y="123"/>
                </a:lnTo>
                <a:lnTo>
                  <a:pt x="212" y="142"/>
                </a:lnTo>
                <a:moveTo>
                  <a:pt x="193" y="151"/>
                </a:moveTo>
                <a:lnTo>
                  <a:pt x="174" y="160"/>
                </a:lnTo>
                <a:lnTo>
                  <a:pt x="165" y="142"/>
                </a:lnTo>
                <a:lnTo>
                  <a:pt x="184" y="132"/>
                </a:lnTo>
                <a:lnTo>
                  <a:pt x="193" y="151"/>
                </a:lnTo>
                <a:moveTo>
                  <a:pt x="174" y="160"/>
                </a:moveTo>
                <a:lnTo>
                  <a:pt x="156" y="170"/>
                </a:lnTo>
                <a:lnTo>
                  <a:pt x="146" y="151"/>
                </a:lnTo>
                <a:lnTo>
                  <a:pt x="165" y="142"/>
                </a:lnTo>
                <a:lnTo>
                  <a:pt x="174" y="160"/>
                </a:lnTo>
                <a:moveTo>
                  <a:pt x="156" y="170"/>
                </a:moveTo>
                <a:lnTo>
                  <a:pt x="137" y="179"/>
                </a:lnTo>
                <a:lnTo>
                  <a:pt x="127" y="160"/>
                </a:lnTo>
                <a:lnTo>
                  <a:pt x="146" y="151"/>
                </a:lnTo>
                <a:lnTo>
                  <a:pt x="156" y="170"/>
                </a:lnTo>
                <a:moveTo>
                  <a:pt x="137" y="179"/>
                </a:moveTo>
                <a:lnTo>
                  <a:pt x="118" y="189"/>
                </a:lnTo>
                <a:lnTo>
                  <a:pt x="108" y="170"/>
                </a:lnTo>
                <a:lnTo>
                  <a:pt x="127" y="160"/>
                </a:lnTo>
                <a:lnTo>
                  <a:pt x="137" y="179"/>
                </a:lnTo>
                <a:moveTo>
                  <a:pt x="118" y="189"/>
                </a:moveTo>
                <a:lnTo>
                  <a:pt x="99" y="198"/>
                </a:lnTo>
                <a:lnTo>
                  <a:pt x="89" y="179"/>
                </a:lnTo>
                <a:lnTo>
                  <a:pt x="108" y="170"/>
                </a:lnTo>
                <a:lnTo>
                  <a:pt x="118" y="189"/>
                </a:lnTo>
                <a:moveTo>
                  <a:pt x="99" y="198"/>
                </a:moveTo>
                <a:lnTo>
                  <a:pt x="80" y="208"/>
                </a:lnTo>
                <a:lnTo>
                  <a:pt x="70" y="189"/>
                </a:lnTo>
                <a:lnTo>
                  <a:pt x="89" y="179"/>
                </a:lnTo>
                <a:lnTo>
                  <a:pt x="99" y="198"/>
                </a:lnTo>
                <a:moveTo>
                  <a:pt x="80" y="208"/>
                </a:moveTo>
                <a:lnTo>
                  <a:pt x="61" y="217"/>
                </a:lnTo>
                <a:lnTo>
                  <a:pt x="51" y="198"/>
                </a:lnTo>
                <a:lnTo>
                  <a:pt x="70" y="189"/>
                </a:lnTo>
                <a:lnTo>
                  <a:pt x="80" y="208"/>
                </a:lnTo>
                <a:moveTo>
                  <a:pt x="61" y="217"/>
                </a:moveTo>
                <a:lnTo>
                  <a:pt x="42" y="227"/>
                </a:lnTo>
                <a:lnTo>
                  <a:pt x="32" y="208"/>
                </a:lnTo>
                <a:lnTo>
                  <a:pt x="51" y="198"/>
                </a:lnTo>
                <a:lnTo>
                  <a:pt x="61" y="217"/>
                </a:lnTo>
                <a:moveTo>
                  <a:pt x="42" y="227"/>
                </a:moveTo>
                <a:lnTo>
                  <a:pt x="23" y="236"/>
                </a:lnTo>
                <a:lnTo>
                  <a:pt x="14" y="217"/>
                </a:lnTo>
                <a:lnTo>
                  <a:pt x="32" y="208"/>
                </a:lnTo>
                <a:lnTo>
                  <a:pt x="42" y="227"/>
                </a:lnTo>
                <a:moveTo>
                  <a:pt x="23" y="236"/>
                </a:moveTo>
                <a:lnTo>
                  <a:pt x="0" y="247"/>
                </a:lnTo>
                <a:lnTo>
                  <a:pt x="0" y="217"/>
                </a:lnTo>
                <a:lnTo>
                  <a:pt x="22" y="217"/>
                </a:lnTo>
                <a:lnTo>
                  <a:pt x="22" y="230"/>
                </a:lnTo>
                <a:lnTo>
                  <a:pt x="11" y="230"/>
                </a:lnTo>
                <a:lnTo>
                  <a:pt x="7" y="221"/>
                </a:lnTo>
                <a:lnTo>
                  <a:pt x="14" y="217"/>
                </a:lnTo>
                <a:lnTo>
                  <a:pt x="23" y="236"/>
                </a:lnTo>
                <a:moveTo>
                  <a:pt x="0" y="217"/>
                </a:moveTo>
                <a:lnTo>
                  <a:pt x="0" y="195"/>
                </a:lnTo>
                <a:lnTo>
                  <a:pt x="22" y="195"/>
                </a:lnTo>
                <a:lnTo>
                  <a:pt x="22" y="217"/>
                </a:lnTo>
                <a:lnTo>
                  <a:pt x="0" y="217"/>
                </a:lnTo>
                <a:moveTo>
                  <a:pt x="0" y="195"/>
                </a:moveTo>
                <a:lnTo>
                  <a:pt x="0" y="174"/>
                </a:lnTo>
                <a:lnTo>
                  <a:pt x="22" y="174"/>
                </a:lnTo>
                <a:lnTo>
                  <a:pt x="22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2" y="153"/>
                </a:lnTo>
                <a:lnTo>
                  <a:pt x="22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2"/>
                </a:lnTo>
                <a:lnTo>
                  <a:pt x="22" y="132"/>
                </a:lnTo>
                <a:lnTo>
                  <a:pt x="22" y="153"/>
                </a:lnTo>
                <a:lnTo>
                  <a:pt x="0" y="153"/>
                </a:lnTo>
                <a:moveTo>
                  <a:pt x="0" y="132"/>
                </a:moveTo>
                <a:lnTo>
                  <a:pt x="0" y="110"/>
                </a:lnTo>
                <a:lnTo>
                  <a:pt x="22" y="110"/>
                </a:lnTo>
                <a:lnTo>
                  <a:pt x="22" y="132"/>
                </a:lnTo>
                <a:lnTo>
                  <a:pt x="0" y="132"/>
                </a:lnTo>
                <a:moveTo>
                  <a:pt x="0" y="110"/>
                </a:moveTo>
                <a:lnTo>
                  <a:pt x="0" y="89"/>
                </a:lnTo>
                <a:lnTo>
                  <a:pt x="22" y="89"/>
                </a:lnTo>
                <a:lnTo>
                  <a:pt x="22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2" y="67"/>
                </a:lnTo>
                <a:lnTo>
                  <a:pt x="22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2" y="46"/>
                </a:lnTo>
                <a:lnTo>
                  <a:pt x="22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2" y="25"/>
                </a:lnTo>
                <a:lnTo>
                  <a:pt x="22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5" y="17"/>
                </a:lnTo>
                <a:lnTo>
                  <a:pt x="26" y="36"/>
                </a:lnTo>
                <a:lnTo>
                  <a:pt x="7" y="27"/>
                </a:lnTo>
                <a:lnTo>
                  <a:pt x="11" y="17"/>
                </a:lnTo>
                <a:lnTo>
                  <a:pt x="22" y="17"/>
                </a:lnTo>
                <a:lnTo>
                  <a:pt x="2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d4a0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3" name=""/>
          <p:cNvSpPr/>
          <p:nvPr/>
        </p:nvSpPr>
        <p:spPr>
          <a:xfrm>
            <a:off x="2953800" y="923760"/>
            <a:ext cx="1562400" cy="457560"/>
          </a:xfrm>
          <a:custGeom>
            <a:avLst/>
            <a:gdLst/>
            <a:ahLst/>
            <a:rect l="0" t="0" r="r" b="b"/>
            <a:pathLst>
              <a:path w="4340" h="1271">
                <a:moveTo>
                  <a:pt x="0" y="0"/>
                </a:moveTo>
                <a:lnTo>
                  <a:pt x="4340" y="0"/>
                </a:lnTo>
                <a:lnTo>
                  <a:pt x="434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4" name=""/>
          <p:cNvSpPr/>
          <p:nvPr/>
        </p:nvSpPr>
        <p:spPr>
          <a:xfrm>
            <a:off x="2953800" y="923760"/>
            <a:ext cx="1562400" cy="457560"/>
          </a:xfrm>
          <a:custGeom>
            <a:avLst/>
            <a:gdLst/>
            <a:ahLst/>
            <a:rect l="0" t="0" r="r" b="b"/>
            <a:pathLst>
              <a:path w="4340" h="1271">
                <a:moveTo>
                  <a:pt x="0" y="0"/>
                </a:moveTo>
                <a:lnTo>
                  <a:pt x="4340" y="0"/>
                </a:lnTo>
                <a:lnTo>
                  <a:pt x="434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457200" y="627840"/>
            <a:ext cx="45939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b7280"/>
                </a:solidFill>
                <a:latin typeface="Arial"/>
                <a:ea typeface="Arial"/>
              </a:rPr>
              <a:t>Van al die stromen leggen we er nu drie vast, tussen vier systemen.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2953800" y="944280"/>
            <a:ext cx="15613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speciﬁcatiestructuur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7" name=""/>
          <p:cNvSpPr/>
          <p:nvPr/>
        </p:nvSpPr>
        <p:spPr>
          <a:xfrm>
            <a:off x="2927880" y="1914480"/>
            <a:ext cx="1610280" cy="457560"/>
          </a:xfrm>
          <a:custGeom>
            <a:avLst/>
            <a:gdLst/>
            <a:ahLst/>
            <a:rect l="0" t="0" r="r" b="b"/>
            <a:pathLst>
              <a:path w="4473" h="1271">
                <a:moveTo>
                  <a:pt x="0" y="0"/>
                </a:moveTo>
                <a:lnTo>
                  <a:pt x="4473" y="0"/>
                </a:lnTo>
                <a:lnTo>
                  <a:pt x="4473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8" name=""/>
          <p:cNvSpPr/>
          <p:nvPr/>
        </p:nvSpPr>
        <p:spPr>
          <a:xfrm>
            <a:off x="2927880" y="1914480"/>
            <a:ext cx="1610280" cy="457560"/>
          </a:xfrm>
          <a:custGeom>
            <a:avLst/>
            <a:gdLst/>
            <a:ahLst/>
            <a:rect l="0" t="0" r="r" b="b"/>
            <a:pathLst>
              <a:path w="4473" h="1271">
                <a:moveTo>
                  <a:pt x="0" y="0"/>
                </a:moveTo>
                <a:lnTo>
                  <a:pt x="4473" y="0"/>
                </a:lnTo>
                <a:lnTo>
                  <a:pt x="4473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3330720" y="1172880"/>
            <a:ext cx="8067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en aanbod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2953800" y="1935000"/>
            <a:ext cx="15613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speciﬁcatiestructuur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1" name=""/>
          <p:cNvSpPr/>
          <p:nvPr/>
        </p:nvSpPr>
        <p:spPr>
          <a:xfrm>
            <a:off x="2840040" y="2904840"/>
            <a:ext cx="1791000" cy="457560"/>
          </a:xfrm>
          <a:custGeom>
            <a:avLst/>
            <a:gdLst/>
            <a:ahLst/>
            <a:rect l="0" t="0" r="r" b="b"/>
            <a:pathLst>
              <a:path w="4975" h="1271">
                <a:moveTo>
                  <a:pt x="0" y="0"/>
                </a:moveTo>
                <a:lnTo>
                  <a:pt x="4975" y="0"/>
                </a:lnTo>
                <a:lnTo>
                  <a:pt x="4975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2" name=""/>
          <p:cNvSpPr/>
          <p:nvPr/>
        </p:nvSpPr>
        <p:spPr>
          <a:xfrm>
            <a:off x="2840040" y="2904840"/>
            <a:ext cx="1791000" cy="457560"/>
          </a:xfrm>
          <a:custGeom>
            <a:avLst/>
            <a:gdLst/>
            <a:ahLst/>
            <a:rect l="0" t="0" r="r" b="b"/>
            <a:pathLst>
              <a:path w="4975" h="1271">
                <a:moveTo>
                  <a:pt x="0" y="0"/>
                </a:moveTo>
                <a:lnTo>
                  <a:pt x="4975" y="0"/>
                </a:lnTo>
                <a:lnTo>
                  <a:pt x="4975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2928240" y="2163600"/>
            <a:ext cx="161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en resultaatstructuur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2953800" y="2925720"/>
            <a:ext cx="15613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speciﬁcatiestructuur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533160" y="1885680"/>
            <a:ext cx="2068920" cy="514800"/>
          </a:xfrm>
          <a:custGeom>
            <a:avLst/>
            <a:gdLst/>
            <a:ahLst/>
            <a:rect l="0" t="0" r="r" b="b"/>
            <a:pathLst>
              <a:path w="5747" h="1430">
                <a:moveTo>
                  <a:pt x="0" y="0"/>
                </a:moveTo>
                <a:lnTo>
                  <a:pt x="5747" y="0"/>
                </a:lnTo>
                <a:lnTo>
                  <a:pt x="574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9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533160" y="1885680"/>
            <a:ext cx="2068920" cy="514800"/>
          </a:xfrm>
          <a:custGeom>
            <a:avLst/>
            <a:gdLst/>
            <a:ahLst/>
            <a:rect l="0" t="0" r="r" b="b"/>
            <a:pathLst>
              <a:path w="5747" h="1430">
                <a:moveTo>
                  <a:pt x="0" y="0"/>
                </a:moveTo>
                <a:lnTo>
                  <a:pt x="5747" y="0"/>
                </a:lnTo>
                <a:lnTo>
                  <a:pt x="5747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/>
          <a:ln w="1872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2840040" y="3154320"/>
            <a:ext cx="1798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en leermiddelkoppeling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8" name=""/>
          <p:cNvSpPr/>
          <p:nvPr/>
        </p:nvSpPr>
        <p:spPr>
          <a:xfrm>
            <a:off x="5022000" y="895320"/>
            <a:ext cx="2292840" cy="514440"/>
          </a:xfrm>
          <a:custGeom>
            <a:avLst/>
            <a:gdLst/>
            <a:ahLst/>
            <a:rect l="0" t="0" r="r" b="b"/>
            <a:pathLst>
              <a:path w="6369" h="1429">
                <a:moveTo>
                  <a:pt x="0" y="0"/>
                </a:moveTo>
                <a:lnTo>
                  <a:pt x="6369" y="0"/>
                </a:lnTo>
                <a:lnTo>
                  <a:pt x="6369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9" name=""/>
          <p:cNvSpPr/>
          <p:nvPr/>
        </p:nvSpPr>
        <p:spPr>
          <a:xfrm>
            <a:off x="5022000" y="895320"/>
            <a:ext cx="2292840" cy="514440"/>
          </a:xfrm>
          <a:custGeom>
            <a:avLst/>
            <a:gdLst/>
            <a:ahLst/>
            <a:rect l="0" t="0" r="r" b="b"/>
            <a:pathLst>
              <a:path w="6369" h="1429">
                <a:moveTo>
                  <a:pt x="0" y="0"/>
                </a:moveTo>
                <a:lnTo>
                  <a:pt x="6369" y="0"/>
                </a:lnTo>
                <a:lnTo>
                  <a:pt x="6369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4a3b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819000" y="2049480"/>
            <a:ext cx="14958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0f3b2e"/>
                </a:solidFill>
                <a:latin typeface="DejaVuSans"/>
                <a:ea typeface="DejaVuSans"/>
              </a:rPr>
              <a:t>Onderwijscatalogus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1" name=""/>
          <p:cNvSpPr/>
          <p:nvPr/>
        </p:nvSpPr>
        <p:spPr>
          <a:xfrm>
            <a:off x="4868280" y="1885680"/>
            <a:ext cx="2600280" cy="514800"/>
          </a:xfrm>
          <a:custGeom>
            <a:avLst/>
            <a:gdLst/>
            <a:ahLst/>
            <a:rect l="0" t="0" r="r" b="b"/>
            <a:pathLst>
              <a:path w="7223" h="1430">
                <a:moveTo>
                  <a:pt x="0" y="0"/>
                </a:moveTo>
                <a:lnTo>
                  <a:pt x="7223" y="0"/>
                </a:lnTo>
                <a:lnTo>
                  <a:pt x="7223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/>
          <p:nvPr/>
        </p:nvSpPr>
        <p:spPr>
          <a:xfrm>
            <a:off x="4868280" y="1885680"/>
            <a:ext cx="2600280" cy="514800"/>
          </a:xfrm>
          <a:custGeom>
            <a:avLst/>
            <a:gdLst/>
            <a:ahLst/>
            <a:rect l="0" t="0" r="r" b="b"/>
            <a:pathLst>
              <a:path w="7223" h="1430">
                <a:moveTo>
                  <a:pt x="0" y="0"/>
                </a:moveTo>
                <a:lnTo>
                  <a:pt x="7223" y="0"/>
                </a:lnTo>
                <a:lnTo>
                  <a:pt x="7223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4a3b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5308200" y="1058760"/>
            <a:ext cx="17211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f2937"/>
                </a:solidFill>
                <a:latin typeface="DejaVuSans"/>
                <a:ea typeface="DejaVuSans"/>
              </a:rPr>
              <a:t>Planning en roostering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/>
          <p:nvPr/>
        </p:nvSpPr>
        <p:spPr>
          <a:xfrm>
            <a:off x="4884840" y="2876400"/>
            <a:ext cx="2567160" cy="514800"/>
          </a:xfrm>
          <a:custGeom>
            <a:avLst/>
            <a:gdLst/>
            <a:ahLst/>
            <a:rect l="0" t="0" r="r" b="b"/>
            <a:pathLst>
              <a:path w="7131" h="1430">
                <a:moveTo>
                  <a:pt x="0" y="0"/>
                </a:moveTo>
                <a:lnTo>
                  <a:pt x="7131" y="0"/>
                </a:lnTo>
                <a:lnTo>
                  <a:pt x="7131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9e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5" name=""/>
          <p:cNvSpPr/>
          <p:nvPr/>
        </p:nvSpPr>
        <p:spPr>
          <a:xfrm>
            <a:off x="4884840" y="2876400"/>
            <a:ext cx="2567160" cy="514800"/>
          </a:xfrm>
          <a:custGeom>
            <a:avLst/>
            <a:gdLst/>
            <a:ahLst/>
            <a:rect l="0" t="0" r="r" b="b"/>
            <a:pathLst>
              <a:path w="7131" h="1430">
                <a:moveTo>
                  <a:pt x="0" y="0"/>
                </a:moveTo>
                <a:lnTo>
                  <a:pt x="7131" y="0"/>
                </a:lnTo>
                <a:lnTo>
                  <a:pt x="7131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4a3b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5154480" y="2049480"/>
            <a:ext cx="20275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f2937"/>
                </a:solidFill>
                <a:latin typeface="DejaVuSans"/>
                <a:ea typeface="DejaVuSans"/>
              </a:rPr>
              <a:t>Studentinformatiesysteem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7" name=""/>
          <p:cNvSpPr/>
          <p:nvPr/>
        </p:nvSpPr>
        <p:spPr>
          <a:xfrm>
            <a:off x="456840" y="3562200"/>
            <a:ext cx="1943640" cy="743400"/>
          </a:xfrm>
          <a:custGeom>
            <a:avLst/>
            <a:gdLst/>
            <a:ahLst/>
            <a:rect l="0" t="0" r="r" b="b"/>
            <a:pathLst>
              <a:path w="5399" h="2065">
                <a:moveTo>
                  <a:pt x="0" y="1853"/>
                </a:moveTo>
                <a:lnTo>
                  <a:pt x="0" y="212"/>
                </a:lnTo>
                <a:cubicBezTo>
                  <a:pt x="0" y="198"/>
                  <a:pt x="2" y="184"/>
                  <a:pt x="5" y="170"/>
                </a:cubicBezTo>
                <a:cubicBezTo>
                  <a:pt x="7" y="157"/>
                  <a:pt x="11" y="143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5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5187" y="0"/>
                </a:lnTo>
                <a:cubicBezTo>
                  <a:pt x="5201" y="0"/>
                  <a:pt x="5215" y="1"/>
                  <a:pt x="5229" y="4"/>
                </a:cubicBezTo>
                <a:cubicBezTo>
                  <a:pt x="5242" y="7"/>
                  <a:pt x="5255" y="11"/>
                  <a:pt x="5268" y="16"/>
                </a:cubicBezTo>
                <a:cubicBezTo>
                  <a:pt x="5281" y="21"/>
                  <a:pt x="5293" y="28"/>
                  <a:pt x="5305" y="36"/>
                </a:cubicBezTo>
                <a:cubicBezTo>
                  <a:pt x="5316" y="43"/>
                  <a:pt x="5327" y="52"/>
                  <a:pt x="5337" y="62"/>
                </a:cubicBezTo>
                <a:cubicBezTo>
                  <a:pt x="5347" y="72"/>
                  <a:pt x="5356" y="82"/>
                  <a:pt x="5363" y="94"/>
                </a:cubicBezTo>
                <a:cubicBezTo>
                  <a:pt x="5371" y="106"/>
                  <a:pt x="5378" y="118"/>
                  <a:pt x="5383" y="131"/>
                </a:cubicBezTo>
                <a:cubicBezTo>
                  <a:pt x="5388" y="143"/>
                  <a:pt x="5392" y="157"/>
                  <a:pt x="5395" y="170"/>
                </a:cubicBezTo>
                <a:cubicBezTo>
                  <a:pt x="5398" y="184"/>
                  <a:pt x="5399" y="198"/>
                  <a:pt x="5399" y="212"/>
                </a:cubicBezTo>
                <a:lnTo>
                  <a:pt x="5399" y="1853"/>
                </a:lnTo>
                <a:cubicBezTo>
                  <a:pt x="5399" y="1867"/>
                  <a:pt x="5398" y="1881"/>
                  <a:pt x="5395" y="1894"/>
                </a:cubicBezTo>
                <a:cubicBezTo>
                  <a:pt x="5392" y="1908"/>
                  <a:pt x="5388" y="1921"/>
                  <a:pt x="5383" y="1934"/>
                </a:cubicBezTo>
                <a:cubicBezTo>
                  <a:pt x="5378" y="1947"/>
                  <a:pt x="5371" y="1959"/>
                  <a:pt x="5363" y="1971"/>
                </a:cubicBezTo>
                <a:cubicBezTo>
                  <a:pt x="5356" y="1982"/>
                  <a:pt x="5347" y="1993"/>
                  <a:pt x="5337" y="2003"/>
                </a:cubicBezTo>
                <a:cubicBezTo>
                  <a:pt x="5327" y="2012"/>
                  <a:pt x="5316" y="2021"/>
                  <a:pt x="5305" y="2029"/>
                </a:cubicBezTo>
                <a:cubicBezTo>
                  <a:pt x="5293" y="2037"/>
                  <a:pt x="5281" y="2043"/>
                  <a:pt x="5268" y="2049"/>
                </a:cubicBezTo>
                <a:cubicBezTo>
                  <a:pt x="5255" y="2054"/>
                  <a:pt x="5242" y="2058"/>
                  <a:pt x="5229" y="2061"/>
                </a:cubicBezTo>
                <a:cubicBezTo>
                  <a:pt x="5215" y="2063"/>
                  <a:pt x="5201" y="2065"/>
                  <a:pt x="5187" y="2065"/>
                </a:cubicBezTo>
                <a:lnTo>
                  <a:pt x="212" y="2065"/>
                </a:lnTo>
                <a:cubicBezTo>
                  <a:pt x="198" y="2065"/>
                  <a:pt x="185" y="2063"/>
                  <a:pt x="171" y="2061"/>
                </a:cubicBezTo>
                <a:cubicBezTo>
                  <a:pt x="157" y="2058"/>
                  <a:pt x="144" y="2054"/>
                  <a:pt x="131" y="2049"/>
                </a:cubicBezTo>
                <a:cubicBezTo>
                  <a:pt x="118" y="2043"/>
                  <a:pt x="106" y="2037"/>
                  <a:pt x="95" y="2029"/>
                </a:cubicBezTo>
                <a:cubicBezTo>
                  <a:pt x="83" y="2021"/>
                  <a:pt x="72" y="2012"/>
                  <a:pt x="62" y="2003"/>
                </a:cubicBezTo>
                <a:cubicBezTo>
                  <a:pt x="53" y="1993"/>
                  <a:pt x="44" y="1982"/>
                  <a:pt x="36" y="1971"/>
                </a:cubicBezTo>
                <a:cubicBezTo>
                  <a:pt x="28" y="1959"/>
                  <a:pt x="22" y="1947"/>
                  <a:pt x="17" y="1934"/>
                </a:cubicBezTo>
                <a:cubicBezTo>
                  <a:pt x="11" y="1921"/>
                  <a:pt x="7" y="1908"/>
                  <a:pt x="5" y="1894"/>
                </a:cubicBezTo>
                <a:cubicBezTo>
                  <a:pt x="2" y="1881"/>
                  <a:pt x="0" y="1867"/>
                  <a:pt x="0" y="1853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5170680" y="3039840"/>
            <a:ext cx="20001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f2937"/>
                </a:solidFill>
                <a:latin typeface="DejaVuSans"/>
                <a:ea typeface="DejaVuSans"/>
              </a:rPr>
              <a:t>Leermanagementsysteem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571320" y="3680280"/>
            <a:ext cx="15688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0e9e7e"/>
                </a:solidFill>
                <a:latin typeface="Arial"/>
                <a:ea typeface="Arial"/>
              </a:rPr>
              <a:t>Onderwijsspeciﬁcatie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571320" y="3884400"/>
            <a:ext cx="1690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Wat een opleiding inhoudt,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1" name=""/>
          <p:cNvSpPr/>
          <p:nvPr/>
        </p:nvSpPr>
        <p:spPr>
          <a:xfrm>
            <a:off x="2504880" y="3562200"/>
            <a:ext cx="1943640" cy="743400"/>
          </a:xfrm>
          <a:custGeom>
            <a:avLst/>
            <a:gdLst/>
            <a:ahLst/>
            <a:rect l="0" t="0" r="r" b="b"/>
            <a:pathLst>
              <a:path w="5399" h="2065">
                <a:moveTo>
                  <a:pt x="0" y="185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5187" y="0"/>
                </a:lnTo>
                <a:cubicBezTo>
                  <a:pt x="5201" y="0"/>
                  <a:pt x="5215" y="1"/>
                  <a:pt x="5228" y="4"/>
                </a:cubicBezTo>
                <a:cubicBezTo>
                  <a:pt x="5242" y="7"/>
                  <a:pt x="5255" y="11"/>
                  <a:pt x="5268" y="16"/>
                </a:cubicBezTo>
                <a:cubicBezTo>
                  <a:pt x="5281" y="21"/>
                  <a:pt x="5293" y="28"/>
                  <a:pt x="5304" y="36"/>
                </a:cubicBezTo>
                <a:cubicBezTo>
                  <a:pt x="5316" y="43"/>
                  <a:pt x="5327" y="52"/>
                  <a:pt x="5337" y="62"/>
                </a:cubicBezTo>
                <a:cubicBezTo>
                  <a:pt x="5346" y="72"/>
                  <a:pt x="5355" y="82"/>
                  <a:pt x="5363" y="94"/>
                </a:cubicBezTo>
                <a:cubicBezTo>
                  <a:pt x="5371" y="106"/>
                  <a:pt x="5377" y="118"/>
                  <a:pt x="5382" y="131"/>
                </a:cubicBezTo>
                <a:cubicBezTo>
                  <a:pt x="5388" y="143"/>
                  <a:pt x="5392" y="157"/>
                  <a:pt x="5394" y="170"/>
                </a:cubicBezTo>
                <a:cubicBezTo>
                  <a:pt x="5397" y="184"/>
                  <a:pt x="5399" y="198"/>
                  <a:pt x="5399" y="212"/>
                </a:cubicBezTo>
                <a:lnTo>
                  <a:pt x="5399" y="1853"/>
                </a:lnTo>
                <a:cubicBezTo>
                  <a:pt x="5399" y="1867"/>
                  <a:pt x="5397" y="1881"/>
                  <a:pt x="5394" y="1894"/>
                </a:cubicBezTo>
                <a:cubicBezTo>
                  <a:pt x="5392" y="1908"/>
                  <a:pt x="5388" y="1921"/>
                  <a:pt x="5382" y="1934"/>
                </a:cubicBezTo>
                <a:cubicBezTo>
                  <a:pt x="5377" y="1947"/>
                  <a:pt x="5371" y="1959"/>
                  <a:pt x="5363" y="1971"/>
                </a:cubicBezTo>
                <a:cubicBezTo>
                  <a:pt x="5355" y="1982"/>
                  <a:pt x="5346" y="1993"/>
                  <a:pt x="5337" y="2003"/>
                </a:cubicBezTo>
                <a:cubicBezTo>
                  <a:pt x="5327" y="2012"/>
                  <a:pt x="5316" y="2021"/>
                  <a:pt x="5304" y="2029"/>
                </a:cubicBezTo>
                <a:cubicBezTo>
                  <a:pt x="5293" y="2037"/>
                  <a:pt x="5281" y="2043"/>
                  <a:pt x="5268" y="2049"/>
                </a:cubicBezTo>
                <a:cubicBezTo>
                  <a:pt x="5255" y="2054"/>
                  <a:pt x="5242" y="2058"/>
                  <a:pt x="5228" y="2061"/>
                </a:cubicBezTo>
                <a:cubicBezTo>
                  <a:pt x="5215" y="2063"/>
                  <a:pt x="5201" y="2065"/>
                  <a:pt x="5187" y="2065"/>
                </a:cubicBezTo>
                <a:lnTo>
                  <a:pt x="212" y="2065"/>
                </a:lnTo>
                <a:cubicBezTo>
                  <a:pt x="198" y="2065"/>
                  <a:pt x="184" y="2063"/>
                  <a:pt x="170" y="2061"/>
                </a:cubicBezTo>
                <a:cubicBezTo>
                  <a:pt x="157" y="2058"/>
                  <a:pt x="144" y="2054"/>
                  <a:pt x="131" y="2049"/>
                </a:cubicBezTo>
                <a:cubicBezTo>
                  <a:pt x="118" y="2043"/>
                  <a:pt x="106" y="2037"/>
                  <a:pt x="94" y="2029"/>
                </a:cubicBezTo>
                <a:cubicBezTo>
                  <a:pt x="83" y="2021"/>
                  <a:pt x="72" y="2012"/>
                  <a:pt x="62" y="2003"/>
                </a:cubicBezTo>
                <a:cubicBezTo>
                  <a:pt x="52" y="1993"/>
                  <a:pt x="43" y="1982"/>
                  <a:pt x="36" y="1971"/>
                </a:cubicBezTo>
                <a:cubicBezTo>
                  <a:pt x="28" y="1959"/>
                  <a:pt x="21" y="1947"/>
                  <a:pt x="16" y="1934"/>
                </a:cubicBezTo>
                <a:cubicBezTo>
                  <a:pt x="11" y="1921"/>
                  <a:pt x="7" y="1908"/>
                  <a:pt x="4" y="1894"/>
                </a:cubicBezTo>
                <a:cubicBezTo>
                  <a:pt x="1" y="1881"/>
                  <a:pt x="0" y="1867"/>
                  <a:pt x="0" y="1853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571320" y="4056120"/>
            <a:ext cx="1785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uitgedrukt in leeruitkomsten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2619000" y="3680280"/>
            <a:ext cx="1276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2e86c1"/>
                </a:solidFill>
                <a:latin typeface="Arial"/>
                <a:ea typeface="Arial"/>
              </a:rPr>
              <a:t>Onderwijsaanbod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2619000" y="3884400"/>
            <a:ext cx="17866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Wanneer het draait, hoeveel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5" name=""/>
          <p:cNvSpPr/>
          <p:nvPr/>
        </p:nvSpPr>
        <p:spPr>
          <a:xfrm>
            <a:off x="4552920" y="3562200"/>
            <a:ext cx="1943280" cy="743400"/>
          </a:xfrm>
          <a:custGeom>
            <a:avLst/>
            <a:gdLst/>
            <a:ahLst/>
            <a:rect l="0" t="0" r="r" b="b"/>
            <a:pathLst>
              <a:path w="5398" h="2065">
                <a:moveTo>
                  <a:pt x="0" y="185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0" y="143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1" y="52"/>
                  <a:pt x="82" y="43"/>
                  <a:pt x="94" y="36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5186" y="0"/>
                </a:lnTo>
                <a:cubicBezTo>
                  <a:pt x="5200" y="0"/>
                  <a:pt x="5214" y="1"/>
                  <a:pt x="5228" y="4"/>
                </a:cubicBezTo>
                <a:cubicBezTo>
                  <a:pt x="5241" y="7"/>
                  <a:pt x="5255" y="11"/>
                  <a:pt x="5267" y="16"/>
                </a:cubicBezTo>
                <a:cubicBezTo>
                  <a:pt x="5280" y="21"/>
                  <a:pt x="5292" y="28"/>
                  <a:pt x="5304" y="36"/>
                </a:cubicBezTo>
                <a:cubicBezTo>
                  <a:pt x="5316" y="43"/>
                  <a:pt x="5326" y="52"/>
                  <a:pt x="5336" y="62"/>
                </a:cubicBezTo>
                <a:cubicBezTo>
                  <a:pt x="5346" y="72"/>
                  <a:pt x="5355" y="82"/>
                  <a:pt x="5362" y="94"/>
                </a:cubicBezTo>
                <a:cubicBezTo>
                  <a:pt x="5370" y="106"/>
                  <a:pt x="5377" y="118"/>
                  <a:pt x="5382" y="131"/>
                </a:cubicBezTo>
                <a:cubicBezTo>
                  <a:pt x="5387" y="143"/>
                  <a:pt x="5391" y="157"/>
                  <a:pt x="5394" y="170"/>
                </a:cubicBezTo>
                <a:cubicBezTo>
                  <a:pt x="5397" y="184"/>
                  <a:pt x="5398" y="198"/>
                  <a:pt x="5398" y="212"/>
                </a:cubicBezTo>
                <a:lnTo>
                  <a:pt x="5398" y="1853"/>
                </a:lnTo>
                <a:cubicBezTo>
                  <a:pt x="5398" y="1867"/>
                  <a:pt x="5397" y="1881"/>
                  <a:pt x="5394" y="1894"/>
                </a:cubicBezTo>
                <a:cubicBezTo>
                  <a:pt x="5391" y="1908"/>
                  <a:pt x="5387" y="1921"/>
                  <a:pt x="5382" y="1934"/>
                </a:cubicBezTo>
                <a:cubicBezTo>
                  <a:pt x="5377" y="1947"/>
                  <a:pt x="5370" y="1959"/>
                  <a:pt x="5362" y="1971"/>
                </a:cubicBezTo>
                <a:cubicBezTo>
                  <a:pt x="5355" y="1982"/>
                  <a:pt x="5346" y="1993"/>
                  <a:pt x="5336" y="2003"/>
                </a:cubicBezTo>
                <a:cubicBezTo>
                  <a:pt x="5326" y="2012"/>
                  <a:pt x="5316" y="2021"/>
                  <a:pt x="5304" y="2029"/>
                </a:cubicBezTo>
                <a:cubicBezTo>
                  <a:pt x="5292" y="2037"/>
                  <a:pt x="5280" y="2043"/>
                  <a:pt x="5267" y="2049"/>
                </a:cubicBezTo>
                <a:cubicBezTo>
                  <a:pt x="5255" y="2054"/>
                  <a:pt x="5241" y="2058"/>
                  <a:pt x="5228" y="2061"/>
                </a:cubicBezTo>
                <a:cubicBezTo>
                  <a:pt x="5214" y="2063"/>
                  <a:pt x="5200" y="2065"/>
                  <a:pt x="5186" y="2065"/>
                </a:cubicBezTo>
                <a:lnTo>
                  <a:pt x="211" y="2065"/>
                </a:lnTo>
                <a:cubicBezTo>
                  <a:pt x="197" y="2065"/>
                  <a:pt x="184" y="2063"/>
                  <a:pt x="170" y="2061"/>
                </a:cubicBezTo>
                <a:cubicBezTo>
                  <a:pt x="156" y="2058"/>
                  <a:pt x="143" y="2054"/>
                  <a:pt x="130" y="2049"/>
                </a:cubicBezTo>
                <a:cubicBezTo>
                  <a:pt x="117" y="2043"/>
                  <a:pt x="105" y="2037"/>
                  <a:pt x="94" y="2029"/>
                </a:cubicBezTo>
                <a:cubicBezTo>
                  <a:pt x="82" y="2021"/>
                  <a:pt x="71" y="2012"/>
                  <a:pt x="62" y="2003"/>
                </a:cubicBezTo>
                <a:cubicBezTo>
                  <a:pt x="52" y="1993"/>
                  <a:pt x="43" y="1982"/>
                  <a:pt x="35" y="1971"/>
                </a:cubicBezTo>
                <a:cubicBezTo>
                  <a:pt x="28" y="1959"/>
                  <a:pt x="21" y="1947"/>
                  <a:pt x="16" y="1934"/>
                </a:cubicBezTo>
                <a:cubicBezTo>
                  <a:pt x="10" y="1921"/>
                  <a:pt x="6" y="1908"/>
                  <a:pt x="4" y="1894"/>
                </a:cubicBezTo>
                <a:cubicBezTo>
                  <a:pt x="1" y="1881"/>
                  <a:pt x="0" y="1867"/>
                  <a:pt x="0" y="1853"/>
                </a:cubicBezTo>
                <a:close/>
              </a:path>
            </a:pathLst>
          </a:custGeom>
          <a:solidFill>
            <a:srgbClr val="f0e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2619000" y="4056120"/>
            <a:ext cx="1069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plekken, met wie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4666320" y="3680280"/>
            <a:ext cx="1567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7a5dba"/>
                </a:solidFill>
                <a:latin typeface="Arial"/>
                <a:ea typeface="Arial"/>
              </a:rPr>
              <a:t>Onderwijsverbintenis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4666320" y="3884400"/>
            <a:ext cx="1896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Welke relatie een student met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9" name=""/>
          <p:cNvSpPr/>
          <p:nvPr/>
        </p:nvSpPr>
        <p:spPr>
          <a:xfrm>
            <a:off x="6600600" y="3562200"/>
            <a:ext cx="1943640" cy="743400"/>
          </a:xfrm>
          <a:custGeom>
            <a:avLst/>
            <a:gdLst/>
            <a:ahLst/>
            <a:rect l="0" t="0" r="r" b="b"/>
            <a:pathLst>
              <a:path w="5399" h="2065">
                <a:moveTo>
                  <a:pt x="0" y="1853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5187" y="0"/>
                </a:lnTo>
                <a:cubicBezTo>
                  <a:pt x="5201" y="0"/>
                  <a:pt x="5215" y="1"/>
                  <a:pt x="5228" y="4"/>
                </a:cubicBezTo>
                <a:cubicBezTo>
                  <a:pt x="5242" y="7"/>
                  <a:pt x="5255" y="11"/>
                  <a:pt x="5268" y="16"/>
                </a:cubicBezTo>
                <a:cubicBezTo>
                  <a:pt x="5281" y="21"/>
                  <a:pt x="5293" y="28"/>
                  <a:pt x="5305" y="36"/>
                </a:cubicBezTo>
                <a:cubicBezTo>
                  <a:pt x="5316" y="43"/>
                  <a:pt x="5327" y="52"/>
                  <a:pt x="5337" y="62"/>
                </a:cubicBezTo>
                <a:cubicBezTo>
                  <a:pt x="5346" y="72"/>
                  <a:pt x="5355" y="82"/>
                  <a:pt x="5363" y="94"/>
                </a:cubicBezTo>
                <a:cubicBezTo>
                  <a:pt x="5371" y="106"/>
                  <a:pt x="5377" y="118"/>
                  <a:pt x="5383" y="131"/>
                </a:cubicBezTo>
                <a:cubicBezTo>
                  <a:pt x="5388" y="143"/>
                  <a:pt x="5392" y="157"/>
                  <a:pt x="5395" y="170"/>
                </a:cubicBezTo>
                <a:cubicBezTo>
                  <a:pt x="5397" y="184"/>
                  <a:pt x="5399" y="198"/>
                  <a:pt x="5399" y="212"/>
                </a:cubicBezTo>
                <a:lnTo>
                  <a:pt x="5399" y="1853"/>
                </a:lnTo>
                <a:cubicBezTo>
                  <a:pt x="5399" y="1867"/>
                  <a:pt x="5397" y="1881"/>
                  <a:pt x="5395" y="1894"/>
                </a:cubicBezTo>
                <a:cubicBezTo>
                  <a:pt x="5392" y="1908"/>
                  <a:pt x="5388" y="1921"/>
                  <a:pt x="5383" y="1934"/>
                </a:cubicBezTo>
                <a:cubicBezTo>
                  <a:pt x="5377" y="1947"/>
                  <a:pt x="5371" y="1959"/>
                  <a:pt x="5363" y="1971"/>
                </a:cubicBezTo>
                <a:cubicBezTo>
                  <a:pt x="5355" y="1982"/>
                  <a:pt x="5346" y="1993"/>
                  <a:pt x="5337" y="2003"/>
                </a:cubicBezTo>
                <a:cubicBezTo>
                  <a:pt x="5327" y="2012"/>
                  <a:pt x="5316" y="2021"/>
                  <a:pt x="5305" y="2029"/>
                </a:cubicBezTo>
                <a:cubicBezTo>
                  <a:pt x="5293" y="2037"/>
                  <a:pt x="5281" y="2043"/>
                  <a:pt x="5268" y="2049"/>
                </a:cubicBezTo>
                <a:cubicBezTo>
                  <a:pt x="5255" y="2054"/>
                  <a:pt x="5242" y="2058"/>
                  <a:pt x="5228" y="2061"/>
                </a:cubicBezTo>
                <a:cubicBezTo>
                  <a:pt x="5215" y="2063"/>
                  <a:pt x="5201" y="2065"/>
                  <a:pt x="5187" y="2065"/>
                </a:cubicBezTo>
                <a:lnTo>
                  <a:pt x="212" y="2065"/>
                </a:lnTo>
                <a:cubicBezTo>
                  <a:pt x="198" y="2065"/>
                  <a:pt x="184" y="2063"/>
                  <a:pt x="170" y="2061"/>
                </a:cubicBezTo>
                <a:cubicBezTo>
                  <a:pt x="157" y="2058"/>
                  <a:pt x="144" y="2054"/>
                  <a:pt x="131" y="2049"/>
                </a:cubicBezTo>
                <a:cubicBezTo>
                  <a:pt x="118" y="2043"/>
                  <a:pt x="106" y="2037"/>
                  <a:pt x="94" y="2029"/>
                </a:cubicBezTo>
                <a:cubicBezTo>
                  <a:pt x="83" y="2021"/>
                  <a:pt x="72" y="2012"/>
                  <a:pt x="62" y="2003"/>
                </a:cubicBezTo>
                <a:cubicBezTo>
                  <a:pt x="52" y="1993"/>
                  <a:pt x="44" y="1982"/>
                  <a:pt x="36" y="1971"/>
                </a:cubicBezTo>
                <a:cubicBezTo>
                  <a:pt x="28" y="1959"/>
                  <a:pt x="22" y="1947"/>
                  <a:pt x="16" y="1934"/>
                </a:cubicBezTo>
                <a:cubicBezTo>
                  <a:pt x="11" y="1921"/>
                  <a:pt x="7" y="1908"/>
                  <a:pt x="4" y="1894"/>
                </a:cubicBezTo>
                <a:cubicBezTo>
                  <a:pt x="1" y="1881"/>
                  <a:pt x="0" y="1867"/>
                  <a:pt x="0" y="1853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4666320" y="4056120"/>
            <a:ext cx="1114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dat aanbod heef 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6713640" y="3680280"/>
            <a:ext cx="1401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e8912b"/>
                </a:solidFill>
                <a:latin typeface="Arial"/>
                <a:ea typeface="Arial"/>
              </a:rPr>
              <a:t>Onderwijsresultaat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2" name=""/>
          <p:cNvSpPr/>
          <p:nvPr/>
        </p:nvSpPr>
        <p:spPr>
          <a:xfrm>
            <a:off x="456840" y="4400280"/>
            <a:ext cx="8087400" cy="790920"/>
          </a:xfrm>
          <a:custGeom>
            <a:avLst/>
            <a:gdLst/>
            <a:ahLst/>
            <a:rect l="0" t="0" r="r" b="b"/>
            <a:pathLst>
              <a:path w="22465" h="2197">
                <a:moveTo>
                  <a:pt x="0" y="0"/>
                </a:moveTo>
                <a:lnTo>
                  <a:pt x="22465" y="0"/>
                </a:lnTo>
                <a:lnTo>
                  <a:pt x="22465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3" name=""/>
          <p:cNvSpPr/>
          <p:nvPr/>
        </p:nvSpPr>
        <p:spPr>
          <a:xfrm>
            <a:off x="456840" y="440028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4" name=""/>
          <p:cNvSpPr/>
          <p:nvPr/>
        </p:nvSpPr>
        <p:spPr>
          <a:xfrm>
            <a:off x="456840" y="5181480"/>
            <a:ext cx="8087400" cy="9720"/>
          </a:xfrm>
          <a:custGeom>
            <a:avLst/>
            <a:gdLst/>
            <a:ahLst/>
            <a:rect l="0" t="0" r="r" b="b"/>
            <a:pathLst>
              <a:path w="22465" h="27">
                <a:moveTo>
                  <a:pt x="0" y="0"/>
                </a:moveTo>
                <a:lnTo>
                  <a:pt x="22465" y="0"/>
                </a:lnTo>
                <a:lnTo>
                  <a:pt x="224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5" name=""/>
          <p:cNvSpPr/>
          <p:nvPr/>
        </p:nvSpPr>
        <p:spPr>
          <a:xfrm>
            <a:off x="8534160" y="440028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6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6" name=""/>
          <p:cNvSpPr/>
          <p:nvPr/>
        </p:nvSpPr>
        <p:spPr>
          <a:xfrm>
            <a:off x="456840" y="440028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6713640" y="3884400"/>
            <a:ext cx="19407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Wat die student heef t behaald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634320" y="4609080"/>
            <a:ext cx="8757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Vier begrippen die in elk systeem hetzelfde moeten betekenen. Anders kan een student niet kiezen, inschrijven, leren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634320" y="4828320"/>
            <a:ext cx="3233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een resultaat halen over die systemen heen.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8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87" name=""/>
          <p:cNvSpPr txBox="1"/>
          <p:nvPr/>
        </p:nvSpPr>
        <p:spPr>
          <a:xfrm>
            <a:off x="439920" y="348480"/>
            <a:ext cx="6288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de afspraak op gang brengt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8" name=""/>
          <p:cNvSpPr/>
          <p:nvPr/>
        </p:nvSpPr>
        <p:spPr>
          <a:xfrm>
            <a:off x="461880" y="2138040"/>
            <a:ext cx="1800360" cy="1657800"/>
          </a:xfrm>
          <a:custGeom>
            <a:avLst/>
            <a:gdLst/>
            <a:ahLst/>
            <a:rect l="0" t="0" r="r" b="b"/>
            <a:pathLst>
              <a:path w="5001" h="4605">
                <a:moveTo>
                  <a:pt x="0" y="440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4803" y="0"/>
                </a:lnTo>
                <a:cubicBezTo>
                  <a:pt x="4816" y="0"/>
                  <a:pt x="4829" y="2"/>
                  <a:pt x="4842" y="4"/>
                </a:cubicBezTo>
                <a:cubicBezTo>
                  <a:pt x="4854" y="7"/>
                  <a:pt x="4867" y="11"/>
                  <a:pt x="4879" y="16"/>
                </a:cubicBezTo>
                <a:cubicBezTo>
                  <a:pt x="4891" y="20"/>
                  <a:pt x="4902" y="27"/>
                  <a:pt x="4913" y="34"/>
                </a:cubicBezTo>
                <a:cubicBezTo>
                  <a:pt x="4924" y="41"/>
                  <a:pt x="4934" y="49"/>
                  <a:pt x="4943" y="59"/>
                </a:cubicBezTo>
                <a:cubicBezTo>
                  <a:pt x="4952" y="68"/>
                  <a:pt x="4961" y="78"/>
                  <a:pt x="4968" y="89"/>
                </a:cubicBezTo>
                <a:cubicBezTo>
                  <a:pt x="4975" y="99"/>
                  <a:pt x="4981" y="111"/>
                  <a:pt x="4986" y="123"/>
                </a:cubicBezTo>
                <a:cubicBezTo>
                  <a:pt x="4991" y="135"/>
                  <a:pt x="4995" y="147"/>
                  <a:pt x="4998" y="160"/>
                </a:cubicBezTo>
                <a:cubicBezTo>
                  <a:pt x="5000" y="173"/>
                  <a:pt x="5001" y="186"/>
                  <a:pt x="5001" y="199"/>
                </a:cubicBezTo>
                <a:lnTo>
                  <a:pt x="5001" y="4407"/>
                </a:lnTo>
                <a:cubicBezTo>
                  <a:pt x="5001" y="4420"/>
                  <a:pt x="5000" y="4433"/>
                  <a:pt x="4998" y="4445"/>
                </a:cubicBezTo>
                <a:cubicBezTo>
                  <a:pt x="4995" y="4458"/>
                  <a:pt x="4991" y="4471"/>
                  <a:pt x="4986" y="4483"/>
                </a:cubicBezTo>
                <a:cubicBezTo>
                  <a:pt x="4981" y="4495"/>
                  <a:pt x="4975" y="4506"/>
                  <a:pt x="4968" y="4517"/>
                </a:cubicBezTo>
                <a:cubicBezTo>
                  <a:pt x="4961" y="4528"/>
                  <a:pt x="4952" y="4538"/>
                  <a:pt x="4943" y="4547"/>
                </a:cubicBezTo>
                <a:cubicBezTo>
                  <a:pt x="4934" y="4556"/>
                  <a:pt x="4924" y="4564"/>
                  <a:pt x="4913" y="4572"/>
                </a:cubicBezTo>
                <a:cubicBezTo>
                  <a:pt x="4902" y="4579"/>
                  <a:pt x="4891" y="4585"/>
                  <a:pt x="4879" y="4590"/>
                </a:cubicBezTo>
                <a:cubicBezTo>
                  <a:pt x="4867" y="4595"/>
                  <a:pt x="4854" y="4599"/>
                  <a:pt x="4842" y="4601"/>
                </a:cubicBezTo>
                <a:cubicBezTo>
                  <a:pt x="4829" y="4604"/>
                  <a:pt x="4816" y="4605"/>
                  <a:pt x="4803" y="4605"/>
                </a:cubicBezTo>
                <a:lnTo>
                  <a:pt x="198" y="4605"/>
                </a:lnTo>
                <a:cubicBezTo>
                  <a:pt x="185" y="4605"/>
                  <a:pt x="172" y="4604"/>
                  <a:pt x="159" y="4601"/>
                </a:cubicBezTo>
                <a:cubicBezTo>
                  <a:pt x="147" y="4599"/>
                  <a:pt x="134" y="4595"/>
                  <a:pt x="122" y="4590"/>
                </a:cubicBezTo>
                <a:cubicBezTo>
                  <a:pt x="110" y="4585"/>
                  <a:pt x="99" y="4579"/>
                  <a:pt x="88" y="4572"/>
                </a:cubicBezTo>
                <a:cubicBezTo>
                  <a:pt x="77" y="4564"/>
                  <a:pt x="67" y="4556"/>
                  <a:pt x="58" y="4547"/>
                </a:cubicBezTo>
                <a:cubicBezTo>
                  <a:pt x="49" y="4538"/>
                  <a:pt x="40" y="4528"/>
                  <a:pt x="33" y="4517"/>
                </a:cubicBezTo>
                <a:cubicBezTo>
                  <a:pt x="26" y="4506"/>
                  <a:pt x="20" y="4495"/>
                  <a:pt x="15" y="4483"/>
                </a:cubicBezTo>
                <a:cubicBezTo>
                  <a:pt x="10" y="4471"/>
                  <a:pt x="6" y="4458"/>
                  <a:pt x="4" y="4445"/>
                </a:cubicBezTo>
                <a:cubicBezTo>
                  <a:pt x="1" y="4433"/>
                  <a:pt x="0" y="4420"/>
                  <a:pt x="0" y="4407"/>
                </a:cubicBezTo>
                <a:close/>
              </a:path>
            </a:pathLst>
          </a:custGeom>
          <a:noFill/>
          <a:ln w="9360">
            <a:solidFill>
              <a:srgbClr val="d5dee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9" name=""/>
          <p:cNvSpPr/>
          <p:nvPr/>
        </p:nvSpPr>
        <p:spPr>
          <a:xfrm>
            <a:off x="466560" y="2143080"/>
            <a:ext cx="1791000" cy="1067040"/>
          </a:xfrm>
          <a:custGeom>
            <a:avLst/>
            <a:gdLst/>
            <a:ahLst/>
            <a:rect l="0" t="0" r="r" b="b"/>
            <a:pathLst>
              <a:path w="4975" h="2964">
                <a:moveTo>
                  <a:pt x="0" y="0"/>
                </a:moveTo>
                <a:lnTo>
                  <a:pt x="4975" y="0"/>
                </a:lnTo>
                <a:lnTo>
                  <a:pt x="4975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457200" y="908640"/>
            <a:ext cx="33429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Boven wat er gebeurt, onder wat AI eraan toevoegt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1337400" y="2269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2e86c1"/>
                </a:solidFill>
                <a:latin typeface="Arial"/>
                <a:ea typeface="Arial"/>
              </a:rPr>
              <a:t>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735840" y="2454120"/>
            <a:ext cx="1497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De afspraak maken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3" name=""/>
          <p:cNvSpPr/>
          <p:nvPr/>
        </p:nvSpPr>
        <p:spPr>
          <a:xfrm>
            <a:off x="466560" y="3209760"/>
            <a:ext cx="1791000" cy="581400"/>
          </a:xfrm>
          <a:custGeom>
            <a:avLst/>
            <a:gdLst/>
            <a:ahLst/>
            <a:rect l="0" t="0" r="r" b="b"/>
            <a:pathLst>
              <a:path w="4975" h="1615">
                <a:moveTo>
                  <a:pt x="0" y="0"/>
                </a:moveTo>
                <a:lnTo>
                  <a:pt x="4975" y="0"/>
                </a:lnTo>
                <a:lnTo>
                  <a:pt x="4975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4" name=""/>
          <p:cNvSpPr/>
          <p:nvPr/>
        </p:nvSpPr>
        <p:spPr>
          <a:xfrm>
            <a:off x="1228680" y="3362040"/>
            <a:ext cx="257400" cy="172080"/>
          </a:xfrm>
          <a:custGeom>
            <a:avLst/>
            <a:gdLst/>
            <a:ahLst/>
            <a:rect l="0" t="0" r="r" b="b"/>
            <a:pathLst>
              <a:path w="715" h="478">
                <a:moveTo>
                  <a:pt x="0" y="238"/>
                </a:move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76" y="0"/>
                </a:lnTo>
                <a:cubicBezTo>
                  <a:pt x="492" y="0"/>
                  <a:pt x="507" y="2"/>
                  <a:pt x="523" y="5"/>
                </a:cubicBezTo>
                <a:cubicBezTo>
                  <a:pt x="539" y="8"/>
                  <a:pt x="554" y="12"/>
                  <a:pt x="568" y="18"/>
                </a:cubicBezTo>
                <a:cubicBezTo>
                  <a:pt x="582" y="24"/>
                  <a:pt x="596" y="32"/>
                  <a:pt x="609" y="40"/>
                </a:cubicBezTo>
                <a:cubicBezTo>
                  <a:pt x="622" y="49"/>
                  <a:pt x="634" y="59"/>
                  <a:pt x="645" y="70"/>
                </a:cubicBezTo>
                <a:cubicBezTo>
                  <a:pt x="656" y="81"/>
                  <a:pt x="666" y="93"/>
                  <a:pt x="675" y="106"/>
                </a:cubicBezTo>
                <a:cubicBezTo>
                  <a:pt x="684" y="119"/>
                  <a:pt x="691" y="133"/>
                  <a:pt x="697" y="147"/>
                </a:cubicBezTo>
                <a:cubicBezTo>
                  <a:pt x="703" y="162"/>
                  <a:pt x="707" y="177"/>
                  <a:pt x="710" y="192"/>
                </a:cubicBezTo>
                <a:cubicBezTo>
                  <a:pt x="713" y="207"/>
                  <a:pt x="715" y="223"/>
                  <a:pt x="715" y="238"/>
                </a:cubicBezTo>
                <a:cubicBezTo>
                  <a:pt x="715" y="254"/>
                  <a:pt x="713" y="270"/>
                  <a:pt x="710" y="285"/>
                </a:cubicBezTo>
                <a:cubicBezTo>
                  <a:pt x="707" y="300"/>
                  <a:pt x="703" y="315"/>
                  <a:pt x="697" y="330"/>
                </a:cubicBezTo>
                <a:cubicBezTo>
                  <a:pt x="691" y="344"/>
                  <a:pt x="684" y="358"/>
                  <a:pt x="675" y="371"/>
                </a:cubicBezTo>
                <a:cubicBezTo>
                  <a:pt x="666" y="384"/>
                  <a:pt x="656" y="396"/>
                  <a:pt x="645" y="407"/>
                </a:cubicBezTo>
                <a:cubicBezTo>
                  <a:pt x="634" y="418"/>
                  <a:pt x="622" y="429"/>
                  <a:pt x="609" y="437"/>
                </a:cubicBezTo>
                <a:cubicBezTo>
                  <a:pt x="596" y="446"/>
                  <a:pt x="582" y="453"/>
                  <a:pt x="568" y="459"/>
                </a:cubicBezTo>
                <a:cubicBezTo>
                  <a:pt x="554" y="465"/>
                  <a:pt x="539" y="470"/>
                  <a:pt x="523" y="473"/>
                </a:cubicBezTo>
                <a:cubicBezTo>
                  <a:pt x="507" y="476"/>
                  <a:pt x="492" y="478"/>
                  <a:pt x="476" y="478"/>
                </a:cubicBezTo>
                <a:lnTo>
                  <a:pt x="238" y="478"/>
                </a:lnTo>
                <a:cubicBezTo>
                  <a:pt x="222" y="478"/>
                  <a:pt x="207" y="476"/>
                  <a:pt x="191" y="473"/>
                </a:cubicBezTo>
                <a:cubicBezTo>
                  <a:pt x="176" y="470"/>
                  <a:pt x="161" y="465"/>
                  <a:pt x="147" y="459"/>
                </a:cubicBezTo>
                <a:cubicBezTo>
                  <a:pt x="132" y="453"/>
                  <a:pt x="118" y="446"/>
                  <a:pt x="105" y="437"/>
                </a:cubicBezTo>
                <a:cubicBezTo>
                  <a:pt x="92" y="429"/>
                  <a:pt x="80" y="418"/>
                  <a:pt x="69" y="407"/>
                </a:cubicBezTo>
                <a:cubicBezTo>
                  <a:pt x="58" y="396"/>
                  <a:pt x="48" y="384"/>
                  <a:pt x="40" y="371"/>
                </a:cubicBezTo>
                <a:cubicBezTo>
                  <a:pt x="31" y="358"/>
                  <a:pt x="24" y="344"/>
                  <a:pt x="18" y="330"/>
                </a:cubicBezTo>
                <a:cubicBezTo>
                  <a:pt x="12" y="315"/>
                  <a:pt x="7" y="300"/>
                  <a:pt x="4" y="285"/>
                </a:cubicBezTo>
                <a:cubicBezTo>
                  <a:pt x="1" y="270"/>
                  <a:pt x="0" y="254"/>
                  <a:pt x="0" y="238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1021680" y="2645280"/>
            <a:ext cx="7444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mensenwerk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1307160" y="3383280"/>
            <a:ext cx="1166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616680" y="3563640"/>
            <a:ext cx="1667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sneller en meer vastleggen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8" name=""/>
          <p:cNvSpPr/>
          <p:nvPr/>
        </p:nvSpPr>
        <p:spPr>
          <a:xfrm>
            <a:off x="2547720" y="2138040"/>
            <a:ext cx="1800720" cy="1657800"/>
          </a:xfrm>
          <a:custGeom>
            <a:avLst/>
            <a:gdLst/>
            <a:ahLst/>
            <a:rect l="0" t="0" r="r" b="b"/>
            <a:pathLst>
              <a:path w="5002" h="4605">
                <a:moveTo>
                  <a:pt x="0" y="440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0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4803" y="0"/>
                </a:lnTo>
                <a:cubicBezTo>
                  <a:pt x="4816" y="0"/>
                  <a:pt x="4829" y="2"/>
                  <a:pt x="4842" y="4"/>
                </a:cubicBezTo>
                <a:cubicBezTo>
                  <a:pt x="4855" y="7"/>
                  <a:pt x="4867" y="11"/>
                  <a:pt x="4879" y="16"/>
                </a:cubicBezTo>
                <a:cubicBezTo>
                  <a:pt x="4891" y="20"/>
                  <a:pt x="4903" y="27"/>
                  <a:pt x="4914" y="34"/>
                </a:cubicBezTo>
                <a:cubicBezTo>
                  <a:pt x="4924" y="41"/>
                  <a:pt x="4934" y="49"/>
                  <a:pt x="4944" y="59"/>
                </a:cubicBezTo>
                <a:cubicBezTo>
                  <a:pt x="4953" y="68"/>
                  <a:pt x="4961" y="78"/>
                  <a:pt x="4968" y="89"/>
                </a:cubicBezTo>
                <a:cubicBezTo>
                  <a:pt x="4976" y="99"/>
                  <a:pt x="4982" y="111"/>
                  <a:pt x="4987" y="123"/>
                </a:cubicBezTo>
                <a:cubicBezTo>
                  <a:pt x="4992" y="135"/>
                  <a:pt x="4995" y="147"/>
                  <a:pt x="4998" y="160"/>
                </a:cubicBezTo>
                <a:cubicBezTo>
                  <a:pt x="5000" y="173"/>
                  <a:pt x="5002" y="186"/>
                  <a:pt x="5002" y="199"/>
                </a:cubicBezTo>
                <a:lnTo>
                  <a:pt x="5002" y="4407"/>
                </a:lnTo>
                <a:cubicBezTo>
                  <a:pt x="5002" y="4420"/>
                  <a:pt x="5000" y="4433"/>
                  <a:pt x="4998" y="4445"/>
                </a:cubicBezTo>
                <a:cubicBezTo>
                  <a:pt x="4995" y="4458"/>
                  <a:pt x="4992" y="4471"/>
                  <a:pt x="4987" y="4483"/>
                </a:cubicBezTo>
                <a:cubicBezTo>
                  <a:pt x="4982" y="4495"/>
                  <a:pt x="4976" y="4506"/>
                  <a:pt x="4968" y="4517"/>
                </a:cubicBezTo>
                <a:cubicBezTo>
                  <a:pt x="4961" y="4528"/>
                  <a:pt x="4953" y="4538"/>
                  <a:pt x="4944" y="4547"/>
                </a:cubicBezTo>
                <a:cubicBezTo>
                  <a:pt x="4934" y="4556"/>
                  <a:pt x="4924" y="4564"/>
                  <a:pt x="4914" y="4572"/>
                </a:cubicBezTo>
                <a:cubicBezTo>
                  <a:pt x="4903" y="4579"/>
                  <a:pt x="4891" y="4585"/>
                  <a:pt x="4879" y="4590"/>
                </a:cubicBezTo>
                <a:cubicBezTo>
                  <a:pt x="4867" y="4595"/>
                  <a:pt x="4855" y="4599"/>
                  <a:pt x="4842" y="4601"/>
                </a:cubicBezTo>
                <a:cubicBezTo>
                  <a:pt x="4829" y="4604"/>
                  <a:pt x="4816" y="4605"/>
                  <a:pt x="4803" y="4605"/>
                </a:cubicBezTo>
                <a:lnTo>
                  <a:pt x="199" y="4605"/>
                </a:lnTo>
                <a:cubicBezTo>
                  <a:pt x="186" y="4605"/>
                  <a:pt x="173" y="4604"/>
                  <a:pt x="160" y="4601"/>
                </a:cubicBezTo>
                <a:cubicBezTo>
                  <a:pt x="147" y="4599"/>
                  <a:pt x="135" y="4595"/>
                  <a:pt x="123" y="4590"/>
                </a:cubicBezTo>
                <a:cubicBezTo>
                  <a:pt x="111" y="4585"/>
                  <a:pt x="99" y="4579"/>
                  <a:pt x="88" y="4572"/>
                </a:cubicBezTo>
                <a:cubicBezTo>
                  <a:pt x="77" y="4564"/>
                  <a:pt x="67" y="4556"/>
                  <a:pt x="58" y="4547"/>
                </a:cubicBezTo>
                <a:cubicBezTo>
                  <a:pt x="49" y="4538"/>
                  <a:pt x="41" y="4528"/>
                  <a:pt x="34" y="4517"/>
                </a:cubicBezTo>
                <a:cubicBezTo>
                  <a:pt x="26" y="4506"/>
                  <a:pt x="20" y="4495"/>
                  <a:pt x="15" y="4483"/>
                </a:cubicBezTo>
                <a:cubicBezTo>
                  <a:pt x="10" y="4471"/>
                  <a:pt x="6" y="4458"/>
                  <a:pt x="4" y="4445"/>
                </a:cubicBezTo>
                <a:cubicBezTo>
                  <a:pt x="1" y="4433"/>
                  <a:pt x="0" y="4420"/>
                  <a:pt x="0" y="4407"/>
                </a:cubicBezTo>
                <a:close/>
              </a:path>
            </a:pathLst>
          </a:custGeom>
          <a:noFill/>
          <a:ln w="9360">
            <a:solidFill>
              <a:srgbClr val="d5dee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9" name=""/>
          <p:cNvSpPr/>
          <p:nvPr/>
        </p:nvSpPr>
        <p:spPr>
          <a:xfrm>
            <a:off x="2552400" y="2143080"/>
            <a:ext cx="1791000" cy="914760"/>
          </a:xfrm>
          <a:custGeom>
            <a:avLst/>
            <a:gdLst/>
            <a:ahLst/>
            <a:rect l="0" t="0" r="r" b="b"/>
            <a:pathLst>
              <a:path w="4975" h="2541">
                <a:moveTo>
                  <a:pt x="0" y="0"/>
                </a:moveTo>
                <a:lnTo>
                  <a:pt x="4975" y="0"/>
                </a:lnTo>
                <a:lnTo>
                  <a:pt x="4975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2338560" y="28735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2e86c1"/>
                </a:solidFill>
                <a:latin typeface="DejaVuSans"/>
                <a:ea typeface="DejaVuSans"/>
              </a:rPr>
              <a:t>▶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3414240" y="2269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2e86c1"/>
                </a:solidFill>
                <a:latin typeface="Arial"/>
                <a:ea typeface="Arial"/>
              </a:rPr>
              <a:t>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3112560" y="2454120"/>
            <a:ext cx="764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Systemen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2945880" y="2634840"/>
            <a:ext cx="1178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implementeren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4" name=""/>
          <p:cNvSpPr/>
          <p:nvPr/>
        </p:nvSpPr>
        <p:spPr>
          <a:xfrm>
            <a:off x="2552400" y="3057480"/>
            <a:ext cx="1791000" cy="733680"/>
          </a:xfrm>
          <a:custGeom>
            <a:avLst/>
            <a:gdLst/>
            <a:ahLst/>
            <a:rect l="0" t="0" r="r" b="b"/>
            <a:pathLst>
              <a:path w="4975" h="2038">
                <a:moveTo>
                  <a:pt x="0" y="0"/>
                </a:moveTo>
                <a:lnTo>
                  <a:pt x="4975" y="0"/>
                </a:lnTo>
                <a:lnTo>
                  <a:pt x="497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5" name=""/>
          <p:cNvSpPr/>
          <p:nvPr/>
        </p:nvSpPr>
        <p:spPr>
          <a:xfrm>
            <a:off x="3314520" y="3209760"/>
            <a:ext cx="257400" cy="162360"/>
          </a:xfrm>
          <a:custGeom>
            <a:avLst/>
            <a:gdLst/>
            <a:ahLst/>
            <a:rect l="0" t="0" r="r" b="b"/>
            <a:pathLst>
              <a:path w="715" h="451">
                <a:moveTo>
                  <a:pt x="0" y="225"/>
                </a:moveTo>
                <a:cubicBezTo>
                  <a:pt x="0" y="210"/>
                  <a:pt x="1" y="195"/>
                  <a:pt x="4" y="181"/>
                </a:cubicBezTo>
                <a:cubicBezTo>
                  <a:pt x="7" y="166"/>
                  <a:pt x="11" y="152"/>
                  <a:pt x="17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8"/>
                  <a:pt x="55" y="76"/>
                  <a:pt x="66" y="66"/>
                </a:cubicBezTo>
                <a:cubicBezTo>
                  <a:pt x="76" y="55"/>
                  <a:pt x="88" y="46"/>
                  <a:pt x="100" y="38"/>
                </a:cubicBezTo>
                <a:cubicBezTo>
                  <a:pt x="112" y="30"/>
                  <a:pt x="125" y="23"/>
                  <a:pt x="139" y="17"/>
                </a:cubicBezTo>
                <a:cubicBezTo>
                  <a:pt x="152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490" y="0"/>
                </a:lnTo>
                <a:cubicBezTo>
                  <a:pt x="505" y="0"/>
                  <a:pt x="520" y="1"/>
                  <a:pt x="534" y="4"/>
                </a:cubicBezTo>
                <a:cubicBezTo>
                  <a:pt x="549" y="7"/>
                  <a:pt x="563" y="11"/>
                  <a:pt x="577" y="17"/>
                </a:cubicBezTo>
                <a:cubicBezTo>
                  <a:pt x="590" y="23"/>
                  <a:pt x="603" y="30"/>
                  <a:pt x="615" y="38"/>
                </a:cubicBezTo>
                <a:cubicBezTo>
                  <a:pt x="628" y="46"/>
                  <a:pt x="639" y="55"/>
                  <a:pt x="650" y="66"/>
                </a:cubicBezTo>
                <a:cubicBezTo>
                  <a:pt x="660" y="76"/>
                  <a:pt x="669" y="88"/>
                  <a:pt x="677" y="100"/>
                </a:cubicBezTo>
                <a:cubicBezTo>
                  <a:pt x="686" y="112"/>
                  <a:pt x="693" y="125"/>
                  <a:pt x="698" y="139"/>
                </a:cubicBezTo>
                <a:cubicBezTo>
                  <a:pt x="704" y="152"/>
                  <a:pt x="708" y="166"/>
                  <a:pt x="711" y="181"/>
                </a:cubicBezTo>
                <a:cubicBezTo>
                  <a:pt x="714" y="195"/>
                  <a:pt x="715" y="210"/>
                  <a:pt x="715" y="225"/>
                </a:cubicBezTo>
                <a:cubicBezTo>
                  <a:pt x="715" y="240"/>
                  <a:pt x="714" y="254"/>
                  <a:pt x="711" y="269"/>
                </a:cubicBezTo>
                <a:cubicBezTo>
                  <a:pt x="708" y="283"/>
                  <a:pt x="704" y="298"/>
                  <a:pt x="698" y="312"/>
                </a:cubicBezTo>
                <a:cubicBezTo>
                  <a:pt x="693" y="326"/>
                  <a:pt x="686" y="339"/>
                  <a:pt x="677" y="351"/>
                </a:cubicBezTo>
                <a:cubicBezTo>
                  <a:pt x="669" y="363"/>
                  <a:pt x="660" y="374"/>
                  <a:pt x="650" y="385"/>
                </a:cubicBezTo>
                <a:cubicBezTo>
                  <a:pt x="639" y="395"/>
                  <a:pt x="628" y="405"/>
                  <a:pt x="615" y="413"/>
                </a:cubicBezTo>
                <a:cubicBezTo>
                  <a:pt x="603" y="421"/>
                  <a:pt x="590" y="428"/>
                  <a:pt x="577" y="434"/>
                </a:cubicBezTo>
                <a:cubicBezTo>
                  <a:pt x="563" y="439"/>
                  <a:pt x="549" y="444"/>
                  <a:pt x="534" y="446"/>
                </a:cubicBezTo>
                <a:cubicBezTo>
                  <a:pt x="520" y="449"/>
                  <a:pt x="505" y="451"/>
                  <a:pt x="490" y="451"/>
                </a:cubicBezTo>
                <a:lnTo>
                  <a:pt x="225" y="451"/>
                </a:lnTo>
                <a:cubicBezTo>
                  <a:pt x="210" y="451"/>
                  <a:pt x="196" y="449"/>
                  <a:pt x="181" y="446"/>
                </a:cubicBezTo>
                <a:cubicBezTo>
                  <a:pt x="167" y="444"/>
                  <a:pt x="152" y="439"/>
                  <a:pt x="139" y="434"/>
                </a:cubicBezTo>
                <a:cubicBezTo>
                  <a:pt x="125" y="428"/>
                  <a:pt x="112" y="421"/>
                  <a:pt x="100" y="413"/>
                </a:cubicBezTo>
                <a:cubicBezTo>
                  <a:pt x="88" y="405"/>
                  <a:pt x="76" y="395"/>
                  <a:pt x="66" y="385"/>
                </a:cubicBezTo>
                <a:cubicBezTo>
                  <a:pt x="55" y="374"/>
                  <a:pt x="46" y="363"/>
                  <a:pt x="38" y="351"/>
                </a:cubicBezTo>
                <a:cubicBezTo>
                  <a:pt x="30" y="339"/>
                  <a:pt x="23" y="326"/>
                  <a:pt x="17" y="312"/>
                </a:cubicBezTo>
                <a:cubicBezTo>
                  <a:pt x="11" y="298"/>
                  <a:pt x="7" y="283"/>
                  <a:pt x="4" y="269"/>
                </a:cubicBezTo>
                <a:cubicBezTo>
                  <a:pt x="1" y="254"/>
                  <a:pt x="0" y="240"/>
                  <a:pt x="0" y="225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3126960" y="2816640"/>
            <a:ext cx="7124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leveranciers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3393720" y="3231000"/>
            <a:ext cx="1166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2831760" y="3411000"/>
            <a:ext cx="1363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koppeling grotendeels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850480" y="3563640"/>
            <a:ext cx="1343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genereren en bouwen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0" name=""/>
          <p:cNvSpPr/>
          <p:nvPr/>
        </p:nvSpPr>
        <p:spPr>
          <a:xfrm>
            <a:off x="4633560" y="2138040"/>
            <a:ext cx="1800720" cy="1657800"/>
          </a:xfrm>
          <a:custGeom>
            <a:avLst/>
            <a:gdLst/>
            <a:ahLst/>
            <a:rect l="0" t="0" r="r" b="b"/>
            <a:pathLst>
              <a:path w="5002" h="4605">
                <a:moveTo>
                  <a:pt x="0" y="4407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6" y="123"/>
                </a:cubicBezTo>
                <a:cubicBezTo>
                  <a:pt x="21" y="111"/>
                  <a:pt x="27" y="99"/>
                  <a:pt x="34" y="89"/>
                </a:cubicBezTo>
                <a:cubicBezTo>
                  <a:pt x="41" y="78"/>
                  <a:pt x="49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4804" y="0"/>
                </a:lnTo>
                <a:cubicBezTo>
                  <a:pt x="4817" y="0"/>
                  <a:pt x="4830" y="2"/>
                  <a:pt x="4842" y="4"/>
                </a:cubicBezTo>
                <a:cubicBezTo>
                  <a:pt x="4855" y="7"/>
                  <a:pt x="4868" y="11"/>
                  <a:pt x="4880" y="16"/>
                </a:cubicBezTo>
                <a:cubicBezTo>
                  <a:pt x="4892" y="20"/>
                  <a:pt x="4903" y="27"/>
                  <a:pt x="4914" y="34"/>
                </a:cubicBezTo>
                <a:cubicBezTo>
                  <a:pt x="4925" y="41"/>
                  <a:pt x="4935" y="49"/>
                  <a:pt x="4944" y="59"/>
                </a:cubicBezTo>
                <a:cubicBezTo>
                  <a:pt x="4953" y="68"/>
                  <a:pt x="4961" y="78"/>
                  <a:pt x="4969" y="89"/>
                </a:cubicBezTo>
                <a:cubicBezTo>
                  <a:pt x="4976" y="99"/>
                  <a:pt x="4982" y="111"/>
                  <a:pt x="4987" y="123"/>
                </a:cubicBezTo>
                <a:cubicBezTo>
                  <a:pt x="4992" y="135"/>
                  <a:pt x="4996" y="147"/>
                  <a:pt x="4998" y="160"/>
                </a:cubicBezTo>
                <a:cubicBezTo>
                  <a:pt x="5001" y="173"/>
                  <a:pt x="5002" y="186"/>
                  <a:pt x="5002" y="199"/>
                </a:cubicBezTo>
                <a:lnTo>
                  <a:pt x="5002" y="4407"/>
                </a:lnTo>
                <a:cubicBezTo>
                  <a:pt x="5002" y="4420"/>
                  <a:pt x="5001" y="4433"/>
                  <a:pt x="4998" y="4445"/>
                </a:cubicBezTo>
                <a:cubicBezTo>
                  <a:pt x="4996" y="4458"/>
                  <a:pt x="4992" y="4471"/>
                  <a:pt x="4987" y="4483"/>
                </a:cubicBezTo>
                <a:cubicBezTo>
                  <a:pt x="4982" y="4495"/>
                  <a:pt x="4976" y="4506"/>
                  <a:pt x="4969" y="4517"/>
                </a:cubicBezTo>
                <a:cubicBezTo>
                  <a:pt x="4961" y="4528"/>
                  <a:pt x="4953" y="4538"/>
                  <a:pt x="4944" y="4547"/>
                </a:cubicBezTo>
                <a:cubicBezTo>
                  <a:pt x="4935" y="4556"/>
                  <a:pt x="4925" y="4564"/>
                  <a:pt x="4914" y="4572"/>
                </a:cubicBezTo>
                <a:cubicBezTo>
                  <a:pt x="4903" y="4579"/>
                  <a:pt x="4892" y="4585"/>
                  <a:pt x="4880" y="4590"/>
                </a:cubicBezTo>
                <a:cubicBezTo>
                  <a:pt x="4868" y="4595"/>
                  <a:pt x="4855" y="4599"/>
                  <a:pt x="4842" y="4601"/>
                </a:cubicBezTo>
                <a:cubicBezTo>
                  <a:pt x="4830" y="4604"/>
                  <a:pt x="4817" y="4605"/>
                  <a:pt x="4804" y="4605"/>
                </a:cubicBezTo>
                <a:lnTo>
                  <a:pt x="199" y="4605"/>
                </a:lnTo>
                <a:cubicBezTo>
                  <a:pt x="186" y="4605"/>
                  <a:pt x="173" y="4604"/>
                  <a:pt x="160" y="4601"/>
                </a:cubicBezTo>
                <a:cubicBezTo>
                  <a:pt x="147" y="4599"/>
                  <a:pt x="135" y="4595"/>
                  <a:pt x="123" y="4590"/>
                </a:cubicBezTo>
                <a:cubicBezTo>
                  <a:pt x="111" y="4585"/>
                  <a:pt x="100" y="4579"/>
                  <a:pt x="89" y="4572"/>
                </a:cubicBezTo>
                <a:cubicBezTo>
                  <a:pt x="78" y="4564"/>
                  <a:pt x="68" y="4556"/>
                  <a:pt x="59" y="4547"/>
                </a:cubicBezTo>
                <a:cubicBezTo>
                  <a:pt x="49" y="4538"/>
                  <a:pt x="41" y="4528"/>
                  <a:pt x="34" y="4517"/>
                </a:cubicBezTo>
                <a:cubicBezTo>
                  <a:pt x="27" y="4506"/>
                  <a:pt x="21" y="4495"/>
                  <a:pt x="16" y="4483"/>
                </a:cubicBezTo>
                <a:cubicBezTo>
                  <a:pt x="11" y="4471"/>
                  <a:pt x="7" y="4458"/>
                  <a:pt x="4" y="4445"/>
                </a:cubicBezTo>
                <a:cubicBezTo>
                  <a:pt x="2" y="4433"/>
                  <a:pt x="0" y="4420"/>
                  <a:pt x="0" y="4407"/>
                </a:cubicBezTo>
                <a:close/>
              </a:path>
            </a:pathLst>
          </a:custGeom>
          <a:noFill/>
          <a:ln w="9360">
            <a:solidFill>
              <a:srgbClr val="d5dee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1" name=""/>
          <p:cNvSpPr/>
          <p:nvPr/>
        </p:nvSpPr>
        <p:spPr>
          <a:xfrm>
            <a:off x="4638600" y="2143080"/>
            <a:ext cx="1791000" cy="914760"/>
          </a:xfrm>
          <a:custGeom>
            <a:avLst/>
            <a:gdLst/>
            <a:ahLst/>
            <a:rect l="0" t="0" r="r" b="b"/>
            <a:pathLst>
              <a:path w="4975" h="2541">
                <a:moveTo>
                  <a:pt x="0" y="0"/>
                </a:moveTo>
                <a:lnTo>
                  <a:pt x="4975" y="0"/>
                </a:lnTo>
                <a:lnTo>
                  <a:pt x="4975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4424760" y="28735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2e86c1"/>
                </a:solidFill>
                <a:latin typeface="DejaVuSans"/>
                <a:ea typeface="DejaVuSans"/>
              </a:rPr>
              <a:t>▶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5495760" y="2269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2e86c1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5003640" y="2454120"/>
            <a:ext cx="1245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Meer informatie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5113440" y="2634840"/>
            <a:ext cx="977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uitgewisseld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6" name=""/>
          <p:cNvSpPr/>
          <p:nvPr/>
        </p:nvSpPr>
        <p:spPr>
          <a:xfrm>
            <a:off x="4638600" y="3057480"/>
            <a:ext cx="1791000" cy="733680"/>
          </a:xfrm>
          <a:custGeom>
            <a:avLst/>
            <a:gdLst/>
            <a:ahLst/>
            <a:rect l="0" t="0" r="r" b="b"/>
            <a:pathLst>
              <a:path w="4975" h="2038">
                <a:moveTo>
                  <a:pt x="0" y="0"/>
                </a:moveTo>
                <a:lnTo>
                  <a:pt x="4975" y="0"/>
                </a:lnTo>
                <a:lnTo>
                  <a:pt x="497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7" name=""/>
          <p:cNvSpPr/>
          <p:nvPr/>
        </p:nvSpPr>
        <p:spPr>
          <a:xfrm>
            <a:off x="5400360" y="3209760"/>
            <a:ext cx="257760" cy="162360"/>
          </a:xfrm>
          <a:custGeom>
            <a:avLst/>
            <a:gdLst/>
            <a:ahLst/>
            <a:rect l="0" t="0" r="r" b="b"/>
            <a:pathLst>
              <a:path w="716" h="451">
                <a:moveTo>
                  <a:pt x="0" y="225"/>
                </a:moveTo>
                <a:cubicBezTo>
                  <a:pt x="0" y="210"/>
                  <a:pt x="2" y="195"/>
                  <a:pt x="5" y="181"/>
                </a:cubicBezTo>
                <a:cubicBezTo>
                  <a:pt x="8" y="166"/>
                  <a:pt x="12" y="152"/>
                  <a:pt x="17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1" y="0"/>
                  <a:pt x="225" y="0"/>
                </a:cubicBezTo>
                <a:lnTo>
                  <a:pt x="491" y="0"/>
                </a:lnTo>
                <a:cubicBezTo>
                  <a:pt x="506" y="0"/>
                  <a:pt x="520" y="1"/>
                  <a:pt x="535" y="4"/>
                </a:cubicBezTo>
                <a:cubicBezTo>
                  <a:pt x="549" y="7"/>
                  <a:pt x="563" y="11"/>
                  <a:pt x="577" y="17"/>
                </a:cubicBezTo>
                <a:cubicBezTo>
                  <a:pt x="591" y="23"/>
                  <a:pt x="604" y="30"/>
                  <a:pt x="616" y="38"/>
                </a:cubicBezTo>
                <a:cubicBezTo>
                  <a:pt x="628" y="46"/>
                  <a:pt x="639" y="55"/>
                  <a:pt x="650" y="66"/>
                </a:cubicBezTo>
                <a:cubicBezTo>
                  <a:pt x="660" y="76"/>
                  <a:pt x="670" y="88"/>
                  <a:pt x="678" y="100"/>
                </a:cubicBezTo>
                <a:cubicBezTo>
                  <a:pt x="686" y="112"/>
                  <a:pt x="693" y="125"/>
                  <a:pt x="699" y="139"/>
                </a:cubicBezTo>
                <a:cubicBezTo>
                  <a:pt x="704" y="152"/>
                  <a:pt x="709" y="166"/>
                  <a:pt x="711" y="181"/>
                </a:cubicBezTo>
                <a:cubicBezTo>
                  <a:pt x="714" y="195"/>
                  <a:pt x="716" y="210"/>
                  <a:pt x="716" y="225"/>
                </a:cubicBezTo>
                <a:cubicBezTo>
                  <a:pt x="716" y="240"/>
                  <a:pt x="714" y="254"/>
                  <a:pt x="711" y="269"/>
                </a:cubicBezTo>
                <a:cubicBezTo>
                  <a:pt x="709" y="283"/>
                  <a:pt x="704" y="298"/>
                  <a:pt x="699" y="312"/>
                </a:cubicBezTo>
                <a:cubicBezTo>
                  <a:pt x="693" y="326"/>
                  <a:pt x="686" y="339"/>
                  <a:pt x="678" y="351"/>
                </a:cubicBezTo>
                <a:cubicBezTo>
                  <a:pt x="670" y="363"/>
                  <a:pt x="660" y="374"/>
                  <a:pt x="650" y="385"/>
                </a:cubicBezTo>
                <a:cubicBezTo>
                  <a:pt x="639" y="395"/>
                  <a:pt x="628" y="405"/>
                  <a:pt x="616" y="413"/>
                </a:cubicBezTo>
                <a:cubicBezTo>
                  <a:pt x="604" y="421"/>
                  <a:pt x="591" y="428"/>
                  <a:pt x="577" y="434"/>
                </a:cubicBezTo>
                <a:cubicBezTo>
                  <a:pt x="563" y="439"/>
                  <a:pt x="549" y="444"/>
                  <a:pt x="535" y="446"/>
                </a:cubicBezTo>
                <a:cubicBezTo>
                  <a:pt x="520" y="449"/>
                  <a:pt x="506" y="451"/>
                  <a:pt x="491" y="451"/>
                </a:cubicBezTo>
                <a:lnTo>
                  <a:pt x="225" y="451"/>
                </a:lnTo>
                <a:cubicBezTo>
                  <a:pt x="211" y="451"/>
                  <a:pt x="196" y="449"/>
                  <a:pt x="181" y="446"/>
                </a:cubicBezTo>
                <a:cubicBezTo>
                  <a:pt x="167" y="444"/>
                  <a:pt x="153" y="439"/>
                  <a:pt x="139" y="434"/>
                </a:cubicBezTo>
                <a:cubicBezTo>
                  <a:pt x="126" y="428"/>
                  <a:pt x="113" y="421"/>
                  <a:pt x="100" y="413"/>
                </a:cubicBezTo>
                <a:cubicBezTo>
                  <a:pt x="88" y="405"/>
                  <a:pt x="77" y="395"/>
                  <a:pt x="66" y="385"/>
                </a:cubicBezTo>
                <a:cubicBezTo>
                  <a:pt x="56" y="374"/>
                  <a:pt x="46" y="363"/>
                  <a:pt x="38" y="351"/>
                </a:cubicBezTo>
                <a:cubicBezTo>
                  <a:pt x="30" y="339"/>
                  <a:pt x="23" y="326"/>
                  <a:pt x="17" y="312"/>
                </a:cubicBezTo>
                <a:cubicBezTo>
                  <a:pt x="12" y="298"/>
                  <a:pt x="8" y="283"/>
                  <a:pt x="5" y="269"/>
                </a:cubicBezTo>
                <a:cubicBezTo>
                  <a:pt x="2" y="254"/>
                  <a:pt x="0" y="240"/>
                  <a:pt x="0" y="225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5160960" y="2816640"/>
            <a:ext cx="820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het landschap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5479920" y="3231000"/>
            <a:ext cx="1166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4832280" y="3411000"/>
            <a:ext cx="1541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hogere datadichtheid 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5122800" y="3563640"/>
            <a:ext cx="9136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mee te werken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2" name=""/>
          <p:cNvSpPr/>
          <p:nvPr/>
        </p:nvSpPr>
        <p:spPr>
          <a:xfrm>
            <a:off x="6724440" y="2143080"/>
            <a:ext cx="1810080" cy="1648080"/>
          </a:xfrm>
          <a:custGeom>
            <a:avLst/>
            <a:gdLst/>
            <a:ahLst/>
            <a:rect l="0" t="0" r="r" b="b"/>
            <a:pathLst>
              <a:path w="5028" h="4578">
                <a:moveTo>
                  <a:pt x="0" y="439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843" y="0"/>
                </a:lnTo>
                <a:cubicBezTo>
                  <a:pt x="4855" y="0"/>
                  <a:pt x="4867" y="1"/>
                  <a:pt x="4879" y="3"/>
                </a:cubicBezTo>
                <a:cubicBezTo>
                  <a:pt x="4891" y="6"/>
                  <a:pt x="4903" y="9"/>
                  <a:pt x="4914" y="14"/>
                </a:cubicBezTo>
                <a:cubicBezTo>
                  <a:pt x="4925" y="18"/>
                  <a:pt x="4936" y="24"/>
                  <a:pt x="4946" y="31"/>
                </a:cubicBezTo>
                <a:cubicBezTo>
                  <a:pt x="4956" y="38"/>
                  <a:pt x="4965" y="45"/>
                  <a:pt x="4974" y="54"/>
                </a:cubicBezTo>
                <a:cubicBezTo>
                  <a:pt x="4983" y="62"/>
                  <a:pt x="4990" y="72"/>
                  <a:pt x="4997" y="82"/>
                </a:cubicBezTo>
                <a:cubicBezTo>
                  <a:pt x="5004" y="92"/>
                  <a:pt x="5009" y="103"/>
                  <a:pt x="5014" y="114"/>
                </a:cubicBezTo>
                <a:cubicBezTo>
                  <a:pt x="5019" y="125"/>
                  <a:pt x="5022" y="137"/>
                  <a:pt x="5025" y="149"/>
                </a:cubicBezTo>
                <a:cubicBezTo>
                  <a:pt x="5027" y="161"/>
                  <a:pt x="5028" y="173"/>
                  <a:pt x="5028" y="185"/>
                </a:cubicBezTo>
                <a:lnTo>
                  <a:pt x="5028" y="4393"/>
                </a:lnTo>
                <a:cubicBezTo>
                  <a:pt x="5028" y="4405"/>
                  <a:pt x="5027" y="4417"/>
                  <a:pt x="5025" y="4429"/>
                </a:cubicBezTo>
                <a:cubicBezTo>
                  <a:pt x="5022" y="4441"/>
                  <a:pt x="5019" y="4452"/>
                  <a:pt x="5014" y="4464"/>
                </a:cubicBezTo>
                <a:cubicBezTo>
                  <a:pt x="5009" y="4475"/>
                  <a:pt x="5004" y="4485"/>
                  <a:pt x="4997" y="4496"/>
                </a:cubicBezTo>
                <a:cubicBezTo>
                  <a:pt x="4990" y="4506"/>
                  <a:pt x="4983" y="4515"/>
                  <a:pt x="4974" y="4524"/>
                </a:cubicBezTo>
                <a:cubicBezTo>
                  <a:pt x="4965" y="4532"/>
                  <a:pt x="4956" y="4540"/>
                  <a:pt x="4946" y="4547"/>
                </a:cubicBezTo>
                <a:cubicBezTo>
                  <a:pt x="4936" y="4553"/>
                  <a:pt x="4925" y="4559"/>
                  <a:pt x="4914" y="4564"/>
                </a:cubicBezTo>
                <a:cubicBezTo>
                  <a:pt x="4903" y="4568"/>
                  <a:pt x="4891" y="4572"/>
                  <a:pt x="4879" y="4574"/>
                </a:cubicBezTo>
                <a:cubicBezTo>
                  <a:pt x="4867" y="4577"/>
                  <a:pt x="4855" y="4578"/>
                  <a:pt x="4843" y="4578"/>
                </a:cubicBezTo>
                <a:lnTo>
                  <a:pt x="185" y="4578"/>
                </a:lnTo>
                <a:cubicBezTo>
                  <a:pt x="173" y="4578"/>
                  <a:pt x="161" y="4577"/>
                  <a:pt x="149" y="4574"/>
                </a:cubicBezTo>
                <a:cubicBezTo>
                  <a:pt x="137" y="4572"/>
                  <a:pt x="126" y="4568"/>
                  <a:pt x="114" y="4564"/>
                </a:cubicBezTo>
                <a:cubicBezTo>
                  <a:pt x="103" y="4559"/>
                  <a:pt x="93" y="4553"/>
                  <a:pt x="82" y="4547"/>
                </a:cubicBezTo>
                <a:cubicBezTo>
                  <a:pt x="72" y="4540"/>
                  <a:pt x="63" y="4532"/>
                  <a:pt x="54" y="4524"/>
                </a:cubicBezTo>
                <a:cubicBezTo>
                  <a:pt x="46" y="4515"/>
                  <a:pt x="38" y="4506"/>
                  <a:pt x="31" y="4496"/>
                </a:cubicBezTo>
                <a:cubicBezTo>
                  <a:pt x="25" y="4485"/>
                  <a:pt x="19" y="4475"/>
                  <a:pt x="14" y="4464"/>
                </a:cubicBezTo>
                <a:cubicBezTo>
                  <a:pt x="10" y="4452"/>
                  <a:pt x="6" y="4441"/>
                  <a:pt x="4" y="4429"/>
                </a:cubicBezTo>
                <a:cubicBezTo>
                  <a:pt x="1" y="4417"/>
                  <a:pt x="0" y="4405"/>
                  <a:pt x="0" y="4393"/>
                </a:cubicBezTo>
                <a:close/>
              </a:path>
            </a:pathLst>
          </a:custGeom>
          <a:noFill/>
          <a:ln w="18720">
            <a:solidFill>
              <a:srgbClr val="e8912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3" name=""/>
          <p:cNvSpPr/>
          <p:nvPr/>
        </p:nvSpPr>
        <p:spPr>
          <a:xfrm>
            <a:off x="6734160" y="2152440"/>
            <a:ext cx="1791000" cy="895680"/>
          </a:xfrm>
          <a:custGeom>
            <a:avLst/>
            <a:gdLst/>
            <a:ahLst/>
            <a:rect l="0" t="0" r="r" b="b"/>
            <a:pathLst>
              <a:path w="4975" h="2488">
                <a:moveTo>
                  <a:pt x="0" y="0"/>
                </a:moveTo>
                <a:lnTo>
                  <a:pt x="4975" y="0"/>
                </a:lnTo>
                <a:lnTo>
                  <a:pt x="4975" y="2488"/>
                </a:lnTo>
                <a:lnTo>
                  <a:pt x="0" y="2488"/>
                </a:lnTo>
                <a:lnTo>
                  <a:pt x="0" y="0"/>
                </a:ln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6510960" y="28735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2e86c1"/>
                </a:solidFill>
                <a:latin typeface="DejaVuSans"/>
                <a:ea typeface="DejaVuSans"/>
              </a:rPr>
              <a:t>▶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7591680" y="227952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e8912b"/>
                </a:solidFill>
                <a:latin typeface="Arial"/>
                <a:ea typeface="Arial"/>
              </a:rPr>
              <a:t>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6918480" y="2463480"/>
            <a:ext cx="1660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Nieuwe toepassingen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7" name=""/>
          <p:cNvSpPr/>
          <p:nvPr/>
        </p:nvSpPr>
        <p:spPr>
          <a:xfrm>
            <a:off x="6734160" y="3047760"/>
            <a:ext cx="1791000" cy="733680"/>
          </a:xfrm>
          <a:custGeom>
            <a:avLst/>
            <a:gdLst/>
            <a:ahLst/>
            <a:rect l="0" t="0" r="r" b="b"/>
            <a:pathLst>
              <a:path w="4975" h="2038">
                <a:moveTo>
                  <a:pt x="0" y="0"/>
                </a:moveTo>
                <a:lnTo>
                  <a:pt x="4975" y="0"/>
                </a:lnTo>
                <a:lnTo>
                  <a:pt x="497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8" name=""/>
          <p:cNvSpPr/>
          <p:nvPr/>
        </p:nvSpPr>
        <p:spPr>
          <a:xfrm>
            <a:off x="7495920" y="3200040"/>
            <a:ext cx="257760" cy="162360"/>
          </a:xfrm>
          <a:custGeom>
            <a:avLst/>
            <a:gdLst/>
            <a:ahLst/>
            <a:rect l="0" t="0" r="r" b="b"/>
            <a:pathLst>
              <a:path w="716" h="451">
                <a:moveTo>
                  <a:pt x="0" y="225"/>
                </a:moveTo>
                <a:cubicBezTo>
                  <a:pt x="0" y="211"/>
                  <a:pt x="2" y="196"/>
                  <a:pt x="5" y="182"/>
                </a:cubicBezTo>
                <a:cubicBezTo>
                  <a:pt x="7" y="167"/>
                  <a:pt x="12" y="153"/>
                  <a:pt x="17" y="139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7"/>
                  <a:pt x="100" y="38"/>
                </a:cubicBezTo>
                <a:cubicBezTo>
                  <a:pt x="112" y="30"/>
                  <a:pt x="125" y="23"/>
                  <a:pt x="139" y="18"/>
                </a:cubicBezTo>
                <a:cubicBezTo>
                  <a:pt x="153" y="12"/>
                  <a:pt x="167" y="8"/>
                  <a:pt x="181" y="5"/>
                </a:cubicBezTo>
                <a:cubicBezTo>
                  <a:pt x="196" y="2"/>
                  <a:pt x="210" y="0"/>
                  <a:pt x="225" y="0"/>
                </a:cubicBezTo>
                <a:lnTo>
                  <a:pt x="491" y="0"/>
                </a:lnTo>
                <a:cubicBezTo>
                  <a:pt x="505" y="0"/>
                  <a:pt x="520" y="2"/>
                  <a:pt x="535" y="5"/>
                </a:cubicBezTo>
                <a:cubicBezTo>
                  <a:pt x="549" y="8"/>
                  <a:pt x="563" y="12"/>
                  <a:pt x="577" y="18"/>
                </a:cubicBezTo>
                <a:cubicBezTo>
                  <a:pt x="590" y="23"/>
                  <a:pt x="603" y="30"/>
                  <a:pt x="616" y="38"/>
                </a:cubicBezTo>
                <a:cubicBezTo>
                  <a:pt x="628" y="47"/>
                  <a:pt x="639" y="56"/>
                  <a:pt x="650" y="66"/>
                </a:cubicBezTo>
                <a:cubicBezTo>
                  <a:pt x="660" y="77"/>
                  <a:pt x="669" y="88"/>
                  <a:pt x="678" y="100"/>
                </a:cubicBezTo>
                <a:cubicBezTo>
                  <a:pt x="686" y="113"/>
                  <a:pt x="693" y="126"/>
                  <a:pt x="698" y="139"/>
                </a:cubicBezTo>
                <a:cubicBezTo>
                  <a:pt x="704" y="153"/>
                  <a:pt x="708" y="167"/>
                  <a:pt x="711" y="182"/>
                </a:cubicBezTo>
                <a:cubicBezTo>
                  <a:pt x="714" y="196"/>
                  <a:pt x="716" y="211"/>
                  <a:pt x="716" y="225"/>
                </a:cubicBezTo>
                <a:cubicBezTo>
                  <a:pt x="716" y="240"/>
                  <a:pt x="714" y="255"/>
                  <a:pt x="711" y="269"/>
                </a:cubicBezTo>
                <a:cubicBezTo>
                  <a:pt x="708" y="284"/>
                  <a:pt x="704" y="298"/>
                  <a:pt x="698" y="311"/>
                </a:cubicBezTo>
                <a:cubicBezTo>
                  <a:pt x="693" y="326"/>
                  <a:pt x="686" y="339"/>
                  <a:pt x="678" y="351"/>
                </a:cubicBezTo>
                <a:cubicBezTo>
                  <a:pt x="669" y="364"/>
                  <a:pt x="660" y="375"/>
                  <a:pt x="650" y="385"/>
                </a:cubicBezTo>
                <a:cubicBezTo>
                  <a:pt x="639" y="396"/>
                  <a:pt x="628" y="405"/>
                  <a:pt x="616" y="413"/>
                </a:cubicBezTo>
                <a:cubicBezTo>
                  <a:pt x="603" y="422"/>
                  <a:pt x="590" y="429"/>
                  <a:pt x="577" y="434"/>
                </a:cubicBezTo>
                <a:cubicBezTo>
                  <a:pt x="563" y="440"/>
                  <a:pt x="549" y="444"/>
                  <a:pt x="535" y="447"/>
                </a:cubicBezTo>
                <a:cubicBezTo>
                  <a:pt x="520" y="450"/>
                  <a:pt x="505" y="451"/>
                  <a:pt x="491" y="451"/>
                </a:cubicBezTo>
                <a:lnTo>
                  <a:pt x="225" y="451"/>
                </a:lnTo>
                <a:cubicBezTo>
                  <a:pt x="210" y="451"/>
                  <a:pt x="196" y="450"/>
                  <a:pt x="181" y="447"/>
                </a:cubicBezTo>
                <a:cubicBezTo>
                  <a:pt x="167" y="444"/>
                  <a:pt x="153" y="440"/>
                  <a:pt x="139" y="434"/>
                </a:cubicBezTo>
                <a:cubicBezTo>
                  <a:pt x="125" y="429"/>
                  <a:pt x="112" y="422"/>
                  <a:pt x="100" y="413"/>
                </a:cubicBezTo>
                <a:cubicBezTo>
                  <a:pt x="88" y="405"/>
                  <a:pt x="77" y="396"/>
                  <a:pt x="66" y="385"/>
                </a:cubicBezTo>
                <a:cubicBezTo>
                  <a:pt x="56" y="375"/>
                  <a:pt x="46" y="364"/>
                  <a:pt x="38" y="351"/>
                </a:cubicBezTo>
                <a:cubicBezTo>
                  <a:pt x="30" y="339"/>
                  <a:pt x="23" y="326"/>
                  <a:pt x="17" y="311"/>
                </a:cubicBezTo>
                <a:cubicBezTo>
                  <a:pt x="12" y="298"/>
                  <a:pt x="7" y="284"/>
                  <a:pt x="5" y="269"/>
                </a:cubicBezTo>
                <a:cubicBezTo>
                  <a:pt x="2" y="255"/>
                  <a:pt x="0" y="240"/>
                  <a:pt x="0" y="225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375680" y="2654640"/>
            <a:ext cx="541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de sector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575840" y="3221280"/>
            <a:ext cx="116640" cy="11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US" sz="7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6861600" y="3401640"/>
            <a:ext cx="12762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niet alleen gebouwd 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8023320" y="3401640"/>
            <a:ext cx="2476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1a1a2e"/>
                </a:solidFill>
                <a:latin typeface="Arial"/>
                <a:ea typeface="Arial"/>
              </a:rPr>
              <a:t>met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8223480" y="3401640"/>
            <a:ext cx="197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AI,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7018560" y="3553920"/>
            <a:ext cx="892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maar bedacht 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7866000" y="3553920"/>
            <a:ext cx="2840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1a1a2e"/>
                </a:solidFill>
                <a:latin typeface="Arial"/>
                <a:ea typeface="Arial"/>
              </a:rPr>
              <a:t>door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6" name=""/>
          <p:cNvSpPr/>
          <p:nvPr/>
        </p:nvSpPr>
        <p:spPr>
          <a:xfrm>
            <a:off x="456840" y="3904920"/>
            <a:ext cx="8087400" cy="1000800"/>
          </a:xfrm>
          <a:custGeom>
            <a:avLst/>
            <a:gdLst/>
            <a:ahLst/>
            <a:rect l="0" t="0" r="r" b="b"/>
            <a:pathLst>
              <a:path w="22465" h="2780">
                <a:moveTo>
                  <a:pt x="0" y="0"/>
                </a:moveTo>
                <a:lnTo>
                  <a:pt x="22465" y="0"/>
                </a:lnTo>
                <a:lnTo>
                  <a:pt x="22465" y="2780"/>
                </a:lnTo>
                <a:lnTo>
                  <a:pt x="0" y="2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7" name=""/>
          <p:cNvSpPr/>
          <p:nvPr/>
        </p:nvSpPr>
        <p:spPr>
          <a:xfrm>
            <a:off x="456840" y="390492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8" name=""/>
          <p:cNvSpPr/>
          <p:nvPr/>
        </p:nvSpPr>
        <p:spPr>
          <a:xfrm>
            <a:off x="456840" y="4895640"/>
            <a:ext cx="8087400" cy="10080"/>
          </a:xfrm>
          <a:custGeom>
            <a:avLst/>
            <a:gdLst/>
            <a:ahLst/>
            <a:rect l="0" t="0" r="r" b="b"/>
            <a:pathLst>
              <a:path w="22465" h="28">
                <a:moveTo>
                  <a:pt x="0" y="0"/>
                </a:moveTo>
                <a:lnTo>
                  <a:pt x="22465" y="0"/>
                </a:lnTo>
                <a:lnTo>
                  <a:pt x="224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9" name=""/>
          <p:cNvSpPr/>
          <p:nvPr/>
        </p:nvSpPr>
        <p:spPr>
          <a:xfrm>
            <a:off x="8534160" y="3904920"/>
            <a:ext cx="10080" cy="1000800"/>
          </a:xfrm>
          <a:custGeom>
            <a:avLst/>
            <a:gdLst/>
            <a:ahLst/>
            <a:rect l="0" t="0" r="r" b="b"/>
            <a:pathLst>
              <a:path w="28" h="2780">
                <a:moveTo>
                  <a:pt x="0" y="106"/>
                </a:moveTo>
                <a:lnTo>
                  <a:pt x="0" y="2780"/>
                </a:lnTo>
                <a:lnTo>
                  <a:pt x="28" y="278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0" name=""/>
          <p:cNvSpPr/>
          <p:nvPr/>
        </p:nvSpPr>
        <p:spPr>
          <a:xfrm>
            <a:off x="456840" y="3904920"/>
            <a:ext cx="10080" cy="1000800"/>
          </a:xfrm>
          <a:custGeom>
            <a:avLst/>
            <a:gdLst/>
            <a:ahLst/>
            <a:rect l="0" t="0" r="r" b="b"/>
            <a:pathLst>
              <a:path w="28" h="2780">
                <a:moveTo>
                  <a:pt x="0" y="0"/>
                </a:moveTo>
                <a:lnTo>
                  <a:pt x="0" y="2780"/>
                </a:lnTo>
                <a:lnTo>
                  <a:pt x="28" y="278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8094960" y="3553920"/>
            <a:ext cx="159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AI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634320" y="4113720"/>
            <a:ext cx="8678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e8912b"/>
                </a:solidFill>
                <a:latin typeface="Arial"/>
                <a:ea typeface="Arial"/>
              </a:rPr>
              <a:t>De echte winst komt in fase 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functionaliteit die niet alleen met AI wordt gebouwd, maar door AI wordt bedacht, uit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634320" y="4332960"/>
            <a:ext cx="8349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datagedreven en geextrapoleerd inzicht binnen gekoppelde ecosystemen. Daarvoor is eenduidige betekenis nodig: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4" name=""/>
          <p:cNvSpPr/>
          <p:nvPr/>
        </p:nvSpPr>
        <p:spPr>
          <a:xfrm>
            <a:off x="1463040" y="1142640"/>
            <a:ext cx="9000" cy="945360"/>
          </a:xfrm>
          <a:custGeom>
            <a:avLst/>
            <a:gdLst/>
            <a:ahLst/>
            <a:rect l="0" t="0" r="r" b="b"/>
            <a:pathLst>
              <a:path w="25" h="2626">
                <a:moveTo>
                  <a:pt x="25" y="0"/>
                </a:moveTo>
                <a:lnTo>
                  <a:pt x="25" y="66"/>
                </a:lnTo>
                <a:lnTo>
                  <a:pt x="0" y="66"/>
                </a:lnTo>
                <a:lnTo>
                  <a:pt x="0" y="0"/>
                </a:lnTo>
                <a:lnTo>
                  <a:pt x="25" y="0"/>
                </a:lnTo>
                <a:moveTo>
                  <a:pt x="25" y="154"/>
                </a:moveTo>
                <a:lnTo>
                  <a:pt x="25" y="219"/>
                </a:lnTo>
                <a:lnTo>
                  <a:pt x="0" y="219"/>
                </a:lnTo>
                <a:lnTo>
                  <a:pt x="0" y="154"/>
                </a:lnTo>
                <a:lnTo>
                  <a:pt x="25" y="154"/>
                </a:lnTo>
                <a:moveTo>
                  <a:pt x="25" y="307"/>
                </a:moveTo>
                <a:lnTo>
                  <a:pt x="25" y="372"/>
                </a:lnTo>
                <a:lnTo>
                  <a:pt x="0" y="372"/>
                </a:lnTo>
                <a:lnTo>
                  <a:pt x="0" y="307"/>
                </a:lnTo>
                <a:lnTo>
                  <a:pt x="25" y="307"/>
                </a:lnTo>
                <a:moveTo>
                  <a:pt x="25" y="460"/>
                </a:moveTo>
                <a:lnTo>
                  <a:pt x="25" y="525"/>
                </a:lnTo>
                <a:lnTo>
                  <a:pt x="0" y="525"/>
                </a:lnTo>
                <a:lnTo>
                  <a:pt x="0" y="460"/>
                </a:lnTo>
                <a:lnTo>
                  <a:pt x="25" y="460"/>
                </a:lnTo>
                <a:moveTo>
                  <a:pt x="25" y="613"/>
                </a:moveTo>
                <a:lnTo>
                  <a:pt x="25" y="678"/>
                </a:lnTo>
                <a:lnTo>
                  <a:pt x="0" y="678"/>
                </a:lnTo>
                <a:lnTo>
                  <a:pt x="0" y="613"/>
                </a:lnTo>
                <a:lnTo>
                  <a:pt x="25" y="613"/>
                </a:lnTo>
                <a:moveTo>
                  <a:pt x="25" y="767"/>
                </a:moveTo>
                <a:lnTo>
                  <a:pt x="25" y="833"/>
                </a:lnTo>
                <a:lnTo>
                  <a:pt x="0" y="833"/>
                </a:lnTo>
                <a:lnTo>
                  <a:pt x="0" y="767"/>
                </a:lnTo>
                <a:lnTo>
                  <a:pt x="25" y="767"/>
                </a:lnTo>
                <a:moveTo>
                  <a:pt x="25" y="920"/>
                </a:moveTo>
                <a:lnTo>
                  <a:pt x="25" y="986"/>
                </a:lnTo>
                <a:lnTo>
                  <a:pt x="0" y="986"/>
                </a:lnTo>
                <a:lnTo>
                  <a:pt x="0" y="920"/>
                </a:lnTo>
                <a:lnTo>
                  <a:pt x="25" y="920"/>
                </a:lnTo>
                <a:moveTo>
                  <a:pt x="25" y="1073"/>
                </a:moveTo>
                <a:lnTo>
                  <a:pt x="25" y="1139"/>
                </a:lnTo>
                <a:lnTo>
                  <a:pt x="0" y="1139"/>
                </a:lnTo>
                <a:lnTo>
                  <a:pt x="0" y="1073"/>
                </a:lnTo>
                <a:lnTo>
                  <a:pt x="25" y="1073"/>
                </a:lnTo>
                <a:moveTo>
                  <a:pt x="25" y="1226"/>
                </a:moveTo>
                <a:lnTo>
                  <a:pt x="25" y="1292"/>
                </a:lnTo>
                <a:lnTo>
                  <a:pt x="0" y="1292"/>
                </a:lnTo>
                <a:lnTo>
                  <a:pt x="0" y="1226"/>
                </a:lnTo>
                <a:lnTo>
                  <a:pt x="25" y="1226"/>
                </a:lnTo>
                <a:moveTo>
                  <a:pt x="25" y="1379"/>
                </a:moveTo>
                <a:lnTo>
                  <a:pt x="25" y="1445"/>
                </a:lnTo>
                <a:lnTo>
                  <a:pt x="0" y="1445"/>
                </a:lnTo>
                <a:lnTo>
                  <a:pt x="0" y="1379"/>
                </a:lnTo>
                <a:lnTo>
                  <a:pt x="25" y="1379"/>
                </a:lnTo>
                <a:moveTo>
                  <a:pt x="25" y="1532"/>
                </a:moveTo>
                <a:lnTo>
                  <a:pt x="25" y="1598"/>
                </a:lnTo>
                <a:lnTo>
                  <a:pt x="0" y="1598"/>
                </a:lnTo>
                <a:lnTo>
                  <a:pt x="0" y="1532"/>
                </a:lnTo>
                <a:lnTo>
                  <a:pt x="25" y="1532"/>
                </a:lnTo>
                <a:moveTo>
                  <a:pt x="25" y="1685"/>
                </a:moveTo>
                <a:lnTo>
                  <a:pt x="25" y="1751"/>
                </a:lnTo>
                <a:lnTo>
                  <a:pt x="0" y="1751"/>
                </a:lnTo>
                <a:lnTo>
                  <a:pt x="0" y="1685"/>
                </a:lnTo>
                <a:lnTo>
                  <a:pt x="25" y="1685"/>
                </a:lnTo>
                <a:moveTo>
                  <a:pt x="25" y="1839"/>
                </a:moveTo>
                <a:lnTo>
                  <a:pt x="25" y="1904"/>
                </a:lnTo>
                <a:lnTo>
                  <a:pt x="0" y="1904"/>
                </a:lnTo>
                <a:lnTo>
                  <a:pt x="0" y="1839"/>
                </a:lnTo>
                <a:lnTo>
                  <a:pt x="25" y="1839"/>
                </a:lnTo>
                <a:moveTo>
                  <a:pt x="25" y="1992"/>
                </a:moveTo>
                <a:lnTo>
                  <a:pt x="25" y="2057"/>
                </a:lnTo>
                <a:lnTo>
                  <a:pt x="0" y="2057"/>
                </a:lnTo>
                <a:lnTo>
                  <a:pt x="0" y="1992"/>
                </a:lnTo>
                <a:lnTo>
                  <a:pt x="25" y="1992"/>
                </a:lnTo>
                <a:moveTo>
                  <a:pt x="25" y="2145"/>
                </a:moveTo>
                <a:lnTo>
                  <a:pt x="25" y="2210"/>
                </a:lnTo>
                <a:lnTo>
                  <a:pt x="0" y="2210"/>
                </a:lnTo>
                <a:lnTo>
                  <a:pt x="0" y="2145"/>
                </a:lnTo>
                <a:lnTo>
                  <a:pt x="25" y="2145"/>
                </a:lnTo>
                <a:moveTo>
                  <a:pt x="25" y="2298"/>
                </a:moveTo>
                <a:lnTo>
                  <a:pt x="25" y="2363"/>
                </a:lnTo>
                <a:lnTo>
                  <a:pt x="0" y="2363"/>
                </a:lnTo>
                <a:lnTo>
                  <a:pt x="0" y="2298"/>
                </a:lnTo>
                <a:lnTo>
                  <a:pt x="25" y="2298"/>
                </a:lnTo>
                <a:moveTo>
                  <a:pt x="25" y="2451"/>
                </a:moveTo>
                <a:lnTo>
                  <a:pt x="25" y="2516"/>
                </a:lnTo>
                <a:lnTo>
                  <a:pt x="0" y="2516"/>
                </a:lnTo>
                <a:lnTo>
                  <a:pt x="0" y="2451"/>
                </a:lnTo>
                <a:lnTo>
                  <a:pt x="25" y="2451"/>
                </a:lnTo>
                <a:moveTo>
                  <a:pt x="25" y="2604"/>
                </a:moveTo>
                <a:lnTo>
                  <a:pt x="25" y="2626"/>
                </a:lnTo>
                <a:lnTo>
                  <a:pt x="0" y="2626"/>
                </a:lnTo>
                <a:lnTo>
                  <a:pt x="0" y="2604"/>
                </a:lnTo>
                <a:lnTo>
                  <a:pt x="25" y="2604"/>
                </a:lnTo>
                <a:close/>
              </a:path>
            </a:pathLst>
          </a:custGeom>
          <a:solidFill>
            <a:srgbClr val="d5de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5" name=""/>
          <p:cNvSpPr/>
          <p:nvPr/>
        </p:nvSpPr>
        <p:spPr>
          <a:xfrm>
            <a:off x="3484080" y="1142640"/>
            <a:ext cx="8640" cy="945360"/>
          </a:xfrm>
          <a:custGeom>
            <a:avLst/>
            <a:gdLst/>
            <a:ahLst/>
            <a:rect l="0" t="0" r="r" b="b"/>
            <a:pathLst>
              <a:path w="24" h="2626">
                <a:moveTo>
                  <a:pt x="24" y="0"/>
                </a:moveTo>
                <a:lnTo>
                  <a:pt x="24" y="66"/>
                </a:lnTo>
                <a:lnTo>
                  <a:pt x="0" y="66"/>
                </a:lnTo>
                <a:lnTo>
                  <a:pt x="0" y="0"/>
                </a:lnTo>
                <a:lnTo>
                  <a:pt x="24" y="0"/>
                </a:lnTo>
                <a:moveTo>
                  <a:pt x="24" y="154"/>
                </a:moveTo>
                <a:lnTo>
                  <a:pt x="24" y="219"/>
                </a:lnTo>
                <a:lnTo>
                  <a:pt x="0" y="219"/>
                </a:lnTo>
                <a:lnTo>
                  <a:pt x="0" y="154"/>
                </a:lnTo>
                <a:lnTo>
                  <a:pt x="24" y="154"/>
                </a:lnTo>
                <a:moveTo>
                  <a:pt x="24" y="307"/>
                </a:moveTo>
                <a:lnTo>
                  <a:pt x="24" y="372"/>
                </a:lnTo>
                <a:lnTo>
                  <a:pt x="0" y="372"/>
                </a:lnTo>
                <a:lnTo>
                  <a:pt x="0" y="307"/>
                </a:lnTo>
                <a:lnTo>
                  <a:pt x="24" y="307"/>
                </a:lnTo>
                <a:moveTo>
                  <a:pt x="24" y="460"/>
                </a:moveTo>
                <a:lnTo>
                  <a:pt x="24" y="525"/>
                </a:lnTo>
                <a:lnTo>
                  <a:pt x="0" y="525"/>
                </a:lnTo>
                <a:lnTo>
                  <a:pt x="0" y="460"/>
                </a:lnTo>
                <a:lnTo>
                  <a:pt x="24" y="460"/>
                </a:lnTo>
                <a:moveTo>
                  <a:pt x="24" y="613"/>
                </a:moveTo>
                <a:lnTo>
                  <a:pt x="24" y="678"/>
                </a:lnTo>
                <a:lnTo>
                  <a:pt x="0" y="678"/>
                </a:lnTo>
                <a:lnTo>
                  <a:pt x="0" y="613"/>
                </a:lnTo>
                <a:lnTo>
                  <a:pt x="24" y="613"/>
                </a:lnTo>
                <a:moveTo>
                  <a:pt x="24" y="767"/>
                </a:moveTo>
                <a:lnTo>
                  <a:pt x="24" y="833"/>
                </a:lnTo>
                <a:lnTo>
                  <a:pt x="0" y="833"/>
                </a:lnTo>
                <a:lnTo>
                  <a:pt x="0" y="767"/>
                </a:lnTo>
                <a:lnTo>
                  <a:pt x="24" y="767"/>
                </a:lnTo>
                <a:moveTo>
                  <a:pt x="24" y="920"/>
                </a:moveTo>
                <a:lnTo>
                  <a:pt x="24" y="986"/>
                </a:lnTo>
                <a:lnTo>
                  <a:pt x="0" y="986"/>
                </a:lnTo>
                <a:lnTo>
                  <a:pt x="0" y="920"/>
                </a:lnTo>
                <a:lnTo>
                  <a:pt x="24" y="920"/>
                </a:lnTo>
                <a:moveTo>
                  <a:pt x="24" y="1073"/>
                </a:moveTo>
                <a:lnTo>
                  <a:pt x="24" y="1139"/>
                </a:lnTo>
                <a:lnTo>
                  <a:pt x="0" y="1139"/>
                </a:lnTo>
                <a:lnTo>
                  <a:pt x="0" y="1073"/>
                </a:lnTo>
                <a:lnTo>
                  <a:pt x="24" y="1073"/>
                </a:lnTo>
                <a:moveTo>
                  <a:pt x="24" y="1226"/>
                </a:moveTo>
                <a:lnTo>
                  <a:pt x="24" y="1292"/>
                </a:lnTo>
                <a:lnTo>
                  <a:pt x="0" y="1292"/>
                </a:lnTo>
                <a:lnTo>
                  <a:pt x="0" y="1226"/>
                </a:lnTo>
                <a:lnTo>
                  <a:pt x="24" y="1226"/>
                </a:lnTo>
                <a:moveTo>
                  <a:pt x="24" y="1379"/>
                </a:moveTo>
                <a:lnTo>
                  <a:pt x="24" y="1445"/>
                </a:lnTo>
                <a:lnTo>
                  <a:pt x="0" y="1445"/>
                </a:lnTo>
                <a:lnTo>
                  <a:pt x="0" y="1379"/>
                </a:lnTo>
                <a:lnTo>
                  <a:pt x="24" y="1379"/>
                </a:lnTo>
                <a:moveTo>
                  <a:pt x="24" y="1532"/>
                </a:moveTo>
                <a:lnTo>
                  <a:pt x="24" y="1598"/>
                </a:lnTo>
                <a:lnTo>
                  <a:pt x="0" y="1598"/>
                </a:lnTo>
                <a:lnTo>
                  <a:pt x="0" y="1532"/>
                </a:lnTo>
                <a:lnTo>
                  <a:pt x="24" y="1532"/>
                </a:lnTo>
                <a:moveTo>
                  <a:pt x="24" y="1685"/>
                </a:moveTo>
                <a:lnTo>
                  <a:pt x="24" y="1751"/>
                </a:lnTo>
                <a:lnTo>
                  <a:pt x="0" y="1751"/>
                </a:lnTo>
                <a:lnTo>
                  <a:pt x="0" y="1685"/>
                </a:lnTo>
                <a:lnTo>
                  <a:pt x="24" y="1685"/>
                </a:lnTo>
                <a:moveTo>
                  <a:pt x="24" y="1839"/>
                </a:moveTo>
                <a:lnTo>
                  <a:pt x="24" y="1904"/>
                </a:lnTo>
                <a:lnTo>
                  <a:pt x="0" y="1904"/>
                </a:lnTo>
                <a:lnTo>
                  <a:pt x="0" y="1839"/>
                </a:lnTo>
                <a:lnTo>
                  <a:pt x="24" y="1839"/>
                </a:lnTo>
                <a:moveTo>
                  <a:pt x="24" y="1992"/>
                </a:moveTo>
                <a:lnTo>
                  <a:pt x="24" y="2057"/>
                </a:lnTo>
                <a:lnTo>
                  <a:pt x="0" y="2057"/>
                </a:lnTo>
                <a:lnTo>
                  <a:pt x="0" y="1992"/>
                </a:lnTo>
                <a:lnTo>
                  <a:pt x="24" y="1992"/>
                </a:lnTo>
                <a:moveTo>
                  <a:pt x="24" y="2145"/>
                </a:moveTo>
                <a:lnTo>
                  <a:pt x="24" y="2210"/>
                </a:lnTo>
                <a:lnTo>
                  <a:pt x="0" y="2210"/>
                </a:lnTo>
                <a:lnTo>
                  <a:pt x="0" y="2145"/>
                </a:lnTo>
                <a:lnTo>
                  <a:pt x="24" y="2145"/>
                </a:lnTo>
                <a:moveTo>
                  <a:pt x="24" y="2298"/>
                </a:moveTo>
                <a:lnTo>
                  <a:pt x="24" y="2363"/>
                </a:lnTo>
                <a:lnTo>
                  <a:pt x="0" y="2363"/>
                </a:lnTo>
                <a:lnTo>
                  <a:pt x="0" y="2298"/>
                </a:lnTo>
                <a:lnTo>
                  <a:pt x="24" y="2298"/>
                </a:lnTo>
                <a:moveTo>
                  <a:pt x="24" y="2451"/>
                </a:moveTo>
                <a:lnTo>
                  <a:pt x="24" y="2516"/>
                </a:lnTo>
                <a:lnTo>
                  <a:pt x="0" y="2516"/>
                </a:lnTo>
                <a:lnTo>
                  <a:pt x="0" y="2451"/>
                </a:lnTo>
                <a:lnTo>
                  <a:pt x="24" y="2451"/>
                </a:lnTo>
                <a:moveTo>
                  <a:pt x="24" y="2604"/>
                </a:moveTo>
                <a:lnTo>
                  <a:pt x="24" y="2626"/>
                </a:lnTo>
                <a:lnTo>
                  <a:pt x="0" y="2626"/>
                </a:lnTo>
                <a:lnTo>
                  <a:pt x="0" y="2604"/>
                </a:lnTo>
                <a:lnTo>
                  <a:pt x="24" y="2604"/>
                </a:lnTo>
                <a:close/>
              </a:path>
            </a:pathLst>
          </a:custGeom>
          <a:solidFill>
            <a:srgbClr val="d5de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6" name=""/>
          <p:cNvSpPr/>
          <p:nvPr/>
        </p:nvSpPr>
        <p:spPr>
          <a:xfrm>
            <a:off x="5504760" y="1142640"/>
            <a:ext cx="8640" cy="945360"/>
          </a:xfrm>
          <a:custGeom>
            <a:avLst/>
            <a:gdLst/>
            <a:ahLst/>
            <a:rect l="0" t="0" r="r" b="b"/>
            <a:pathLst>
              <a:path w="24" h="2626">
                <a:moveTo>
                  <a:pt x="24" y="0"/>
                </a:moveTo>
                <a:lnTo>
                  <a:pt x="24" y="66"/>
                </a:lnTo>
                <a:lnTo>
                  <a:pt x="0" y="66"/>
                </a:lnTo>
                <a:lnTo>
                  <a:pt x="0" y="0"/>
                </a:lnTo>
                <a:lnTo>
                  <a:pt x="24" y="0"/>
                </a:lnTo>
                <a:moveTo>
                  <a:pt x="24" y="154"/>
                </a:moveTo>
                <a:lnTo>
                  <a:pt x="24" y="219"/>
                </a:lnTo>
                <a:lnTo>
                  <a:pt x="0" y="219"/>
                </a:lnTo>
                <a:lnTo>
                  <a:pt x="0" y="154"/>
                </a:lnTo>
                <a:lnTo>
                  <a:pt x="24" y="154"/>
                </a:lnTo>
                <a:moveTo>
                  <a:pt x="24" y="307"/>
                </a:moveTo>
                <a:lnTo>
                  <a:pt x="24" y="372"/>
                </a:lnTo>
                <a:lnTo>
                  <a:pt x="0" y="372"/>
                </a:lnTo>
                <a:lnTo>
                  <a:pt x="0" y="307"/>
                </a:lnTo>
                <a:lnTo>
                  <a:pt x="24" y="307"/>
                </a:lnTo>
                <a:moveTo>
                  <a:pt x="24" y="460"/>
                </a:moveTo>
                <a:lnTo>
                  <a:pt x="24" y="525"/>
                </a:lnTo>
                <a:lnTo>
                  <a:pt x="0" y="525"/>
                </a:lnTo>
                <a:lnTo>
                  <a:pt x="0" y="460"/>
                </a:lnTo>
                <a:lnTo>
                  <a:pt x="24" y="460"/>
                </a:lnTo>
                <a:moveTo>
                  <a:pt x="24" y="613"/>
                </a:moveTo>
                <a:lnTo>
                  <a:pt x="24" y="678"/>
                </a:lnTo>
                <a:lnTo>
                  <a:pt x="0" y="678"/>
                </a:lnTo>
                <a:lnTo>
                  <a:pt x="0" y="613"/>
                </a:lnTo>
                <a:lnTo>
                  <a:pt x="24" y="613"/>
                </a:lnTo>
                <a:moveTo>
                  <a:pt x="24" y="767"/>
                </a:moveTo>
                <a:lnTo>
                  <a:pt x="24" y="833"/>
                </a:lnTo>
                <a:lnTo>
                  <a:pt x="0" y="833"/>
                </a:lnTo>
                <a:lnTo>
                  <a:pt x="0" y="767"/>
                </a:lnTo>
                <a:lnTo>
                  <a:pt x="24" y="767"/>
                </a:lnTo>
                <a:moveTo>
                  <a:pt x="24" y="920"/>
                </a:moveTo>
                <a:lnTo>
                  <a:pt x="24" y="986"/>
                </a:lnTo>
                <a:lnTo>
                  <a:pt x="0" y="986"/>
                </a:lnTo>
                <a:lnTo>
                  <a:pt x="0" y="920"/>
                </a:lnTo>
                <a:lnTo>
                  <a:pt x="24" y="920"/>
                </a:lnTo>
                <a:moveTo>
                  <a:pt x="24" y="1073"/>
                </a:moveTo>
                <a:lnTo>
                  <a:pt x="24" y="1139"/>
                </a:lnTo>
                <a:lnTo>
                  <a:pt x="0" y="1139"/>
                </a:lnTo>
                <a:lnTo>
                  <a:pt x="0" y="1073"/>
                </a:lnTo>
                <a:lnTo>
                  <a:pt x="24" y="1073"/>
                </a:lnTo>
                <a:moveTo>
                  <a:pt x="24" y="1226"/>
                </a:moveTo>
                <a:lnTo>
                  <a:pt x="24" y="1292"/>
                </a:lnTo>
                <a:lnTo>
                  <a:pt x="0" y="1292"/>
                </a:lnTo>
                <a:lnTo>
                  <a:pt x="0" y="1226"/>
                </a:lnTo>
                <a:lnTo>
                  <a:pt x="24" y="1226"/>
                </a:lnTo>
                <a:moveTo>
                  <a:pt x="24" y="1379"/>
                </a:moveTo>
                <a:lnTo>
                  <a:pt x="24" y="1445"/>
                </a:lnTo>
                <a:lnTo>
                  <a:pt x="0" y="1445"/>
                </a:lnTo>
                <a:lnTo>
                  <a:pt x="0" y="1379"/>
                </a:lnTo>
                <a:lnTo>
                  <a:pt x="24" y="1379"/>
                </a:lnTo>
                <a:moveTo>
                  <a:pt x="24" y="1532"/>
                </a:moveTo>
                <a:lnTo>
                  <a:pt x="24" y="1598"/>
                </a:lnTo>
                <a:lnTo>
                  <a:pt x="0" y="1598"/>
                </a:lnTo>
                <a:lnTo>
                  <a:pt x="0" y="1532"/>
                </a:lnTo>
                <a:lnTo>
                  <a:pt x="24" y="1532"/>
                </a:lnTo>
                <a:moveTo>
                  <a:pt x="24" y="1685"/>
                </a:moveTo>
                <a:lnTo>
                  <a:pt x="24" y="1751"/>
                </a:lnTo>
                <a:lnTo>
                  <a:pt x="0" y="1751"/>
                </a:lnTo>
                <a:lnTo>
                  <a:pt x="0" y="1685"/>
                </a:lnTo>
                <a:lnTo>
                  <a:pt x="24" y="1685"/>
                </a:lnTo>
                <a:moveTo>
                  <a:pt x="24" y="1839"/>
                </a:moveTo>
                <a:lnTo>
                  <a:pt x="24" y="1904"/>
                </a:lnTo>
                <a:lnTo>
                  <a:pt x="0" y="1904"/>
                </a:lnTo>
                <a:lnTo>
                  <a:pt x="0" y="1839"/>
                </a:lnTo>
                <a:lnTo>
                  <a:pt x="24" y="1839"/>
                </a:lnTo>
                <a:moveTo>
                  <a:pt x="24" y="1992"/>
                </a:moveTo>
                <a:lnTo>
                  <a:pt x="24" y="2057"/>
                </a:lnTo>
                <a:lnTo>
                  <a:pt x="0" y="2057"/>
                </a:lnTo>
                <a:lnTo>
                  <a:pt x="0" y="1992"/>
                </a:lnTo>
                <a:lnTo>
                  <a:pt x="24" y="1992"/>
                </a:lnTo>
                <a:moveTo>
                  <a:pt x="24" y="2145"/>
                </a:moveTo>
                <a:lnTo>
                  <a:pt x="24" y="2210"/>
                </a:lnTo>
                <a:lnTo>
                  <a:pt x="0" y="2210"/>
                </a:lnTo>
                <a:lnTo>
                  <a:pt x="0" y="2145"/>
                </a:lnTo>
                <a:lnTo>
                  <a:pt x="24" y="2145"/>
                </a:lnTo>
                <a:moveTo>
                  <a:pt x="24" y="2298"/>
                </a:moveTo>
                <a:lnTo>
                  <a:pt x="24" y="2363"/>
                </a:lnTo>
                <a:lnTo>
                  <a:pt x="0" y="2363"/>
                </a:lnTo>
                <a:lnTo>
                  <a:pt x="0" y="2298"/>
                </a:lnTo>
                <a:lnTo>
                  <a:pt x="24" y="2298"/>
                </a:lnTo>
                <a:moveTo>
                  <a:pt x="24" y="2451"/>
                </a:moveTo>
                <a:lnTo>
                  <a:pt x="24" y="2516"/>
                </a:lnTo>
                <a:lnTo>
                  <a:pt x="0" y="2516"/>
                </a:lnTo>
                <a:lnTo>
                  <a:pt x="0" y="2451"/>
                </a:lnTo>
                <a:lnTo>
                  <a:pt x="24" y="2451"/>
                </a:lnTo>
                <a:moveTo>
                  <a:pt x="24" y="2604"/>
                </a:moveTo>
                <a:lnTo>
                  <a:pt x="24" y="2626"/>
                </a:lnTo>
                <a:lnTo>
                  <a:pt x="0" y="2626"/>
                </a:lnTo>
                <a:lnTo>
                  <a:pt x="0" y="2604"/>
                </a:lnTo>
                <a:lnTo>
                  <a:pt x="24" y="2604"/>
                </a:lnTo>
                <a:close/>
              </a:path>
            </a:pathLst>
          </a:custGeom>
          <a:solidFill>
            <a:srgbClr val="d5de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7" name=""/>
          <p:cNvSpPr/>
          <p:nvPr/>
        </p:nvSpPr>
        <p:spPr>
          <a:xfrm>
            <a:off x="7525440" y="1142640"/>
            <a:ext cx="9000" cy="945360"/>
          </a:xfrm>
          <a:custGeom>
            <a:avLst/>
            <a:gdLst/>
            <a:ahLst/>
            <a:rect l="0" t="0" r="r" b="b"/>
            <a:pathLst>
              <a:path w="25" h="2626">
                <a:moveTo>
                  <a:pt x="25" y="0"/>
                </a:moveTo>
                <a:lnTo>
                  <a:pt x="25" y="66"/>
                </a:lnTo>
                <a:lnTo>
                  <a:pt x="0" y="66"/>
                </a:lnTo>
                <a:lnTo>
                  <a:pt x="0" y="0"/>
                </a:lnTo>
                <a:lnTo>
                  <a:pt x="25" y="0"/>
                </a:lnTo>
                <a:moveTo>
                  <a:pt x="25" y="154"/>
                </a:moveTo>
                <a:lnTo>
                  <a:pt x="25" y="219"/>
                </a:lnTo>
                <a:lnTo>
                  <a:pt x="0" y="219"/>
                </a:lnTo>
                <a:lnTo>
                  <a:pt x="0" y="154"/>
                </a:lnTo>
                <a:lnTo>
                  <a:pt x="25" y="154"/>
                </a:lnTo>
                <a:moveTo>
                  <a:pt x="25" y="307"/>
                </a:moveTo>
                <a:lnTo>
                  <a:pt x="25" y="372"/>
                </a:lnTo>
                <a:lnTo>
                  <a:pt x="0" y="372"/>
                </a:lnTo>
                <a:lnTo>
                  <a:pt x="0" y="307"/>
                </a:lnTo>
                <a:lnTo>
                  <a:pt x="25" y="307"/>
                </a:lnTo>
                <a:moveTo>
                  <a:pt x="25" y="460"/>
                </a:moveTo>
                <a:lnTo>
                  <a:pt x="25" y="525"/>
                </a:lnTo>
                <a:lnTo>
                  <a:pt x="0" y="525"/>
                </a:lnTo>
                <a:lnTo>
                  <a:pt x="0" y="460"/>
                </a:lnTo>
                <a:lnTo>
                  <a:pt x="25" y="460"/>
                </a:lnTo>
                <a:moveTo>
                  <a:pt x="25" y="613"/>
                </a:moveTo>
                <a:lnTo>
                  <a:pt x="25" y="678"/>
                </a:lnTo>
                <a:lnTo>
                  <a:pt x="0" y="678"/>
                </a:lnTo>
                <a:lnTo>
                  <a:pt x="0" y="613"/>
                </a:lnTo>
                <a:lnTo>
                  <a:pt x="25" y="613"/>
                </a:lnTo>
                <a:moveTo>
                  <a:pt x="25" y="767"/>
                </a:moveTo>
                <a:lnTo>
                  <a:pt x="25" y="833"/>
                </a:lnTo>
                <a:lnTo>
                  <a:pt x="0" y="833"/>
                </a:lnTo>
                <a:lnTo>
                  <a:pt x="0" y="767"/>
                </a:lnTo>
                <a:lnTo>
                  <a:pt x="25" y="767"/>
                </a:lnTo>
                <a:moveTo>
                  <a:pt x="25" y="920"/>
                </a:moveTo>
                <a:lnTo>
                  <a:pt x="25" y="986"/>
                </a:lnTo>
                <a:lnTo>
                  <a:pt x="0" y="986"/>
                </a:lnTo>
                <a:lnTo>
                  <a:pt x="0" y="920"/>
                </a:lnTo>
                <a:lnTo>
                  <a:pt x="25" y="920"/>
                </a:lnTo>
                <a:moveTo>
                  <a:pt x="25" y="1073"/>
                </a:moveTo>
                <a:lnTo>
                  <a:pt x="25" y="1139"/>
                </a:lnTo>
                <a:lnTo>
                  <a:pt x="0" y="1139"/>
                </a:lnTo>
                <a:lnTo>
                  <a:pt x="0" y="1073"/>
                </a:lnTo>
                <a:lnTo>
                  <a:pt x="25" y="1073"/>
                </a:lnTo>
                <a:moveTo>
                  <a:pt x="25" y="1226"/>
                </a:moveTo>
                <a:lnTo>
                  <a:pt x="25" y="1292"/>
                </a:lnTo>
                <a:lnTo>
                  <a:pt x="0" y="1292"/>
                </a:lnTo>
                <a:lnTo>
                  <a:pt x="0" y="1226"/>
                </a:lnTo>
                <a:lnTo>
                  <a:pt x="25" y="1226"/>
                </a:lnTo>
                <a:moveTo>
                  <a:pt x="25" y="1379"/>
                </a:moveTo>
                <a:lnTo>
                  <a:pt x="25" y="1445"/>
                </a:lnTo>
                <a:lnTo>
                  <a:pt x="0" y="1445"/>
                </a:lnTo>
                <a:lnTo>
                  <a:pt x="0" y="1379"/>
                </a:lnTo>
                <a:lnTo>
                  <a:pt x="25" y="1379"/>
                </a:lnTo>
                <a:moveTo>
                  <a:pt x="25" y="1532"/>
                </a:moveTo>
                <a:lnTo>
                  <a:pt x="25" y="1598"/>
                </a:lnTo>
                <a:lnTo>
                  <a:pt x="0" y="1598"/>
                </a:lnTo>
                <a:lnTo>
                  <a:pt x="0" y="1532"/>
                </a:lnTo>
                <a:lnTo>
                  <a:pt x="25" y="1532"/>
                </a:lnTo>
                <a:moveTo>
                  <a:pt x="25" y="1685"/>
                </a:moveTo>
                <a:lnTo>
                  <a:pt x="25" y="1751"/>
                </a:lnTo>
                <a:lnTo>
                  <a:pt x="0" y="1751"/>
                </a:lnTo>
                <a:lnTo>
                  <a:pt x="0" y="1685"/>
                </a:lnTo>
                <a:lnTo>
                  <a:pt x="25" y="1685"/>
                </a:lnTo>
                <a:moveTo>
                  <a:pt x="25" y="1839"/>
                </a:moveTo>
                <a:lnTo>
                  <a:pt x="25" y="1904"/>
                </a:lnTo>
                <a:lnTo>
                  <a:pt x="0" y="1904"/>
                </a:lnTo>
                <a:lnTo>
                  <a:pt x="0" y="1839"/>
                </a:lnTo>
                <a:lnTo>
                  <a:pt x="25" y="1839"/>
                </a:lnTo>
                <a:moveTo>
                  <a:pt x="25" y="1992"/>
                </a:moveTo>
                <a:lnTo>
                  <a:pt x="25" y="2057"/>
                </a:lnTo>
                <a:lnTo>
                  <a:pt x="0" y="2057"/>
                </a:lnTo>
                <a:lnTo>
                  <a:pt x="0" y="1992"/>
                </a:lnTo>
                <a:lnTo>
                  <a:pt x="25" y="1992"/>
                </a:lnTo>
                <a:moveTo>
                  <a:pt x="25" y="2145"/>
                </a:moveTo>
                <a:lnTo>
                  <a:pt x="25" y="2210"/>
                </a:lnTo>
                <a:lnTo>
                  <a:pt x="0" y="2210"/>
                </a:lnTo>
                <a:lnTo>
                  <a:pt x="0" y="2145"/>
                </a:lnTo>
                <a:lnTo>
                  <a:pt x="25" y="2145"/>
                </a:lnTo>
                <a:moveTo>
                  <a:pt x="25" y="2298"/>
                </a:moveTo>
                <a:lnTo>
                  <a:pt x="25" y="2363"/>
                </a:lnTo>
                <a:lnTo>
                  <a:pt x="0" y="2363"/>
                </a:lnTo>
                <a:lnTo>
                  <a:pt x="0" y="2298"/>
                </a:lnTo>
                <a:lnTo>
                  <a:pt x="25" y="2298"/>
                </a:lnTo>
                <a:moveTo>
                  <a:pt x="25" y="2451"/>
                </a:moveTo>
                <a:lnTo>
                  <a:pt x="25" y="2516"/>
                </a:lnTo>
                <a:lnTo>
                  <a:pt x="0" y="2516"/>
                </a:lnTo>
                <a:lnTo>
                  <a:pt x="0" y="2451"/>
                </a:lnTo>
                <a:lnTo>
                  <a:pt x="25" y="2451"/>
                </a:lnTo>
                <a:moveTo>
                  <a:pt x="25" y="2604"/>
                </a:moveTo>
                <a:lnTo>
                  <a:pt x="25" y="2626"/>
                </a:lnTo>
                <a:lnTo>
                  <a:pt x="0" y="2626"/>
                </a:lnTo>
                <a:lnTo>
                  <a:pt x="0" y="2604"/>
                </a:lnTo>
                <a:lnTo>
                  <a:pt x="25" y="2604"/>
                </a:lnTo>
                <a:close/>
              </a:path>
            </a:pathLst>
          </a:custGeom>
          <a:solidFill>
            <a:srgbClr val="d5de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8" name=""/>
          <p:cNvSpPr/>
          <p:nvPr/>
        </p:nvSpPr>
        <p:spPr>
          <a:xfrm>
            <a:off x="591840" y="1182240"/>
            <a:ext cx="7679160" cy="905760"/>
          </a:xfrm>
          <a:custGeom>
            <a:avLst/>
            <a:gdLst/>
            <a:ahLst/>
            <a:rect l="0" t="0" r="r" b="b"/>
            <a:pathLst>
              <a:path w="21331" h="2516">
                <a:moveTo>
                  <a:pt x="0" y="2406"/>
                </a:moveTo>
                <a:cubicBezTo>
                  <a:pt x="5707" y="2385"/>
                  <a:pt x="9918" y="2341"/>
                  <a:pt x="14128" y="2253"/>
                </a:cubicBezTo>
                <a:cubicBezTo>
                  <a:pt x="15531" y="2210"/>
                  <a:pt x="16349" y="2144"/>
                  <a:pt x="16981" y="2013"/>
                </a:cubicBezTo>
                <a:cubicBezTo>
                  <a:pt x="18338" y="1729"/>
                  <a:pt x="19554" y="897"/>
                  <a:pt x="21331" y="0"/>
                </a:cubicBezTo>
                <a:lnTo>
                  <a:pt x="21331" y="2516"/>
                </a:lnTo>
                <a:lnTo>
                  <a:pt x="0" y="2516"/>
                </a:lnTo>
                <a:lnTo>
                  <a:pt x="0" y="2406"/>
                </a:ln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9" name=""/>
          <p:cNvSpPr/>
          <p:nvPr/>
        </p:nvSpPr>
        <p:spPr>
          <a:xfrm>
            <a:off x="591840" y="1182240"/>
            <a:ext cx="7679160" cy="866160"/>
          </a:xfrm>
          <a:custGeom>
            <a:avLst/>
            <a:gdLst/>
            <a:ahLst/>
            <a:rect l="0" t="0" r="r" b="b"/>
            <a:pathLst>
              <a:path fill="none" w="21331" h="2406">
                <a:moveTo>
                  <a:pt x="0" y="2406"/>
                </a:moveTo>
                <a:cubicBezTo>
                  <a:pt x="5707" y="2385"/>
                  <a:pt x="9918" y="2341"/>
                  <a:pt x="14128" y="2253"/>
                </a:cubicBezTo>
                <a:cubicBezTo>
                  <a:pt x="15531" y="2210"/>
                  <a:pt x="16349" y="2144"/>
                  <a:pt x="16981" y="2013"/>
                </a:cubicBezTo>
                <a:cubicBezTo>
                  <a:pt x="18338" y="1729"/>
                  <a:pt x="19554" y="897"/>
                  <a:pt x="21331" y="0"/>
                </a:cubicBezTo>
              </a:path>
            </a:pathLst>
          </a:custGeom>
          <a:ln cap="rnd" w="48600">
            <a:solidFill>
              <a:srgbClr val="e8912b"/>
            </a:solidFill>
            <a:miter/>
          </a:ln>
        </p:spPr>
        <p:txBody>
          <a:bodyPr lIns="24120" rIns="24120" tIns="24120" bIns="24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0" name=""/>
          <p:cNvSpPr/>
          <p:nvPr/>
        </p:nvSpPr>
        <p:spPr>
          <a:xfrm>
            <a:off x="8186400" y="1103400"/>
            <a:ext cx="168840" cy="158040"/>
          </a:xfrm>
          <a:custGeom>
            <a:avLst/>
            <a:gdLst/>
            <a:ahLst/>
            <a:rect l="0" t="0" r="r" b="b"/>
            <a:pathLst>
              <a:path w="469" h="439">
                <a:moveTo>
                  <a:pt x="469" y="220"/>
                </a:moveTo>
                <a:cubicBezTo>
                  <a:pt x="469" y="234"/>
                  <a:pt x="468" y="248"/>
                  <a:pt x="465" y="263"/>
                </a:cubicBezTo>
                <a:cubicBezTo>
                  <a:pt x="462" y="277"/>
                  <a:pt x="457" y="290"/>
                  <a:pt x="451" y="304"/>
                </a:cubicBezTo>
                <a:cubicBezTo>
                  <a:pt x="445" y="317"/>
                  <a:pt x="438" y="329"/>
                  <a:pt x="430" y="341"/>
                </a:cubicBezTo>
                <a:cubicBezTo>
                  <a:pt x="421" y="353"/>
                  <a:pt x="412" y="364"/>
                  <a:pt x="401" y="374"/>
                </a:cubicBezTo>
                <a:cubicBezTo>
                  <a:pt x="390" y="385"/>
                  <a:pt x="378" y="394"/>
                  <a:pt x="364" y="402"/>
                </a:cubicBezTo>
                <a:cubicBezTo>
                  <a:pt x="351" y="410"/>
                  <a:pt x="338" y="416"/>
                  <a:pt x="324" y="422"/>
                </a:cubicBezTo>
                <a:cubicBezTo>
                  <a:pt x="310" y="427"/>
                  <a:pt x="295" y="432"/>
                  <a:pt x="280" y="434"/>
                </a:cubicBezTo>
                <a:cubicBezTo>
                  <a:pt x="265" y="437"/>
                  <a:pt x="250" y="439"/>
                  <a:pt x="234" y="439"/>
                </a:cubicBezTo>
                <a:cubicBezTo>
                  <a:pt x="219" y="439"/>
                  <a:pt x="204" y="437"/>
                  <a:pt x="189" y="434"/>
                </a:cubicBezTo>
                <a:cubicBezTo>
                  <a:pt x="174" y="432"/>
                  <a:pt x="159" y="427"/>
                  <a:pt x="145" y="422"/>
                </a:cubicBezTo>
                <a:cubicBezTo>
                  <a:pt x="131" y="416"/>
                  <a:pt x="117" y="410"/>
                  <a:pt x="104" y="402"/>
                </a:cubicBezTo>
                <a:cubicBezTo>
                  <a:pt x="92" y="394"/>
                  <a:pt x="80" y="385"/>
                  <a:pt x="69" y="374"/>
                </a:cubicBezTo>
                <a:cubicBezTo>
                  <a:pt x="58" y="364"/>
                  <a:pt x="48" y="353"/>
                  <a:pt x="40" y="341"/>
                </a:cubicBezTo>
                <a:cubicBezTo>
                  <a:pt x="31" y="329"/>
                  <a:pt x="24" y="317"/>
                  <a:pt x="18" y="304"/>
                </a:cubicBezTo>
                <a:cubicBezTo>
                  <a:pt x="12" y="290"/>
                  <a:pt x="8" y="277"/>
                  <a:pt x="5" y="263"/>
                </a:cubicBezTo>
                <a:cubicBezTo>
                  <a:pt x="2" y="248"/>
                  <a:pt x="0" y="234"/>
                  <a:pt x="0" y="220"/>
                </a:cubicBezTo>
                <a:cubicBezTo>
                  <a:pt x="0" y="204"/>
                  <a:pt x="2" y="190"/>
                  <a:pt x="5" y="176"/>
                </a:cubicBezTo>
                <a:cubicBezTo>
                  <a:pt x="8" y="162"/>
                  <a:pt x="12" y="148"/>
                  <a:pt x="18" y="135"/>
                </a:cubicBezTo>
                <a:cubicBezTo>
                  <a:pt x="24" y="122"/>
                  <a:pt x="31" y="109"/>
                  <a:pt x="40" y="97"/>
                </a:cubicBezTo>
                <a:cubicBezTo>
                  <a:pt x="48" y="85"/>
                  <a:pt x="58" y="74"/>
                  <a:pt x="69" y="64"/>
                </a:cubicBezTo>
                <a:cubicBezTo>
                  <a:pt x="80" y="54"/>
                  <a:pt x="92" y="45"/>
                  <a:pt x="104" y="37"/>
                </a:cubicBezTo>
                <a:cubicBezTo>
                  <a:pt x="117" y="29"/>
                  <a:pt x="131" y="22"/>
                  <a:pt x="145" y="17"/>
                </a:cubicBezTo>
                <a:cubicBezTo>
                  <a:pt x="159" y="11"/>
                  <a:pt x="174" y="7"/>
                  <a:pt x="189" y="4"/>
                </a:cubicBezTo>
                <a:cubicBezTo>
                  <a:pt x="204" y="2"/>
                  <a:pt x="219" y="0"/>
                  <a:pt x="234" y="0"/>
                </a:cubicBezTo>
                <a:cubicBezTo>
                  <a:pt x="250" y="0"/>
                  <a:pt x="265" y="2"/>
                  <a:pt x="280" y="4"/>
                </a:cubicBezTo>
                <a:cubicBezTo>
                  <a:pt x="295" y="7"/>
                  <a:pt x="310" y="11"/>
                  <a:pt x="324" y="17"/>
                </a:cubicBezTo>
                <a:cubicBezTo>
                  <a:pt x="338" y="22"/>
                  <a:pt x="351" y="29"/>
                  <a:pt x="364" y="37"/>
                </a:cubicBezTo>
                <a:cubicBezTo>
                  <a:pt x="378" y="45"/>
                  <a:pt x="390" y="54"/>
                  <a:pt x="401" y="64"/>
                </a:cubicBezTo>
                <a:cubicBezTo>
                  <a:pt x="412" y="74"/>
                  <a:pt x="421" y="85"/>
                  <a:pt x="430" y="97"/>
                </a:cubicBezTo>
                <a:cubicBezTo>
                  <a:pt x="438" y="109"/>
                  <a:pt x="445" y="122"/>
                  <a:pt x="451" y="135"/>
                </a:cubicBezTo>
                <a:cubicBezTo>
                  <a:pt x="457" y="148"/>
                  <a:pt x="462" y="162"/>
                  <a:pt x="465" y="176"/>
                </a:cubicBezTo>
                <a:cubicBezTo>
                  <a:pt x="468" y="190"/>
                  <a:pt x="469" y="204"/>
                  <a:pt x="469" y="220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634320" y="4542480"/>
            <a:ext cx="3467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minder interpretatieruimte, minder hallucinatie.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2" name=""/>
          <p:cNvSpPr/>
          <p:nvPr/>
        </p:nvSpPr>
        <p:spPr>
          <a:xfrm>
            <a:off x="7324560" y="1285560"/>
            <a:ext cx="1181520" cy="200520"/>
          </a:xfrm>
          <a:custGeom>
            <a:avLst/>
            <a:gdLst/>
            <a:ahLst/>
            <a:rect l="0" t="0" r="r" b="b"/>
            <a:pathLst>
              <a:path w="3282" h="557">
                <a:moveTo>
                  <a:pt x="0" y="279"/>
                </a:moveTo>
                <a:cubicBezTo>
                  <a:pt x="0" y="261"/>
                  <a:pt x="2" y="243"/>
                  <a:pt x="5" y="225"/>
                </a:cubicBezTo>
                <a:cubicBezTo>
                  <a:pt x="9" y="207"/>
                  <a:pt x="14" y="190"/>
                  <a:pt x="21" y="173"/>
                </a:cubicBezTo>
                <a:cubicBezTo>
                  <a:pt x="28" y="156"/>
                  <a:pt x="37" y="140"/>
                  <a:pt x="47" y="125"/>
                </a:cubicBezTo>
                <a:cubicBezTo>
                  <a:pt x="57" y="110"/>
                  <a:pt x="68" y="96"/>
                  <a:pt x="81" y="83"/>
                </a:cubicBezTo>
                <a:cubicBezTo>
                  <a:pt x="94" y="70"/>
                  <a:pt x="108" y="58"/>
                  <a:pt x="123" y="48"/>
                </a:cubicBezTo>
                <a:cubicBezTo>
                  <a:pt x="139" y="38"/>
                  <a:pt x="155" y="29"/>
                  <a:pt x="171" y="22"/>
                </a:cubicBezTo>
                <a:cubicBezTo>
                  <a:pt x="188" y="15"/>
                  <a:pt x="206" y="9"/>
                  <a:pt x="224" y="6"/>
                </a:cubicBezTo>
                <a:cubicBezTo>
                  <a:pt x="241" y="2"/>
                  <a:pt x="260" y="0"/>
                  <a:pt x="278" y="0"/>
                </a:cubicBezTo>
                <a:lnTo>
                  <a:pt x="3004" y="0"/>
                </a:lnTo>
                <a:cubicBezTo>
                  <a:pt x="3022" y="0"/>
                  <a:pt x="3040" y="2"/>
                  <a:pt x="3058" y="6"/>
                </a:cubicBezTo>
                <a:cubicBezTo>
                  <a:pt x="3076" y="9"/>
                  <a:pt x="3093" y="15"/>
                  <a:pt x="3110" y="22"/>
                </a:cubicBezTo>
                <a:cubicBezTo>
                  <a:pt x="3127" y="29"/>
                  <a:pt x="3143" y="38"/>
                  <a:pt x="3158" y="48"/>
                </a:cubicBezTo>
                <a:cubicBezTo>
                  <a:pt x="3173" y="58"/>
                  <a:pt x="3188" y="70"/>
                  <a:pt x="3200" y="83"/>
                </a:cubicBezTo>
                <a:cubicBezTo>
                  <a:pt x="3213" y="96"/>
                  <a:pt x="3225" y="110"/>
                  <a:pt x="3235" y="125"/>
                </a:cubicBezTo>
                <a:cubicBezTo>
                  <a:pt x="3245" y="140"/>
                  <a:pt x="3254" y="156"/>
                  <a:pt x="3261" y="173"/>
                </a:cubicBezTo>
                <a:cubicBezTo>
                  <a:pt x="3268" y="190"/>
                  <a:pt x="3273" y="207"/>
                  <a:pt x="3276" y="225"/>
                </a:cubicBezTo>
                <a:cubicBezTo>
                  <a:pt x="3280" y="243"/>
                  <a:pt x="3282" y="261"/>
                  <a:pt x="3282" y="279"/>
                </a:cubicBezTo>
                <a:cubicBezTo>
                  <a:pt x="3282" y="297"/>
                  <a:pt x="3280" y="315"/>
                  <a:pt x="3276" y="333"/>
                </a:cubicBezTo>
                <a:cubicBezTo>
                  <a:pt x="3273" y="351"/>
                  <a:pt x="3268" y="369"/>
                  <a:pt x="3261" y="386"/>
                </a:cubicBezTo>
                <a:cubicBezTo>
                  <a:pt x="3254" y="402"/>
                  <a:pt x="3245" y="418"/>
                  <a:pt x="3235" y="434"/>
                </a:cubicBezTo>
                <a:cubicBezTo>
                  <a:pt x="3225" y="449"/>
                  <a:pt x="3213" y="463"/>
                  <a:pt x="3200" y="476"/>
                </a:cubicBezTo>
                <a:cubicBezTo>
                  <a:pt x="3188" y="489"/>
                  <a:pt x="3173" y="500"/>
                  <a:pt x="3158" y="510"/>
                </a:cubicBezTo>
                <a:cubicBezTo>
                  <a:pt x="3143" y="520"/>
                  <a:pt x="3127" y="529"/>
                  <a:pt x="3110" y="536"/>
                </a:cubicBezTo>
                <a:cubicBezTo>
                  <a:pt x="3093" y="543"/>
                  <a:pt x="3076" y="548"/>
                  <a:pt x="3058" y="552"/>
                </a:cubicBezTo>
                <a:cubicBezTo>
                  <a:pt x="3040" y="555"/>
                  <a:pt x="3022" y="557"/>
                  <a:pt x="3004" y="557"/>
                </a:cubicBezTo>
                <a:lnTo>
                  <a:pt x="278" y="557"/>
                </a:lnTo>
                <a:cubicBezTo>
                  <a:pt x="260" y="557"/>
                  <a:pt x="241" y="555"/>
                  <a:pt x="224" y="552"/>
                </a:cubicBezTo>
                <a:cubicBezTo>
                  <a:pt x="206" y="548"/>
                  <a:pt x="188" y="543"/>
                  <a:pt x="171" y="536"/>
                </a:cubicBezTo>
                <a:cubicBezTo>
                  <a:pt x="155" y="529"/>
                  <a:pt x="139" y="520"/>
                  <a:pt x="123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8" y="463"/>
                  <a:pt x="57" y="449"/>
                  <a:pt x="47" y="434"/>
                </a:cubicBezTo>
                <a:cubicBezTo>
                  <a:pt x="37" y="418"/>
                  <a:pt x="28" y="402"/>
                  <a:pt x="21" y="386"/>
                </a:cubicBezTo>
                <a:cubicBezTo>
                  <a:pt x="14" y="369"/>
                  <a:pt x="9" y="351"/>
                  <a:pt x="5" y="333"/>
                </a:cubicBezTo>
                <a:cubicBezTo>
                  <a:pt x="2" y="315"/>
                  <a:pt x="0" y="297"/>
                  <a:pt x="0" y="279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472320" y="1164960"/>
            <a:ext cx="1532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impact en doorontwikkeling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7418520" y="1326960"/>
            <a:ext cx="1166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exponentiële groei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6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6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63" name=""/>
          <p:cNvSpPr/>
          <p:nvPr/>
        </p:nvSpPr>
        <p:spPr>
          <a:xfrm>
            <a:off x="456840" y="1228680"/>
            <a:ext cx="2591280" cy="2514960"/>
          </a:xfrm>
          <a:custGeom>
            <a:avLst/>
            <a:gdLst/>
            <a:ahLst/>
            <a:rect l="0" t="0" r="r" b="b"/>
            <a:pathLst>
              <a:path w="7198" h="6986">
                <a:moveTo>
                  <a:pt x="0" y="672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9" y="197"/>
                  <a:pt x="14" y="180"/>
                  <a:pt x="21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5" y="104"/>
                  <a:pt x="66" y="90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1"/>
                  <a:pt x="248" y="0"/>
                  <a:pt x="265" y="0"/>
                </a:cubicBezTo>
                <a:lnTo>
                  <a:pt x="6934" y="0"/>
                </a:lnTo>
                <a:cubicBezTo>
                  <a:pt x="6951" y="0"/>
                  <a:pt x="6968" y="1"/>
                  <a:pt x="6985" y="5"/>
                </a:cubicBezTo>
                <a:cubicBezTo>
                  <a:pt x="7002" y="8"/>
                  <a:pt x="7019" y="13"/>
                  <a:pt x="7035" y="20"/>
                </a:cubicBezTo>
                <a:cubicBezTo>
                  <a:pt x="7051" y="26"/>
                  <a:pt x="7066" y="35"/>
                  <a:pt x="7081" y="44"/>
                </a:cubicBezTo>
                <a:cubicBezTo>
                  <a:pt x="7095" y="54"/>
                  <a:pt x="7108" y="65"/>
                  <a:pt x="7121" y="77"/>
                </a:cubicBezTo>
                <a:cubicBezTo>
                  <a:pt x="7133" y="90"/>
                  <a:pt x="7144" y="104"/>
                  <a:pt x="7154" y="118"/>
                </a:cubicBezTo>
                <a:cubicBezTo>
                  <a:pt x="7163" y="133"/>
                  <a:pt x="7171" y="148"/>
                  <a:pt x="7178" y="164"/>
                </a:cubicBezTo>
                <a:cubicBezTo>
                  <a:pt x="7185" y="180"/>
                  <a:pt x="7190" y="197"/>
                  <a:pt x="7193" y="214"/>
                </a:cubicBezTo>
                <a:cubicBezTo>
                  <a:pt x="7196" y="231"/>
                  <a:pt x="7198" y="248"/>
                  <a:pt x="7198" y="265"/>
                </a:cubicBezTo>
                <a:lnTo>
                  <a:pt x="7198" y="6721"/>
                </a:lnTo>
                <a:cubicBezTo>
                  <a:pt x="7198" y="6738"/>
                  <a:pt x="7196" y="6756"/>
                  <a:pt x="7193" y="6773"/>
                </a:cubicBezTo>
                <a:cubicBezTo>
                  <a:pt x="7190" y="6790"/>
                  <a:pt x="7185" y="6806"/>
                  <a:pt x="7178" y="6822"/>
                </a:cubicBezTo>
                <a:cubicBezTo>
                  <a:pt x="7171" y="6838"/>
                  <a:pt x="7163" y="6854"/>
                  <a:pt x="7154" y="6868"/>
                </a:cubicBezTo>
                <a:cubicBezTo>
                  <a:pt x="7144" y="6882"/>
                  <a:pt x="7133" y="6896"/>
                  <a:pt x="7121" y="6908"/>
                </a:cubicBezTo>
                <a:cubicBezTo>
                  <a:pt x="7108" y="6920"/>
                  <a:pt x="7095" y="6931"/>
                  <a:pt x="7081" y="6941"/>
                </a:cubicBezTo>
                <a:cubicBezTo>
                  <a:pt x="7066" y="6951"/>
                  <a:pt x="7051" y="6959"/>
                  <a:pt x="7035" y="6965"/>
                </a:cubicBezTo>
                <a:cubicBezTo>
                  <a:pt x="7019" y="6972"/>
                  <a:pt x="7002" y="6977"/>
                  <a:pt x="6985" y="6981"/>
                </a:cubicBezTo>
                <a:cubicBezTo>
                  <a:pt x="6968" y="6984"/>
                  <a:pt x="6951" y="6986"/>
                  <a:pt x="6934" y="6986"/>
                </a:cubicBezTo>
                <a:lnTo>
                  <a:pt x="265" y="6986"/>
                </a:lnTo>
                <a:cubicBezTo>
                  <a:pt x="248" y="6986"/>
                  <a:pt x="231" y="6984"/>
                  <a:pt x="213" y="6981"/>
                </a:cubicBezTo>
                <a:cubicBezTo>
                  <a:pt x="196" y="6977"/>
                  <a:pt x="180" y="6972"/>
                  <a:pt x="164" y="6965"/>
                </a:cubicBezTo>
                <a:cubicBezTo>
                  <a:pt x="148" y="6959"/>
                  <a:pt x="133" y="6951"/>
                  <a:pt x="118" y="6941"/>
                </a:cubicBezTo>
                <a:cubicBezTo>
                  <a:pt x="104" y="6931"/>
                  <a:pt x="90" y="6920"/>
                  <a:pt x="78" y="6908"/>
                </a:cubicBezTo>
                <a:cubicBezTo>
                  <a:pt x="66" y="6896"/>
                  <a:pt x="55" y="6882"/>
                  <a:pt x="45" y="6868"/>
                </a:cubicBezTo>
                <a:cubicBezTo>
                  <a:pt x="35" y="6854"/>
                  <a:pt x="27" y="6838"/>
                  <a:pt x="21" y="6822"/>
                </a:cubicBezTo>
                <a:cubicBezTo>
                  <a:pt x="14" y="6806"/>
                  <a:pt x="9" y="6790"/>
                  <a:pt x="6" y="6773"/>
                </a:cubicBezTo>
                <a:cubicBezTo>
                  <a:pt x="2" y="6756"/>
                  <a:pt x="0" y="6738"/>
                  <a:pt x="0" y="6721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439920" y="558000"/>
            <a:ext cx="59594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dat straks mogelijk maakt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5" name=""/>
          <p:cNvSpPr/>
          <p:nvPr/>
        </p:nvSpPr>
        <p:spPr>
          <a:xfrm>
            <a:off x="614160" y="1861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3"/>
                </a:cubicBezTo>
                <a:cubicBezTo>
                  <a:pt x="6217" y="5"/>
                  <a:pt x="6226" y="8"/>
                  <a:pt x="6235" y="11"/>
                </a:cubicBezTo>
                <a:cubicBezTo>
                  <a:pt x="6244" y="15"/>
                  <a:pt x="6252" y="19"/>
                  <a:pt x="6260" y="25"/>
                </a:cubicBezTo>
                <a:cubicBezTo>
                  <a:pt x="6268" y="30"/>
                  <a:pt x="6275" y="36"/>
                  <a:pt x="6282" y="43"/>
                </a:cubicBezTo>
                <a:cubicBezTo>
                  <a:pt x="6289" y="49"/>
                  <a:pt x="6295" y="57"/>
                  <a:pt x="6300" y="65"/>
                </a:cubicBezTo>
                <a:cubicBezTo>
                  <a:pt x="6305" y="73"/>
                  <a:pt x="6310" y="81"/>
                  <a:pt x="6314" y="90"/>
                </a:cubicBezTo>
                <a:cubicBezTo>
                  <a:pt x="6317" y="99"/>
                  <a:pt x="6320" y="108"/>
                  <a:pt x="6322" y="117"/>
                </a:cubicBezTo>
                <a:cubicBezTo>
                  <a:pt x="6324" y="127"/>
                  <a:pt x="6325" y="136"/>
                  <a:pt x="6325" y="146"/>
                </a:cubicBezTo>
                <a:lnTo>
                  <a:pt x="6325" y="623"/>
                </a:lnTo>
                <a:cubicBezTo>
                  <a:pt x="6325" y="632"/>
                  <a:pt x="6324" y="642"/>
                  <a:pt x="6322" y="651"/>
                </a:cubicBezTo>
                <a:cubicBezTo>
                  <a:pt x="6320" y="661"/>
                  <a:pt x="6317" y="670"/>
                  <a:pt x="6314" y="679"/>
                </a:cubicBezTo>
                <a:cubicBezTo>
                  <a:pt x="6310" y="687"/>
                  <a:pt x="6305" y="696"/>
                  <a:pt x="6300" y="704"/>
                </a:cubicBezTo>
                <a:cubicBezTo>
                  <a:pt x="6295" y="712"/>
                  <a:pt x="6289" y="719"/>
                  <a:pt x="6282" y="726"/>
                </a:cubicBezTo>
                <a:cubicBezTo>
                  <a:pt x="6275" y="733"/>
                  <a:pt x="6268" y="739"/>
                  <a:pt x="6260" y="744"/>
                </a:cubicBezTo>
                <a:cubicBezTo>
                  <a:pt x="6252" y="749"/>
                  <a:pt x="6244" y="754"/>
                  <a:pt x="6235" y="757"/>
                </a:cubicBezTo>
                <a:cubicBezTo>
                  <a:pt x="6226" y="761"/>
                  <a:pt x="6217" y="764"/>
                  <a:pt x="6207" y="766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6" name=""/>
          <p:cNvSpPr/>
          <p:nvPr/>
        </p:nvSpPr>
        <p:spPr>
          <a:xfrm>
            <a:off x="614160" y="1861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3"/>
                </a:cubicBezTo>
                <a:cubicBezTo>
                  <a:pt x="6217" y="5"/>
                  <a:pt x="6226" y="8"/>
                  <a:pt x="6235" y="11"/>
                </a:cubicBezTo>
                <a:cubicBezTo>
                  <a:pt x="6244" y="15"/>
                  <a:pt x="6252" y="19"/>
                  <a:pt x="6260" y="25"/>
                </a:cubicBezTo>
                <a:cubicBezTo>
                  <a:pt x="6268" y="30"/>
                  <a:pt x="6275" y="36"/>
                  <a:pt x="6282" y="43"/>
                </a:cubicBezTo>
                <a:cubicBezTo>
                  <a:pt x="6289" y="49"/>
                  <a:pt x="6295" y="57"/>
                  <a:pt x="6300" y="65"/>
                </a:cubicBezTo>
                <a:cubicBezTo>
                  <a:pt x="6305" y="73"/>
                  <a:pt x="6310" y="81"/>
                  <a:pt x="6314" y="90"/>
                </a:cubicBezTo>
                <a:cubicBezTo>
                  <a:pt x="6317" y="99"/>
                  <a:pt x="6320" y="108"/>
                  <a:pt x="6322" y="117"/>
                </a:cubicBezTo>
                <a:cubicBezTo>
                  <a:pt x="6324" y="127"/>
                  <a:pt x="6325" y="136"/>
                  <a:pt x="6325" y="146"/>
                </a:cubicBezTo>
                <a:lnTo>
                  <a:pt x="6325" y="623"/>
                </a:lnTo>
                <a:cubicBezTo>
                  <a:pt x="6325" y="632"/>
                  <a:pt x="6324" y="642"/>
                  <a:pt x="6322" y="651"/>
                </a:cubicBezTo>
                <a:cubicBezTo>
                  <a:pt x="6320" y="661"/>
                  <a:pt x="6317" y="670"/>
                  <a:pt x="6314" y="679"/>
                </a:cubicBezTo>
                <a:cubicBezTo>
                  <a:pt x="6310" y="687"/>
                  <a:pt x="6305" y="696"/>
                  <a:pt x="6300" y="704"/>
                </a:cubicBezTo>
                <a:cubicBezTo>
                  <a:pt x="6295" y="712"/>
                  <a:pt x="6289" y="719"/>
                  <a:pt x="6282" y="726"/>
                </a:cubicBezTo>
                <a:cubicBezTo>
                  <a:pt x="6275" y="733"/>
                  <a:pt x="6268" y="739"/>
                  <a:pt x="6260" y="744"/>
                </a:cubicBezTo>
                <a:cubicBezTo>
                  <a:pt x="6252" y="749"/>
                  <a:pt x="6244" y="754"/>
                  <a:pt x="6235" y="757"/>
                </a:cubicBezTo>
                <a:cubicBezTo>
                  <a:pt x="6226" y="761"/>
                  <a:pt x="6217" y="764"/>
                  <a:pt x="6207" y="766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7" name=""/>
          <p:cNvSpPr/>
          <p:nvPr/>
        </p:nvSpPr>
        <p:spPr>
          <a:xfrm>
            <a:off x="614160" y="2185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2"/>
                </a:cubicBezTo>
                <a:cubicBezTo>
                  <a:pt x="6217" y="4"/>
                  <a:pt x="6226" y="7"/>
                  <a:pt x="6235" y="11"/>
                </a:cubicBezTo>
                <a:cubicBezTo>
                  <a:pt x="6244" y="14"/>
                  <a:pt x="6252" y="19"/>
                  <a:pt x="6260" y="24"/>
                </a:cubicBezTo>
                <a:cubicBezTo>
                  <a:pt x="6268" y="30"/>
                  <a:pt x="6275" y="36"/>
                  <a:pt x="6282" y="42"/>
                </a:cubicBezTo>
                <a:cubicBezTo>
                  <a:pt x="6289" y="49"/>
                  <a:pt x="6295" y="56"/>
                  <a:pt x="6300" y="64"/>
                </a:cubicBezTo>
                <a:cubicBezTo>
                  <a:pt x="6305" y="72"/>
                  <a:pt x="6310" y="81"/>
                  <a:pt x="6314" y="90"/>
                </a:cubicBezTo>
                <a:cubicBezTo>
                  <a:pt x="6317" y="98"/>
                  <a:pt x="6320" y="107"/>
                  <a:pt x="6322" y="117"/>
                </a:cubicBezTo>
                <a:cubicBezTo>
                  <a:pt x="6324" y="126"/>
                  <a:pt x="6325" y="136"/>
                  <a:pt x="6325" y="145"/>
                </a:cubicBezTo>
                <a:lnTo>
                  <a:pt x="6325" y="622"/>
                </a:lnTo>
                <a:cubicBezTo>
                  <a:pt x="6325" y="632"/>
                  <a:pt x="6324" y="641"/>
                  <a:pt x="6322" y="651"/>
                </a:cubicBezTo>
                <a:cubicBezTo>
                  <a:pt x="6320" y="660"/>
                  <a:pt x="6317" y="669"/>
                  <a:pt x="6314" y="678"/>
                </a:cubicBezTo>
                <a:cubicBezTo>
                  <a:pt x="6310" y="687"/>
                  <a:pt x="6305" y="695"/>
                  <a:pt x="6300" y="703"/>
                </a:cubicBezTo>
                <a:cubicBezTo>
                  <a:pt x="6295" y="711"/>
                  <a:pt x="6289" y="719"/>
                  <a:pt x="6282" y="725"/>
                </a:cubicBezTo>
                <a:cubicBezTo>
                  <a:pt x="6275" y="732"/>
                  <a:pt x="6268" y="738"/>
                  <a:pt x="6260" y="743"/>
                </a:cubicBezTo>
                <a:cubicBezTo>
                  <a:pt x="6252" y="749"/>
                  <a:pt x="6244" y="753"/>
                  <a:pt x="6235" y="757"/>
                </a:cubicBezTo>
                <a:cubicBezTo>
                  <a:pt x="6226" y="761"/>
                  <a:pt x="6217" y="763"/>
                  <a:pt x="6207" y="765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8" name=""/>
          <p:cNvSpPr/>
          <p:nvPr/>
        </p:nvSpPr>
        <p:spPr>
          <a:xfrm>
            <a:off x="614160" y="2185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2"/>
                </a:cubicBezTo>
                <a:cubicBezTo>
                  <a:pt x="6217" y="4"/>
                  <a:pt x="6226" y="7"/>
                  <a:pt x="6235" y="11"/>
                </a:cubicBezTo>
                <a:cubicBezTo>
                  <a:pt x="6244" y="14"/>
                  <a:pt x="6252" y="19"/>
                  <a:pt x="6260" y="24"/>
                </a:cubicBezTo>
                <a:cubicBezTo>
                  <a:pt x="6268" y="30"/>
                  <a:pt x="6275" y="36"/>
                  <a:pt x="6282" y="42"/>
                </a:cubicBezTo>
                <a:cubicBezTo>
                  <a:pt x="6289" y="49"/>
                  <a:pt x="6295" y="56"/>
                  <a:pt x="6300" y="64"/>
                </a:cubicBezTo>
                <a:cubicBezTo>
                  <a:pt x="6305" y="72"/>
                  <a:pt x="6310" y="81"/>
                  <a:pt x="6314" y="90"/>
                </a:cubicBezTo>
                <a:cubicBezTo>
                  <a:pt x="6317" y="98"/>
                  <a:pt x="6320" y="107"/>
                  <a:pt x="6322" y="117"/>
                </a:cubicBezTo>
                <a:cubicBezTo>
                  <a:pt x="6324" y="126"/>
                  <a:pt x="6325" y="136"/>
                  <a:pt x="6325" y="145"/>
                </a:cubicBezTo>
                <a:lnTo>
                  <a:pt x="6325" y="622"/>
                </a:lnTo>
                <a:cubicBezTo>
                  <a:pt x="6325" y="632"/>
                  <a:pt x="6324" y="641"/>
                  <a:pt x="6322" y="651"/>
                </a:cubicBezTo>
                <a:cubicBezTo>
                  <a:pt x="6320" y="660"/>
                  <a:pt x="6317" y="669"/>
                  <a:pt x="6314" y="678"/>
                </a:cubicBezTo>
                <a:cubicBezTo>
                  <a:pt x="6310" y="687"/>
                  <a:pt x="6305" y="695"/>
                  <a:pt x="6300" y="703"/>
                </a:cubicBezTo>
                <a:cubicBezTo>
                  <a:pt x="6295" y="711"/>
                  <a:pt x="6289" y="719"/>
                  <a:pt x="6282" y="725"/>
                </a:cubicBezTo>
                <a:cubicBezTo>
                  <a:pt x="6275" y="732"/>
                  <a:pt x="6268" y="738"/>
                  <a:pt x="6260" y="743"/>
                </a:cubicBezTo>
                <a:cubicBezTo>
                  <a:pt x="6252" y="749"/>
                  <a:pt x="6244" y="753"/>
                  <a:pt x="6235" y="757"/>
                </a:cubicBezTo>
                <a:cubicBezTo>
                  <a:pt x="6226" y="761"/>
                  <a:pt x="6217" y="763"/>
                  <a:pt x="6207" y="765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noFill/>
          <a:ln w="9360">
            <a:solidFill>
              <a:srgbClr val="0e9e7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1119960" y="1389600"/>
            <a:ext cx="1500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0e9e7e"/>
                </a:solidFill>
                <a:latin typeface="Arial"/>
                <a:ea typeface="Arial"/>
              </a:rPr>
              <a:t>Onderwijsontwerp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948600" y="1937520"/>
            <a:ext cx="1798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Ons aanbod in leeruitkomsten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743760" y="2261520"/>
            <a:ext cx="22896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Gevraagde vaardigheden uit de markt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2" name=""/>
          <p:cNvSpPr/>
          <p:nvPr/>
        </p:nvSpPr>
        <p:spPr>
          <a:xfrm>
            <a:off x="1428480" y="2714400"/>
            <a:ext cx="648000" cy="305280"/>
          </a:xfrm>
          <a:custGeom>
            <a:avLst/>
            <a:gdLst/>
            <a:ahLst/>
            <a:rect l="0" t="0" r="r" b="b"/>
            <a:pathLst>
              <a:path w="1800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642" y="0"/>
                </a:lnTo>
                <a:cubicBezTo>
                  <a:pt x="1652" y="0"/>
                  <a:pt x="1662" y="1"/>
                  <a:pt x="1673" y="3"/>
                </a:cubicBezTo>
                <a:cubicBezTo>
                  <a:pt x="1683" y="5"/>
                  <a:pt x="1693" y="8"/>
                  <a:pt x="1702" y="12"/>
                </a:cubicBezTo>
                <a:cubicBezTo>
                  <a:pt x="1712" y="16"/>
                  <a:pt x="1721" y="21"/>
                  <a:pt x="1730" y="27"/>
                </a:cubicBezTo>
                <a:cubicBezTo>
                  <a:pt x="1739" y="33"/>
                  <a:pt x="1747" y="39"/>
                  <a:pt x="1754" y="47"/>
                </a:cubicBezTo>
                <a:cubicBezTo>
                  <a:pt x="1761" y="54"/>
                  <a:pt x="1768" y="62"/>
                  <a:pt x="1774" y="71"/>
                </a:cubicBezTo>
                <a:cubicBezTo>
                  <a:pt x="1779" y="79"/>
                  <a:pt x="1784" y="88"/>
                  <a:pt x="1788" y="98"/>
                </a:cubicBezTo>
                <a:cubicBezTo>
                  <a:pt x="1792" y="108"/>
                  <a:pt x="1795" y="118"/>
                  <a:pt x="1797" y="128"/>
                </a:cubicBezTo>
                <a:cubicBezTo>
                  <a:pt x="1799" y="138"/>
                  <a:pt x="1800" y="148"/>
                  <a:pt x="1800" y="159"/>
                </a:cubicBezTo>
                <a:lnTo>
                  <a:pt x="1800" y="689"/>
                </a:lnTo>
                <a:cubicBezTo>
                  <a:pt x="1800" y="699"/>
                  <a:pt x="1799" y="710"/>
                  <a:pt x="1797" y="720"/>
                </a:cubicBezTo>
                <a:cubicBezTo>
                  <a:pt x="1795" y="730"/>
                  <a:pt x="1792" y="740"/>
                  <a:pt x="1788" y="750"/>
                </a:cubicBezTo>
                <a:cubicBezTo>
                  <a:pt x="1784" y="759"/>
                  <a:pt x="1779" y="769"/>
                  <a:pt x="1774" y="777"/>
                </a:cubicBezTo>
                <a:cubicBezTo>
                  <a:pt x="1768" y="786"/>
                  <a:pt x="1761" y="794"/>
                  <a:pt x="1754" y="801"/>
                </a:cubicBezTo>
                <a:cubicBezTo>
                  <a:pt x="1747" y="809"/>
                  <a:pt x="1739" y="815"/>
                  <a:pt x="1730" y="821"/>
                </a:cubicBezTo>
                <a:cubicBezTo>
                  <a:pt x="1721" y="827"/>
                  <a:pt x="1712" y="832"/>
                  <a:pt x="1702" y="836"/>
                </a:cubicBezTo>
                <a:cubicBezTo>
                  <a:pt x="1693" y="840"/>
                  <a:pt x="1683" y="843"/>
                  <a:pt x="1673" y="845"/>
                </a:cubicBezTo>
                <a:cubicBezTo>
                  <a:pt x="1662" y="847"/>
                  <a:pt x="1652" y="848"/>
                  <a:pt x="1642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1689120" y="24922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0e9e7e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1563120" y="2794320"/>
            <a:ext cx="438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ffffff"/>
                </a:solidFill>
                <a:latin typeface="Arial"/>
                <a:ea typeface="Arial"/>
              </a:rPr>
              <a:t>Agent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1689120" y="30448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0e9e7e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681840" y="3270600"/>
            <a:ext cx="24267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Waar sluit ons aanbod niet aan op de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7" name=""/>
          <p:cNvSpPr/>
          <p:nvPr/>
        </p:nvSpPr>
        <p:spPr>
          <a:xfrm>
            <a:off x="3200040" y="1228680"/>
            <a:ext cx="2591280" cy="2514960"/>
          </a:xfrm>
          <a:custGeom>
            <a:avLst/>
            <a:gdLst/>
            <a:ahLst/>
            <a:rect l="0" t="0" r="r" b="b"/>
            <a:pathLst>
              <a:path w="7198" h="6986">
                <a:moveTo>
                  <a:pt x="0" y="672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9" y="197"/>
                  <a:pt x="14" y="180"/>
                  <a:pt x="21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5" y="104"/>
                  <a:pt x="66" y="90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1"/>
                  <a:pt x="248" y="0"/>
                  <a:pt x="265" y="0"/>
                </a:cubicBezTo>
                <a:lnTo>
                  <a:pt x="6934" y="0"/>
                </a:lnTo>
                <a:cubicBezTo>
                  <a:pt x="6951" y="0"/>
                  <a:pt x="6968" y="1"/>
                  <a:pt x="6985" y="5"/>
                </a:cubicBezTo>
                <a:cubicBezTo>
                  <a:pt x="7002" y="8"/>
                  <a:pt x="7019" y="13"/>
                  <a:pt x="7035" y="20"/>
                </a:cubicBezTo>
                <a:cubicBezTo>
                  <a:pt x="7051" y="26"/>
                  <a:pt x="7066" y="35"/>
                  <a:pt x="7081" y="44"/>
                </a:cubicBezTo>
                <a:cubicBezTo>
                  <a:pt x="7095" y="54"/>
                  <a:pt x="7108" y="65"/>
                  <a:pt x="7121" y="77"/>
                </a:cubicBezTo>
                <a:cubicBezTo>
                  <a:pt x="7133" y="90"/>
                  <a:pt x="7144" y="104"/>
                  <a:pt x="7154" y="118"/>
                </a:cubicBezTo>
                <a:cubicBezTo>
                  <a:pt x="7163" y="133"/>
                  <a:pt x="7171" y="148"/>
                  <a:pt x="7178" y="164"/>
                </a:cubicBezTo>
                <a:cubicBezTo>
                  <a:pt x="7185" y="180"/>
                  <a:pt x="7190" y="197"/>
                  <a:pt x="7193" y="214"/>
                </a:cubicBezTo>
                <a:cubicBezTo>
                  <a:pt x="7196" y="231"/>
                  <a:pt x="7198" y="248"/>
                  <a:pt x="7198" y="265"/>
                </a:cubicBezTo>
                <a:lnTo>
                  <a:pt x="7198" y="6721"/>
                </a:lnTo>
                <a:cubicBezTo>
                  <a:pt x="7198" y="6738"/>
                  <a:pt x="7196" y="6756"/>
                  <a:pt x="7193" y="6773"/>
                </a:cubicBezTo>
                <a:cubicBezTo>
                  <a:pt x="7190" y="6790"/>
                  <a:pt x="7185" y="6806"/>
                  <a:pt x="7178" y="6822"/>
                </a:cubicBezTo>
                <a:cubicBezTo>
                  <a:pt x="7171" y="6838"/>
                  <a:pt x="7163" y="6854"/>
                  <a:pt x="7154" y="6868"/>
                </a:cubicBezTo>
                <a:cubicBezTo>
                  <a:pt x="7144" y="6882"/>
                  <a:pt x="7133" y="6896"/>
                  <a:pt x="7121" y="6908"/>
                </a:cubicBezTo>
                <a:cubicBezTo>
                  <a:pt x="7108" y="6920"/>
                  <a:pt x="7095" y="6931"/>
                  <a:pt x="7081" y="6941"/>
                </a:cubicBezTo>
                <a:cubicBezTo>
                  <a:pt x="7066" y="6951"/>
                  <a:pt x="7051" y="6959"/>
                  <a:pt x="7035" y="6965"/>
                </a:cubicBezTo>
                <a:cubicBezTo>
                  <a:pt x="7019" y="6972"/>
                  <a:pt x="7002" y="6977"/>
                  <a:pt x="6985" y="6981"/>
                </a:cubicBezTo>
                <a:cubicBezTo>
                  <a:pt x="6968" y="6984"/>
                  <a:pt x="6951" y="6986"/>
                  <a:pt x="6934" y="6986"/>
                </a:cubicBezTo>
                <a:lnTo>
                  <a:pt x="265" y="6986"/>
                </a:lnTo>
                <a:cubicBezTo>
                  <a:pt x="248" y="6986"/>
                  <a:pt x="231" y="6984"/>
                  <a:pt x="213" y="6981"/>
                </a:cubicBezTo>
                <a:cubicBezTo>
                  <a:pt x="196" y="6977"/>
                  <a:pt x="180" y="6972"/>
                  <a:pt x="164" y="6965"/>
                </a:cubicBezTo>
                <a:cubicBezTo>
                  <a:pt x="148" y="6959"/>
                  <a:pt x="133" y="6951"/>
                  <a:pt x="118" y="6941"/>
                </a:cubicBezTo>
                <a:cubicBezTo>
                  <a:pt x="104" y="6931"/>
                  <a:pt x="90" y="6920"/>
                  <a:pt x="78" y="6908"/>
                </a:cubicBezTo>
                <a:cubicBezTo>
                  <a:pt x="66" y="6896"/>
                  <a:pt x="55" y="6882"/>
                  <a:pt x="45" y="6868"/>
                </a:cubicBezTo>
                <a:cubicBezTo>
                  <a:pt x="35" y="6854"/>
                  <a:pt x="27" y="6838"/>
                  <a:pt x="21" y="6822"/>
                </a:cubicBezTo>
                <a:cubicBezTo>
                  <a:pt x="14" y="6806"/>
                  <a:pt x="9" y="6790"/>
                  <a:pt x="6" y="6773"/>
                </a:cubicBezTo>
                <a:cubicBezTo>
                  <a:pt x="2" y="6756"/>
                  <a:pt x="0" y="6738"/>
                  <a:pt x="0" y="6721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801000" y="3441960"/>
            <a:ext cx="2152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markt, en wat ontwikkelen we bij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9" name=""/>
          <p:cNvSpPr/>
          <p:nvPr/>
        </p:nvSpPr>
        <p:spPr>
          <a:xfrm>
            <a:off x="3357360" y="1861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3"/>
                </a:cubicBezTo>
                <a:cubicBezTo>
                  <a:pt x="6217" y="5"/>
                  <a:pt x="6226" y="8"/>
                  <a:pt x="6235" y="11"/>
                </a:cubicBezTo>
                <a:cubicBezTo>
                  <a:pt x="6244" y="15"/>
                  <a:pt x="6252" y="19"/>
                  <a:pt x="6260" y="25"/>
                </a:cubicBezTo>
                <a:cubicBezTo>
                  <a:pt x="6268" y="30"/>
                  <a:pt x="6275" y="36"/>
                  <a:pt x="6282" y="43"/>
                </a:cubicBezTo>
                <a:cubicBezTo>
                  <a:pt x="6289" y="49"/>
                  <a:pt x="6295" y="57"/>
                  <a:pt x="6300" y="65"/>
                </a:cubicBezTo>
                <a:cubicBezTo>
                  <a:pt x="6305" y="73"/>
                  <a:pt x="6310" y="81"/>
                  <a:pt x="6314" y="90"/>
                </a:cubicBezTo>
                <a:cubicBezTo>
                  <a:pt x="6317" y="99"/>
                  <a:pt x="6320" y="108"/>
                  <a:pt x="6322" y="117"/>
                </a:cubicBezTo>
                <a:cubicBezTo>
                  <a:pt x="6324" y="127"/>
                  <a:pt x="6325" y="136"/>
                  <a:pt x="6325" y="146"/>
                </a:cubicBezTo>
                <a:lnTo>
                  <a:pt x="6325" y="623"/>
                </a:lnTo>
                <a:cubicBezTo>
                  <a:pt x="6325" y="632"/>
                  <a:pt x="6324" y="642"/>
                  <a:pt x="6322" y="651"/>
                </a:cubicBezTo>
                <a:cubicBezTo>
                  <a:pt x="6320" y="661"/>
                  <a:pt x="6317" y="670"/>
                  <a:pt x="6314" y="679"/>
                </a:cubicBezTo>
                <a:cubicBezTo>
                  <a:pt x="6310" y="687"/>
                  <a:pt x="6305" y="696"/>
                  <a:pt x="6300" y="704"/>
                </a:cubicBezTo>
                <a:cubicBezTo>
                  <a:pt x="6295" y="712"/>
                  <a:pt x="6289" y="719"/>
                  <a:pt x="6282" y="726"/>
                </a:cubicBezTo>
                <a:cubicBezTo>
                  <a:pt x="6275" y="733"/>
                  <a:pt x="6268" y="739"/>
                  <a:pt x="6260" y="744"/>
                </a:cubicBezTo>
                <a:cubicBezTo>
                  <a:pt x="6252" y="749"/>
                  <a:pt x="6244" y="754"/>
                  <a:pt x="6235" y="757"/>
                </a:cubicBezTo>
                <a:cubicBezTo>
                  <a:pt x="6226" y="761"/>
                  <a:pt x="6217" y="764"/>
                  <a:pt x="6207" y="766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0" name=""/>
          <p:cNvSpPr/>
          <p:nvPr/>
        </p:nvSpPr>
        <p:spPr>
          <a:xfrm>
            <a:off x="3357360" y="1861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3"/>
                </a:cubicBezTo>
                <a:cubicBezTo>
                  <a:pt x="6217" y="5"/>
                  <a:pt x="6226" y="8"/>
                  <a:pt x="6235" y="11"/>
                </a:cubicBezTo>
                <a:cubicBezTo>
                  <a:pt x="6244" y="15"/>
                  <a:pt x="6252" y="19"/>
                  <a:pt x="6260" y="25"/>
                </a:cubicBezTo>
                <a:cubicBezTo>
                  <a:pt x="6268" y="30"/>
                  <a:pt x="6275" y="36"/>
                  <a:pt x="6282" y="43"/>
                </a:cubicBezTo>
                <a:cubicBezTo>
                  <a:pt x="6289" y="49"/>
                  <a:pt x="6295" y="57"/>
                  <a:pt x="6300" y="65"/>
                </a:cubicBezTo>
                <a:cubicBezTo>
                  <a:pt x="6305" y="73"/>
                  <a:pt x="6310" y="81"/>
                  <a:pt x="6314" y="90"/>
                </a:cubicBezTo>
                <a:cubicBezTo>
                  <a:pt x="6317" y="99"/>
                  <a:pt x="6320" y="108"/>
                  <a:pt x="6322" y="117"/>
                </a:cubicBezTo>
                <a:cubicBezTo>
                  <a:pt x="6324" y="127"/>
                  <a:pt x="6325" y="136"/>
                  <a:pt x="6325" y="146"/>
                </a:cubicBezTo>
                <a:lnTo>
                  <a:pt x="6325" y="623"/>
                </a:lnTo>
                <a:cubicBezTo>
                  <a:pt x="6325" y="632"/>
                  <a:pt x="6324" y="642"/>
                  <a:pt x="6322" y="651"/>
                </a:cubicBezTo>
                <a:cubicBezTo>
                  <a:pt x="6320" y="661"/>
                  <a:pt x="6317" y="670"/>
                  <a:pt x="6314" y="679"/>
                </a:cubicBezTo>
                <a:cubicBezTo>
                  <a:pt x="6310" y="687"/>
                  <a:pt x="6305" y="696"/>
                  <a:pt x="6300" y="704"/>
                </a:cubicBezTo>
                <a:cubicBezTo>
                  <a:pt x="6295" y="712"/>
                  <a:pt x="6289" y="719"/>
                  <a:pt x="6282" y="726"/>
                </a:cubicBezTo>
                <a:cubicBezTo>
                  <a:pt x="6275" y="733"/>
                  <a:pt x="6268" y="739"/>
                  <a:pt x="6260" y="744"/>
                </a:cubicBezTo>
                <a:cubicBezTo>
                  <a:pt x="6252" y="749"/>
                  <a:pt x="6244" y="754"/>
                  <a:pt x="6235" y="757"/>
                </a:cubicBezTo>
                <a:cubicBezTo>
                  <a:pt x="6226" y="761"/>
                  <a:pt x="6217" y="764"/>
                  <a:pt x="6207" y="766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noFill/>
          <a:ln w="9360">
            <a:solidFill>
              <a:srgbClr val="2e86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1" name=""/>
          <p:cNvSpPr/>
          <p:nvPr/>
        </p:nvSpPr>
        <p:spPr>
          <a:xfrm>
            <a:off x="3357360" y="2185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2"/>
                </a:cubicBezTo>
                <a:cubicBezTo>
                  <a:pt x="6217" y="4"/>
                  <a:pt x="6226" y="7"/>
                  <a:pt x="6235" y="11"/>
                </a:cubicBezTo>
                <a:cubicBezTo>
                  <a:pt x="6244" y="14"/>
                  <a:pt x="6252" y="19"/>
                  <a:pt x="6260" y="24"/>
                </a:cubicBezTo>
                <a:cubicBezTo>
                  <a:pt x="6268" y="30"/>
                  <a:pt x="6275" y="36"/>
                  <a:pt x="6282" y="42"/>
                </a:cubicBezTo>
                <a:cubicBezTo>
                  <a:pt x="6289" y="49"/>
                  <a:pt x="6295" y="56"/>
                  <a:pt x="6300" y="64"/>
                </a:cubicBezTo>
                <a:cubicBezTo>
                  <a:pt x="6305" y="72"/>
                  <a:pt x="6310" y="81"/>
                  <a:pt x="6314" y="90"/>
                </a:cubicBezTo>
                <a:cubicBezTo>
                  <a:pt x="6317" y="98"/>
                  <a:pt x="6320" y="107"/>
                  <a:pt x="6322" y="117"/>
                </a:cubicBezTo>
                <a:cubicBezTo>
                  <a:pt x="6324" y="126"/>
                  <a:pt x="6325" y="136"/>
                  <a:pt x="6325" y="145"/>
                </a:cubicBezTo>
                <a:lnTo>
                  <a:pt x="6325" y="622"/>
                </a:lnTo>
                <a:cubicBezTo>
                  <a:pt x="6325" y="632"/>
                  <a:pt x="6324" y="641"/>
                  <a:pt x="6322" y="651"/>
                </a:cubicBezTo>
                <a:cubicBezTo>
                  <a:pt x="6320" y="660"/>
                  <a:pt x="6317" y="669"/>
                  <a:pt x="6314" y="678"/>
                </a:cubicBezTo>
                <a:cubicBezTo>
                  <a:pt x="6310" y="687"/>
                  <a:pt x="6305" y="695"/>
                  <a:pt x="6300" y="703"/>
                </a:cubicBezTo>
                <a:cubicBezTo>
                  <a:pt x="6295" y="711"/>
                  <a:pt x="6289" y="719"/>
                  <a:pt x="6282" y="725"/>
                </a:cubicBezTo>
                <a:cubicBezTo>
                  <a:pt x="6275" y="732"/>
                  <a:pt x="6268" y="738"/>
                  <a:pt x="6260" y="743"/>
                </a:cubicBezTo>
                <a:cubicBezTo>
                  <a:pt x="6252" y="749"/>
                  <a:pt x="6244" y="753"/>
                  <a:pt x="6235" y="757"/>
                </a:cubicBezTo>
                <a:cubicBezTo>
                  <a:pt x="6226" y="761"/>
                  <a:pt x="6217" y="763"/>
                  <a:pt x="6207" y="765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2" name=""/>
          <p:cNvSpPr/>
          <p:nvPr/>
        </p:nvSpPr>
        <p:spPr>
          <a:xfrm>
            <a:off x="3357360" y="2185920"/>
            <a:ext cx="2277000" cy="276480"/>
          </a:xfrm>
          <a:custGeom>
            <a:avLst/>
            <a:gdLst/>
            <a:ahLst/>
            <a:rect l="0" t="0" r="r" b="b"/>
            <a:pathLst>
              <a:path w="6325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179" y="0"/>
                </a:lnTo>
                <a:cubicBezTo>
                  <a:pt x="6189" y="0"/>
                  <a:pt x="6198" y="1"/>
                  <a:pt x="6207" y="2"/>
                </a:cubicBezTo>
                <a:cubicBezTo>
                  <a:pt x="6217" y="4"/>
                  <a:pt x="6226" y="7"/>
                  <a:pt x="6235" y="11"/>
                </a:cubicBezTo>
                <a:cubicBezTo>
                  <a:pt x="6244" y="14"/>
                  <a:pt x="6252" y="19"/>
                  <a:pt x="6260" y="24"/>
                </a:cubicBezTo>
                <a:cubicBezTo>
                  <a:pt x="6268" y="30"/>
                  <a:pt x="6275" y="36"/>
                  <a:pt x="6282" y="42"/>
                </a:cubicBezTo>
                <a:cubicBezTo>
                  <a:pt x="6289" y="49"/>
                  <a:pt x="6295" y="56"/>
                  <a:pt x="6300" y="64"/>
                </a:cubicBezTo>
                <a:cubicBezTo>
                  <a:pt x="6305" y="72"/>
                  <a:pt x="6310" y="81"/>
                  <a:pt x="6314" y="90"/>
                </a:cubicBezTo>
                <a:cubicBezTo>
                  <a:pt x="6317" y="98"/>
                  <a:pt x="6320" y="107"/>
                  <a:pt x="6322" y="117"/>
                </a:cubicBezTo>
                <a:cubicBezTo>
                  <a:pt x="6324" y="126"/>
                  <a:pt x="6325" y="136"/>
                  <a:pt x="6325" y="145"/>
                </a:cubicBezTo>
                <a:lnTo>
                  <a:pt x="6325" y="622"/>
                </a:lnTo>
                <a:cubicBezTo>
                  <a:pt x="6325" y="632"/>
                  <a:pt x="6324" y="641"/>
                  <a:pt x="6322" y="651"/>
                </a:cubicBezTo>
                <a:cubicBezTo>
                  <a:pt x="6320" y="660"/>
                  <a:pt x="6317" y="669"/>
                  <a:pt x="6314" y="678"/>
                </a:cubicBezTo>
                <a:cubicBezTo>
                  <a:pt x="6310" y="687"/>
                  <a:pt x="6305" y="695"/>
                  <a:pt x="6300" y="703"/>
                </a:cubicBezTo>
                <a:cubicBezTo>
                  <a:pt x="6295" y="711"/>
                  <a:pt x="6289" y="719"/>
                  <a:pt x="6282" y="725"/>
                </a:cubicBezTo>
                <a:cubicBezTo>
                  <a:pt x="6275" y="732"/>
                  <a:pt x="6268" y="738"/>
                  <a:pt x="6260" y="743"/>
                </a:cubicBezTo>
                <a:cubicBezTo>
                  <a:pt x="6252" y="749"/>
                  <a:pt x="6244" y="753"/>
                  <a:pt x="6235" y="757"/>
                </a:cubicBezTo>
                <a:cubicBezTo>
                  <a:pt x="6226" y="761"/>
                  <a:pt x="6217" y="763"/>
                  <a:pt x="6207" y="765"/>
                </a:cubicBezTo>
                <a:cubicBezTo>
                  <a:pt x="6198" y="767"/>
                  <a:pt x="6189" y="768"/>
                  <a:pt x="6179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noFill/>
          <a:ln w="9360">
            <a:solidFill>
              <a:srgbClr val="2e86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3717720" y="1389600"/>
            <a:ext cx="1888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2e86c1"/>
                </a:solidFill>
                <a:latin typeface="Arial"/>
                <a:ea typeface="Arial"/>
              </a:rPr>
              <a:t>Oriëntatie en leerroute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3470040" y="1937520"/>
            <a:ext cx="2298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Behaalde en gewenste leeruitkomsten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3584520" y="2261520"/>
            <a:ext cx="20595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Aanbod van meerdere instellingen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6" name=""/>
          <p:cNvSpPr/>
          <p:nvPr/>
        </p:nvSpPr>
        <p:spPr>
          <a:xfrm>
            <a:off x="4171680" y="2714400"/>
            <a:ext cx="657720" cy="305280"/>
          </a:xfrm>
          <a:custGeom>
            <a:avLst/>
            <a:gdLst/>
            <a:ahLst/>
            <a:rect l="0" t="0" r="r" b="b"/>
            <a:pathLst>
              <a:path w="1827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668" y="0"/>
                </a:lnTo>
                <a:cubicBezTo>
                  <a:pt x="1679" y="0"/>
                  <a:pt x="1689" y="1"/>
                  <a:pt x="1699" y="3"/>
                </a:cubicBezTo>
                <a:cubicBezTo>
                  <a:pt x="1709" y="5"/>
                  <a:pt x="1719" y="8"/>
                  <a:pt x="1729" y="12"/>
                </a:cubicBezTo>
                <a:cubicBezTo>
                  <a:pt x="1739" y="16"/>
                  <a:pt x="1748" y="21"/>
                  <a:pt x="1756" y="27"/>
                </a:cubicBezTo>
                <a:cubicBezTo>
                  <a:pt x="1765" y="33"/>
                  <a:pt x="1773" y="39"/>
                  <a:pt x="1780" y="47"/>
                </a:cubicBezTo>
                <a:cubicBezTo>
                  <a:pt x="1788" y="54"/>
                  <a:pt x="1794" y="62"/>
                  <a:pt x="1800" y="71"/>
                </a:cubicBezTo>
                <a:cubicBezTo>
                  <a:pt x="1806" y="79"/>
                  <a:pt x="1811" y="88"/>
                  <a:pt x="1815" y="98"/>
                </a:cubicBezTo>
                <a:cubicBezTo>
                  <a:pt x="1819" y="108"/>
                  <a:pt x="1822" y="118"/>
                  <a:pt x="1824" y="128"/>
                </a:cubicBezTo>
                <a:cubicBezTo>
                  <a:pt x="1826" y="138"/>
                  <a:pt x="1827" y="148"/>
                  <a:pt x="1827" y="159"/>
                </a:cubicBezTo>
                <a:lnTo>
                  <a:pt x="1827" y="689"/>
                </a:lnTo>
                <a:cubicBezTo>
                  <a:pt x="1827" y="699"/>
                  <a:pt x="1826" y="710"/>
                  <a:pt x="1824" y="720"/>
                </a:cubicBezTo>
                <a:cubicBezTo>
                  <a:pt x="1822" y="730"/>
                  <a:pt x="1819" y="740"/>
                  <a:pt x="1815" y="750"/>
                </a:cubicBezTo>
                <a:cubicBezTo>
                  <a:pt x="1811" y="759"/>
                  <a:pt x="1806" y="769"/>
                  <a:pt x="1800" y="777"/>
                </a:cubicBezTo>
                <a:cubicBezTo>
                  <a:pt x="1794" y="786"/>
                  <a:pt x="1788" y="794"/>
                  <a:pt x="1780" y="801"/>
                </a:cubicBezTo>
                <a:cubicBezTo>
                  <a:pt x="1773" y="809"/>
                  <a:pt x="1765" y="815"/>
                  <a:pt x="1756" y="821"/>
                </a:cubicBezTo>
                <a:cubicBezTo>
                  <a:pt x="1748" y="827"/>
                  <a:pt x="1739" y="832"/>
                  <a:pt x="1729" y="836"/>
                </a:cubicBezTo>
                <a:cubicBezTo>
                  <a:pt x="1719" y="840"/>
                  <a:pt x="1709" y="843"/>
                  <a:pt x="1699" y="845"/>
                </a:cubicBezTo>
                <a:cubicBezTo>
                  <a:pt x="1689" y="847"/>
                  <a:pt x="1679" y="848"/>
                  <a:pt x="1668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2e86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4434480" y="24922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2e86c1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4308120" y="2794320"/>
            <a:ext cx="438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ffffff"/>
                </a:solidFill>
                <a:latin typeface="Arial"/>
                <a:ea typeface="Arial"/>
              </a:rPr>
              <a:t>Agent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4434480" y="30448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2e86c1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3508200" y="3270600"/>
            <a:ext cx="22197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Welke volgende stap past bij jouw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1" name=""/>
          <p:cNvSpPr/>
          <p:nvPr/>
        </p:nvSpPr>
        <p:spPr>
          <a:xfrm>
            <a:off x="5943240" y="1228680"/>
            <a:ext cx="2601000" cy="2514960"/>
          </a:xfrm>
          <a:custGeom>
            <a:avLst/>
            <a:gdLst/>
            <a:ahLst/>
            <a:rect l="0" t="0" r="r" b="b"/>
            <a:pathLst>
              <a:path w="7225" h="6986">
                <a:moveTo>
                  <a:pt x="0" y="672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9" y="197"/>
                  <a:pt x="14" y="180"/>
                  <a:pt x="21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5" y="104"/>
                  <a:pt x="66" y="90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1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1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6"/>
                  <a:pt x="7093" y="35"/>
                  <a:pt x="7107" y="44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90"/>
                  <a:pt x="7170" y="104"/>
                  <a:pt x="7180" y="118"/>
                </a:cubicBezTo>
                <a:cubicBezTo>
                  <a:pt x="7190" y="133"/>
                  <a:pt x="7198" y="148"/>
                  <a:pt x="7204" y="164"/>
                </a:cubicBezTo>
                <a:cubicBezTo>
                  <a:pt x="7211" y="180"/>
                  <a:pt x="7216" y="197"/>
                  <a:pt x="7220" y="214"/>
                </a:cubicBezTo>
                <a:cubicBezTo>
                  <a:pt x="7223" y="231"/>
                  <a:pt x="7225" y="248"/>
                  <a:pt x="7225" y="265"/>
                </a:cubicBezTo>
                <a:lnTo>
                  <a:pt x="7225" y="6721"/>
                </a:lnTo>
                <a:cubicBezTo>
                  <a:pt x="7225" y="6738"/>
                  <a:pt x="7223" y="6756"/>
                  <a:pt x="7220" y="6773"/>
                </a:cubicBezTo>
                <a:cubicBezTo>
                  <a:pt x="7216" y="6790"/>
                  <a:pt x="7211" y="6806"/>
                  <a:pt x="7204" y="6822"/>
                </a:cubicBezTo>
                <a:cubicBezTo>
                  <a:pt x="7198" y="6838"/>
                  <a:pt x="7190" y="6854"/>
                  <a:pt x="7180" y="6868"/>
                </a:cubicBezTo>
                <a:cubicBezTo>
                  <a:pt x="7170" y="6882"/>
                  <a:pt x="7159" y="6896"/>
                  <a:pt x="7147" y="6908"/>
                </a:cubicBezTo>
                <a:cubicBezTo>
                  <a:pt x="7135" y="6920"/>
                  <a:pt x="7121" y="6931"/>
                  <a:pt x="7107" y="6941"/>
                </a:cubicBezTo>
                <a:cubicBezTo>
                  <a:pt x="7093" y="6951"/>
                  <a:pt x="7077" y="6959"/>
                  <a:pt x="7061" y="6965"/>
                </a:cubicBezTo>
                <a:cubicBezTo>
                  <a:pt x="7045" y="6972"/>
                  <a:pt x="7029" y="6977"/>
                  <a:pt x="7012" y="6981"/>
                </a:cubicBezTo>
                <a:cubicBezTo>
                  <a:pt x="6995" y="6984"/>
                  <a:pt x="6977" y="6986"/>
                  <a:pt x="6960" y="6986"/>
                </a:cubicBezTo>
                <a:lnTo>
                  <a:pt x="265" y="6986"/>
                </a:lnTo>
                <a:cubicBezTo>
                  <a:pt x="248" y="6986"/>
                  <a:pt x="231" y="6984"/>
                  <a:pt x="213" y="6981"/>
                </a:cubicBezTo>
                <a:cubicBezTo>
                  <a:pt x="196" y="6977"/>
                  <a:pt x="180" y="6972"/>
                  <a:pt x="164" y="6965"/>
                </a:cubicBezTo>
                <a:cubicBezTo>
                  <a:pt x="148" y="6959"/>
                  <a:pt x="133" y="6951"/>
                  <a:pt x="118" y="6941"/>
                </a:cubicBezTo>
                <a:cubicBezTo>
                  <a:pt x="104" y="6931"/>
                  <a:pt x="90" y="6920"/>
                  <a:pt x="78" y="6908"/>
                </a:cubicBezTo>
                <a:cubicBezTo>
                  <a:pt x="66" y="6896"/>
                  <a:pt x="55" y="6882"/>
                  <a:pt x="45" y="6868"/>
                </a:cubicBezTo>
                <a:cubicBezTo>
                  <a:pt x="35" y="6854"/>
                  <a:pt x="27" y="6838"/>
                  <a:pt x="21" y="6822"/>
                </a:cubicBezTo>
                <a:cubicBezTo>
                  <a:pt x="14" y="6806"/>
                  <a:pt x="9" y="6790"/>
                  <a:pt x="6" y="6773"/>
                </a:cubicBezTo>
                <a:cubicBezTo>
                  <a:pt x="2" y="6756"/>
                  <a:pt x="0" y="6738"/>
                  <a:pt x="0" y="6721"/>
                </a:cubicBezTo>
                <a:close/>
              </a:path>
            </a:pathLst>
          </a:custGeom>
          <a:solidFill>
            <a:srgbClr val="f0e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3436560" y="3441960"/>
            <a:ext cx="23612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doelen, ook bij een andere instelling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3" name=""/>
          <p:cNvSpPr/>
          <p:nvPr/>
        </p:nvSpPr>
        <p:spPr>
          <a:xfrm>
            <a:off x="6100560" y="1861920"/>
            <a:ext cx="2286360" cy="276480"/>
          </a:xfrm>
          <a:custGeom>
            <a:avLst/>
            <a:gdLst/>
            <a:ahLst/>
            <a:rect l="0" t="0" r="r" b="b"/>
            <a:pathLst>
              <a:path w="6351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206" y="0"/>
                </a:lnTo>
                <a:cubicBezTo>
                  <a:pt x="6215" y="0"/>
                  <a:pt x="6225" y="1"/>
                  <a:pt x="6234" y="3"/>
                </a:cubicBezTo>
                <a:cubicBezTo>
                  <a:pt x="6243" y="5"/>
                  <a:pt x="6252" y="8"/>
                  <a:pt x="6261" y="11"/>
                </a:cubicBezTo>
                <a:cubicBezTo>
                  <a:pt x="6270" y="15"/>
                  <a:pt x="6278" y="19"/>
                  <a:pt x="6286" y="25"/>
                </a:cubicBezTo>
                <a:cubicBezTo>
                  <a:pt x="6294" y="30"/>
                  <a:pt x="6302" y="36"/>
                  <a:pt x="6308" y="43"/>
                </a:cubicBezTo>
                <a:cubicBezTo>
                  <a:pt x="6315" y="49"/>
                  <a:pt x="6321" y="57"/>
                  <a:pt x="6327" y="65"/>
                </a:cubicBezTo>
                <a:cubicBezTo>
                  <a:pt x="6332" y="73"/>
                  <a:pt x="6336" y="81"/>
                  <a:pt x="6340" y="90"/>
                </a:cubicBezTo>
                <a:cubicBezTo>
                  <a:pt x="6344" y="99"/>
                  <a:pt x="6346" y="108"/>
                  <a:pt x="6348" y="117"/>
                </a:cubicBezTo>
                <a:cubicBezTo>
                  <a:pt x="6350" y="127"/>
                  <a:pt x="6351" y="136"/>
                  <a:pt x="6351" y="146"/>
                </a:cubicBezTo>
                <a:lnTo>
                  <a:pt x="6351" y="623"/>
                </a:lnTo>
                <a:cubicBezTo>
                  <a:pt x="6351" y="632"/>
                  <a:pt x="6350" y="642"/>
                  <a:pt x="6348" y="651"/>
                </a:cubicBezTo>
                <a:cubicBezTo>
                  <a:pt x="6346" y="661"/>
                  <a:pt x="6344" y="670"/>
                  <a:pt x="6340" y="679"/>
                </a:cubicBezTo>
                <a:cubicBezTo>
                  <a:pt x="6336" y="687"/>
                  <a:pt x="6332" y="696"/>
                  <a:pt x="6327" y="704"/>
                </a:cubicBezTo>
                <a:cubicBezTo>
                  <a:pt x="6321" y="712"/>
                  <a:pt x="6315" y="719"/>
                  <a:pt x="6308" y="726"/>
                </a:cubicBezTo>
                <a:cubicBezTo>
                  <a:pt x="6302" y="733"/>
                  <a:pt x="6294" y="739"/>
                  <a:pt x="6286" y="744"/>
                </a:cubicBezTo>
                <a:cubicBezTo>
                  <a:pt x="6278" y="749"/>
                  <a:pt x="6270" y="754"/>
                  <a:pt x="6261" y="757"/>
                </a:cubicBezTo>
                <a:cubicBezTo>
                  <a:pt x="6252" y="761"/>
                  <a:pt x="6243" y="764"/>
                  <a:pt x="6234" y="766"/>
                </a:cubicBezTo>
                <a:cubicBezTo>
                  <a:pt x="6225" y="767"/>
                  <a:pt x="6215" y="768"/>
                  <a:pt x="6206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4" name=""/>
          <p:cNvSpPr/>
          <p:nvPr/>
        </p:nvSpPr>
        <p:spPr>
          <a:xfrm>
            <a:off x="6100560" y="1861920"/>
            <a:ext cx="2286360" cy="276480"/>
          </a:xfrm>
          <a:custGeom>
            <a:avLst/>
            <a:gdLst/>
            <a:ahLst/>
            <a:rect l="0" t="0" r="r" b="b"/>
            <a:pathLst>
              <a:path w="6351" h="768">
                <a:moveTo>
                  <a:pt x="0" y="62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6206" y="0"/>
                </a:lnTo>
                <a:cubicBezTo>
                  <a:pt x="6215" y="0"/>
                  <a:pt x="6225" y="1"/>
                  <a:pt x="6234" y="3"/>
                </a:cubicBezTo>
                <a:cubicBezTo>
                  <a:pt x="6243" y="5"/>
                  <a:pt x="6252" y="8"/>
                  <a:pt x="6261" y="11"/>
                </a:cubicBezTo>
                <a:cubicBezTo>
                  <a:pt x="6270" y="15"/>
                  <a:pt x="6278" y="19"/>
                  <a:pt x="6286" y="25"/>
                </a:cubicBezTo>
                <a:cubicBezTo>
                  <a:pt x="6294" y="30"/>
                  <a:pt x="6302" y="36"/>
                  <a:pt x="6308" y="43"/>
                </a:cubicBezTo>
                <a:cubicBezTo>
                  <a:pt x="6315" y="49"/>
                  <a:pt x="6321" y="57"/>
                  <a:pt x="6327" y="65"/>
                </a:cubicBezTo>
                <a:cubicBezTo>
                  <a:pt x="6332" y="73"/>
                  <a:pt x="6336" y="81"/>
                  <a:pt x="6340" y="90"/>
                </a:cubicBezTo>
                <a:cubicBezTo>
                  <a:pt x="6344" y="99"/>
                  <a:pt x="6346" y="108"/>
                  <a:pt x="6348" y="117"/>
                </a:cubicBezTo>
                <a:cubicBezTo>
                  <a:pt x="6350" y="127"/>
                  <a:pt x="6351" y="136"/>
                  <a:pt x="6351" y="146"/>
                </a:cubicBezTo>
                <a:lnTo>
                  <a:pt x="6351" y="623"/>
                </a:lnTo>
                <a:cubicBezTo>
                  <a:pt x="6351" y="632"/>
                  <a:pt x="6350" y="642"/>
                  <a:pt x="6348" y="651"/>
                </a:cubicBezTo>
                <a:cubicBezTo>
                  <a:pt x="6346" y="661"/>
                  <a:pt x="6344" y="670"/>
                  <a:pt x="6340" y="679"/>
                </a:cubicBezTo>
                <a:cubicBezTo>
                  <a:pt x="6336" y="687"/>
                  <a:pt x="6332" y="696"/>
                  <a:pt x="6327" y="704"/>
                </a:cubicBezTo>
                <a:cubicBezTo>
                  <a:pt x="6321" y="712"/>
                  <a:pt x="6315" y="719"/>
                  <a:pt x="6308" y="726"/>
                </a:cubicBezTo>
                <a:cubicBezTo>
                  <a:pt x="6302" y="733"/>
                  <a:pt x="6294" y="739"/>
                  <a:pt x="6286" y="744"/>
                </a:cubicBezTo>
                <a:cubicBezTo>
                  <a:pt x="6278" y="749"/>
                  <a:pt x="6270" y="754"/>
                  <a:pt x="6261" y="757"/>
                </a:cubicBezTo>
                <a:cubicBezTo>
                  <a:pt x="6252" y="761"/>
                  <a:pt x="6243" y="764"/>
                  <a:pt x="6234" y="766"/>
                </a:cubicBezTo>
                <a:cubicBezTo>
                  <a:pt x="6225" y="767"/>
                  <a:pt x="6215" y="768"/>
                  <a:pt x="6206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6"/>
                </a:cubicBezTo>
                <a:cubicBezTo>
                  <a:pt x="108" y="764"/>
                  <a:pt x="99" y="761"/>
                  <a:pt x="90" y="757"/>
                </a:cubicBezTo>
                <a:cubicBezTo>
                  <a:pt x="81" y="754"/>
                  <a:pt x="73" y="749"/>
                  <a:pt x="65" y="744"/>
                </a:cubicBezTo>
                <a:cubicBezTo>
                  <a:pt x="57" y="739"/>
                  <a:pt x="49" y="733"/>
                  <a:pt x="43" y="726"/>
                </a:cubicBezTo>
                <a:cubicBezTo>
                  <a:pt x="36" y="719"/>
                  <a:pt x="30" y="712"/>
                  <a:pt x="25" y="704"/>
                </a:cubicBezTo>
                <a:cubicBezTo>
                  <a:pt x="19" y="696"/>
                  <a:pt x="15" y="687"/>
                  <a:pt x="11" y="679"/>
                </a:cubicBezTo>
                <a:cubicBezTo>
                  <a:pt x="7" y="670"/>
                  <a:pt x="5" y="661"/>
                  <a:pt x="3" y="651"/>
                </a:cubicBezTo>
                <a:cubicBezTo>
                  <a:pt x="1" y="642"/>
                  <a:pt x="0" y="632"/>
                  <a:pt x="0" y="623"/>
                </a:cubicBezTo>
                <a:close/>
              </a:path>
            </a:pathLst>
          </a:custGeom>
          <a:noFill/>
          <a:ln w="9360">
            <a:solidFill>
              <a:srgbClr val="7a5db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5" name=""/>
          <p:cNvSpPr/>
          <p:nvPr/>
        </p:nvSpPr>
        <p:spPr>
          <a:xfrm>
            <a:off x="6100560" y="2185920"/>
            <a:ext cx="2286360" cy="276480"/>
          </a:xfrm>
          <a:custGeom>
            <a:avLst/>
            <a:gdLst/>
            <a:ahLst/>
            <a:rect l="0" t="0" r="r" b="b"/>
            <a:pathLst>
              <a:path w="6351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206" y="0"/>
                </a:lnTo>
                <a:cubicBezTo>
                  <a:pt x="6215" y="0"/>
                  <a:pt x="6225" y="1"/>
                  <a:pt x="6234" y="2"/>
                </a:cubicBezTo>
                <a:cubicBezTo>
                  <a:pt x="6243" y="4"/>
                  <a:pt x="6252" y="7"/>
                  <a:pt x="6261" y="11"/>
                </a:cubicBezTo>
                <a:cubicBezTo>
                  <a:pt x="6270" y="14"/>
                  <a:pt x="6278" y="19"/>
                  <a:pt x="6286" y="24"/>
                </a:cubicBezTo>
                <a:cubicBezTo>
                  <a:pt x="6294" y="30"/>
                  <a:pt x="6302" y="36"/>
                  <a:pt x="6308" y="42"/>
                </a:cubicBezTo>
                <a:cubicBezTo>
                  <a:pt x="6315" y="49"/>
                  <a:pt x="6321" y="56"/>
                  <a:pt x="6327" y="64"/>
                </a:cubicBezTo>
                <a:cubicBezTo>
                  <a:pt x="6332" y="72"/>
                  <a:pt x="6336" y="81"/>
                  <a:pt x="6340" y="90"/>
                </a:cubicBezTo>
                <a:cubicBezTo>
                  <a:pt x="6344" y="98"/>
                  <a:pt x="6346" y="107"/>
                  <a:pt x="6348" y="117"/>
                </a:cubicBezTo>
                <a:cubicBezTo>
                  <a:pt x="6350" y="126"/>
                  <a:pt x="6351" y="136"/>
                  <a:pt x="6351" y="145"/>
                </a:cubicBezTo>
                <a:lnTo>
                  <a:pt x="6351" y="622"/>
                </a:lnTo>
                <a:cubicBezTo>
                  <a:pt x="6351" y="632"/>
                  <a:pt x="6350" y="641"/>
                  <a:pt x="6348" y="651"/>
                </a:cubicBezTo>
                <a:cubicBezTo>
                  <a:pt x="6346" y="660"/>
                  <a:pt x="6344" y="669"/>
                  <a:pt x="6340" y="678"/>
                </a:cubicBezTo>
                <a:cubicBezTo>
                  <a:pt x="6336" y="687"/>
                  <a:pt x="6332" y="695"/>
                  <a:pt x="6327" y="703"/>
                </a:cubicBezTo>
                <a:cubicBezTo>
                  <a:pt x="6321" y="711"/>
                  <a:pt x="6315" y="719"/>
                  <a:pt x="6308" y="725"/>
                </a:cubicBezTo>
                <a:cubicBezTo>
                  <a:pt x="6302" y="732"/>
                  <a:pt x="6294" y="738"/>
                  <a:pt x="6286" y="743"/>
                </a:cubicBezTo>
                <a:cubicBezTo>
                  <a:pt x="6278" y="749"/>
                  <a:pt x="6270" y="753"/>
                  <a:pt x="6261" y="757"/>
                </a:cubicBezTo>
                <a:cubicBezTo>
                  <a:pt x="6252" y="761"/>
                  <a:pt x="6243" y="763"/>
                  <a:pt x="6234" y="765"/>
                </a:cubicBezTo>
                <a:cubicBezTo>
                  <a:pt x="6225" y="767"/>
                  <a:pt x="6215" y="768"/>
                  <a:pt x="6206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6" name=""/>
          <p:cNvSpPr/>
          <p:nvPr/>
        </p:nvSpPr>
        <p:spPr>
          <a:xfrm>
            <a:off x="6100560" y="2185920"/>
            <a:ext cx="2286360" cy="276480"/>
          </a:xfrm>
          <a:custGeom>
            <a:avLst/>
            <a:gdLst/>
            <a:ahLst/>
            <a:rect l="0" t="0" r="r" b="b"/>
            <a:pathLst>
              <a:path w="6351" h="768">
                <a:moveTo>
                  <a:pt x="0" y="62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6206" y="0"/>
                </a:lnTo>
                <a:cubicBezTo>
                  <a:pt x="6215" y="0"/>
                  <a:pt x="6225" y="1"/>
                  <a:pt x="6234" y="2"/>
                </a:cubicBezTo>
                <a:cubicBezTo>
                  <a:pt x="6243" y="4"/>
                  <a:pt x="6252" y="7"/>
                  <a:pt x="6261" y="11"/>
                </a:cubicBezTo>
                <a:cubicBezTo>
                  <a:pt x="6270" y="14"/>
                  <a:pt x="6278" y="19"/>
                  <a:pt x="6286" y="24"/>
                </a:cubicBezTo>
                <a:cubicBezTo>
                  <a:pt x="6294" y="30"/>
                  <a:pt x="6302" y="36"/>
                  <a:pt x="6308" y="42"/>
                </a:cubicBezTo>
                <a:cubicBezTo>
                  <a:pt x="6315" y="49"/>
                  <a:pt x="6321" y="56"/>
                  <a:pt x="6327" y="64"/>
                </a:cubicBezTo>
                <a:cubicBezTo>
                  <a:pt x="6332" y="72"/>
                  <a:pt x="6336" y="81"/>
                  <a:pt x="6340" y="90"/>
                </a:cubicBezTo>
                <a:cubicBezTo>
                  <a:pt x="6344" y="98"/>
                  <a:pt x="6346" y="107"/>
                  <a:pt x="6348" y="117"/>
                </a:cubicBezTo>
                <a:cubicBezTo>
                  <a:pt x="6350" y="126"/>
                  <a:pt x="6351" y="136"/>
                  <a:pt x="6351" y="145"/>
                </a:cubicBezTo>
                <a:lnTo>
                  <a:pt x="6351" y="622"/>
                </a:lnTo>
                <a:cubicBezTo>
                  <a:pt x="6351" y="632"/>
                  <a:pt x="6350" y="641"/>
                  <a:pt x="6348" y="651"/>
                </a:cubicBezTo>
                <a:cubicBezTo>
                  <a:pt x="6346" y="660"/>
                  <a:pt x="6344" y="669"/>
                  <a:pt x="6340" y="678"/>
                </a:cubicBezTo>
                <a:cubicBezTo>
                  <a:pt x="6336" y="687"/>
                  <a:pt x="6332" y="695"/>
                  <a:pt x="6327" y="703"/>
                </a:cubicBezTo>
                <a:cubicBezTo>
                  <a:pt x="6321" y="711"/>
                  <a:pt x="6315" y="719"/>
                  <a:pt x="6308" y="725"/>
                </a:cubicBezTo>
                <a:cubicBezTo>
                  <a:pt x="6302" y="732"/>
                  <a:pt x="6294" y="738"/>
                  <a:pt x="6286" y="743"/>
                </a:cubicBezTo>
                <a:cubicBezTo>
                  <a:pt x="6278" y="749"/>
                  <a:pt x="6270" y="753"/>
                  <a:pt x="6261" y="757"/>
                </a:cubicBezTo>
                <a:cubicBezTo>
                  <a:pt x="6252" y="761"/>
                  <a:pt x="6243" y="763"/>
                  <a:pt x="6234" y="765"/>
                </a:cubicBezTo>
                <a:cubicBezTo>
                  <a:pt x="6225" y="767"/>
                  <a:pt x="6215" y="768"/>
                  <a:pt x="6206" y="768"/>
                </a:cubicBezTo>
                <a:lnTo>
                  <a:pt x="146" y="768"/>
                </a:lnTo>
                <a:cubicBezTo>
                  <a:pt x="136" y="768"/>
                  <a:pt x="127" y="767"/>
                  <a:pt x="117" y="765"/>
                </a:cubicBezTo>
                <a:cubicBezTo>
                  <a:pt x="108" y="763"/>
                  <a:pt x="99" y="761"/>
                  <a:pt x="90" y="757"/>
                </a:cubicBezTo>
                <a:cubicBezTo>
                  <a:pt x="81" y="753"/>
                  <a:pt x="73" y="749"/>
                  <a:pt x="65" y="743"/>
                </a:cubicBezTo>
                <a:cubicBezTo>
                  <a:pt x="57" y="738"/>
                  <a:pt x="49" y="732"/>
                  <a:pt x="43" y="725"/>
                </a:cubicBezTo>
                <a:cubicBezTo>
                  <a:pt x="36" y="719"/>
                  <a:pt x="30" y="711"/>
                  <a:pt x="25" y="703"/>
                </a:cubicBezTo>
                <a:cubicBezTo>
                  <a:pt x="19" y="695"/>
                  <a:pt x="15" y="687"/>
                  <a:pt x="11" y="678"/>
                </a:cubicBezTo>
                <a:cubicBezTo>
                  <a:pt x="7" y="669"/>
                  <a:pt x="5" y="660"/>
                  <a:pt x="3" y="651"/>
                </a:cubicBezTo>
                <a:cubicBezTo>
                  <a:pt x="1" y="641"/>
                  <a:pt x="0" y="632"/>
                  <a:pt x="0" y="622"/>
                </a:cubicBezTo>
                <a:close/>
              </a:path>
            </a:pathLst>
          </a:custGeom>
          <a:noFill/>
          <a:ln w="9360">
            <a:solidFill>
              <a:srgbClr val="7a5db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6924960" y="1389600"/>
            <a:ext cx="7308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7a5dba"/>
                </a:solidFill>
                <a:latin typeface="Arial"/>
                <a:ea typeface="Arial"/>
              </a:rPr>
              <a:t>Lesopzet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6662880" y="1937520"/>
            <a:ext cx="1271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Onderwijsspeciﬁcatie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6572520" y="2261520"/>
            <a:ext cx="1478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Leermiddelen in het LMS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0" name=""/>
          <p:cNvSpPr/>
          <p:nvPr/>
        </p:nvSpPr>
        <p:spPr>
          <a:xfrm>
            <a:off x="6914880" y="2714400"/>
            <a:ext cx="657720" cy="305280"/>
          </a:xfrm>
          <a:custGeom>
            <a:avLst/>
            <a:gdLst/>
            <a:ahLst/>
            <a:rect l="0" t="0" r="r" b="b"/>
            <a:pathLst>
              <a:path w="1827" h="848">
                <a:moveTo>
                  <a:pt x="0" y="68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667" y="0"/>
                </a:lnTo>
                <a:cubicBezTo>
                  <a:pt x="1678" y="0"/>
                  <a:pt x="1688" y="1"/>
                  <a:pt x="1698" y="3"/>
                </a:cubicBezTo>
                <a:cubicBezTo>
                  <a:pt x="1708" y="5"/>
                  <a:pt x="1718" y="8"/>
                  <a:pt x="1728" y="12"/>
                </a:cubicBezTo>
                <a:cubicBezTo>
                  <a:pt x="1738" y="16"/>
                  <a:pt x="1747" y="21"/>
                  <a:pt x="1755" y="27"/>
                </a:cubicBezTo>
                <a:cubicBezTo>
                  <a:pt x="1764" y="33"/>
                  <a:pt x="1772" y="39"/>
                  <a:pt x="1779" y="47"/>
                </a:cubicBezTo>
                <a:cubicBezTo>
                  <a:pt x="1788" y="54"/>
                  <a:pt x="1794" y="62"/>
                  <a:pt x="1800" y="71"/>
                </a:cubicBezTo>
                <a:cubicBezTo>
                  <a:pt x="1806" y="79"/>
                  <a:pt x="1811" y="88"/>
                  <a:pt x="1815" y="98"/>
                </a:cubicBezTo>
                <a:cubicBezTo>
                  <a:pt x="1819" y="108"/>
                  <a:pt x="1822" y="118"/>
                  <a:pt x="1824" y="128"/>
                </a:cubicBezTo>
                <a:cubicBezTo>
                  <a:pt x="1826" y="138"/>
                  <a:pt x="1827" y="148"/>
                  <a:pt x="1827" y="159"/>
                </a:cubicBezTo>
                <a:lnTo>
                  <a:pt x="1827" y="689"/>
                </a:lnTo>
                <a:cubicBezTo>
                  <a:pt x="1827" y="699"/>
                  <a:pt x="1826" y="710"/>
                  <a:pt x="1824" y="720"/>
                </a:cubicBezTo>
                <a:cubicBezTo>
                  <a:pt x="1822" y="730"/>
                  <a:pt x="1819" y="740"/>
                  <a:pt x="1815" y="750"/>
                </a:cubicBezTo>
                <a:cubicBezTo>
                  <a:pt x="1811" y="759"/>
                  <a:pt x="1806" y="769"/>
                  <a:pt x="1800" y="777"/>
                </a:cubicBezTo>
                <a:cubicBezTo>
                  <a:pt x="1794" y="786"/>
                  <a:pt x="1788" y="794"/>
                  <a:pt x="1779" y="801"/>
                </a:cubicBezTo>
                <a:cubicBezTo>
                  <a:pt x="1772" y="809"/>
                  <a:pt x="1764" y="815"/>
                  <a:pt x="1755" y="821"/>
                </a:cubicBezTo>
                <a:cubicBezTo>
                  <a:pt x="1747" y="827"/>
                  <a:pt x="1738" y="832"/>
                  <a:pt x="1728" y="836"/>
                </a:cubicBezTo>
                <a:cubicBezTo>
                  <a:pt x="1718" y="840"/>
                  <a:pt x="1708" y="843"/>
                  <a:pt x="1698" y="845"/>
                </a:cubicBezTo>
                <a:cubicBezTo>
                  <a:pt x="1688" y="847"/>
                  <a:pt x="1678" y="848"/>
                  <a:pt x="1667" y="848"/>
                </a:cubicBezTo>
                <a:lnTo>
                  <a:pt x="159" y="848"/>
                </a:lnTo>
                <a:cubicBezTo>
                  <a:pt x="149" y="848"/>
                  <a:pt x="138" y="847"/>
                  <a:pt x="128" y="845"/>
                </a:cubicBezTo>
                <a:cubicBezTo>
                  <a:pt x="118" y="843"/>
                  <a:pt x="108" y="840"/>
                  <a:pt x="98" y="836"/>
                </a:cubicBezTo>
                <a:cubicBezTo>
                  <a:pt x="89" y="832"/>
                  <a:pt x="79" y="827"/>
                  <a:pt x="71" y="821"/>
                </a:cubicBezTo>
                <a:cubicBezTo>
                  <a:pt x="62" y="815"/>
                  <a:pt x="54" y="809"/>
                  <a:pt x="47" y="801"/>
                </a:cubicBezTo>
                <a:cubicBezTo>
                  <a:pt x="39" y="794"/>
                  <a:pt x="33" y="786"/>
                  <a:pt x="27" y="777"/>
                </a:cubicBezTo>
                <a:cubicBezTo>
                  <a:pt x="21" y="769"/>
                  <a:pt x="16" y="759"/>
                  <a:pt x="12" y="750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10"/>
                  <a:pt x="0" y="699"/>
                  <a:pt x="0" y="689"/>
                </a:cubicBezTo>
                <a:close/>
              </a:path>
            </a:pathLst>
          </a:custGeom>
          <a:solidFill>
            <a:srgbClr val="7a5d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7179480" y="24922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7a5dba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7053480" y="2794320"/>
            <a:ext cx="438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ffffff"/>
                </a:solidFill>
                <a:latin typeface="Arial"/>
                <a:ea typeface="Arial"/>
              </a:rPr>
              <a:t>Agent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7179480" y="30448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7a5dba"/>
                </a:solidFill>
                <a:latin typeface="DejaVuSans"/>
                <a:ea typeface="DejaVuSans"/>
              </a:rPr>
              <a:t>▼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6419880" y="3270600"/>
            <a:ext cx="17913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Een concept-lesopzet bij de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5" name=""/>
          <p:cNvSpPr/>
          <p:nvPr/>
        </p:nvSpPr>
        <p:spPr>
          <a:xfrm>
            <a:off x="456840" y="3885840"/>
            <a:ext cx="8087400" cy="810000"/>
          </a:xfrm>
          <a:custGeom>
            <a:avLst/>
            <a:gdLst/>
            <a:ahLst/>
            <a:rect l="0" t="0" r="r" b="b"/>
            <a:pathLst>
              <a:path w="22465" h="2250">
                <a:moveTo>
                  <a:pt x="0" y="0"/>
                </a:moveTo>
                <a:lnTo>
                  <a:pt x="22465" y="0"/>
                </a:lnTo>
                <a:lnTo>
                  <a:pt x="22465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6" name=""/>
          <p:cNvSpPr/>
          <p:nvPr/>
        </p:nvSpPr>
        <p:spPr>
          <a:xfrm>
            <a:off x="456840" y="388584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7" name=""/>
          <p:cNvSpPr/>
          <p:nvPr/>
        </p:nvSpPr>
        <p:spPr>
          <a:xfrm>
            <a:off x="456840" y="4686120"/>
            <a:ext cx="8087400" cy="9720"/>
          </a:xfrm>
          <a:custGeom>
            <a:avLst/>
            <a:gdLst/>
            <a:ahLst/>
            <a:rect l="0" t="0" r="r" b="b"/>
            <a:pathLst>
              <a:path w="22465" h="27">
                <a:moveTo>
                  <a:pt x="0" y="0"/>
                </a:moveTo>
                <a:lnTo>
                  <a:pt x="22465" y="0"/>
                </a:lnTo>
                <a:lnTo>
                  <a:pt x="224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8" name=""/>
          <p:cNvSpPr/>
          <p:nvPr/>
        </p:nvSpPr>
        <p:spPr>
          <a:xfrm>
            <a:off x="8534160" y="38858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106"/>
                </a:moveTo>
                <a:lnTo>
                  <a:pt x="0" y="2250"/>
                </a:lnTo>
                <a:lnTo>
                  <a:pt x="28" y="22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9" name=""/>
          <p:cNvSpPr/>
          <p:nvPr/>
        </p:nvSpPr>
        <p:spPr>
          <a:xfrm>
            <a:off x="456840" y="38858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0" y="2250"/>
                </a:lnTo>
                <a:lnTo>
                  <a:pt x="28" y="22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905880" y="3441960"/>
            <a:ext cx="7369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speciﬁcatie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634320" y="4109400"/>
            <a:ext cx="89190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80" spc="-1" strike="noStrike">
                <a:solidFill>
                  <a:srgbClr val="3d68ec"/>
                </a:solidFill>
                <a:latin typeface="Arial"/>
                <a:ea typeface="Arial"/>
              </a:rPr>
              <a:t>Drie schalen, hetzelfde raamwerk eronder.</a:t>
            </a:r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 OKx bouwt deze dingen niet zelf, maar haalt de blokkade weg waar ze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634320" y="4338000"/>
            <a:ext cx="33336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nu op stuklopen. </a:t>
            </a:r>
            <a:r>
              <a:rPr b="1" lang="en-US" sz="1180" spc="-1" strike="noStrike">
                <a:solidFill>
                  <a:srgbClr val="a8481f"/>
                </a:solidFill>
                <a:latin typeface="Arial"/>
                <a:ea typeface="Arial"/>
              </a:rPr>
              <a:t>Dat is de katalysatorrol.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1078560" y="1637280"/>
            <a:ext cx="13752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e9e7e"/>
                </a:solidFill>
                <a:latin typeface="Arial"/>
                <a:ea typeface="Arial"/>
              </a:rPr>
              <a:t>VRAAG NAAST AANBOD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3426120" y="1637280"/>
            <a:ext cx="218160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2e86c1"/>
                </a:solidFill>
                <a:latin typeface="Arial"/>
                <a:ea typeface="Arial"/>
              </a:rPr>
              <a:t>TUSSEN INSTELLINGEN EN SECTOREN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6591240" y="1637280"/>
            <a:ext cx="135864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7a5dba"/>
                </a:solidFill>
                <a:latin typeface="Arial"/>
                <a:ea typeface="Arial"/>
              </a:rPr>
              <a:t>BINNEN DE INSTELLING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2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2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24" name=""/>
          <p:cNvSpPr txBox="1"/>
          <p:nvPr/>
        </p:nvSpPr>
        <p:spPr>
          <a:xfrm>
            <a:off x="439920" y="901080"/>
            <a:ext cx="7730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wij leveren, en wat AI daarmee kan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5" name=""/>
          <p:cNvSpPr/>
          <p:nvPr/>
        </p:nvSpPr>
        <p:spPr>
          <a:xfrm>
            <a:off x="456840" y="1809720"/>
            <a:ext cx="2601000" cy="1562400"/>
          </a:xfrm>
          <a:custGeom>
            <a:avLst/>
            <a:gdLst/>
            <a:ahLst/>
            <a:rect l="0" t="0" r="r" b="b"/>
            <a:pathLst>
              <a:path w="7225" h="4340">
                <a:moveTo>
                  <a:pt x="0" y="4075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5" y="103"/>
                  <a:pt x="66" y="89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1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1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6"/>
                  <a:pt x="7093" y="35"/>
                  <a:pt x="7107" y="44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89"/>
                  <a:pt x="7170" y="103"/>
                  <a:pt x="7180" y="117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4"/>
                </a:cubicBezTo>
                <a:lnTo>
                  <a:pt x="7225" y="4075"/>
                </a:lnTo>
                <a:cubicBezTo>
                  <a:pt x="7225" y="4093"/>
                  <a:pt x="7223" y="4110"/>
                  <a:pt x="7220" y="4127"/>
                </a:cubicBezTo>
                <a:cubicBezTo>
                  <a:pt x="7216" y="4144"/>
                  <a:pt x="7211" y="4160"/>
                  <a:pt x="7204" y="4176"/>
                </a:cubicBezTo>
                <a:cubicBezTo>
                  <a:pt x="7198" y="4192"/>
                  <a:pt x="7190" y="4208"/>
                  <a:pt x="7180" y="4222"/>
                </a:cubicBezTo>
                <a:cubicBezTo>
                  <a:pt x="7170" y="4237"/>
                  <a:pt x="7159" y="4250"/>
                  <a:pt x="7147" y="4262"/>
                </a:cubicBezTo>
                <a:cubicBezTo>
                  <a:pt x="7135" y="4275"/>
                  <a:pt x="7121" y="4286"/>
                  <a:pt x="7107" y="4295"/>
                </a:cubicBezTo>
                <a:cubicBezTo>
                  <a:pt x="7093" y="4305"/>
                  <a:pt x="7077" y="4313"/>
                  <a:pt x="7061" y="4320"/>
                </a:cubicBezTo>
                <a:cubicBezTo>
                  <a:pt x="7045" y="4326"/>
                  <a:pt x="7029" y="4331"/>
                  <a:pt x="7012" y="4335"/>
                </a:cubicBezTo>
                <a:cubicBezTo>
                  <a:pt x="6995" y="4338"/>
                  <a:pt x="6977" y="4340"/>
                  <a:pt x="6960" y="4340"/>
                </a:cubicBezTo>
                <a:lnTo>
                  <a:pt x="265" y="4340"/>
                </a:lnTo>
                <a:cubicBezTo>
                  <a:pt x="248" y="4340"/>
                  <a:pt x="231" y="4338"/>
                  <a:pt x="213" y="4335"/>
                </a:cubicBezTo>
                <a:cubicBezTo>
                  <a:pt x="196" y="4331"/>
                  <a:pt x="180" y="4326"/>
                  <a:pt x="164" y="4320"/>
                </a:cubicBezTo>
                <a:cubicBezTo>
                  <a:pt x="148" y="4313"/>
                  <a:pt x="133" y="4305"/>
                  <a:pt x="118" y="4295"/>
                </a:cubicBezTo>
                <a:cubicBezTo>
                  <a:pt x="104" y="4286"/>
                  <a:pt x="90" y="4275"/>
                  <a:pt x="78" y="4262"/>
                </a:cubicBezTo>
                <a:cubicBezTo>
                  <a:pt x="66" y="4250"/>
                  <a:pt x="55" y="4237"/>
                  <a:pt x="45" y="4222"/>
                </a:cubicBezTo>
                <a:cubicBezTo>
                  <a:pt x="35" y="4208"/>
                  <a:pt x="27" y="4192"/>
                  <a:pt x="21" y="4176"/>
                </a:cubicBezTo>
                <a:cubicBezTo>
                  <a:pt x="14" y="4160"/>
                  <a:pt x="9" y="4144"/>
                  <a:pt x="6" y="4127"/>
                </a:cubicBezTo>
                <a:cubicBezTo>
                  <a:pt x="2" y="4110"/>
                  <a:pt x="0" y="4093"/>
                  <a:pt x="0" y="4075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457200" y="1466280"/>
            <a:ext cx="45910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b7280"/>
                </a:solidFill>
                <a:latin typeface="Arial"/>
                <a:ea typeface="Arial"/>
              </a:rPr>
              <a:t>Onze bijdrage zit niet in de koppeling, maar in de betekenis eronder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609480" y="1961280"/>
            <a:ext cx="1770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0e9e7e"/>
                </a:solidFill>
                <a:latin typeface="Arial"/>
                <a:ea typeface="Arial"/>
              </a:rPr>
              <a:t>Eenduidig vastgelegd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8" name=""/>
          <p:cNvSpPr/>
          <p:nvPr/>
        </p:nvSpPr>
        <p:spPr>
          <a:xfrm>
            <a:off x="609480" y="252396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9e7e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9" name=""/>
          <p:cNvSpPr/>
          <p:nvPr/>
        </p:nvSpPr>
        <p:spPr>
          <a:xfrm>
            <a:off x="609480" y="3019320"/>
            <a:ext cx="2295720" cy="200160"/>
          </a:xfrm>
          <a:custGeom>
            <a:avLst/>
            <a:gdLst/>
            <a:ahLst/>
            <a:rect l="0" t="0" r="r" b="b"/>
            <a:pathLst>
              <a:path w="6377" h="556">
                <a:moveTo>
                  <a:pt x="0" y="424"/>
                </a:moveTo>
                <a:lnTo>
                  <a:pt x="0" y="132"/>
                </a:ln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8" y="3"/>
                  <a:pt x="115" y="0"/>
                  <a:pt x="132" y="0"/>
                </a:cubicBezTo>
                <a:lnTo>
                  <a:pt x="6245" y="0"/>
                </a:lnTo>
                <a:cubicBezTo>
                  <a:pt x="6263" y="0"/>
                  <a:pt x="6279" y="3"/>
                  <a:pt x="6296" y="10"/>
                </a:cubicBezTo>
                <a:cubicBezTo>
                  <a:pt x="6312" y="17"/>
                  <a:pt x="6326" y="26"/>
                  <a:pt x="6339" y="39"/>
                </a:cubicBezTo>
                <a:cubicBezTo>
                  <a:pt x="6351" y="51"/>
                  <a:pt x="6361" y="65"/>
                  <a:pt x="6367" y="81"/>
                </a:cubicBezTo>
                <a:cubicBezTo>
                  <a:pt x="6374" y="98"/>
                  <a:pt x="6377" y="115"/>
                  <a:pt x="6377" y="132"/>
                </a:cubicBezTo>
                <a:lnTo>
                  <a:pt x="6377" y="424"/>
                </a:lnTo>
                <a:cubicBezTo>
                  <a:pt x="6377" y="442"/>
                  <a:pt x="6374" y="459"/>
                  <a:pt x="6367" y="475"/>
                </a:cubicBezTo>
                <a:cubicBezTo>
                  <a:pt x="6361" y="491"/>
                  <a:pt x="6351" y="505"/>
                  <a:pt x="6339" y="518"/>
                </a:cubicBezTo>
                <a:cubicBezTo>
                  <a:pt x="6326" y="530"/>
                  <a:pt x="6312" y="540"/>
                  <a:pt x="6296" y="546"/>
                </a:cubicBezTo>
                <a:cubicBezTo>
                  <a:pt x="6279" y="553"/>
                  <a:pt x="6263" y="556"/>
                  <a:pt x="6245" y="556"/>
                </a:cubicBezTo>
                <a:lnTo>
                  <a:pt x="132" y="556"/>
                </a:lnTo>
                <a:cubicBezTo>
                  <a:pt x="115" y="556"/>
                  <a:pt x="98" y="553"/>
                  <a:pt x="81" y="546"/>
                </a:cubicBezTo>
                <a:cubicBezTo>
                  <a:pt x="65" y="540"/>
                  <a:pt x="51" y="530"/>
                  <a:pt x="39" y="518"/>
                </a:cubicBezTo>
                <a:cubicBezTo>
                  <a:pt x="26" y="505"/>
                  <a:pt x="17" y="491"/>
                  <a:pt x="10" y="475"/>
                </a:cubicBezTo>
                <a:cubicBezTo>
                  <a:pt x="3" y="459"/>
                  <a:pt x="0" y="442"/>
                  <a:pt x="0" y="424"/>
                </a:cubicBez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0" name=""/>
          <p:cNvSpPr/>
          <p:nvPr/>
        </p:nvSpPr>
        <p:spPr>
          <a:xfrm>
            <a:off x="618840" y="2628720"/>
            <a:ext cx="714960" cy="209880"/>
          </a:xfrm>
          <a:custGeom>
            <a:avLst/>
            <a:gdLst/>
            <a:ahLst/>
            <a:rect l="0" t="0" r="r" b="b"/>
            <a:pathLst>
              <a:path w="1986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80" y="0"/>
                </a:lnTo>
                <a:cubicBezTo>
                  <a:pt x="1894" y="0"/>
                  <a:pt x="1907" y="3"/>
                  <a:pt x="1920" y="8"/>
                </a:cubicBezTo>
                <a:cubicBezTo>
                  <a:pt x="1933" y="13"/>
                  <a:pt x="1945" y="21"/>
                  <a:pt x="1955" y="31"/>
                </a:cubicBezTo>
                <a:cubicBezTo>
                  <a:pt x="1965" y="41"/>
                  <a:pt x="1972" y="52"/>
                  <a:pt x="1978" y="65"/>
                </a:cubicBezTo>
                <a:cubicBezTo>
                  <a:pt x="1983" y="78"/>
                  <a:pt x="1986" y="92"/>
                  <a:pt x="1986" y="106"/>
                </a:cubicBezTo>
                <a:lnTo>
                  <a:pt x="1986" y="476"/>
                </a:lnTo>
                <a:cubicBezTo>
                  <a:pt x="1986" y="490"/>
                  <a:pt x="1983" y="504"/>
                  <a:pt x="1978" y="517"/>
                </a:cubicBezTo>
                <a:cubicBezTo>
                  <a:pt x="1972" y="530"/>
                  <a:pt x="1965" y="541"/>
                  <a:pt x="1955" y="551"/>
                </a:cubicBezTo>
                <a:cubicBezTo>
                  <a:pt x="1945" y="562"/>
                  <a:pt x="1933" y="570"/>
                  <a:pt x="1920" y="575"/>
                </a:cubicBezTo>
                <a:cubicBezTo>
                  <a:pt x="1907" y="580"/>
                  <a:pt x="1894" y="583"/>
                  <a:pt x="1880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1" name=""/>
          <p:cNvSpPr/>
          <p:nvPr/>
        </p:nvSpPr>
        <p:spPr>
          <a:xfrm>
            <a:off x="618840" y="2628720"/>
            <a:ext cx="714960" cy="209880"/>
          </a:xfrm>
          <a:custGeom>
            <a:avLst/>
            <a:gdLst/>
            <a:ahLst/>
            <a:rect l="0" t="0" r="r" b="b"/>
            <a:pathLst>
              <a:path w="1986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80" y="0"/>
                </a:lnTo>
                <a:cubicBezTo>
                  <a:pt x="1894" y="0"/>
                  <a:pt x="1907" y="3"/>
                  <a:pt x="1920" y="8"/>
                </a:cubicBezTo>
                <a:cubicBezTo>
                  <a:pt x="1933" y="13"/>
                  <a:pt x="1945" y="21"/>
                  <a:pt x="1955" y="31"/>
                </a:cubicBezTo>
                <a:cubicBezTo>
                  <a:pt x="1965" y="41"/>
                  <a:pt x="1972" y="52"/>
                  <a:pt x="1978" y="65"/>
                </a:cubicBezTo>
                <a:cubicBezTo>
                  <a:pt x="1983" y="78"/>
                  <a:pt x="1986" y="92"/>
                  <a:pt x="1986" y="106"/>
                </a:cubicBezTo>
                <a:lnTo>
                  <a:pt x="1986" y="476"/>
                </a:lnTo>
                <a:cubicBezTo>
                  <a:pt x="1986" y="490"/>
                  <a:pt x="1983" y="504"/>
                  <a:pt x="1978" y="517"/>
                </a:cubicBezTo>
                <a:cubicBezTo>
                  <a:pt x="1972" y="530"/>
                  <a:pt x="1965" y="541"/>
                  <a:pt x="1955" y="551"/>
                </a:cubicBezTo>
                <a:cubicBezTo>
                  <a:pt x="1945" y="562"/>
                  <a:pt x="1933" y="570"/>
                  <a:pt x="1920" y="575"/>
                </a:cubicBezTo>
                <a:cubicBezTo>
                  <a:pt x="1907" y="580"/>
                  <a:pt x="1894" y="583"/>
                  <a:pt x="1880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noFill/>
          <a:ln w="1872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609480" y="2244600"/>
            <a:ext cx="2114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Elk systeem bedoelt hetzelfde.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3" name=""/>
          <p:cNvSpPr/>
          <p:nvPr/>
        </p:nvSpPr>
        <p:spPr>
          <a:xfrm>
            <a:off x="1400040" y="2628720"/>
            <a:ext cx="714600" cy="209880"/>
          </a:xfrm>
          <a:custGeom>
            <a:avLst/>
            <a:gdLst/>
            <a:ahLst/>
            <a:rect l="0" t="0" r="r" b="b"/>
            <a:pathLst>
              <a:path w="1985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79" y="0"/>
                </a:lnTo>
                <a:cubicBezTo>
                  <a:pt x="1893" y="0"/>
                  <a:pt x="1907" y="3"/>
                  <a:pt x="1920" y="8"/>
                </a:cubicBezTo>
                <a:cubicBezTo>
                  <a:pt x="1933" y="13"/>
                  <a:pt x="1944" y="21"/>
                  <a:pt x="1954" y="31"/>
                </a:cubicBezTo>
                <a:cubicBezTo>
                  <a:pt x="1964" y="41"/>
                  <a:pt x="1972" y="52"/>
                  <a:pt x="1977" y="65"/>
                </a:cubicBezTo>
                <a:cubicBezTo>
                  <a:pt x="1983" y="78"/>
                  <a:pt x="1985" y="92"/>
                  <a:pt x="1985" y="106"/>
                </a:cubicBezTo>
                <a:lnTo>
                  <a:pt x="1985" y="476"/>
                </a:lnTo>
                <a:cubicBezTo>
                  <a:pt x="1985" y="490"/>
                  <a:pt x="1983" y="504"/>
                  <a:pt x="1977" y="517"/>
                </a:cubicBezTo>
                <a:cubicBezTo>
                  <a:pt x="1972" y="530"/>
                  <a:pt x="1964" y="541"/>
                  <a:pt x="1954" y="551"/>
                </a:cubicBezTo>
                <a:cubicBezTo>
                  <a:pt x="1944" y="562"/>
                  <a:pt x="1933" y="570"/>
                  <a:pt x="1920" y="575"/>
                </a:cubicBezTo>
                <a:cubicBezTo>
                  <a:pt x="1907" y="580"/>
                  <a:pt x="1893" y="583"/>
                  <a:pt x="1879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4" name=""/>
          <p:cNvSpPr/>
          <p:nvPr/>
        </p:nvSpPr>
        <p:spPr>
          <a:xfrm>
            <a:off x="1400040" y="2628720"/>
            <a:ext cx="714600" cy="209880"/>
          </a:xfrm>
          <a:custGeom>
            <a:avLst/>
            <a:gdLst/>
            <a:ahLst/>
            <a:rect l="0" t="0" r="r" b="b"/>
            <a:pathLst>
              <a:path w="1985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79" y="0"/>
                </a:lnTo>
                <a:cubicBezTo>
                  <a:pt x="1893" y="0"/>
                  <a:pt x="1907" y="3"/>
                  <a:pt x="1920" y="8"/>
                </a:cubicBezTo>
                <a:cubicBezTo>
                  <a:pt x="1933" y="13"/>
                  <a:pt x="1944" y="21"/>
                  <a:pt x="1954" y="31"/>
                </a:cubicBezTo>
                <a:cubicBezTo>
                  <a:pt x="1964" y="41"/>
                  <a:pt x="1972" y="52"/>
                  <a:pt x="1977" y="65"/>
                </a:cubicBezTo>
                <a:cubicBezTo>
                  <a:pt x="1983" y="78"/>
                  <a:pt x="1985" y="92"/>
                  <a:pt x="1985" y="106"/>
                </a:cubicBezTo>
                <a:lnTo>
                  <a:pt x="1985" y="476"/>
                </a:lnTo>
                <a:cubicBezTo>
                  <a:pt x="1985" y="490"/>
                  <a:pt x="1983" y="504"/>
                  <a:pt x="1977" y="517"/>
                </a:cubicBezTo>
                <a:cubicBezTo>
                  <a:pt x="1972" y="530"/>
                  <a:pt x="1964" y="541"/>
                  <a:pt x="1954" y="551"/>
                </a:cubicBezTo>
                <a:cubicBezTo>
                  <a:pt x="1944" y="562"/>
                  <a:pt x="1933" y="570"/>
                  <a:pt x="1920" y="575"/>
                </a:cubicBezTo>
                <a:cubicBezTo>
                  <a:pt x="1907" y="580"/>
                  <a:pt x="1893" y="583"/>
                  <a:pt x="1879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noFill/>
          <a:ln w="1872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901080" y="2684160"/>
            <a:ext cx="1515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e9e7e"/>
                </a:solidFill>
                <a:latin typeface="Arial"/>
                <a:ea typeface="Arial"/>
              </a:rPr>
              <a:t>OC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6" name=""/>
          <p:cNvSpPr/>
          <p:nvPr/>
        </p:nvSpPr>
        <p:spPr>
          <a:xfrm>
            <a:off x="2180880" y="2628720"/>
            <a:ext cx="714960" cy="209880"/>
          </a:xfrm>
          <a:custGeom>
            <a:avLst/>
            <a:gdLst/>
            <a:ahLst/>
            <a:rect l="0" t="0" r="r" b="b"/>
            <a:pathLst>
              <a:path w="1986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80" y="0"/>
                </a:lnTo>
                <a:cubicBezTo>
                  <a:pt x="1894" y="0"/>
                  <a:pt x="1908" y="3"/>
                  <a:pt x="1920" y="8"/>
                </a:cubicBezTo>
                <a:cubicBezTo>
                  <a:pt x="1933" y="13"/>
                  <a:pt x="1945" y="21"/>
                  <a:pt x="1955" y="31"/>
                </a:cubicBezTo>
                <a:cubicBezTo>
                  <a:pt x="1965" y="41"/>
                  <a:pt x="1972" y="52"/>
                  <a:pt x="1978" y="65"/>
                </a:cubicBezTo>
                <a:cubicBezTo>
                  <a:pt x="1983" y="78"/>
                  <a:pt x="1986" y="92"/>
                  <a:pt x="1986" y="106"/>
                </a:cubicBezTo>
                <a:lnTo>
                  <a:pt x="1986" y="476"/>
                </a:lnTo>
                <a:cubicBezTo>
                  <a:pt x="1986" y="490"/>
                  <a:pt x="1983" y="504"/>
                  <a:pt x="1978" y="517"/>
                </a:cubicBezTo>
                <a:cubicBezTo>
                  <a:pt x="1972" y="530"/>
                  <a:pt x="1965" y="541"/>
                  <a:pt x="1955" y="551"/>
                </a:cubicBezTo>
                <a:cubicBezTo>
                  <a:pt x="1945" y="562"/>
                  <a:pt x="1933" y="570"/>
                  <a:pt x="1920" y="575"/>
                </a:cubicBezTo>
                <a:cubicBezTo>
                  <a:pt x="1908" y="580"/>
                  <a:pt x="1894" y="583"/>
                  <a:pt x="1880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7" name=""/>
          <p:cNvSpPr/>
          <p:nvPr/>
        </p:nvSpPr>
        <p:spPr>
          <a:xfrm>
            <a:off x="2180880" y="2628720"/>
            <a:ext cx="714960" cy="209880"/>
          </a:xfrm>
          <a:custGeom>
            <a:avLst/>
            <a:gdLst/>
            <a:ahLst/>
            <a:rect l="0" t="0" r="r" b="b"/>
            <a:pathLst>
              <a:path w="1986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80" y="0"/>
                </a:lnTo>
                <a:cubicBezTo>
                  <a:pt x="1894" y="0"/>
                  <a:pt x="1908" y="3"/>
                  <a:pt x="1920" y="8"/>
                </a:cubicBezTo>
                <a:cubicBezTo>
                  <a:pt x="1933" y="13"/>
                  <a:pt x="1945" y="21"/>
                  <a:pt x="1955" y="31"/>
                </a:cubicBezTo>
                <a:cubicBezTo>
                  <a:pt x="1965" y="41"/>
                  <a:pt x="1972" y="52"/>
                  <a:pt x="1978" y="65"/>
                </a:cubicBezTo>
                <a:cubicBezTo>
                  <a:pt x="1983" y="78"/>
                  <a:pt x="1986" y="92"/>
                  <a:pt x="1986" y="106"/>
                </a:cubicBezTo>
                <a:lnTo>
                  <a:pt x="1986" y="476"/>
                </a:lnTo>
                <a:cubicBezTo>
                  <a:pt x="1986" y="490"/>
                  <a:pt x="1983" y="504"/>
                  <a:pt x="1978" y="517"/>
                </a:cubicBezTo>
                <a:cubicBezTo>
                  <a:pt x="1972" y="530"/>
                  <a:pt x="1965" y="541"/>
                  <a:pt x="1955" y="551"/>
                </a:cubicBezTo>
                <a:cubicBezTo>
                  <a:pt x="1945" y="562"/>
                  <a:pt x="1933" y="570"/>
                  <a:pt x="1920" y="575"/>
                </a:cubicBezTo>
                <a:cubicBezTo>
                  <a:pt x="1908" y="580"/>
                  <a:pt x="1894" y="583"/>
                  <a:pt x="1880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1"/>
                </a:cubicBezTo>
                <a:cubicBezTo>
                  <a:pt x="22" y="541"/>
                  <a:pt x="14" y="530"/>
                  <a:pt x="9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noFill/>
          <a:ln w="1872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1677600" y="2684160"/>
            <a:ext cx="1728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e9e7e"/>
                </a:solidFill>
                <a:latin typeface="Arial"/>
                <a:ea typeface="Arial"/>
              </a:rPr>
              <a:t>SIS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9" name=""/>
          <p:cNvSpPr/>
          <p:nvPr/>
        </p:nvSpPr>
        <p:spPr>
          <a:xfrm>
            <a:off x="988560" y="2847960"/>
            <a:ext cx="770400" cy="167760"/>
          </a:xfrm>
          <a:custGeom>
            <a:avLst/>
            <a:gdLst/>
            <a:ahLst/>
            <a:rect l="0" t="0" r="r" b="b"/>
            <a:pathLst>
              <a:path fill="none" w="2140" h="466">
                <a:moveTo>
                  <a:pt x="0" y="0"/>
                </a:moveTo>
                <a:lnTo>
                  <a:pt x="0" y="169"/>
                </a:lnTo>
                <a:lnTo>
                  <a:pt x="2140" y="169"/>
                </a:lnTo>
                <a:lnTo>
                  <a:pt x="2140" y="466"/>
                </a:lnTo>
              </a:path>
            </a:pathLst>
          </a:custGeom>
          <a:ln w="1908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0" name=""/>
          <p:cNvSpPr/>
          <p:nvPr/>
        </p:nvSpPr>
        <p:spPr>
          <a:xfrm>
            <a:off x="1758600" y="2847960"/>
            <a:ext cx="0" cy="167400"/>
          </a:xfrm>
          <a:prstGeom prst="line">
            <a:avLst/>
          </a:prstGeom>
          <a:ln w="19080">
            <a:solidFill>
              <a:srgbClr val="0e9e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1" name=""/>
          <p:cNvSpPr/>
          <p:nvPr/>
        </p:nvSpPr>
        <p:spPr>
          <a:xfrm>
            <a:off x="1758600" y="2847960"/>
            <a:ext cx="770040" cy="167760"/>
          </a:xfrm>
          <a:custGeom>
            <a:avLst/>
            <a:gdLst/>
            <a:ahLst/>
            <a:rect l="0" t="0" r="r" b="b"/>
            <a:pathLst>
              <a:path fill="none" w="2139" h="466">
                <a:moveTo>
                  <a:pt x="2139" y="0"/>
                </a:moveTo>
                <a:lnTo>
                  <a:pt x="2139" y="169"/>
                </a:lnTo>
                <a:lnTo>
                  <a:pt x="0" y="169"/>
                </a:lnTo>
                <a:lnTo>
                  <a:pt x="0" y="466"/>
                </a:lnTo>
              </a:path>
            </a:pathLst>
          </a:custGeom>
          <a:ln w="19080">
            <a:solidFill>
              <a:srgbClr val="0e9e7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2435040" y="2684160"/>
            <a:ext cx="2246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e9e7e"/>
                </a:solidFill>
                <a:latin typeface="Arial"/>
                <a:ea typeface="Arial"/>
              </a:rPr>
              <a:t>LMS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3" name=""/>
          <p:cNvSpPr/>
          <p:nvPr/>
        </p:nvSpPr>
        <p:spPr>
          <a:xfrm>
            <a:off x="3200040" y="1809720"/>
            <a:ext cx="2601000" cy="1562400"/>
          </a:xfrm>
          <a:custGeom>
            <a:avLst/>
            <a:gdLst/>
            <a:ahLst/>
            <a:rect l="0" t="0" r="r" b="b"/>
            <a:pathLst>
              <a:path w="7225" h="4340">
                <a:moveTo>
                  <a:pt x="0" y="4075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5" y="103"/>
                  <a:pt x="66" y="89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1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1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6"/>
                  <a:pt x="7093" y="35"/>
                  <a:pt x="7107" y="44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89"/>
                  <a:pt x="7170" y="103"/>
                  <a:pt x="7180" y="117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4"/>
                </a:cubicBezTo>
                <a:lnTo>
                  <a:pt x="7225" y="4075"/>
                </a:lnTo>
                <a:cubicBezTo>
                  <a:pt x="7225" y="4093"/>
                  <a:pt x="7223" y="4110"/>
                  <a:pt x="7220" y="4127"/>
                </a:cubicBezTo>
                <a:cubicBezTo>
                  <a:pt x="7216" y="4144"/>
                  <a:pt x="7211" y="4160"/>
                  <a:pt x="7204" y="4176"/>
                </a:cubicBezTo>
                <a:cubicBezTo>
                  <a:pt x="7198" y="4192"/>
                  <a:pt x="7190" y="4208"/>
                  <a:pt x="7180" y="4222"/>
                </a:cubicBezTo>
                <a:cubicBezTo>
                  <a:pt x="7170" y="4237"/>
                  <a:pt x="7159" y="4250"/>
                  <a:pt x="7147" y="4262"/>
                </a:cubicBezTo>
                <a:cubicBezTo>
                  <a:pt x="7135" y="4275"/>
                  <a:pt x="7121" y="4286"/>
                  <a:pt x="7107" y="4295"/>
                </a:cubicBezTo>
                <a:cubicBezTo>
                  <a:pt x="7093" y="4305"/>
                  <a:pt x="7077" y="4313"/>
                  <a:pt x="7061" y="4320"/>
                </a:cubicBezTo>
                <a:cubicBezTo>
                  <a:pt x="7045" y="4326"/>
                  <a:pt x="7029" y="4331"/>
                  <a:pt x="7012" y="4335"/>
                </a:cubicBezTo>
                <a:cubicBezTo>
                  <a:pt x="6995" y="4338"/>
                  <a:pt x="6977" y="4340"/>
                  <a:pt x="6960" y="4340"/>
                </a:cubicBezTo>
                <a:lnTo>
                  <a:pt x="265" y="4340"/>
                </a:lnTo>
                <a:cubicBezTo>
                  <a:pt x="248" y="4340"/>
                  <a:pt x="231" y="4338"/>
                  <a:pt x="213" y="4335"/>
                </a:cubicBezTo>
                <a:cubicBezTo>
                  <a:pt x="196" y="4331"/>
                  <a:pt x="180" y="4326"/>
                  <a:pt x="164" y="4320"/>
                </a:cubicBezTo>
                <a:cubicBezTo>
                  <a:pt x="148" y="4313"/>
                  <a:pt x="133" y="4305"/>
                  <a:pt x="118" y="4295"/>
                </a:cubicBezTo>
                <a:cubicBezTo>
                  <a:pt x="104" y="4286"/>
                  <a:pt x="90" y="4275"/>
                  <a:pt x="78" y="4262"/>
                </a:cubicBezTo>
                <a:cubicBezTo>
                  <a:pt x="66" y="4250"/>
                  <a:pt x="55" y="4237"/>
                  <a:pt x="45" y="4222"/>
                </a:cubicBezTo>
                <a:cubicBezTo>
                  <a:pt x="35" y="4208"/>
                  <a:pt x="27" y="4192"/>
                  <a:pt x="21" y="4176"/>
                </a:cubicBezTo>
                <a:cubicBezTo>
                  <a:pt x="14" y="4160"/>
                  <a:pt x="9" y="4144"/>
                  <a:pt x="6" y="4127"/>
                </a:cubicBezTo>
                <a:cubicBezTo>
                  <a:pt x="2" y="4110"/>
                  <a:pt x="0" y="4093"/>
                  <a:pt x="0" y="4075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1292040" y="3056760"/>
            <a:ext cx="1111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dezelfde betekenis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3349800" y="1961280"/>
            <a:ext cx="21128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2e86c1"/>
                </a:solidFill>
                <a:latin typeface="Arial"/>
                <a:ea typeface="Arial"/>
              </a:rPr>
              <a:t>Machine-interpreteerbaar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3349800" y="2244600"/>
            <a:ext cx="2106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agent leest de speciﬁcatie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7" name=""/>
          <p:cNvSpPr/>
          <p:nvPr/>
        </p:nvSpPr>
        <p:spPr>
          <a:xfrm>
            <a:off x="3352680" y="2714400"/>
            <a:ext cx="2295720" cy="10080"/>
          </a:xfrm>
          <a:custGeom>
            <a:avLst/>
            <a:gdLst/>
            <a:ahLst/>
            <a:rect l="0" t="0" r="r" b="b"/>
            <a:pathLst>
              <a:path w="6377" h="28">
                <a:moveTo>
                  <a:pt x="0" y="0"/>
                </a:moveTo>
                <a:lnTo>
                  <a:pt x="6377" y="0"/>
                </a:lnTo>
                <a:lnTo>
                  <a:pt x="63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2e86c1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8" name=""/>
          <p:cNvSpPr/>
          <p:nvPr/>
        </p:nvSpPr>
        <p:spPr>
          <a:xfrm>
            <a:off x="3952800" y="2833920"/>
            <a:ext cx="244080" cy="317520"/>
          </a:xfrm>
          <a:custGeom>
            <a:avLst/>
            <a:gdLst/>
            <a:ahLst/>
            <a:rect l="0" t="0" r="r" b="b"/>
            <a:pathLst>
              <a:path w="678" h="882">
                <a:moveTo>
                  <a:pt x="50" y="0"/>
                </a:moveTo>
                <a:lnTo>
                  <a:pt x="627" y="0"/>
                </a:lnTo>
                <a:cubicBezTo>
                  <a:pt x="634" y="0"/>
                  <a:pt x="640" y="2"/>
                  <a:pt x="647" y="4"/>
                </a:cubicBezTo>
                <a:cubicBezTo>
                  <a:pt x="653" y="7"/>
                  <a:pt x="658" y="11"/>
                  <a:pt x="663" y="15"/>
                </a:cubicBezTo>
                <a:cubicBezTo>
                  <a:pt x="668" y="20"/>
                  <a:pt x="671" y="26"/>
                  <a:pt x="674" y="32"/>
                </a:cubicBezTo>
                <a:cubicBezTo>
                  <a:pt x="677" y="38"/>
                  <a:pt x="678" y="44"/>
                  <a:pt x="678" y="51"/>
                </a:cubicBezTo>
                <a:lnTo>
                  <a:pt x="678" y="831"/>
                </a:lnTo>
                <a:cubicBezTo>
                  <a:pt x="678" y="838"/>
                  <a:pt x="677" y="844"/>
                  <a:pt x="674" y="850"/>
                </a:cubicBezTo>
                <a:cubicBezTo>
                  <a:pt x="671" y="857"/>
                  <a:pt x="668" y="862"/>
                  <a:pt x="663" y="867"/>
                </a:cubicBezTo>
                <a:cubicBezTo>
                  <a:pt x="658" y="872"/>
                  <a:pt x="653" y="875"/>
                  <a:pt x="647" y="878"/>
                </a:cubicBezTo>
                <a:cubicBezTo>
                  <a:pt x="640" y="880"/>
                  <a:pt x="634" y="882"/>
                  <a:pt x="627" y="882"/>
                </a:cubicBezTo>
                <a:lnTo>
                  <a:pt x="50" y="882"/>
                </a:lnTo>
                <a:cubicBezTo>
                  <a:pt x="44" y="882"/>
                  <a:pt x="37" y="880"/>
                  <a:pt x="31" y="878"/>
                </a:cubicBezTo>
                <a:cubicBezTo>
                  <a:pt x="25" y="875"/>
                  <a:pt x="19" y="872"/>
                  <a:pt x="15" y="867"/>
                </a:cubicBezTo>
                <a:cubicBezTo>
                  <a:pt x="10" y="862"/>
                  <a:pt x="6" y="857"/>
                  <a:pt x="4" y="850"/>
                </a:cubicBezTo>
                <a:cubicBezTo>
                  <a:pt x="1" y="844"/>
                  <a:pt x="0" y="838"/>
                  <a:pt x="0" y="831"/>
                </a:cubicBezTo>
                <a:lnTo>
                  <a:pt x="0" y="51"/>
                </a:lnTo>
                <a:cubicBezTo>
                  <a:pt x="0" y="44"/>
                  <a:pt x="1" y="38"/>
                  <a:pt x="4" y="32"/>
                </a:cubicBezTo>
                <a:cubicBezTo>
                  <a:pt x="6" y="26"/>
                  <a:pt x="10" y="20"/>
                  <a:pt x="15" y="15"/>
                </a:cubicBezTo>
                <a:cubicBezTo>
                  <a:pt x="19" y="11"/>
                  <a:pt x="25" y="7"/>
                  <a:pt x="31" y="4"/>
                </a:cubicBezTo>
                <a:cubicBezTo>
                  <a:pt x="37" y="2"/>
                  <a:pt x="44" y="0"/>
                  <a:pt x="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9" name=""/>
          <p:cNvSpPr/>
          <p:nvPr/>
        </p:nvSpPr>
        <p:spPr>
          <a:xfrm>
            <a:off x="3952800" y="2833920"/>
            <a:ext cx="244080" cy="317520"/>
          </a:xfrm>
          <a:custGeom>
            <a:avLst/>
            <a:gdLst/>
            <a:ahLst/>
            <a:rect l="0" t="0" r="r" b="b"/>
            <a:pathLst>
              <a:path w="678" h="882">
                <a:moveTo>
                  <a:pt x="50" y="0"/>
                </a:moveTo>
                <a:lnTo>
                  <a:pt x="627" y="0"/>
                </a:lnTo>
                <a:cubicBezTo>
                  <a:pt x="634" y="0"/>
                  <a:pt x="640" y="2"/>
                  <a:pt x="647" y="4"/>
                </a:cubicBezTo>
                <a:cubicBezTo>
                  <a:pt x="653" y="7"/>
                  <a:pt x="658" y="11"/>
                  <a:pt x="663" y="15"/>
                </a:cubicBezTo>
                <a:cubicBezTo>
                  <a:pt x="668" y="20"/>
                  <a:pt x="671" y="26"/>
                  <a:pt x="674" y="32"/>
                </a:cubicBezTo>
                <a:cubicBezTo>
                  <a:pt x="677" y="38"/>
                  <a:pt x="678" y="44"/>
                  <a:pt x="678" y="51"/>
                </a:cubicBezTo>
                <a:lnTo>
                  <a:pt x="678" y="831"/>
                </a:lnTo>
                <a:cubicBezTo>
                  <a:pt x="678" y="838"/>
                  <a:pt x="677" y="844"/>
                  <a:pt x="674" y="850"/>
                </a:cubicBezTo>
                <a:cubicBezTo>
                  <a:pt x="671" y="857"/>
                  <a:pt x="668" y="862"/>
                  <a:pt x="663" y="867"/>
                </a:cubicBezTo>
                <a:cubicBezTo>
                  <a:pt x="658" y="872"/>
                  <a:pt x="653" y="875"/>
                  <a:pt x="647" y="878"/>
                </a:cubicBezTo>
                <a:cubicBezTo>
                  <a:pt x="640" y="880"/>
                  <a:pt x="634" y="882"/>
                  <a:pt x="627" y="882"/>
                </a:cubicBezTo>
                <a:lnTo>
                  <a:pt x="50" y="882"/>
                </a:lnTo>
                <a:cubicBezTo>
                  <a:pt x="44" y="882"/>
                  <a:pt x="37" y="880"/>
                  <a:pt x="31" y="878"/>
                </a:cubicBezTo>
                <a:cubicBezTo>
                  <a:pt x="25" y="875"/>
                  <a:pt x="19" y="872"/>
                  <a:pt x="15" y="867"/>
                </a:cubicBezTo>
                <a:cubicBezTo>
                  <a:pt x="10" y="862"/>
                  <a:pt x="6" y="857"/>
                  <a:pt x="4" y="850"/>
                </a:cubicBezTo>
                <a:cubicBezTo>
                  <a:pt x="1" y="844"/>
                  <a:pt x="0" y="838"/>
                  <a:pt x="0" y="831"/>
                </a:cubicBezTo>
                <a:lnTo>
                  <a:pt x="0" y="51"/>
                </a:lnTo>
                <a:cubicBezTo>
                  <a:pt x="0" y="44"/>
                  <a:pt x="1" y="38"/>
                  <a:pt x="4" y="32"/>
                </a:cubicBezTo>
                <a:cubicBezTo>
                  <a:pt x="6" y="26"/>
                  <a:pt x="10" y="20"/>
                  <a:pt x="15" y="15"/>
                </a:cubicBezTo>
                <a:cubicBezTo>
                  <a:pt x="19" y="11"/>
                  <a:pt x="25" y="7"/>
                  <a:pt x="31" y="4"/>
                </a:cubicBezTo>
                <a:cubicBezTo>
                  <a:pt x="37" y="2"/>
                  <a:pt x="44" y="0"/>
                  <a:pt x="50" y="0"/>
                </a:cubicBezTo>
                <a:close/>
              </a:path>
            </a:pathLst>
          </a:custGeom>
          <a:noFill/>
          <a:ln w="11880">
            <a:solidFill>
              <a:srgbClr val="5b6670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0" name=""/>
          <p:cNvSpPr/>
          <p:nvPr/>
        </p:nvSpPr>
        <p:spPr>
          <a:xfrm>
            <a:off x="3989160" y="2882880"/>
            <a:ext cx="171000" cy="24840"/>
          </a:xfrm>
          <a:custGeom>
            <a:avLst/>
            <a:gdLst/>
            <a:ahLst/>
            <a:rect l="0" t="0" r="r" b="b"/>
            <a:pathLst>
              <a:path w="475" h="69">
                <a:moveTo>
                  <a:pt x="34" y="0"/>
                </a:moveTo>
                <a:lnTo>
                  <a:pt x="441" y="0"/>
                </a:lnTo>
                <a:cubicBezTo>
                  <a:pt x="451" y="0"/>
                  <a:pt x="459" y="3"/>
                  <a:pt x="465" y="10"/>
                </a:cubicBezTo>
                <a:cubicBezTo>
                  <a:pt x="472" y="16"/>
                  <a:pt x="475" y="24"/>
                  <a:pt x="475" y="34"/>
                </a:cubicBezTo>
                <a:cubicBezTo>
                  <a:pt x="475" y="43"/>
                  <a:pt x="472" y="51"/>
                  <a:pt x="465" y="58"/>
                </a:cubicBezTo>
                <a:cubicBezTo>
                  <a:pt x="459" y="64"/>
                  <a:pt x="451" y="69"/>
                  <a:pt x="441" y="69"/>
                </a:cubicBezTo>
                <a:lnTo>
                  <a:pt x="34" y="69"/>
                </a:lnTo>
                <a:cubicBezTo>
                  <a:pt x="25" y="69"/>
                  <a:pt x="17" y="64"/>
                  <a:pt x="10" y="58"/>
                </a:cubicBezTo>
                <a:cubicBezTo>
                  <a:pt x="4" y="51"/>
                  <a:pt x="0" y="43"/>
                  <a:pt x="0" y="34"/>
                </a:cubicBezTo>
                <a:cubicBezTo>
                  <a:pt x="0" y="24"/>
                  <a:pt x="4" y="16"/>
                  <a:pt x="10" y="10"/>
                </a:cubicBezTo>
                <a:cubicBezTo>
                  <a:pt x="17" y="3"/>
                  <a:pt x="25" y="0"/>
                  <a:pt x="34" y="0"/>
                </a:cubicBezTo>
                <a:close/>
              </a:path>
            </a:pathLst>
          </a:custGeom>
          <a:solidFill>
            <a:srgbClr val="2e86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1" name=""/>
          <p:cNvSpPr/>
          <p:nvPr/>
        </p:nvSpPr>
        <p:spPr>
          <a:xfrm>
            <a:off x="3989160" y="2968200"/>
            <a:ext cx="170640" cy="0"/>
          </a:xfrm>
          <a:prstGeom prst="line">
            <a:avLst/>
          </a:prstGeom>
          <a:ln w="1188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-5760" bIns="-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2" name=""/>
          <p:cNvSpPr/>
          <p:nvPr/>
        </p:nvSpPr>
        <p:spPr>
          <a:xfrm>
            <a:off x="3989160" y="3016800"/>
            <a:ext cx="170640" cy="0"/>
          </a:xfrm>
          <a:prstGeom prst="line">
            <a:avLst/>
          </a:prstGeom>
          <a:ln w="1188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-5760" bIns="-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3" name=""/>
          <p:cNvSpPr/>
          <p:nvPr/>
        </p:nvSpPr>
        <p:spPr>
          <a:xfrm>
            <a:off x="3989160" y="3065760"/>
            <a:ext cx="122040" cy="0"/>
          </a:xfrm>
          <a:prstGeom prst="line">
            <a:avLst/>
          </a:prstGeom>
          <a:ln w="1188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-5760" bIns="-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3349800" y="2435040"/>
            <a:ext cx="1239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zonder te gokken.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4298760" y="2906640"/>
            <a:ext cx="27504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e86c1"/>
                </a:solidFill>
                <a:latin typeface="DejaVuSansMono"/>
                <a:ea typeface="DejaVuSansMono"/>
              </a:rPr>
              <a:t>{ }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6" name=""/>
          <p:cNvSpPr/>
          <p:nvPr/>
        </p:nvSpPr>
        <p:spPr>
          <a:xfrm>
            <a:off x="4958640" y="2854440"/>
            <a:ext cx="0" cy="51480"/>
          </a:xfrm>
          <a:prstGeom prst="line">
            <a:avLst/>
          </a:prstGeom>
          <a:ln w="1260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7" name=""/>
          <p:cNvSpPr/>
          <p:nvPr/>
        </p:nvSpPr>
        <p:spPr>
          <a:xfrm>
            <a:off x="4939200" y="2835360"/>
            <a:ext cx="38880" cy="38880"/>
          </a:xfrm>
          <a:custGeom>
            <a:avLst/>
            <a:gdLst/>
            <a:ahLst/>
            <a:rect l="0" t="0" r="r" b="b"/>
            <a:pathLst>
              <a:path w="108" h="108">
                <a:moveTo>
                  <a:pt x="108" y="53"/>
                </a:moveTo>
                <a:cubicBezTo>
                  <a:pt x="108" y="60"/>
                  <a:pt x="107" y="67"/>
                  <a:pt x="104" y="74"/>
                </a:cubicBezTo>
                <a:cubicBezTo>
                  <a:pt x="101" y="80"/>
                  <a:pt x="98" y="86"/>
                  <a:pt x="93" y="91"/>
                </a:cubicBezTo>
                <a:cubicBezTo>
                  <a:pt x="87" y="97"/>
                  <a:pt x="82" y="101"/>
                  <a:pt x="75" y="104"/>
                </a:cubicBezTo>
                <a:cubicBezTo>
                  <a:pt x="69" y="107"/>
                  <a:pt x="62" y="108"/>
                  <a:pt x="55" y="108"/>
                </a:cubicBezTo>
                <a:cubicBezTo>
                  <a:pt x="47" y="108"/>
                  <a:pt x="41" y="107"/>
                  <a:pt x="34" y="104"/>
                </a:cubicBezTo>
                <a:cubicBezTo>
                  <a:pt x="26" y="101"/>
                  <a:pt x="21" y="97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1" y="67"/>
                  <a:pt x="0" y="60"/>
                  <a:pt x="0" y="53"/>
                </a:cubicBez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4" y="4"/>
                </a:cubicBezTo>
                <a:cubicBezTo>
                  <a:pt x="41" y="1"/>
                  <a:pt x="47" y="0"/>
                  <a:pt x="55" y="0"/>
                </a:cubicBezTo>
                <a:cubicBezTo>
                  <a:pt x="62" y="0"/>
                  <a:pt x="69" y="1"/>
                  <a:pt x="75" y="4"/>
                </a:cubicBezTo>
                <a:cubicBezTo>
                  <a:pt x="82" y="6"/>
                  <a:pt x="87" y="10"/>
                  <a:pt x="93" y="15"/>
                </a:cubicBezTo>
                <a:cubicBezTo>
                  <a:pt x="98" y="20"/>
                  <a:pt x="101" y="26"/>
                  <a:pt x="104" y="33"/>
                </a:cubicBezTo>
                <a:cubicBezTo>
                  <a:pt x="107" y="39"/>
                  <a:pt x="108" y="46"/>
                  <a:pt x="108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8" name=""/>
          <p:cNvSpPr/>
          <p:nvPr/>
        </p:nvSpPr>
        <p:spPr>
          <a:xfrm>
            <a:off x="4868280" y="2905920"/>
            <a:ext cx="180720" cy="142200"/>
          </a:xfrm>
          <a:custGeom>
            <a:avLst/>
            <a:gdLst/>
            <a:ahLst/>
            <a:rect l="0" t="0" r="r" b="b"/>
            <a:pathLst>
              <a:path w="502" h="395">
                <a:moveTo>
                  <a:pt x="89" y="0"/>
                </a:moveTo>
                <a:lnTo>
                  <a:pt x="413" y="0"/>
                </a:lnTo>
                <a:cubicBezTo>
                  <a:pt x="425" y="0"/>
                  <a:pt x="436" y="3"/>
                  <a:pt x="447" y="7"/>
                </a:cubicBezTo>
                <a:cubicBezTo>
                  <a:pt x="458" y="12"/>
                  <a:pt x="468" y="18"/>
                  <a:pt x="476" y="27"/>
                </a:cubicBezTo>
                <a:cubicBezTo>
                  <a:pt x="484" y="35"/>
                  <a:pt x="491" y="45"/>
                  <a:pt x="495" y="56"/>
                </a:cubicBezTo>
                <a:cubicBezTo>
                  <a:pt x="500" y="67"/>
                  <a:pt x="502" y="78"/>
                  <a:pt x="502" y="90"/>
                </a:cubicBezTo>
                <a:lnTo>
                  <a:pt x="502" y="305"/>
                </a:lnTo>
                <a:cubicBezTo>
                  <a:pt x="502" y="317"/>
                  <a:pt x="500" y="328"/>
                  <a:pt x="495" y="339"/>
                </a:cubicBezTo>
                <a:cubicBezTo>
                  <a:pt x="491" y="350"/>
                  <a:pt x="484" y="360"/>
                  <a:pt x="476" y="368"/>
                </a:cubicBezTo>
                <a:cubicBezTo>
                  <a:pt x="468" y="377"/>
                  <a:pt x="458" y="384"/>
                  <a:pt x="447" y="389"/>
                </a:cubicBezTo>
                <a:cubicBezTo>
                  <a:pt x="436" y="393"/>
                  <a:pt x="425" y="395"/>
                  <a:pt x="413" y="395"/>
                </a:cubicBezTo>
                <a:lnTo>
                  <a:pt x="89" y="395"/>
                </a:lnTo>
                <a:cubicBezTo>
                  <a:pt x="78" y="395"/>
                  <a:pt x="66" y="393"/>
                  <a:pt x="55" y="389"/>
                </a:cubicBezTo>
                <a:cubicBezTo>
                  <a:pt x="44" y="384"/>
                  <a:pt x="35" y="377"/>
                  <a:pt x="26" y="368"/>
                </a:cubicBezTo>
                <a:cubicBezTo>
                  <a:pt x="18" y="360"/>
                  <a:pt x="11" y="350"/>
                  <a:pt x="7" y="339"/>
                </a:cubicBezTo>
                <a:cubicBezTo>
                  <a:pt x="2" y="328"/>
                  <a:pt x="0" y="317"/>
                  <a:pt x="0" y="305"/>
                </a:cubicBezTo>
                <a:lnTo>
                  <a:pt x="0" y="90"/>
                </a:lnTo>
                <a:cubicBezTo>
                  <a:pt x="0" y="78"/>
                  <a:pt x="2" y="67"/>
                  <a:pt x="7" y="56"/>
                </a:cubicBezTo>
                <a:cubicBezTo>
                  <a:pt x="11" y="45"/>
                  <a:pt x="18" y="35"/>
                  <a:pt x="26" y="27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8" y="0"/>
                  <a:pt x="8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9" name=""/>
          <p:cNvSpPr/>
          <p:nvPr/>
        </p:nvSpPr>
        <p:spPr>
          <a:xfrm>
            <a:off x="4868280" y="2905920"/>
            <a:ext cx="180720" cy="142200"/>
          </a:xfrm>
          <a:custGeom>
            <a:avLst/>
            <a:gdLst/>
            <a:ahLst/>
            <a:rect l="0" t="0" r="r" b="b"/>
            <a:pathLst>
              <a:path w="502" h="395">
                <a:moveTo>
                  <a:pt x="89" y="0"/>
                </a:moveTo>
                <a:lnTo>
                  <a:pt x="413" y="0"/>
                </a:lnTo>
                <a:cubicBezTo>
                  <a:pt x="425" y="0"/>
                  <a:pt x="436" y="3"/>
                  <a:pt x="447" y="7"/>
                </a:cubicBezTo>
                <a:cubicBezTo>
                  <a:pt x="458" y="12"/>
                  <a:pt x="468" y="18"/>
                  <a:pt x="476" y="27"/>
                </a:cubicBezTo>
                <a:cubicBezTo>
                  <a:pt x="484" y="35"/>
                  <a:pt x="491" y="45"/>
                  <a:pt x="495" y="56"/>
                </a:cubicBezTo>
                <a:cubicBezTo>
                  <a:pt x="500" y="67"/>
                  <a:pt x="502" y="78"/>
                  <a:pt x="502" y="90"/>
                </a:cubicBezTo>
                <a:lnTo>
                  <a:pt x="502" y="305"/>
                </a:lnTo>
                <a:cubicBezTo>
                  <a:pt x="502" y="317"/>
                  <a:pt x="500" y="328"/>
                  <a:pt x="495" y="339"/>
                </a:cubicBezTo>
                <a:cubicBezTo>
                  <a:pt x="491" y="350"/>
                  <a:pt x="484" y="360"/>
                  <a:pt x="476" y="368"/>
                </a:cubicBezTo>
                <a:cubicBezTo>
                  <a:pt x="468" y="377"/>
                  <a:pt x="458" y="384"/>
                  <a:pt x="447" y="389"/>
                </a:cubicBezTo>
                <a:cubicBezTo>
                  <a:pt x="436" y="393"/>
                  <a:pt x="425" y="395"/>
                  <a:pt x="413" y="395"/>
                </a:cubicBezTo>
                <a:lnTo>
                  <a:pt x="89" y="395"/>
                </a:lnTo>
                <a:cubicBezTo>
                  <a:pt x="78" y="395"/>
                  <a:pt x="66" y="393"/>
                  <a:pt x="55" y="389"/>
                </a:cubicBezTo>
                <a:cubicBezTo>
                  <a:pt x="44" y="384"/>
                  <a:pt x="35" y="377"/>
                  <a:pt x="26" y="368"/>
                </a:cubicBezTo>
                <a:cubicBezTo>
                  <a:pt x="18" y="360"/>
                  <a:pt x="11" y="350"/>
                  <a:pt x="7" y="339"/>
                </a:cubicBezTo>
                <a:cubicBezTo>
                  <a:pt x="2" y="328"/>
                  <a:pt x="0" y="317"/>
                  <a:pt x="0" y="305"/>
                </a:cubicBezTo>
                <a:lnTo>
                  <a:pt x="0" y="90"/>
                </a:lnTo>
                <a:cubicBezTo>
                  <a:pt x="0" y="78"/>
                  <a:pt x="2" y="67"/>
                  <a:pt x="7" y="56"/>
                </a:cubicBezTo>
                <a:cubicBezTo>
                  <a:pt x="11" y="45"/>
                  <a:pt x="18" y="35"/>
                  <a:pt x="26" y="27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8" y="0"/>
                  <a:pt x="89" y="0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0" name=""/>
          <p:cNvSpPr/>
          <p:nvPr/>
        </p:nvSpPr>
        <p:spPr>
          <a:xfrm>
            <a:off x="4906800" y="2957760"/>
            <a:ext cx="39240" cy="38880"/>
          </a:xfrm>
          <a:custGeom>
            <a:avLst/>
            <a:gdLst/>
            <a:ahLst/>
            <a:rect l="0" t="0" r="r" b="b"/>
            <a:pathLst>
              <a:path w="109" h="108">
                <a:moveTo>
                  <a:pt x="109" y="53"/>
                </a:moveTo>
                <a:cubicBezTo>
                  <a:pt x="109" y="61"/>
                  <a:pt x="107" y="67"/>
                  <a:pt x="105" y="74"/>
                </a:cubicBezTo>
                <a:cubicBezTo>
                  <a:pt x="102" y="82"/>
                  <a:pt x="98" y="87"/>
                  <a:pt x="93" y="92"/>
                </a:cubicBezTo>
                <a:cubicBezTo>
                  <a:pt x="88" y="97"/>
                  <a:pt x="82" y="101"/>
                  <a:pt x="76" y="104"/>
                </a:cubicBezTo>
                <a:cubicBezTo>
                  <a:pt x="69" y="107"/>
                  <a:pt x="62" y="108"/>
                  <a:pt x="55" y="108"/>
                </a:cubicBezTo>
                <a:cubicBezTo>
                  <a:pt x="48" y="108"/>
                  <a:pt x="41" y="107"/>
                  <a:pt x="34" y="104"/>
                </a:cubicBezTo>
                <a:cubicBezTo>
                  <a:pt x="28" y="101"/>
                  <a:pt x="22" y="97"/>
                  <a:pt x="17" y="92"/>
                </a:cubicBezTo>
                <a:cubicBezTo>
                  <a:pt x="11" y="87"/>
                  <a:pt x="7" y="82"/>
                  <a:pt x="4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7" y="15"/>
                </a:cubicBezTo>
                <a:cubicBezTo>
                  <a:pt x="22" y="10"/>
                  <a:pt x="28" y="7"/>
                  <a:pt x="34" y="4"/>
                </a:cubicBezTo>
                <a:cubicBezTo>
                  <a:pt x="41" y="1"/>
                  <a:pt x="48" y="0"/>
                  <a:pt x="55" y="0"/>
                </a:cubicBezTo>
                <a:cubicBezTo>
                  <a:pt x="62" y="0"/>
                  <a:pt x="69" y="1"/>
                  <a:pt x="76" y="4"/>
                </a:cubicBezTo>
                <a:cubicBezTo>
                  <a:pt x="82" y="7"/>
                  <a:pt x="88" y="10"/>
                  <a:pt x="93" y="15"/>
                </a:cubicBezTo>
                <a:cubicBezTo>
                  <a:pt x="98" y="20"/>
                  <a:pt x="102" y="26"/>
                  <a:pt x="105" y="33"/>
                </a:cubicBezTo>
                <a:cubicBezTo>
                  <a:pt x="107" y="39"/>
                  <a:pt x="109" y="46"/>
                  <a:pt x="109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1" name=""/>
          <p:cNvSpPr/>
          <p:nvPr/>
        </p:nvSpPr>
        <p:spPr>
          <a:xfrm>
            <a:off x="4971240" y="2957760"/>
            <a:ext cx="39240" cy="38880"/>
          </a:xfrm>
          <a:custGeom>
            <a:avLst/>
            <a:gdLst/>
            <a:ahLst/>
            <a:rect l="0" t="0" r="r" b="b"/>
            <a:pathLst>
              <a:path w="109" h="108">
                <a:moveTo>
                  <a:pt x="109" y="53"/>
                </a:moveTo>
                <a:cubicBezTo>
                  <a:pt x="109" y="61"/>
                  <a:pt x="107" y="67"/>
                  <a:pt x="105" y="74"/>
                </a:cubicBezTo>
                <a:cubicBezTo>
                  <a:pt x="102" y="82"/>
                  <a:pt x="98" y="87"/>
                  <a:pt x="93" y="92"/>
                </a:cubicBezTo>
                <a:cubicBezTo>
                  <a:pt x="88" y="97"/>
                  <a:pt x="82" y="101"/>
                  <a:pt x="76" y="104"/>
                </a:cubicBezTo>
                <a:cubicBezTo>
                  <a:pt x="69" y="107"/>
                  <a:pt x="62" y="108"/>
                  <a:pt x="55" y="108"/>
                </a:cubicBezTo>
                <a:cubicBezTo>
                  <a:pt x="47" y="108"/>
                  <a:pt x="40" y="107"/>
                  <a:pt x="34" y="104"/>
                </a:cubicBezTo>
                <a:cubicBezTo>
                  <a:pt x="27" y="101"/>
                  <a:pt x="21" y="97"/>
                  <a:pt x="16" y="92"/>
                </a:cubicBezTo>
                <a:cubicBezTo>
                  <a:pt x="11" y="87"/>
                  <a:pt x="7" y="82"/>
                  <a:pt x="4" y="74"/>
                </a:cubicBezTo>
                <a:cubicBezTo>
                  <a:pt x="2" y="67"/>
                  <a:pt x="0" y="61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4" y="4"/>
                </a:cubicBezTo>
                <a:cubicBezTo>
                  <a:pt x="40" y="1"/>
                  <a:pt x="47" y="0"/>
                  <a:pt x="55" y="0"/>
                </a:cubicBezTo>
                <a:cubicBezTo>
                  <a:pt x="62" y="0"/>
                  <a:pt x="69" y="1"/>
                  <a:pt x="76" y="4"/>
                </a:cubicBezTo>
                <a:cubicBezTo>
                  <a:pt x="82" y="7"/>
                  <a:pt x="88" y="10"/>
                  <a:pt x="93" y="15"/>
                </a:cubicBezTo>
                <a:cubicBezTo>
                  <a:pt x="98" y="20"/>
                  <a:pt x="102" y="26"/>
                  <a:pt x="105" y="33"/>
                </a:cubicBezTo>
                <a:cubicBezTo>
                  <a:pt x="107" y="39"/>
                  <a:pt x="109" y="46"/>
                  <a:pt x="109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2" name=""/>
          <p:cNvSpPr/>
          <p:nvPr/>
        </p:nvSpPr>
        <p:spPr>
          <a:xfrm>
            <a:off x="4894200" y="3073680"/>
            <a:ext cx="129240" cy="64800"/>
          </a:xfrm>
          <a:custGeom>
            <a:avLst/>
            <a:gdLst/>
            <a:ahLst/>
            <a:rect l="0" t="0" r="r" b="b"/>
            <a:pathLst>
              <a:path w="359" h="180">
                <a:moveTo>
                  <a:pt x="35" y="0"/>
                </a:moveTo>
                <a:lnTo>
                  <a:pt x="323" y="0"/>
                </a:lnTo>
                <a:cubicBezTo>
                  <a:pt x="328" y="0"/>
                  <a:pt x="332" y="1"/>
                  <a:pt x="336" y="3"/>
                </a:cubicBezTo>
                <a:cubicBezTo>
                  <a:pt x="341" y="5"/>
                  <a:pt x="345" y="7"/>
                  <a:pt x="348" y="10"/>
                </a:cubicBezTo>
                <a:cubicBezTo>
                  <a:pt x="351" y="14"/>
                  <a:pt x="354" y="18"/>
                  <a:pt x="356" y="22"/>
                </a:cubicBezTo>
                <a:cubicBezTo>
                  <a:pt x="358" y="26"/>
                  <a:pt x="359" y="31"/>
                  <a:pt x="359" y="36"/>
                </a:cubicBezTo>
                <a:lnTo>
                  <a:pt x="359" y="143"/>
                </a:lnTo>
                <a:cubicBezTo>
                  <a:pt x="359" y="149"/>
                  <a:pt x="358" y="154"/>
                  <a:pt x="356" y="158"/>
                </a:cubicBezTo>
                <a:cubicBezTo>
                  <a:pt x="354" y="162"/>
                  <a:pt x="351" y="166"/>
                  <a:pt x="348" y="170"/>
                </a:cubicBezTo>
                <a:cubicBezTo>
                  <a:pt x="345" y="173"/>
                  <a:pt x="341" y="175"/>
                  <a:pt x="336" y="177"/>
                </a:cubicBezTo>
                <a:cubicBezTo>
                  <a:pt x="332" y="179"/>
                  <a:pt x="328" y="180"/>
                  <a:pt x="323" y="180"/>
                </a:cubicBezTo>
                <a:lnTo>
                  <a:pt x="35" y="180"/>
                </a:lnTo>
                <a:cubicBezTo>
                  <a:pt x="31" y="180"/>
                  <a:pt x="26" y="179"/>
                  <a:pt x="22" y="177"/>
                </a:cubicBezTo>
                <a:cubicBezTo>
                  <a:pt x="17" y="175"/>
                  <a:pt x="13" y="173"/>
                  <a:pt x="10" y="170"/>
                </a:cubicBezTo>
                <a:cubicBezTo>
                  <a:pt x="7" y="166"/>
                  <a:pt x="4" y="162"/>
                  <a:pt x="2" y="158"/>
                </a:cubicBezTo>
                <a:cubicBezTo>
                  <a:pt x="0" y="154"/>
                  <a:pt x="0" y="149"/>
                  <a:pt x="0" y="143"/>
                </a:cubicBezTo>
                <a:lnTo>
                  <a:pt x="0" y="36"/>
                </a:lnTo>
                <a:cubicBezTo>
                  <a:pt x="0" y="31"/>
                  <a:pt x="0" y="26"/>
                  <a:pt x="2" y="22"/>
                </a:cubicBezTo>
                <a:cubicBezTo>
                  <a:pt x="4" y="18"/>
                  <a:pt x="7" y="14"/>
                  <a:pt x="10" y="10"/>
                </a:cubicBezTo>
                <a:cubicBezTo>
                  <a:pt x="13" y="7"/>
                  <a:pt x="17" y="5"/>
                  <a:pt x="22" y="3"/>
                </a:cubicBezTo>
                <a:cubicBezTo>
                  <a:pt x="26" y="1"/>
                  <a:pt x="31" y="0"/>
                  <a:pt x="3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3" name=""/>
          <p:cNvSpPr/>
          <p:nvPr/>
        </p:nvSpPr>
        <p:spPr>
          <a:xfrm>
            <a:off x="4894200" y="3073680"/>
            <a:ext cx="129240" cy="64800"/>
          </a:xfrm>
          <a:custGeom>
            <a:avLst/>
            <a:gdLst/>
            <a:ahLst/>
            <a:rect l="0" t="0" r="r" b="b"/>
            <a:pathLst>
              <a:path w="359" h="180">
                <a:moveTo>
                  <a:pt x="35" y="0"/>
                </a:moveTo>
                <a:lnTo>
                  <a:pt x="323" y="0"/>
                </a:lnTo>
                <a:cubicBezTo>
                  <a:pt x="328" y="0"/>
                  <a:pt x="332" y="1"/>
                  <a:pt x="336" y="3"/>
                </a:cubicBezTo>
                <a:cubicBezTo>
                  <a:pt x="341" y="5"/>
                  <a:pt x="345" y="7"/>
                  <a:pt x="348" y="10"/>
                </a:cubicBezTo>
                <a:cubicBezTo>
                  <a:pt x="351" y="14"/>
                  <a:pt x="354" y="18"/>
                  <a:pt x="356" y="22"/>
                </a:cubicBezTo>
                <a:cubicBezTo>
                  <a:pt x="358" y="26"/>
                  <a:pt x="359" y="31"/>
                  <a:pt x="359" y="36"/>
                </a:cubicBezTo>
                <a:lnTo>
                  <a:pt x="359" y="143"/>
                </a:lnTo>
                <a:cubicBezTo>
                  <a:pt x="359" y="149"/>
                  <a:pt x="358" y="154"/>
                  <a:pt x="356" y="158"/>
                </a:cubicBezTo>
                <a:cubicBezTo>
                  <a:pt x="354" y="162"/>
                  <a:pt x="351" y="166"/>
                  <a:pt x="348" y="170"/>
                </a:cubicBezTo>
                <a:cubicBezTo>
                  <a:pt x="345" y="173"/>
                  <a:pt x="341" y="175"/>
                  <a:pt x="336" y="177"/>
                </a:cubicBezTo>
                <a:cubicBezTo>
                  <a:pt x="332" y="179"/>
                  <a:pt x="328" y="180"/>
                  <a:pt x="323" y="180"/>
                </a:cubicBezTo>
                <a:lnTo>
                  <a:pt x="35" y="180"/>
                </a:lnTo>
                <a:cubicBezTo>
                  <a:pt x="31" y="180"/>
                  <a:pt x="26" y="179"/>
                  <a:pt x="22" y="177"/>
                </a:cubicBezTo>
                <a:cubicBezTo>
                  <a:pt x="17" y="175"/>
                  <a:pt x="13" y="173"/>
                  <a:pt x="10" y="170"/>
                </a:cubicBezTo>
                <a:cubicBezTo>
                  <a:pt x="7" y="166"/>
                  <a:pt x="4" y="162"/>
                  <a:pt x="2" y="158"/>
                </a:cubicBezTo>
                <a:cubicBezTo>
                  <a:pt x="0" y="154"/>
                  <a:pt x="0" y="149"/>
                  <a:pt x="0" y="143"/>
                </a:cubicBezTo>
                <a:lnTo>
                  <a:pt x="0" y="36"/>
                </a:lnTo>
                <a:cubicBezTo>
                  <a:pt x="0" y="31"/>
                  <a:pt x="0" y="26"/>
                  <a:pt x="2" y="22"/>
                </a:cubicBezTo>
                <a:cubicBezTo>
                  <a:pt x="4" y="18"/>
                  <a:pt x="7" y="14"/>
                  <a:pt x="10" y="10"/>
                </a:cubicBezTo>
                <a:cubicBezTo>
                  <a:pt x="13" y="7"/>
                  <a:pt x="17" y="5"/>
                  <a:pt x="22" y="3"/>
                </a:cubicBezTo>
                <a:cubicBezTo>
                  <a:pt x="26" y="1"/>
                  <a:pt x="31" y="0"/>
                  <a:pt x="35" y="0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4" name=""/>
          <p:cNvSpPr/>
          <p:nvPr/>
        </p:nvSpPr>
        <p:spPr>
          <a:xfrm>
            <a:off x="5933880" y="1809720"/>
            <a:ext cx="2610360" cy="1562400"/>
          </a:xfrm>
          <a:custGeom>
            <a:avLst/>
            <a:gdLst/>
            <a:ahLst/>
            <a:rect l="0" t="0" r="r" b="b"/>
            <a:pathLst>
              <a:path w="7251" h="4340">
                <a:moveTo>
                  <a:pt x="0" y="4075"/>
                </a:moveTo>
                <a:lnTo>
                  <a:pt x="0" y="264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4" y="103"/>
                  <a:pt x="65" y="89"/>
                  <a:pt x="78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5" y="0"/>
                </a:cubicBezTo>
                <a:lnTo>
                  <a:pt x="6986" y="0"/>
                </a:lnTo>
                <a:cubicBezTo>
                  <a:pt x="7003" y="0"/>
                  <a:pt x="7021" y="1"/>
                  <a:pt x="7038" y="5"/>
                </a:cubicBezTo>
                <a:cubicBezTo>
                  <a:pt x="7055" y="8"/>
                  <a:pt x="7071" y="13"/>
                  <a:pt x="7087" y="20"/>
                </a:cubicBezTo>
                <a:cubicBezTo>
                  <a:pt x="7103" y="26"/>
                  <a:pt x="7119" y="35"/>
                  <a:pt x="7133" y="44"/>
                </a:cubicBezTo>
                <a:cubicBezTo>
                  <a:pt x="7147" y="54"/>
                  <a:pt x="7161" y="65"/>
                  <a:pt x="7173" y="77"/>
                </a:cubicBezTo>
                <a:cubicBezTo>
                  <a:pt x="7185" y="89"/>
                  <a:pt x="7196" y="103"/>
                  <a:pt x="7206" y="117"/>
                </a:cubicBezTo>
                <a:cubicBezTo>
                  <a:pt x="7216" y="132"/>
                  <a:pt x="7224" y="147"/>
                  <a:pt x="7230" y="163"/>
                </a:cubicBezTo>
                <a:cubicBezTo>
                  <a:pt x="7237" y="179"/>
                  <a:pt x="7242" y="196"/>
                  <a:pt x="7246" y="213"/>
                </a:cubicBezTo>
                <a:cubicBezTo>
                  <a:pt x="7249" y="230"/>
                  <a:pt x="7251" y="247"/>
                  <a:pt x="7251" y="264"/>
                </a:cubicBezTo>
                <a:lnTo>
                  <a:pt x="7251" y="4075"/>
                </a:lnTo>
                <a:cubicBezTo>
                  <a:pt x="7251" y="4093"/>
                  <a:pt x="7249" y="4110"/>
                  <a:pt x="7246" y="4127"/>
                </a:cubicBezTo>
                <a:cubicBezTo>
                  <a:pt x="7242" y="4144"/>
                  <a:pt x="7237" y="4160"/>
                  <a:pt x="7230" y="4176"/>
                </a:cubicBezTo>
                <a:cubicBezTo>
                  <a:pt x="7224" y="4192"/>
                  <a:pt x="7216" y="4208"/>
                  <a:pt x="7206" y="4222"/>
                </a:cubicBezTo>
                <a:cubicBezTo>
                  <a:pt x="7196" y="4237"/>
                  <a:pt x="7185" y="4250"/>
                  <a:pt x="7173" y="4262"/>
                </a:cubicBezTo>
                <a:cubicBezTo>
                  <a:pt x="7161" y="4275"/>
                  <a:pt x="7147" y="4286"/>
                  <a:pt x="7133" y="4295"/>
                </a:cubicBezTo>
                <a:cubicBezTo>
                  <a:pt x="7119" y="4305"/>
                  <a:pt x="7103" y="4313"/>
                  <a:pt x="7087" y="4320"/>
                </a:cubicBezTo>
                <a:cubicBezTo>
                  <a:pt x="7071" y="4326"/>
                  <a:pt x="7055" y="4331"/>
                  <a:pt x="7038" y="4335"/>
                </a:cubicBezTo>
                <a:cubicBezTo>
                  <a:pt x="7021" y="4338"/>
                  <a:pt x="7003" y="4340"/>
                  <a:pt x="6986" y="4340"/>
                </a:cubicBezTo>
                <a:lnTo>
                  <a:pt x="265" y="4340"/>
                </a:lnTo>
                <a:cubicBezTo>
                  <a:pt x="247" y="4340"/>
                  <a:pt x="230" y="4338"/>
                  <a:pt x="213" y="4335"/>
                </a:cubicBezTo>
                <a:cubicBezTo>
                  <a:pt x="196" y="4331"/>
                  <a:pt x="179" y="4326"/>
                  <a:pt x="163" y="4320"/>
                </a:cubicBezTo>
                <a:cubicBezTo>
                  <a:pt x="147" y="4313"/>
                  <a:pt x="132" y="4305"/>
                  <a:pt x="118" y="4295"/>
                </a:cubicBezTo>
                <a:cubicBezTo>
                  <a:pt x="103" y="4286"/>
                  <a:pt x="90" y="4275"/>
                  <a:pt x="78" y="4262"/>
                </a:cubicBezTo>
                <a:cubicBezTo>
                  <a:pt x="65" y="4250"/>
                  <a:pt x="54" y="4237"/>
                  <a:pt x="45" y="4222"/>
                </a:cubicBezTo>
                <a:cubicBezTo>
                  <a:pt x="35" y="4208"/>
                  <a:pt x="27" y="4192"/>
                  <a:pt x="20" y="4176"/>
                </a:cubicBezTo>
                <a:cubicBezTo>
                  <a:pt x="14" y="4160"/>
                  <a:pt x="9" y="4144"/>
                  <a:pt x="5" y="4127"/>
                </a:cubicBezTo>
                <a:cubicBezTo>
                  <a:pt x="2" y="4110"/>
                  <a:pt x="0" y="4093"/>
                  <a:pt x="0" y="4075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4642560" y="29160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2e86c1"/>
                </a:solidFill>
                <a:latin typeface="DejaVuSans"/>
                <a:ea typeface="DejaVuSans"/>
              </a:rPr>
              <a:t>▶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6089760" y="1961280"/>
            <a:ext cx="1575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e8912b"/>
                </a:solidFill>
                <a:latin typeface="Arial"/>
                <a:ea typeface="Arial"/>
              </a:rPr>
              <a:t>We doen het zelf al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6089760" y="2244600"/>
            <a:ext cx="2097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Deze speciﬁcatie wordt met AI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8" name=""/>
          <p:cNvSpPr/>
          <p:nvPr/>
        </p:nvSpPr>
        <p:spPr>
          <a:xfrm>
            <a:off x="6086160" y="2714400"/>
            <a:ext cx="2305440" cy="10080"/>
          </a:xfrm>
          <a:custGeom>
            <a:avLst/>
            <a:gdLst/>
            <a:ahLst/>
            <a:rect l="0" t="0" r="r" b="b"/>
            <a:pathLst>
              <a:path w="6404" h="28">
                <a:moveTo>
                  <a:pt x="0" y="0"/>
                </a:moveTo>
                <a:lnTo>
                  <a:pt x="6404" y="0"/>
                </a:lnTo>
                <a:lnTo>
                  <a:pt x="64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912b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9" name=""/>
          <p:cNvSpPr/>
          <p:nvPr/>
        </p:nvSpPr>
        <p:spPr>
          <a:xfrm>
            <a:off x="6352920" y="2819160"/>
            <a:ext cx="228960" cy="171720"/>
          </a:xfrm>
          <a:custGeom>
            <a:avLst/>
            <a:gdLst/>
            <a:ahLst/>
            <a:rect l="0" t="0" r="r" b="b"/>
            <a:pathLst>
              <a:path w="636" h="477">
                <a:moveTo>
                  <a:pt x="0" y="239"/>
                </a:moveTo>
                <a:cubicBezTo>
                  <a:pt x="0" y="224"/>
                  <a:pt x="2" y="208"/>
                  <a:pt x="5" y="193"/>
                </a:cubicBezTo>
                <a:cubicBezTo>
                  <a:pt x="8" y="178"/>
                  <a:pt x="12" y="163"/>
                  <a:pt x="18" y="148"/>
                </a:cubicBezTo>
                <a:cubicBezTo>
                  <a:pt x="24" y="134"/>
                  <a:pt x="32" y="120"/>
                  <a:pt x="40" y="107"/>
                </a:cubicBezTo>
                <a:cubicBezTo>
                  <a:pt x="49" y="94"/>
                  <a:pt x="59" y="82"/>
                  <a:pt x="70" y="71"/>
                </a:cubicBezTo>
                <a:cubicBezTo>
                  <a:pt x="81" y="60"/>
                  <a:pt x="93" y="50"/>
                  <a:pt x="106" y="41"/>
                </a:cubicBezTo>
                <a:cubicBezTo>
                  <a:pt x="119" y="33"/>
                  <a:pt x="133" y="25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397" y="0"/>
                </a:lnTo>
                <a:cubicBezTo>
                  <a:pt x="413" y="0"/>
                  <a:pt x="429" y="2"/>
                  <a:pt x="445" y="5"/>
                </a:cubicBezTo>
                <a:cubicBezTo>
                  <a:pt x="460" y="8"/>
                  <a:pt x="475" y="12"/>
                  <a:pt x="489" y="18"/>
                </a:cubicBezTo>
                <a:cubicBezTo>
                  <a:pt x="504" y="25"/>
                  <a:pt x="517" y="33"/>
                  <a:pt x="530" y="41"/>
                </a:cubicBezTo>
                <a:cubicBezTo>
                  <a:pt x="543" y="50"/>
                  <a:pt x="555" y="60"/>
                  <a:pt x="566" y="71"/>
                </a:cubicBezTo>
                <a:cubicBezTo>
                  <a:pt x="578" y="82"/>
                  <a:pt x="587" y="94"/>
                  <a:pt x="596" y="107"/>
                </a:cubicBezTo>
                <a:cubicBezTo>
                  <a:pt x="605" y="120"/>
                  <a:pt x="612" y="134"/>
                  <a:pt x="618" y="148"/>
                </a:cubicBezTo>
                <a:cubicBezTo>
                  <a:pt x="624" y="163"/>
                  <a:pt x="629" y="178"/>
                  <a:pt x="632" y="193"/>
                </a:cubicBezTo>
                <a:cubicBezTo>
                  <a:pt x="635" y="208"/>
                  <a:pt x="636" y="224"/>
                  <a:pt x="636" y="239"/>
                </a:cubicBezTo>
                <a:cubicBezTo>
                  <a:pt x="636" y="255"/>
                  <a:pt x="635" y="270"/>
                  <a:pt x="632" y="286"/>
                </a:cubicBezTo>
                <a:cubicBezTo>
                  <a:pt x="629" y="301"/>
                  <a:pt x="624" y="316"/>
                  <a:pt x="618" y="330"/>
                </a:cubicBezTo>
                <a:cubicBezTo>
                  <a:pt x="612" y="345"/>
                  <a:pt x="605" y="359"/>
                  <a:pt x="596" y="372"/>
                </a:cubicBezTo>
                <a:cubicBezTo>
                  <a:pt x="587" y="385"/>
                  <a:pt x="578" y="397"/>
                  <a:pt x="566" y="408"/>
                </a:cubicBezTo>
                <a:cubicBezTo>
                  <a:pt x="555" y="419"/>
                  <a:pt x="543" y="429"/>
                  <a:pt x="530" y="437"/>
                </a:cubicBezTo>
                <a:cubicBezTo>
                  <a:pt x="517" y="446"/>
                  <a:pt x="504" y="453"/>
                  <a:pt x="489" y="459"/>
                </a:cubicBezTo>
                <a:cubicBezTo>
                  <a:pt x="475" y="465"/>
                  <a:pt x="460" y="470"/>
                  <a:pt x="445" y="473"/>
                </a:cubicBezTo>
                <a:cubicBezTo>
                  <a:pt x="429" y="476"/>
                  <a:pt x="413" y="477"/>
                  <a:pt x="397" y="477"/>
                </a:cubicBezTo>
                <a:lnTo>
                  <a:pt x="238" y="477"/>
                </a:lnTo>
                <a:cubicBezTo>
                  <a:pt x="223" y="477"/>
                  <a:pt x="207" y="476"/>
                  <a:pt x="192" y="473"/>
                </a:cubicBezTo>
                <a:cubicBezTo>
                  <a:pt x="177" y="470"/>
                  <a:pt x="162" y="465"/>
                  <a:pt x="147" y="459"/>
                </a:cubicBezTo>
                <a:cubicBezTo>
                  <a:pt x="133" y="453"/>
                  <a:pt x="119" y="446"/>
                  <a:pt x="106" y="437"/>
                </a:cubicBezTo>
                <a:cubicBezTo>
                  <a:pt x="93" y="429"/>
                  <a:pt x="81" y="419"/>
                  <a:pt x="70" y="408"/>
                </a:cubicBezTo>
                <a:cubicBezTo>
                  <a:pt x="59" y="397"/>
                  <a:pt x="49" y="385"/>
                  <a:pt x="40" y="372"/>
                </a:cubicBezTo>
                <a:cubicBezTo>
                  <a:pt x="32" y="359"/>
                  <a:pt x="24" y="345"/>
                  <a:pt x="18" y="330"/>
                </a:cubicBezTo>
                <a:cubicBezTo>
                  <a:pt x="12" y="316"/>
                  <a:pt x="8" y="301"/>
                  <a:pt x="5" y="286"/>
                </a:cubicBezTo>
                <a:cubicBezTo>
                  <a:pt x="2" y="270"/>
                  <a:pt x="0" y="255"/>
                  <a:pt x="0" y="239"/>
                </a:cubicBezTo>
                <a:close/>
              </a:path>
            </a:pathLst>
          </a:custGeom>
          <a:solidFill>
            <a:srgbClr val="e891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6089760" y="2435040"/>
            <a:ext cx="1744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gebouwd en versioneerd.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6421320" y="2855520"/>
            <a:ext cx="1090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ffffff"/>
                </a:solidFill>
                <a:latin typeface="Arial"/>
                <a:ea typeface="Arial"/>
              </a:rPr>
              <a:t>AI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2" name=""/>
          <p:cNvSpPr/>
          <p:nvPr/>
        </p:nvSpPr>
        <p:spPr>
          <a:xfrm>
            <a:off x="6767280" y="2814480"/>
            <a:ext cx="486360" cy="181440"/>
          </a:xfrm>
          <a:custGeom>
            <a:avLst/>
            <a:gdLst/>
            <a:ahLst/>
            <a:rect l="0" t="0" r="r" b="b"/>
            <a:pathLst>
              <a:path w="1351" h="504">
                <a:moveTo>
                  <a:pt x="0" y="251"/>
                </a:move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3" y="112"/>
                </a:cubicBezTo>
                <a:cubicBezTo>
                  <a:pt x="52" y="98"/>
                  <a:pt x="62" y="85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6" y="33"/>
                  <a:pt x="140" y="25"/>
                  <a:pt x="155" y="19"/>
                </a:cubicBezTo>
                <a:cubicBezTo>
                  <a:pt x="171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099" y="0"/>
                </a:lnTo>
                <a:cubicBezTo>
                  <a:pt x="1116" y="0"/>
                  <a:pt x="1132" y="2"/>
                  <a:pt x="1148" y="5"/>
                </a:cubicBezTo>
                <a:cubicBezTo>
                  <a:pt x="1164" y="8"/>
                  <a:pt x="1180" y="13"/>
                  <a:pt x="1195" y="19"/>
                </a:cubicBezTo>
                <a:cubicBezTo>
                  <a:pt x="1211" y="25"/>
                  <a:pt x="1225" y="33"/>
                  <a:pt x="1239" y="42"/>
                </a:cubicBezTo>
                <a:cubicBezTo>
                  <a:pt x="1253" y="51"/>
                  <a:pt x="1265" y="62"/>
                  <a:pt x="1277" y="74"/>
                </a:cubicBezTo>
                <a:cubicBezTo>
                  <a:pt x="1289" y="85"/>
                  <a:pt x="1299" y="98"/>
                  <a:pt x="1308" y="112"/>
                </a:cubicBezTo>
                <a:cubicBezTo>
                  <a:pt x="1317" y="125"/>
                  <a:pt x="1325" y="140"/>
                  <a:pt x="1331" y="155"/>
                </a:cubicBezTo>
                <a:cubicBezTo>
                  <a:pt x="1338" y="170"/>
                  <a:pt x="1342" y="186"/>
                  <a:pt x="1346" y="202"/>
                </a:cubicBezTo>
                <a:cubicBezTo>
                  <a:pt x="1349" y="218"/>
                  <a:pt x="1351" y="235"/>
                  <a:pt x="1351" y="251"/>
                </a:cubicBezTo>
                <a:cubicBezTo>
                  <a:pt x="1351" y="268"/>
                  <a:pt x="1349" y="284"/>
                  <a:pt x="1346" y="300"/>
                </a:cubicBezTo>
                <a:cubicBezTo>
                  <a:pt x="1342" y="317"/>
                  <a:pt x="1338" y="332"/>
                  <a:pt x="1331" y="347"/>
                </a:cubicBezTo>
                <a:cubicBezTo>
                  <a:pt x="1325" y="363"/>
                  <a:pt x="1317" y="377"/>
                  <a:pt x="1308" y="391"/>
                </a:cubicBezTo>
                <a:cubicBezTo>
                  <a:pt x="1299" y="405"/>
                  <a:pt x="1289" y="417"/>
                  <a:pt x="1277" y="429"/>
                </a:cubicBezTo>
                <a:cubicBezTo>
                  <a:pt x="1265" y="441"/>
                  <a:pt x="1253" y="451"/>
                  <a:pt x="1239" y="460"/>
                </a:cubicBezTo>
                <a:cubicBezTo>
                  <a:pt x="1225" y="470"/>
                  <a:pt x="1211" y="478"/>
                  <a:pt x="1195" y="485"/>
                </a:cubicBezTo>
                <a:cubicBezTo>
                  <a:pt x="1180" y="491"/>
                  <a:pt x="1164" y="496"/>
                  <a:pt x="1148" y="499"/>
                </a:cubicBezTo>
                <a:cubicBezTo>
                  <a:pt x="1132" y="502"/>
                  <a:pt x="1116" y="504"/>
                  <a:pt x="1099" y="504"/>
                </a:cubicBezTo>
                <a:lnTo>
                  <a:pt x="251" y="504"/>
                </a:lnTo>
                <a:cubicBezTo>
                  <a:pt x="235" y="504"/>
                  <a:pt x="219" y="502"/>
                  <a:pt x="202" y="499"/>
                </a:cubicBezTo>
                <a:cubicBezTo>
                  <a:pt x="186" y="496"/>
                  <a:pt x="171" y="491"/>
                  <a:pt x="155" y="485"/>
                </a:cubicBezTo>
                <a:cubicBezTo>
                  <a:pt x="140" y="478"/>
                  <a:pt x="126" y="470"/>
                  <a:pt x="112" y="460"/>
                </a:cubicBezTo>
                <a:cubicBezTo>
                  <a:pt x="98" y="451"/>
                  <a:pt x="85" y="441"/>
                  <a:pt x="74" y="429"/>
                </a:cubicBezTo>
                <a:cubicBezTo>
                  <a:pt x="62" y="417"/>
                  <a:pt x="52" y="405"/>
                  <a:pt x="43" y="391"/>
                </a:cubicBezTo>
                <a:cubicBezTo>
                  <a:pt x="33" y="377"/>
                  <a:pt x="26" y="363"/>
                  <a:pt x="19" y="347"/>
                </a:cubicBezTo>
                <a:cubicBezTo>
                  <a:pt x="13" y="332"/>
                  <a:pt x="8" y="317"/>
                  <a:pt x="5" y="300"/>
                </a:cubicBezTo>
                <a:cubicBezTo>
                  <a:pt x="2" y="284"/>
                  <a:pt x="0" y="268"/>
                  <a:pt x="0" y="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3" name=""/>
          <p:cNvSpPr/>
          <p:nvPr/>
        </p:nvSpPr>
        <p:spPr>
          <a:xfrm>
            <a:off x="6767280" y="2814480"/>
            <a:ext cx="486360" cy="181440"/>
          </a:xfrm>
          <a:custGeom>
            <a:avLst/>
            <a:gdLst/>
            <a:ahLst/>
            <a:rect l="0" t="0" r="r" b="b"/>
            <a:pathLst>
              <a:path w="1351" h="504">
                <a:moveTo>
                  <a:pt x="0" y="251"/>
                </a:move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3" y="112"/>
                </a:cubicBezTo>
                <a:cubicBezTo>
                  <a:pt x="52" y="98"/>
                  <a:pt x="62" y="85"/>
                  <a:pt x="74" y="74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6" y="33"/>
                  <a:pt x="140" y="25"/>
                  <a:pt x="155" y="19"/>
                </a:cubicBezTo>
                <a:cubicBezTo>
                  <a:pt x="171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099" y="0"/>
                </a:lnTo>
                <a:cubicBezTo>
                  <a:pt x="1116" y="0"/>
                  <a:pt x="1132" y="2"/>
                  <a:pt x="1148" y="5"/>
                </a:cubicBezTo>
                <a:cubicBezTo>
                  <a:pt x="1164" y="8"/>
                  <a:pt x="1180" y="13"/>
                  <a:pt x="1195" y="19"/>
                </a:cubicBezTo>
                <a:cubicBezTo>
                  <a:pt x="1211" y="25"/>
                  <a:pt x="1225" y="33"/>
                  <a:pt x="1239" y="42"/>
                </a:cubicBezTo>
                <a:cubicBezTo>
                  <a:pt x="1253" y="51"/>
                  <a:pt x="1265" y="62"/>
                  <a:pt x="1277" y="74"/>
                </a:cubicBezTo>
                <a:cubicBezTo>
                  <a:pt x="1289" y="85"/>
                  <a:pt x="1299" y="98"/>
                  <a:pt x="1308" y="112"/>
                </a:cubicBezTo>
                <a:cubicBezTo>
                  <a:pt x="1317" y="125"/>
                  <a:pt x="1325" y="140"/>
                  <a:pt x="1331" y="155"/>
                </a:cubicBezTo>
                <a:cubicBezTo>
                  <a:pt x="1338" y="170"/>
                  <a:pt x="1342" y="186"/>
                  <a:pt x="1346" y="202"/>
                </a:cubicBezTo>
                <a:cubicBezTo>
                  <a:pt x="1349" y="218"/>
                  <a:pt x="1351" y="235"/>
                  <a:pt x="1351" y="251"/>
                </a:cubicBezTo>
                <a:cubicBezTo>
                  <a:pt x="1351" y="268"/>
                  <a:pt x="1349" y="284"/>
                  <a:pt x="1346" y="300"/>
                </a:cubicBezTo>
                <a:cubicBezTo>
                  <a:pt x="1342" y="317"/>
                  <a:pt x="1338" y="332"/>
                  <a:pt x="1331" y="347"/>
                </a:cubicBezTo>
                <a:cubicBezTo>
                  <a:pt x="1325" y="363"/>
                  <a:pt x="1317" y="377"/>
                  <a:pt x="1308" y="391"/>
                </a:cubicBezTo>
                <a:cubicBezTo>
                  <a:pt x="1299" y="405"/>
                  <a:pt x="1289" y="417"/>
                  <a:pt x="1277" y="429"/>
                </a:cubicBezTo>
                <a:cubicBezTo>
                  <a:pt x="1265" y="441"/>
                  <a:pt x="1253" y="451"/>
                  <a:pt x="1239" y="460"/>
                </a:cubicBezTo>
                <a:cubicBezTo>
                  <a:pt x="1225" y="470"/>
                  <a:pt x="1211" y="478"/>
                  <a:pt x="1195" y="485"/>
                </a:cubicBezTo>
                <a:cubicBezTo>
                  <a:pt x="1180" y="491"/>
                  <a:pt x="1164" y="496"/>
                  <a:pt x="1148" y="499"/>
                </a:cubicBezTo>
                <a:cubicBezTo>
                  <a:pt x="1132" y="502"/>
                  <a:pt x="1116" y="504"/>
                  <a:pt x="1099" y="504"/>
                </a:cubicBezTo>
                <a:lnTo>
                  <a:pt x="251" y="504"/>
                </a:lnTo>
                <a:cubicBezTo>
                  <a:pt x="235" y="504"/>
                  <a:pt x="219" y="502"/>
                  <a:pt x="202" y="499"/>
                </a:cubicBezTo>
                <a:cubicBezTo>
                  <a:pt x="186" y="496"/>
                  <a:pt x="171" y="491"/>
                  <a:pt x="155" y="485"/>
                </a:cubicBezTo>
                <a:cubicBezTo>
                  <a:pt x="140" y="478"/>
                  <a:pt x="126" y="470"/>
                  <a:pt x="112" y="460"/>
                </a:cubicBezTo>
                <a:cubicBezTo>
                  <a:pt x="98" y="451"/>
                  <a:pt x="85" y="441"/>
                  <a:pt x="74" y="429"/>
                </a:cubicBezTo>
                <a:cubicBezTo>
                  <a:pt x="62" y="417"/>
                  <a:pt x="52" y="405"/>
                  <a:pt x="43" y="391"/>
                </a:cubicBezTo>
                <a:cubicBezTo>
                  <a:pt x="33" y="377"/>
                  <a:pt x="26" y="363"/>
                  <a:pt x="19" y="347"/>
                </a:cubicBezTo>
                <a:cubicBezTo>
                  <a:pt x="13" y="332"/>
                  <a:pt x="8" y="317"/>
                  <a:pt x="5" y="300"/>
                </a:cubicBezTo>
                <a:cubicBezTo>
                  <a:pt x="2" y="284"/>
                  <a:pt x="0" y="268"/>
                  <a:pt x="0" y="251"/>
                </a:cubicBezTo>
                <a:close/>
              </a:path>
            </a:pathLst>
          </a:custGeom>
          <a:noFill/>
          <a:ln w="9360">
            <a:solidFill>
              <a:srgbClr val="e8912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6627600" y="28371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e8912b"/>
                </a:solidFill>
                <a:latin typeface="DejaVuSans"/>
                <a:ea typeface="DejaVuSans"/>
              </a:rPr>
              <a:t>▶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6828840" y="2855520"/>
            <a:ext cx="4183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a5a12"/>
                </a:solidFill>
                <a:latin typeface="Arial"/>
                <a:ea typeface="Arial"/>
              </a:rPr>
              <a:t>bouwen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6" name=""/>
          <p:cNvSpPr/>
          <p:nvPr/>
        </p:nvSpPr>
        <p:spPr>
          <a:xfrm>
            <a:off x="7434000" y="2814480"/>
            <a:ext cx="552960" cy="181440"/>
          </a:xfrm>
          <a:custGeom>
            <a:avLst/>
            <a:gdLst/>
            <a:ahLst/>
            <a:rect l="0" t="0" r="r" b="b"/>
            <a:pathLst>
              <a:path w="1536" h="504">
                <a:moveTo>
                  <a:pt x="0" y="251"/>
                </a:move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3" y="112"/>
                </a:cubicBezTo>
                <a:cubicBezTo>
                  <a:pt x="52" y="98"/>
                  <a:pt x="63" y="85"/>
                  <a:pt x="75" y="74"/>
                </a:cubicBezTo>
                <a:cubicBezTo>
                  <a:pt x="87" y="62"/>
                  <a:pt x="99" y="51"/>
                  <a:pt x="113" y="42"/>
                </a:cubicBezTo>
                <a:cubicBezTo>
                  <a:pt x="127" y="33"/>
                  <a:pt x="141" y="25"/>
                  <a:pt x="156" y="19"/>
                </a:cubicBezTo>
                <a:cubicBezTo>
                  <a:pt x="172" y="13"/>
                  <a:pt x="187" y="8"/>
                  <a:pt x="204" y="5"/>
                </a:cubicBezTo>
                <a:cubicBezTo>
                  <a:pt x="220" y="2"/>
                  <a:pt x="236" y="0"/>
                  <a:pt x="253" y="0"/>
                </a:cubicBezTo>
                <a:lnTo>
                  <a:pt x="1284" y="0"/>
                </a:lnTo>
                <a:cubicBezTo>
                  <a:pt x="1301" y="0"/>
                  <a:pt x="1317" y="2"/>
                  <a:pt x="1333" y="5"/>
                </a:cubicBezTo>
                <a:cubicBezTo>
                  <a:pt x="1350" y="8"/>
                  <a:pt x="1365" y="13"/>
                  <a:pt x="1381" y="19"/>
                </a:cubicBezTo>
                <a:cubicBezTo>
                  <a:pt x="1396" y="25"/>
                  <a:pt x="1410" y="33"/>
                  <a:pt x="1424" y="42"/>
                </a:cubicBezTo>
                <a:cubicBezTo>
                  <a:pt x="1438" y="51"/>
                  <a:pt x="1451" y="62"/>
                  <a:pt x="1462" y="74"/>
                </a:cubicBezTo>
                <a:cubicBezTo>
                  <a:pt x="1474" y="85"/>
                  <a:pt x="1484" y="98"/>
                  <a:pt x="1493" y="112"/>
                </a:cubicBezTo>
                <a:cubicBezTo>
                  <a:pt x="1503" y="125"/>
                  <a:pt x="1510" y="140"/>
                  <a:pt x="1517" y="155"/>
                </a:cubicBezTo>
                <a:cubicBezTo>
                  <a:pt x="1523" y="170"/>
                  <a:pt x="1528" y="186"/>
                  <a:pt x="1531" y="202"/>
                </a:cubicBezTo>
                <a:cubicBezTo>
                  <a:pt x="1534" y="218"/>
                  <a:pt x="1536" y="235"/>
                  <a:pt x="1536" y="251"/>
                </a:cubicBezTo>
                <a:cubicBezTo>
                  <a:pt x="1536" y="268"/>
                  <a:pt x="1534" y="284"/>
                  <a:pt x="1531" y="300"/>
                </a:cubicBezTo>
                <a:cubicBezTo>
                  <a:pt x="1528" y="317"/>
                  <a:pt x="1523" y="332"/>
                  <a:pt x="1517" y="347"/>
                </a:cubicBezTo>
                <a:cubicBezTo>
                  <a:pt x="1510" y="363"/>
                  <a:pt x="1503" y="377"/>
                  <a:pt x="1493" y="391"/>
                </a:cubicBezTo>
                <a:cubicBezTo>
                  <a:pt x="1484" y="405"/>
                  <a:pt x="1474" y="417"/>
                  <a:pt x="1462" y="429"/>
                </a:cubicBezTo>
                <a:cubicBezTo>
                  <a:pt x="1451" y="441"/>
                  <a:pt x="1438" y="451"/>
                  <a:pt x="1424" y="460"/>
                </a:cubicBezTo>
                <a:cubicBezTo>
                  <a:pt x="1410" y="470"/>
                  <a:pt x="1396" y="478"/>
                  <a:pt x="1381" y="485"/>
                </a:cubicBezTo>
                <a:cubicBezTo>
                  <a:pt x="1365" y="491"/>
                  <a:pt x="1350" y="496"/>
                  <a:pt x="1333" y="499"/>
                </a:cubicBezTo>
                <a:cubicBezTo>
                  <a:pt x="1317" y="502"/>
                  <a:pt x="1301" y="504"/>
                  <a:pt x="1284" y="504"/>
                </a:cubicBezTo>
                <a:lnTo>
                  <a:pt x="253" y="504"/>
                </a:lnTo>
                <a:cubicBezTo>
                  <a:pt x="236" y="504"/>
                  <a:pt x="220" y="502"/>
                  <a:pt x="204" y="499"/>
                </a:cubicBezTo>
                <a:cubicBezTo>
                  <a:pt x="187" y="496"/>
                  <a:pt x="172" y="491"/>
                  <a:pt x="156" y="485"/>
                </a:cubicBezTo>
                <a:cubicBezTo>
                  <a:pt x="141" y="478"/>
                  <a:pt x="127" y="470"/>
                  <a:pt x="113" y="460"/>
                </a:cubicBezTo>
                <a:cubicBezTo>
                  <a:pt x="99" y="451"/>
                  <a:pt x="87" y="441"/>
                  <a:pt x="75" y="429"/>
                </a:cubicBezTo>
                <a:cubicBezTo>
                  <a:pt x="63" y="417"/>
                  <a:pt x="52" y="405"/>
                  <a:pt x="43" y="391"/>
                </a:cubicBezTo>
                <a:cubicBezTo>
                  <a:pt x="33" y="377"/>
                  <a:pt x="26" y="363"/>
                  <a:pt x="19" y="347"/>
                </a:cubicBezTo>
                <a:cubicBezTo>
                  <a:pt x="13" y="332"/>
                  <a:pt x="8" y="317"/>
                  <a:pt x="5" y="300"/>
                </a:cubicBezTo>
                <a:cubicBezTo>
                  <a:pt x="2" y="284"/>
                  <a:pt x="0" y="268"/>
                  <a:pt x="0" y="2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7" name=""/>
          <p:cNvSpPr/>
          <p:nvPr/>
        </p:nvSpPr>
        <p:spPr>
          <a:xfrm>
            <a:off x="7434000" y="2814480"/>
            <a:ext cx="552960" cy="181440"/>
          </a:xfrm>
          <a:custGeom>
            <a:avLst/>
            <a:gdLst/>
            <a:ahLst/>
            <a:rect l="0" t="0" r="r" b="b"/>
            <a:pathLst>
              <a:path w="1536" h="504">
                <a:moveTo>
                  <a:pt x="0" y="251"/>
                </a:move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3" y="112"/>
                </a:cubicBezTo>
                <a:cubicBezTo>
                  <a:pt x="52" y="98"/>
                  <a:pt x="63" y="85"/>
                  <a:pt x="75" y="74"/>
                </a:cubicBezTo>
                <a:cubicBezTo>
                  <a:pt x="87" y="62"/>
                  <a:pt x="99" y="51"/>
                  <a:pt x="113" y="42"/>
                </a:cubicBezTo>
                <a:cubicBezTo>
                  <a:pt x="127" y="33"/>
                  <a:pt x="141" y="25"/>
                  <a:pt x="156" y="19"/>
                </a:cubicBezTo>
                <a:cubicBezTo>
                  <a:pt x="172" y="13"/>
                  <a:pt x="187" y="8"/>
                  <a:pt x="204" y="5"/>
                </a:cubicBezTo>
                <a:cubicBezTo>
                  <a:pt x="220" y="2"/>
                  <a:pt x="236" y="0"/>
                  <a:pt x="253" y="0"/>
                </a:cubicBezTo>
                <a:lnTo>
                  <a:pt x="1284" y="0"/>
                </a:lnTo>
                <a:cubicBezTo>
                  <a:pt x="1301" y="0"/>
                  <a:pt x="1317" y="2"/>
                  <a:pt x="1333" y="5"/>
                </a:cubicBezTo>
                <a:cubicBezTo>
                  <a:pt x="1350" y="8"/>
                  <a:pt x="1365" y="13"/>
                  <a:pt x="1381" y="19"/>
                </a:cubicBezTo>
                <a:cubicBezTo>
                  <a:pt x="1396" y="25"/>
                  <a:pt x="1410" y="33"/>
                  <a:pt x="1424" y="42"/>
                </a:cubicBezTo>
                <a:cubicBezTo>
                  <a:pt x="1438" y="51"/>
                  <a:pt x="1451" y="62"/>
                  <a:pt x="1462" y="74"/>
                </a:cubicBezTo>
                <a:cubicBezTo>
                  <a:pt x="1474" y="85"/>
                  <a:pt x="1484" y="98"/>
                  <a:pt x="1493" y="112"/>
                </a:cubicBezTo>
                <a:cubicBezTo>
                  <a:pt x="1503" y="125"/>
                  <a:pt x="1510" y="140"/>
                  <a:pt x="1517" y="155"/>
                </a:cubicBezTo>
                <a:cubicBezTo>
                  <a:pt x="1523" y="170"/>
                  <a:pt x="1528" y="186"/>
                  <a:pt x="1531" y="202"/>
                </a:cubicBezTo>
                <a:cubicBezTo>
                  <a:pt x="1534" y="218"/>
                  <a:pt x="1536" y="235"/>
                  <a:pt x="1536" y="251"/>
                </a:cubicBezTo>
                <a:cubicBezTo>
                  <a:pt x="1536" y="268"/>
                  <a:pt x="1534" y="284"/>
                  <a:pt x="1531" y="300"/>
                </a:cubicBezTo>
                <a:cubicBezTo>
                  <a:pt x="1528" y="317"/>
                  <a:pt x="1523" y="332"/>
                  <a:pt x="1517" y="347"/>
                </a:cubicBezTo>
                <a:cubicBezTo>
                  <a:pt x="1510" y="363"/>
                  <a:pt x="1503" y="377"/>
                  <a:pt x="1493" y="391"/>
                </a:cubicBezTo>
                <a:cubicBezTo>
                  <a:pt x="1484" y="405"/>
                  <a:pt x="1474" y="417"/>
                  <a:pt x="1462" y="429"/>
                </a:cubicBezTo>
                <a:cubicBezTo>
                  <a:pt x="1451" y="441"/>
                  <a:pt x="1438" y="451"/>
                  <a:pt x="1424" y="460"/>
                </a:cubicBezTo>
                <a:cubicBezTo>
                  <a:pt x="1410" y="470"/>
                  <a:pt x="1396" y="478"/>
                  <a:pt x="1381" y="485"/>
                </a:cubicBezTo>
                <a:cubicBezTo>
                  <a:pt x="1365" y="491"/>
                  <a:pt x="1350" y="496"/>
                  <a:pt x="1333" y="499"/>
                </a:cubicBezTo>
                <a:cubicBezTo>
                  <a:pt x="1317" y="502"/>
                  <a:pt x="1301" y="504"/>
                  <a:pt x="1284" y="504"/>
                </a:cubicBezTo>
                <a:lnTo>
                  <a:pt x="253" y="504"/>
                </a:lnTo>
                <a:cubicBezTo>
                  <a:pt x="236" y="504"/>
                  <a:pt x="220" y="502"/>
                  <a:pt x="204" y="499"/>
                </a:cubicBezTo>
                <a:cubicBezTo>
                  <a:pt x="187" y="496"/>
                  <a:pt x="172" y="491"/>
                  <a:pt x="156" y="485"/>
                </a:cubicBezTo>
                <a:cubicBezTo>
                  <a:pt x="141" y="478"/>
                  <a:pt x="127" y="470"/>
                  <a:pt x="113" y="460"/>
                </a:cubicBezTo>
                <a:cubicBezTo>
                  <a:pt x="99" y="451"/>
                  <a:pt x="87" y="441"/>
                  <a:pt x="75" y="429"/>
                </a:cubicBezTo>
                <a:cubicBezTo>
                  <a:pt x="63" y="417"/>
                  <a:pt x="52" y="405"/>
                  <a:pt x="43" y="391"/>
                </a:cubicBezTo>
                <a:cubicBezTo>
                  <a:pt x="33" y="377"/>
                  <a:pt x="26" y="363"/>
                  <a:pt x="19" y="347"/>
                </a:cubicBezTo>
                <a:cubicBezTo>
                  <a:pt x="13" y="332"/>
                  <a:pt x="8" y="317"/>
                  <a:pt x="5" y="300"/>
                </a:cubicBezTo>
                <a:cubicBezTo>
                  <a:pt x="2" y="284"/>
                  <a:pt x="0" y="268"/>
                  <a:pt x="0" y="251"/>
                </a:cubicBezTo>
                <a:close/>
              </a:path>
            </a:pathLst>
          </a:custGeom>
          <a:noFill/>
          <a:ln w="9360">
            <a:solidFill>
              <a:srgbClr val="e8912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7303680" y="28371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e8912b"/>
                </a:solidFill>
                <a:latin typeface="DejaVuSans"/>
                <a:ea typeface="DejaVuSans"/>
              </a:rPr>
              <a:t>▶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7504560" y="2855520"/>
            <a:ext cx="4867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a5a12"/>
                </a:solidFill>
                <a:latin typeface="Arial"/>
                <a:ea typeface="Arial"/>
              </a:rPr>
              <a:t>reviewen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0" name=""/>
          <p:cNvSpPr/>
          <p:nvPr/>
        </p:nvSpPr>
        <p:spPr>
          <a:xfrm>
            <a:off x="6900840" y="3052440"/>
            <a:ext cx="676440" cy="181440"/>
          </a:xfrm>
          <a:custGeom>
            <a:avLst/>
            <a:gdLst/>
            <a:ahLst/>
            <a:rect l="0" t="0" r="r" b="b"/>
            <a:pathLst>
              <a:path w="1879" h="504">
                <a:moveTo>
                  <a:pt x="0" y="252"/>
                </a:moveTo>
                <a:cubicBezTo>
                  <a:pt x="0" y="235"/>
                  <a:pt x="1" y="219"/>
                  <a:pt x="4" y="203"/>
                </a:cubicBezTo>
                <a:cubicBezTo>
                  <a:pt x="8" y="187"/>
                  <a:pt x="12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39" y="26"/>
                  <a:pt x="155" y="20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628" y="0"/>
                </a:lnTo>
                <a:cubicBezTo>
                  <a:pt x="1644" y="0"/>
                  <a:pt x="1661" y="2"/>
                  <a:pt x="1677" y="5"/>
                </a:cubicBezTo>
                <a:cubicBezTo>
                  <a:pt x="1693" y="8"/>
                  <a:pt x="1709" y="13"/>
                  <a:pt x="1724" y="20"/>
                </a:cubicBezTo>
                <a:cubicBezTo>
                  <a:pt x="1739" y="26"/>
                  <a:pt x="1754" y="34"/>
                  <a:pt x="1767" y="43"/>
                </a:cubicBezTo>
                <a:cubicBezTo>
                  <a:pt x="1781" y="52"/>
                  <a:pt x="1794" y="62"/>
                  <a:pt x="1805" y="74"/>
                </a:cubicBezTo>
                <a:cubicBezTo>
                  <a:pt x="1817" y="86"/>
                  <a:pt x="1828" y="98"/>
                  <a:pt x="1837" y="112"/>
                </a:cubicBezTo>
                <a:cubicBezTo>
                  <a:pt x="1846" y="126"/>
                  <a:pt x="1854" y="140"/>
                  <a:pt x="1860" y="156"/>
                </a:cubicBezTo>
                <a:cubicBezTo>
                  <a:pt x="1866" y="171"/>
                  <a:pt x="1871" y="187"/>
                  <a:pt x="1874" y="203"/>
                </a:cubicBezTo>
                <a:cubicBezTo>
                  <a:pt x="1877" y="219"/>
                  <a:pt x="1879" y="235"/>
                  <a:pt x="1879" y="252"/>
                </a:cubicBezTo>
                <a:cubicBezTo>
                  <a:pt x="1879" y="268"/>
                  <a:pt x="1877" y="285"/>
                  <a:pt x="1874" y="301"/>
                </a:cubicBezTo>
                <a:cubicBezTo>
                  <a:pt x="1871" y="318"/>
                  <a:pt x="1866" y="334"/>
                  <a:pt x="1860" y="349"/>
                </a:cubicBezTo>
                <a:cubicBezTo>
                  <a:pt x="1854" y="364"/>
                  <a:pt x="1846" y="379"/>
                  <a:pt x="1837" y="392"/>
                </a:cubicBezTo>
                <a:cubicBezTo>
                  <a:pt x="1828" y="406"/>
                  <a:pt x="1817" y="419"/>
                  <a:pt x="1805" y="430"/>
                </a:cubicBezTo>
                <a:cubicBezTo>
                  <a:pt x="1794" y="442"/>
                  <a:pt x="1781" y="453"/>
                  <a:pt x="1767" y="462"/>
                </a:cubicBezTo>
                <a:cubicBezTo>
                  <a:pt x="1754" y="471"/>
                  <a:pt x="1739" y="479"/>
                  <a:pt x="1724" y="485"/>
                </a:cubicBezTo>
                <a:cubicBezTo>
                  <a:pt x="1709" y="491"/>
                  <a:pt x="1693" y="496"/>
                  <a:pt x="1677" y="499"/>
                </a:cubicBezTo>
                <a:cubicBezTo>
                  <a:pt x="1661" y="502"/>
                  <a:pt x="1644" y="504"/>
                  <a:pt x="1628" y="504"/>
                </a:cubicBezTo>
                <a:lnTo>
                  <a:pt x="251" y="504"/>
                </a:lnTo>
                <a:cubicBezTo>
                  <a:pt x="234" y="504"/>
                  <a:pt x="218" y="502"/>
                  <a:pt x="202" y="499"/>
                </a:cubicBezTo>
                <a:cubicBezTo>
                  <a:pt x="186" y="496"/>
                  <a:pt x="170" y="491"/>
                  <a:pt x="155" y="485"/>
                </a:cubicBezTo>
                <a:cubicBezTo>
                  <a:pt x="139" y="479"/>
                  <a:pt x="125" y="471"/>
                  <a:pt x="111" y="462"/>
                </a:cubicBezTo>
                <a:cubicBezTo>
                  <a:pt x="98" y="453"/>
                  <a:pt x="85" y="442"/>
                  <a:pt x="73" y="430"/>
                </a:cubicBezTo>
                <a:cubicBezTo>
                  <a:pt x="62" y="419"/>
                  <a:pt x="51" y="406"/>
                  <a:pt x="42" y="392"/>
                </a:cubicBezTo>
                <a:cubicBezTo>
                  <a:pt x="33" y="379"/>
                  <a:pt x="25" y="364"/>
                  <a:pt x="19" y="349"/>
                </a:cubicBezTo>
                <a:cubicBezTo>
                  <a:pt x="12" y="334"/>
                  <a:pt x="8" y="318"/>
                  <a:pt x="4" y="301"/>
                </a:cubicBezTo>
                <a:cubicBezTo>
                  <a:pt x="1" y="285"/>
                  <a:pt x="0" y="268"/>
                  <a:pt x="0" y="2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1" name=""/>
          <p:cNvSpPr/>
          <p:nvPr/>
        </p:nvSpPr>
        <p:spPr>
          <a:xfrm>
            <a:off x="6900840" y="3052440"/>
            <a:ext cx="676440" cy="181440"/>
          </a:xfrm>
          <a:custGeom>
            <a:avLst/>
            <a:gdLst/>
            <a:ahLst/>
            <a:rect l="0" t="0" r="r" b="b"/>
            <a:pathLst>
              <a:path w="1879" h="504">
                <a:moveTo>
                  <a:pt x="0" y="252"/>
                </a:moveTo>
                <a:cubicBezTo>
                  <a:pt x="0" y="235"/>
                  <a:pt x="1" y="219"/>
                  <a:pt x="4" y="203"/>
                </a:cubicBezTo>
                <a:cubicBezTo>
                  <a:pt x="8" y="187"/>
                  <a:pt x="12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39" y="26"/>
                  <a:pt x="155" y="20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628" y="0"/>
                </a:lnTo>
                <a:cubicBezTo>
                  <a:pt x="1644" y="0"/>
                  <a:pt x="1661" y="2"/>
                  <a:pt x="1677" y="5"/>
                </a:cubicBezTo>
                <a:cubicBezTo>
                  <a:pt x="1693" y="8"/>
                  <a:pt x="1709" y="13"/>
                  <a:pt x="1724" y="20"/>
                </a:cubicBezTo>
                <a:cubicBezTo>
                  <a:pt x="1739" y="26"/>
                  <a:pt x="1754" y="34"/>
                  <a:pt x="1767" y="43"/>
                </a:cubicBezTo>
                <a:cubicBezTo>
                  <a:pt x="1781" y="52"/>
                  <a:pt x="1794" y="62"/>
                  <a:pt x="1805" y="74"/>
                </a:cubicBezTo>
                <a:cubicBezTo>
                  <a:pt x="1817" y="86"/>
                  <a:pt x="1828" y="98"/>
                  <a:pt x="1837" y="112"/>
                </a:cubicBezTo>
                <a:cubicBezTo>
                  <a:pt x="1846" y="126"/>
                  <a:pt x="1854" y="140"/>
                  <a:pt x="1860" y="156"/>
                </a:cubicBezTo>
                <a:cubicBezTo>
                  <a:pt x="1866" y="171"/>
                  <a:pt x="1871" y="187"/>
                  <a:pt x="1874" y="203"/>
                </a:cubicBezTo>
                <a:cubicBezTo>
                  <a:pt x="1877" y="219"/>
                  <a:pt x="1879" y="235"/>
                  <a:pt x="1879" y="252"/>
                </a:cubicBezTo>
                <a:cubicBezTo>
                  <a:pt x="1879" y="268"/>
                  <a:pt x="1877" y="285"/>
                  <a:pt x="1874" y="301"/>
                </a:cubicBezTo>
                <a:cubicBezTo>
                  <a:pt x="1871" y="318"/>
                  <a:pt x="1866" y="334"/>
                  <a:pt x="1860" y="349"/>
                </a:cubicBezTo>
                <a:cubicBezTo>
                  <a:pt x="1854" y="364"/>
                  <a:pt x="1846" y="379"/>
                  <a:pt x="1837" y="392"/>
                </a:cubicBezTo>
                <a:cubicBezTo>
                  <a:pt x="1828" y="406"/>
                  <a:pt x="1817" y="419"/>
                  <a:pt x="1805" y="430"/>
                </a:cubicBezTo>
                <a:cubicBezTo>
                  <a:pt x="1794" y="442"/>
                  <a:pt x="1781" y="453"/>
                  <a:pt x="1767" y="462"/>
                </a:cubicBezTo>
                <a:cubicBezTo>
                  <a:pt x="1754" y="471"/>
                  <a:pt x="1739" y="479"/>
                  <a:pt x="1724" y="485"/>
                </a:cubicBezTo>
                <a:cubicBezTo>
                  <a:pt x="1709" y="491"/>
                  <a:pt x="1693" y="496"/>
                  <a:pt x="1677" y="499"/>
                </a:cubicBezTo>
                <a:cubicBezTo>
                  <a:pt x="1661" y="502"/>
                  <a:pt x="1644" y="504"/>
                  <a:pt x="1628" y="504"/>
                </a:cubicBezTo>
                <a:lnTo>
                  <a:pt x="251" y="504"/>
                </a:lnTo>
                <a:cubicBezTo>
                  <a:pt x="234" y="504"/>
                  <a:pt x="218" y="502"/>
                  <a:pt x="202" y="499"/>
                </a:cubicBezTo>
                <a:cubicBezTo>
                  <a:pt x="186" y="496"/>
                  <a:pt x="170" y="491"/>
                  <a:pt x="155" y="485"/>
                </a:cubicBezTo>
                <a:cubicBezTo>
                  <a:pt x="139" y="479"/>
                  <a:pt x="125" y="471"/>
                  <a:pt x="111" y="462"/>
                </a:cubicBezTo>
                <a:cubicBezTo>
                  <a:pt x="98" y="453"/>
                  <a:pt x="85" y="442"/>
                  <a:pt x="73" y="430"/>
                </a:cubicBezTo>
                <a:cubicBezTo>
                  <a:pt x="62" y="419"/>
                  <a:pt x="51" y="406"/>
                  <a:pt x="42" y="392"/>
                </a:cubicBezTo>
                <a:cubicBezTo>
                  <a:pt x="33" y="379"/>
                  <a:pt x="25" y="364"/>
                  <a:pt x="19" y="349"/>
                </a:cubicBezTo>
                <a:cubicBezTo>
                  <a:pt x="12" y="334"/>
                  <a:pt x="8" y="318"/>
                  <a:pt x="4" y="301"/>
                </a:cubicBezTo>
                <a:cubicBezTo>
                  <a:pt x="1" y="285"/>
                  <a:pt x="0" y="268"/>
                  <a:pt x="0" y="252"/>
                </a:cubicBezTo>
                <a:close/>
              </a:path>
            </a:pathLst>
          </a:custGeom>
          <a:noFill/>
          <a:ln w="9360">
            <a:solidFill>
              <a:srgbClr val="e8912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8036640" y="28371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e8912b"/>
                </a:solidFill>
                <a:latin typeface="DejaVuSans"/>
                <a:ea typeface="DejaVuSans"/>
              </a:rPr>
              <a:t>▶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3" name=""/>
          <p:cNvSpPr/>
          <p:nvPr/>
        </p:nvSpPr>
        <p:spPr>
          <a:xfrm>
            <a:off x="456840" y="3524040"/>
            <a:ext cx="8087400" cy="829080"/>
          </a:xfrm>
          <a:custGeom>
            <a:avLst/>
            <a:gdLst/>
            <a:ahLst/>
            <a:rect l="0" t="0" r="r" b="b"/>
            <a:pathLst>
              <a:path w="22465" h="2303">
                <a:moveTo>
                  <a:pt x="0" y="0"/>
                </a:moveTo>
                <a:lnTo>
                  <a:pt x="22465" y="0"/>
                </a:lnTo>
                <a:lnTo>
                  <a:pt x="22465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4" name=""/>
          <p:cNvSpPr/>
          <p:nvPr/>
        </p:nvSpPr>
        <p:spPr>
          <a:xfrm>
            <a:off x="456840" y="3524040"/>
            <a:ext cx="8087400" cy="38520"/>
          </a:xfrm>
          <a:custGeom>
            <a:avLst/>
            <a:gdLst/>
            <a:ahLst/>
            <a:rect l="0" t="0" r="r" b="b"/>
            <a:pathLst>
              <a:path w="22465" h="107">
                <a:moveTo>
                  <a:pt x="0" y="0"/>
                </a:moveTo>
                <a:lnTo>
                  <a:pt x="22465" y="0"/>
                </a:lnTo>
                <a:lnTo>
                  <a:pt x="224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5" name=""/>
          <p:cNvSpPr/>
          <p:nvPr/>
        </p:nvSpPr>
        <p:spPr>
          <a:xfrm>
            <a:off x="456840" y="4343040"/>
            <a:ext cx="8087400" cy="10080"/>
          </a:xfrm>
          <a:custGeom>
            <a:avLst/>
            <a:gdLst/>
            <a:ahLst/>
            <a:rect l="0" t="0" r="r" b="b"/>
            <a:pathLst>
              <a:path w="22465" h="28">
                <a:moveTo>
                  <a:pt x="0" y="0"/>
                </a:moveTo>
                <a:lnTo>
                  <a:pt x="22465" y="0"/>
                </a:lnTo>
                <a:lnTo>
                  <a:pt x="224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6" name=""/>
          <p:cNvSpPr/>
          <p:nvPr/>
        </p:nvSpPr>
        <p:spPr>
          <a:xfrm>
            <a:off x="8534160" y="3524040"/>
            <a:ext cx="10080" cy="829080"/>
          </a:xfrm>
          <a:custGeom>
            <a:avLst/>
            <a:gdLst/>
            <a:ahLst/>
            <a:rect l="0" t="0" r="r" b="b"/>
            <a:pathLst>
              <a:path w="28" h="2303">
                <a:moveTo>
                  <a:pt x="0" y="106"/>
                </a:moveTo>
                <a:lnTo>
                  <a:pt x="0" y="2303"/>
                </a:lnTo>
                <a:lnTo>
                  <a:pt x="28" y="230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7" name=""/>
          <p:cNvSpPr/>
          <p:nvPr/>
        </p:nvSpPr>
        <p:spPr>
          <a:xfrm>
            <a:off x="456840" y="3524040"/>
            <a:ext cx="10080" cy="829080"/>
          </a:xfrm>
          <a:custGeom>
            <a:avLst/>
            <a:gdLst/>
            <a:ahLst/>
            <a:rect l="0" t="0" r="r" b="b"/>
            <a:pathLst>
              <a:path w="28" h="2303">
                <a:moveTo>
                  <a:pt x="0" y="0"/>
                </a:moveTo>
                <a:lnTo>
                  <a:pt x="0" y="2303"/>
                </a:lnTo>
                <a:lnTo>
                  <a:pt x="28" y="230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6967440" y="3093840"/>
            <a:ext cx="6361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8a5a12"/>
                </a:solidFill>
                <a:latin typeface="Arial"/>
                <a:ea typeface="Arial"/>
              </a:rPr>
              <a:t>versioneren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634320" y="3744720"/>
            <a:ext cx="8589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Leg de betekenis eenduidig vast en maak haar leesbaar voor een machine. </a:t>
            </a:r>
            <a:r>
              <a:rPr b="1" lang="en-US" sz="1200" spc="-1" strike="noStrike">
                <a:solidFill>
                  <a:srgbClr val="0e9e7e"/>
                </a:solidFill>
                <a:latin typeface="Arial"/>
                <a:ea typeface="Arial"/>
              </a:rPr>
              <a:t>Dan kan het bouwen straks heel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634320" y="3983040"/>
            <a:ext cx="35640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0e9e7e"/>
                </a:solidFill>
                <a:latin typeface="Arial"/>
                <a:ea typeface="Arial"/>
              </a:rPr>
              <a:t>snel, en zetten we AI in waar die sterk is.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9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9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99" name=""/>
          <p:cNvSpPr/>
          <p:nvPr/>
        </p:nvSpPr>
        <p:spPr>
          <a:xfrm>
            <a:off x="485640" y="1056960"/>
            <a:ext cx="4705560" cy="1610280"/>
          </a:xfrm>
          <a:custGeom>
            <a:avLst/>
            <a:gdLst/>
            <a:ahLst/>
            <a:rect l="0" t="0" r="r" b="b"/>
            <a:pathLst>
              <a:path w="13071" h="4473">
                <a:moveTo>
                  <a:pt x="0" y="4261"/>
                </a:moveTo>
                <a:lnTo>
                  <a:pt x="0" y="212"/>
                </a:lnTo>
                <a:cubicBezTo>
                  <a:pt x="0" y="198"/>
                  <a:pt x="1" y="184"/>
                  <a:pt x="2" y="171"/>
                </a:cubicBezTo>
                <a:cubicBezTo>
                  <a:pt x="4" y="157"/>
                  <a:pt x="7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9" y="62"/>
                </a:cubicBezTo>
                <a:cubicBezTo>
                  <a:pt x="45" y="53"/>
                  <a:pt x="51" y="44"/>
                  <a:pt x="59" y="36"/>
                </a:cubicBezTo>
                <a:cubicBezTo>
                  <a:pt x="66" y="28"/>
                  <a:pt x="74" y="22"/>
                  <a:pt x="82" y="16"/>
                </a:cubicBezTo>
                <a:cubicBezTo>
                  <a:pt x="90" y="11"/>
                  <a:pt x="98" y="7"/>
                  <a:pt x="106" y="4"/>
                </a:cubicBezTo>
                <a:cubicBezTo>
                  <a:pt x="115" y="2"/>
                  <a:pt x="123" y="0"/>
                  <a:pt x="132" y="0"/>
                </a:cubicBezTo>
                <a:lnTo>
                  <a:pt x="12860" y="0"/>
                </a:lnTo>
                <a:cubicBezTo>
                  <a:pt x="12874" y="0"/>
                  <a:pt x="12887" y="2"/>
                  <a:pt x="12901" y="4"/>
                </a:cubicBezTo>
                <a:cubicBezTo>
                  <a:pt x="12915" y="7"/>
                  <a:pt x="12928" y="11"/>
                  <a:pt x="12941" y="16"/>
                </a:cubicBezTo>
                <a:cubicBezTo>
                  <a:pt x="12953" y="22"/>
                  <a:pt x="12966" y="28"/>
                  <a:pt x="12977" y="36"/>
                </a:cubicBezTo>
                <a:cubicBezTo>
                  <a:pt x="12989" y="44"/>
                  <a:pt x="12999" y="53"/>
                  <a:pt x="13009" y="62"/>
                </a:cubicBezTo>
                <a:cubicBezTo>
                  <a:pt x="13019" y="72"/>
                  <a:pt x="13028" y="83"/>
                  <a:pt x="13036" y="94"/>
                </a:cubicBezTo>
                <a:cubicBezTo>
                  <a:pt x="13043" y="106"/>
                  <a:pt x="13050" y="118"/>
                  <a:pt x="13055" y="131"/>
                </a:cubicBezTo>
                <a:cubicBezTo>
                  <a:pt x="13060" y="144"/>
                  <a:pt x="13065" y="157"/>
                  <a:pt x="13067" y="171"/>
                </a:cubicBezTo>
                <a:cubicBezTo>
                  <a:pt x="13070" y="184"/>
                  <a:pt x="13071" y="198"/>
                  <a:pt x="13071" y="212"/>
                </a:cubicBezTo>
                <a:lnTo>
                  <a:pt x="13071" y="4261"/>
                </a:lnTo>
                <a:cubicBezTo>
                  <a:pt x="13071" y="4275"/>
                  <a:pt x="13070" y="4289"/>
                  <a:pt x="13067" y="4302"/>
                </a:cubicBezTo>
                <a:cubicBezTo>
                  <a:pt x="13065" y="4316"/>
                  <a:pt x="13060" y="4329"/>
                  <a:pt x="13055" y="4342"/>
                </a:cubicBezTo>
                <a:cubicBezTo>
                  <a:pt x="13050" y="4355"/>
                  <a:pt x="13043" y="4367"/>
                  <a:pt x="13036" y="4379"/>
                </a:cubicBezTo>
                <a:cubicBezTo>
                  <a:pt x="13028" y="4390"/>
                  <a:pt x="13019" y="4401"/>
                  <a:pt x="13009" y="4411"/>
                </a:cubicBezTo>
                <a:cubicBezTo>
                  <a:pt x="12999" y="4421"/>
                  <a:pt x="12989" y="4429"/>
                  <a:pt x="12977" y="4437"/>
                </a:cubicBezTo>
                <a:cubicBezTo>
                  <a:pt x="12966" y="4445"/>
                  <a:pt x="12953" y="4451"/>
                  <a:pt x="12941" y="4457"/>
                </a:cubicBezTo>
                <a:cubicBezTo>
                  <a:pt x="12928" y="4462"/>
                  <a:pt x="12915" y="4466"/>
                  <a:pt x="12901" y="4469"/>
                </a:cubicBezTo>
                <a:cubicBezTo>
                  <a:pt x="12887" y="4471"/>
                  <a:pt x="12874" y="4473"/>
                  <a:pt x="12860" y="4473"/>
                </a:cubicBezTo>
                <a:lnTo>
                  <a:pt x="132" y="4473"/>
                </a:lnTo>
                <a:cubicBezTo>
                  <a:pt x="123" y="4473"/>
                  <a:pt x="115" y="4471"/>
                  <a:pt x="106" y="4469"/>
                </a:cubicBezTo>
                <a:cubicBezTo>
                  <a:pt x="98" y="4466"/>
                  <a:pt x="90" y="4462"/>
                  <a:pt x="82" y="4457"/>
                </a:cubicBezTo>
                <a:cubicBezTo>
                  <a:pt x="74" y="4451"/>
                  <a:pt x="66" y="4445"/>
                  <a:pt x="59" y="4437"/>
                </a:cubicBezTo>
                <a:cubicBezTo>
                  <a:pt x="51" y="4429"/>
                  <a:pt x="45" y="4421"/>
                  <a:pt x="39" y="4411"/>
                </a:cubicBezTo>
                <a:cubicBezTo>
                  <a:pt x="32" y="4401"/>
                  <a:pt x="27" y="4390"/>
                  <a:pt x="22" y="4379"/>
                </a:cubicBezTo>
                <a:cubicBezTo>
                  <a:pt x="17" y="4367"/>
                  <a:pt x="13" y="4355"/>
                  <a:pt x="10" y="4342"/>
                </a:cubicBezTo>
                <a:cubicBezTo>
                  <a:pt x="7" y="4329"/>
                  <a:pt x="4" y="4316"/>
                  <a:pt x="2" y="4302"/>
                </a:cubicBezTo>
                <a:cubicBezTo>
                  <a:pt x="1" y="4289"/>
                  <a:pt x="0" y="4275"/>
                  <a:pt x="0" y="4261"/>
                </a:cubicBezTo>
                <a:close/>
              </a:path>
            </a:pathLst>
          </a:custGeom>
          <a:solidFill>
            <a:srgbClr val="fdf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0" name=""/>
          <p:cNvSpPr/>
          <p:nvPr/>
        </p:nvSpPr>
        <p:spPr>
          <a:xfrm>
            <a:off x="456840" y="1056960"/>
            <a:ext cx="4734360" cy="1610280"/>
          </a:xfrm>
          <a:custGeom>
            <a:avLst/>
            <a:gdLst/>
            <a:ahLst/>
            <a:rect l="0" t="0" r="r" b="b"/>
            <a:pathLst>
              <a:path w="13151" h="4473">
                <a:moveTo>
                  <a:pt x="0" y="0"/>
                </a:moveTo>
                <a:lnTo>
                  <a:pt x="13151" y="0"/>
                </a:lnTo>
                <a:lnTo>
                  <a:pt x="13151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1" name=""/>
          <p:cNvSpPr/>
          <p:nvPr/>
        </p:nvSpPr>
        <p:spPr>
          <a:xfrm>
            <a:off x="685440" y="1923840"/>
            <a:ext cx="4334400" cy="10080"/>
          </a:xfrm>
          <a:custGeom>
            <a:avLst/>
            <a:gdLst/>
            <a:ahLst/>
            <a:rect l="0" t="0" r="r" b="b"/>
            <a:pathLst>
              <a:path w="12040" h="28">
                <a:moveTo>
                  <a:pt x="0" y="0"/>
                </a:moveTo>
                <a:lnTo>
                  <a:pt x="12040" y="0"/>
                </a:lnTo>
                <a:lnTo>
                  <a:pt x="120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8a5a12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439920" y="386640"/>
            <a:ext cx="2516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risico’s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681840" y="1220760"/>
            <a:ext cx="21405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5a12"/>
                </a:solidFill>
                <a:latin typeface="Arial"/>
                <a:ea typeface="Arial"/>
              </a:rPr>
              <a:t>De afspraak komt te laat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681840" y="1479600"/>
            <a:ext cx="4801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praktijk koppelt al. En de techniek wisselt mogelijk zo snel dat 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5" name=""/>
          <p:cNvSpPr/>
          <p:nvPr/>
        </p:nvSpPr>
        <p:spPr>
          <a:xfrm>
            <a:off x="2126880" y="2108880"/>
            <a:ext cx="421920" cy="179280"/>
          </a:xfrm>
          <a:custGeom>
            <a:avLst/>
            <a:gdLst/>
            <a:ahLst/>
            <a:rect l="0" t="0" r="r" b="b"/>
            <a:pathLst>
              <a:path w="1172" h="498">
                <a:moveTo>
                  <a:pt x="53" y="0"/>
                </a:moveTo>
                <a:lnTo>
                  <a:pt x="1119" y="0"/>
                </a:lnTo>
                <a:cubicBezTo>
                  <a:pt x="1126" y="0"/>
                  <a:pt x="1133" y="1"/>
                  <a:pt x="1140" y="4"/>
                </a:cubicBezTo>
                <a:cubicBezTo>
                  <a:pt x="1146" y="7"/>
                  <a:pt x="1152" y="10"/>
                  <a:pt x="1157" y="15"/>
                </a:cubicBezTo>
                <a:cubicBezTo>
                  <a:pt x="1162" y="20"/>
                  <a:pt x="1166" y="26"/>
                  <a:pt x="1168" y="33"/>
                </a:cubicBezTo>
                <a:cubicBezTo>
                  <a:pt x="1171" y="39"/>
                  <a:pt x="1172" y="46"/>
                  <a:pt x="1172" y="53"/>
                </a:cubicBezTo>
                <a:lnTo>
                  <a:pt x="1172" y="445"/>
                </a:lnTo>
                <a:cubicBezTo>
                  <a:pt x="1172" y="452"/>
                  <a:pt x="1171" y="458"/>
                  <a:pt x="1168" y="465"/>
                </a:cubicBezTo>
                <a:cubicBezTo>
                  <a:pt x="1166" y="471"/>
                  <a:pt x="1162" y="477"/>
                  <a:pt x="1157" y="482"/>
                </a:cubicBezTo>
                <a:cubicBezTo>
                  <a:pt x="1152" y="487"/>
                  <a:pt x="1146" y="491"/>
                  <a:pt x="1140" y="494"/>
                </a:cubicBezTo>
                <a:cubicBezTo>
                  <a:pt x="1133" y="496"/>
                  <a:pt x="1126" y="498"/>
                  <a:pt x="1119" y="498"/>
                </a:cubicBezTo>
                <a:lnTo>
                  <a:pt x="53" y="498"/>
                </a:lnTo>
                <a:cubicBezTo>
                  <a:pt x="46" y="498"/>
                  <a:pt x="39" y="496"/>
                  <a:pt x="33" y="494"/>
                </a:cubicBezTo>
                <a:cubicBezTo>
                  <a:pt x="26" y="491"/>
                  <a:pt x="21" y="487"/>
                  <a:pt x="16" y="482"/>
                </a:cubicBezTo>
                <a:cubicBezTo>
                  <a:pt x="11" y="477"/>
                  <a:pt x="7" y="471"/>
                  <a:pt x="4" y="465"/>
                </a:cubicBezTo>
                <a:cubicBezTo>
                  <a:pt x="1" y="458"/>
                  <a:pt x="0" y="452"/>
                  <a:pt x="0" y="445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6" name=""/>
          <p:cNvSpPr/>
          <p:nvPr/>
        </p:nvSpPr>
        <p:spPr>
          <a:xfrm>
            <a:off x="2126880" y="2108880"/>
            <a:ext cx="421920" cy="179280"/>
          </a:xfrm>
          <a:custGeom>
            <a:avLst/>
            <a:gdLst/>
            <a:ahLst/>
            <a:rect l="0" t="0" r="r" b="b"/>
            <a:pathLst>
              <a:path w="1172" h="498">
                <a:moveTo>
                  <a:pt x="53" y="0"/>
                </a:moveTo>
                <a:lnTo>
                  <a:pt x="1119" y="0"/>
                </a:lnTo>
                <a:cubicBezTo>
                  <a:pt x="1126" y="0"/>
                  <a:pt x="1133" y="1"/>
                  <a:pt x="1140" y="4"/>
                </a:cubicBezTo>
                <a:cubicBezTo>
                  <a:pt x="1146" y="7"/>
                  <a:pt x="1152" y="10"/>
                  <a:pt x="1157" y="15"/>
                </a:cubicBezTo>
                <a:cubicBezTo>
                  <a:pt x="1162" y="20"/>
                  <a:pt x="1166" y="26"/>
                  <a:pt x="1168" y="33"/>
                </a:cubicBezTo>
                <a:cubicBezTo>
                  <a:pt x="1171" y="39"/>
                  <a:pt x="1172" y="46"/>
                  <a:pt x="1172" y="53"/>
                </a:cubicBezTo>
                <a:lnTo>
                  <a:pt x="1172" y="445"/>
                </a:lnTo>
                <a:cubicBezTo>
                  <a:pt x="1172" y="452"/>
                  <a:pt x="1171" y="458"/>
                  <a:pt x="1168" y="465"/>
                </a:cubicBezTo>
                <a:cubicBezTo>
                  <a:pt x="1166" y="471"/>
                  <a:pt x="1162" y="477"/>
                  <a:pt x="1157" y="482"/>
                </a:cubicBezTo>
                <a:cubicBezTo>
                  <a:pt x="1152" y="487"/>
                  <a:pt x="1146" y="491"/>
                  <a:pt x="1140" y="494"/>
                </a:cubicBezTo>
                <a:cubicBezTo>
                  <a:pt x="1133" y="496"/>
                  <a:pt x="1126" y="498"/>
                  <a:pt x="1119" y="498"/>
                </a:cubicBezTo>
                <a:lnTo>
                  <a:pt x="53" y="498"/>
                </a:lnTo>
                <a:cubicBezTo>
                  <a:pt x="46" y="498"/>
                  <a:pt x="39" y="496"/>
                  <a:pt x="33" y="494"/>
                </a:cubicBezTo>
                <a:cubicBezTo>
                  <a:pt x="26" y="491"/>
                  <a:pt x="21" y="487"/>
                  <a:pt x="16" y="482"/>
                </a:cubicBezTo>
                <a:cubicBezTo>
                  <a:pt x="11" y="477"/>
                  <a:pt x="7" y="471"/>
                  <a:pt x="4" y="465"/>
                </a:cubicBezTo>
                <a:cubicBezTo>
                  <a:pt x="1" y="458"/>
                  <a:pt x="0" y="452"/>
                  <a:pt x="0" y="445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lose/>
              </a:path>
            </a:pathLst>
          </a:custGeom>
          <a:noFill/>
          <a:ln w="12600">
            <a:solidFill>
              <a:srgbClr val="94a3b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7" name=""/>
          <p:cNvSpPr/>
          <p:nvPr/>
        </p:nvSpPr>
        <p:spPr>
          <a:xfrm>
            <a:off x="3161880" y="2108880"/>
            <a:ext cx="422280" cy="179280"/>
          </a:xfrm>
          <a:custGeom>
            <a:avLst/>
            <a:gdLst/>
            <a:ahLst/>
            <a:rect l="0" t="0" r="r" b="b"/>
            <a:pathLst>
              <a:path w="1173" h="498">
                <a:moveTo>
                  <a:pt x="54" y="0"/>
                </a:moveTo>
                <a:lnTo>
                  <a:pt x="1119" y="0"/>
                </a:lnTo>
                <a:cubicBezTo>
                  <a:pt x="1126" y="0"/>
                  <a:pt x="1133" y="1"/>
                  <a:pt x="1139" y="4"/>
                </a:cubicBezTo>
                <a:cubicBezTo>
                  <a:pt x="1146" y="7"/>
                  <a:pt x="1151" y="10"/>
                  <a:pt x="1156" y="15"/>
                </a:cubicBezTo>
                <a:cubicBezTo>
                  <a:pt x="1161" y="20"/>
                  <a:pt x="1165" y="26"/>
                  <a:pt x="1168" y="33"/>
                </a:cubicBezTo>
                <a:cubicBezTo>
                  <a:pt x="1172" y="39"/>
                  <a:pt x="1173" y="46"/>
                  <a:pt x="1173" y="53"/>
                </a:cubicBezTo>
                <a:lnTo>
                  <a:pt x="1173" y="445"/>
                </a:lnTo>
                <a:cubicBezTo>
                  <a:pt x="1173" y="452"/>
                  <a:pt x="1172" y="458"/>
                  <a:pt x="1168" y="465"/>
                </a:cubicBezTo>
                <a:cubicBezTo>
                  <a:pt x="1165" y="471"/>
                  <a:pt x="1161" y="477"/>
                  <a:pt x="1156" y="482"/>
                </a:cubicBezTo>
                <a:cubicBezTo>
                  <a:pt x="1151" y="487"/>
                  <a:pt x="1146" y="491"/>
                  <a:pt x="1139" y="494"/>
                </a:cubicBezTo>
                <a:cubicBezTo>
                  <a:pt x="1133" y="496"/>
                  <a:pt x="1126" y="498"/>
                  <a:pt x="1119" y="498"/>
                </a:cubicBezTo>
                <a:lnTo>
                  <a:pt x="54" y="498"/>
                </a:lnTo>
                <a:cubicBezTo>
                  <a:pt x="47" y="498"/>
                  <a:pt x="40" y="496"/>
                  <a:pt x="33" y="494"/>
                </a:cubicBezTo>
                <a:cubicBezTo>
                  <a:pt x="27" y="491"/>
                  <a:pt x="21" y="487"/>
                  <a:pt x="16" y="482"/>
                </a:cubicBezTo>
                <a:cubicBezTo>
                  <a:pt x="11" y="477"/>
                  <a:pt x="7" y="471"/>
                  <a:pt x="4" y="465"/>
                </a:cubicBezTo>
                <a:cubicBezTo>
                  <a:pt x="2" y="458"/>
                  <a:pt x="0" y="452"/>
                  <a:pt x="0" y="445"/>
                </a:cubicBezTo>
                <a:lnTo>
                  <a:pt x="0" y="53"/>
                </a:ln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7" y="0"/>
                  <a:pt x="54" y="0"/>
                </a:cubicBezTo>
                <a:close/>
              </a:path>
            </a:pathLst>
          </a:custGeom>
          <a:solidFill>
            <a:srgbClr val="eef4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8" name=""/>
          <p:cNvSpPr/>
          <p:nvPr/>
        </p:nvSpPr>
        <p:spPr>
          <a:xfrm>
            <a:off x="3161880" y="2108880"/>
            <a:ext cx="422280" cy="179280"/>
          </a:xfrm>
          <a:custGeom>
            <a:avLst/>
            <a:gdLst/>
            <a:ahLst/>
            <a:rect l="0" t="0" r="r" b="b"/>
            <a:pathLst>
              <a:path w="1173" h="498">
                <a:moveTo>
                  <a:pt x="54" y="0"/>
                </a:moveTo>
                <a:lnTo>
                  <a:pt x="1119" y="0"/>
                </a:lnTo>
                <a:cubicBezTo>
                  <a:pt x="1126" y="0"/>
                  <a:pt x="1133" y="1"/>
                  <a:pt x="1139" y="4"/>
                </a:cubicBezTo>
                <a:cubicBezTo>
                  <a:pt x="1146" y="7"/>
                  <a:pt x="1151" y="10"/>
                  <a:pt x="1156" y="15"/>
                </a:cubicBezTo>
                <a:cubicBezTo>
                  <a:pt x="1161" y="20"/>
                  <a:pt x="1165" y="26"/>
                  <a:pt x="1168" y="33"/>
                </a:cubicBezTo>
                <a:cubicBezTo>
                  <a:pt x="1172" y="39"/>
                  <a:pt x="1173" y="46"/>
                  <a:pt x="1173" y="53"/>
                </a:cubicBezTo>
                <a:lnTo>
                  <a:pt x="1173" y="445"/>
                </a:lnTo>
                <a:cubicBezTo>
                  <a:pt x="1173" y="452"/>
                  <a:pt x="1172" y="458"/>
                  <a:pt x="1168" y="465"/>
                </a:cubicBezTo>
                <a:cubicBezTo>
                  <a:pt x="1165" y="471"/>
                  <a:pt x="1161" y="477"/>
                  <a:pt x="1156" y="482"/>
                </a:cubicBezTo>
                <a:cubicBezTo>
                  <a:pt x="1151" y="487"/>
                  <a:pt x="1146" y="491"/>
                  <a:pt x="1139" y="494"/>
                </a:cubicBezTo>
                <a:cubicBezTo>
                  <a:pt x="1133" y="496"/>
                  <a:pt x="1126" y="498"/>
                  <a:pt x="1119" y="498"/>
                </a:cubicBezTo>
                <a:lnTo>
                  <a:pt x="54" y="498"/>
                </a:lnTo>
                <a:cubicBezTo>
                  <a:pt x="47" y="498"/>
                  <a:pt x="40" y="496"/>
                  <a:pt x="33" y="494"/>
                </a:cubicBezTo>
                <a:cubicBezTo>
                  <a:pt x="27" y="491"/>
                  <a:pt x="21" y="487"/>
                  <a:pt x="16" y="482"/>
                </a:cubicBezTo>
                <a:cubicBezTo>
                  <a:pt x="11" y="477"/>
                  <a:pt x="7" y="471"/>
                  <a:pt x="4" y="465"/>
                </a:cubicBezTo>
                <a:cubicBezTo>
                  <a:pt x="2" y="458"/>
                  <a:pt x="0" y="452"/>
                  <a:pt x="0" y="445"/>
                </a:cubicBezTo>
                <a:lnTo>
                  <a:pt x="0" y="53"/>
                </a:ln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7" y="0"/>
                  <a:pt x="54" y="0"/>
                </a:cubicBezTo>
                <a:close/>
              </a:path>
            </a:pathLst>
          </a:custGeom>
          <a:noFill/>
          <a:ln w="12600">
            <a:solidFill>
              <a:srgbClr val="94a3b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9" name=""/>
          <p:cNvSpPr/>
          <p:nvPr/>
        </p:nvSpPr>
        <p:spPr>
          <a:xfrm>
            <a:off x="2542320" y="2150280"/>
            <a:ext cx="631080" cy="96120"/>
          </a:xfrm>
          <a:custGeom>
            <a:avLst/>
            <a:gdLst/>
            <a:ahLst/>
            <a:rect l="0" t="0" r="r" b="b"/>
            <a:pathLst>
              <a:path w="1753" h="267">
                <a:moveTo>
                  <a:pt x="0" y="114"/>
                </a:moveTo>
                <a:cubicBezTo>
                  <a:pt x="26" y="92"/>
                  <a:pt x="52" y="73"/>
                  <a:pt x="78" y="57"/>
                </a:cubicBezTo>
                <a:lnTo>
                  <a:pt x="106" y="103"/>
                </a:lnTo>
                <a:cubicBezTo>
                  <a:pt x="82" y="117"/>
                  <a:pt x="58" y="134"/>
                  <a:pt x="35" y="155"/>
                </a:cubicBezTo>
                <a:lnTo>
                  <a:pt x="0" y="114"/>
                </a:lnTo>
                <a:moveTo>
                  <a:pt x="144" y="25"/>
                </a:moveTo>
                <a:cubicBezTo>
                  <a:pt x="175" y="12"/>
                  <a:pt x="206" y="4"/>
                  <a:pt x="238" y="1"/>
                </a:cubicBezTo>
                <a:lnTo>
                  <a:pt x="243" y="55"/>
                </a:lnTo>
                <a:cubicBezTo>
                  <a:pt x="216" y="58"/>
                  <a:pt x="190" y="64"/>
                  <a:pt x="163" y="74"/>
                </a:cubicBezTo>
                <a:lnTo>
                  <a:pt x="144" y="25"/>
                </a:lnTo>
                <a:moveTo>
                  <a:pt x="314" y="4"/>
                </a:moveTo>
                <a:cubicBezTo>
                  <a:pt x="345" y="8"/>
                  <a:pt x="376" y="19"/>
                  <a:pt x="406" y="33"/>
                </a:cubicBezTo>
                <a:lnTo>
                  <a:pt x="385" y="81"/>
                </a:lnTo>
                <a:cubicBezTo>
                  <a:pt x="358" y="69"/>
                  <a:pt x="332" y="61"/>
                  <a:pt x="306" y="57"/>
                </a:cubicBezTo>
                <a:lnTo>
                  <a:pt x="314" y="4"/>
                </a:lnTo>
                <a:moveTo>
                  <a:pt x="470" y="67"/>
                </a:moveTo>
                <a:cubicBezTo>
                  <a:pt x="491" y="81"/>
                  <a:pt x="511" y="96"/>
                  <a:pt x="532" y="114"/>
                </a:cubicBezTo>
                <a:cubicBezTo>
                  <a:pt x="537" y="118"/>
                  <a:pt x="542" y="122"/>
                  <a:pt x="547" y="126"/>
                </a:cubicBezTo>
                <a:lnTo>
                  <a:pt x="513" y="168"/>
                </a:lnTo>
                <a:cubicBezTo>
                  <a:pt x="508" y="164"/>
                  <a:pt x="502" y="159"/>
                  <a:pt x="497" y="155"/>
                </a:cubicBezTo>
                <a:cubicBezTo>
                  <a:pt x="478" y="138"/>
                  <a:pt x="459" y="124"/>
                  <a:pt x="441" y="112"/>
                </a:cubicBezTo>
                <a:lnTo>
                  <a:pt x="470" y="67"/>
                </a:lnTo>
                <a:moveTo>
                  <a:pt x="603" y="166"/>
                </a:moveTo>
                <a:cubicBezTo>
                  <a:pt x="628" y="181"/>
                  <a:pt x="652" y="192"/>
                  <a:pt x="677" y="200"/>
                </a:cubicBezTo>
                <a:lnTo>
                  <a:pt x="660" y="251"/>
                </a:lnTo>
                <a:cubicBezTo>
                  <a:pt x="632" y="242"/>
                  <a:pt x="604" y="229"/>
                  <a:pt x="576" y="212"/>
                </a:cubicBezTo>
                <a:lnTo>
                  <a:pt x="603" y="166"/>
                </a:lnTo>
                <a:moveTo>
                  <a:pt x="740" y="213"/>
                </a:moveTo>
                <a:cubicBezTo>
                  <a:pt x="766" y="215"/>
                  <a:pt x="793" y="214"/>
                  <a:pt x="819" y="208"/>
                </a:cubicBezTo>
                <a:lnTo>
                  <a:pt x="831" y="260"/>
                </a:lnTo>
                <a:cubicBezTo>
                  <a:pt x="799" y="267"/>
                  <a:pt x="767" y="269"/>
                  <a:pt x="736" y="266"/>
                </a:cubicBezTo>
                <a:lnTo>
                  <a:pt x="740" y="213"/>
                </a:lnTo>
                <a:moveTo>
                  <a:pt x="883" y="187"/>
                </a:moveTo>
                <a:cubicBezTo>
                  <a:pt x="907" y="177"/>
                  <a:pt x="930" y="163"/>
                  <a:pt x="953" y="147"/>
                </a:cubicBezTo>
                <a:lnTo>
                  <a:pt x="984" y="190"/>
                </a:lnTo>
                <a:cubicBezTo>
                  <a:pt x="958" y="209"/>
                  <a:pt x="931" y="224"/>
                  <a:pt x="905" y="236"/>
                </a:cubicBezTo>
                <a:lnTo>
                  <a:pt x="883" y="187"/>
                </a:lnTo>
                <a:moveTo>
                  <a:pt x="1012" y="100"/>
                </a:moveTo>
                <a:cubicBezTo>
                  <a:pt x="1038" y="79"/>
                  <a:pt x="1064" y="62"/>
                  <a:pt x="1090" y="47"/>
                </a:cubicBezTo>
                <a:lnTo>
                  <a:pt x="1116" y="94"/>
                </a:lnTo>
                <a:cubicBezTo>
                  <a:pt x="1092" y="107"/>
                  <a:pt x="1069" y="123"/>
                  <a:pt x="1045" y="142"/>
                </a:cubicBezTo>
                <a:lnTo>
                  <a:pt x="1012" y="100"/>
                </a:lnTo>
                <a:moveTo>
                  <a:pt x="1159" y="18"/>
                </a:moveTo>
                <a:cubicBezTo>
                  <a:pt x="1190" y="7"/>
                  <a:pt x="1222" y="1"/>
                  <a:pt x="1253" y="0"/>
                </a:cubicBezTo>
                <a:lnTo>
                  <a:pt x="1255" y="55"/>
                </a:lnTo>
                <a:cubicBezTo>
                  <a:pt x="1228" y="55"/>
                  <a:pt x="1202" y="60"/>
                  <a:pt x="1175" y="68"/>
                </a:cubicBezTo>
                <a:lnTo>
                  <a:pt x="1159" y="18"/>
                </a:lnTo>
                <a:moveTo>
                  <a:pt x="1329" y="8"/>
                </a:moveTo>
                <a:cubicBezTo>
                  <a:pt x="1359" y="15"/>
                  <a:pt x="1389" y="26"/>
                  <a:pt x="1419" y="41"/>
                </a:cubicBezTo>
                <a:lnTo>
                  <a:pt x="1395" y="88"/>
                </a:lnTo>
                <a:cubicBezTo>
                  <a:pt x="1369" y="75"/>
                  <a:pt x="1343" y="66"/>
                  <a:pt x="1318" y="61"/>
                </a:cubicBezTo>
                <a:lnTo>
                  <a:pt x="1329" y="8"/>
                </a:lnTo>
                <a:moveTo>
                  <a:pt x="1482" y="79"/>
                </a:moveTo>
                <a:cubicBezTo>
                  <a:pt x="1497" y="90"/>
                  <a:pt x="1512" y="101"/>
                  <a:pt x="1527" y="114"/>
                </a:cubicBezTo>
                <a:cubicBezTo>
                  <a:pt x="1538" y="124"/>
                  <a:pt x="1549" y="133"/>
                  <a:pt x="1560" y="141"/>
                </a:cubicBezTo>
                <a:lnTo>
                  <a:pt x="1526" y="183"/>
                </a:lnTo>
                <a:cubicBezTo>
                  <a:pt x="1515" y="174"/>
                  <a:pt x="1504" y="165"/>
                  <a:pt x="1492" y="155"/>
                </a:cubicBezTo>
                <a:cubicBezTo>
                  <a:pt x="1478" y="143"/>
                  <a:pt x="1465" y="132"/>
                  <a:pt x="1451" y="122"/>
                </a:cubicBezTo>
                <a:lnTo>
                  <a:pt x="1482" y="79"/>
                </a:lnTo>
                <a:moveTo>
                  <a:pt x="1614" y="181"/>
                </a:moveTo>
                <a:cubicBezTo>
                  <a:pt x="1643" y="201"/>
                  <a:pt x="1666" y="212"/>
                  <a:pt x="1682" y="214"/>
                </a:cubicBezTo>
                <a:lnTo>
                  <a:pt x="1675" y="267"/>
                </a:lnTo>
                <a:cubicBezTo>
                  <a:pt x="1650" y="263"/>
                  <a:pt x="1620" y="250"/>
                  <a:pt x="1584" y="226"/>
                </a:cubicBezTo>
                <a:lnTo>
                  <a:pt x="1614" y="181"/>
                </a:lnTo>
                <a:moveTo>
                  <a:pt x="1699" y="199"/>
                </a:moveTo>
                <a:cubicBezTo>
                  <a:pt x="1701" y="185"/>
                  <a:pt x="1700" y="165"/>
                  <a:pt x="1696" y="139"/>
                </a:cubicBezTo>
                <a:lnTo>
                  <a:pt x="1749" y="130"/>
                </a:lnTo>
                <a:cubicBezTo>
                  <a:pt x="1754" y="162"/>
                  <a:pt x="1755" y="188"/>
                  <a:pt x="1751" y="208"/>
                </a:cubicBezTo>
                <a:lnTo>
                  <a:pt x="1699" y="199"/>
                </a:ln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0" name=""/>
          <p:cNvSpPr/>
          <p:nvPr/>
        </p:nvSpPr>
        <p:spPr>
          <a:xfrm>
            <a:off x="2791440" y="1993680"/>
            <a:ext cx="128160" cy="128160"/>
          </a:xfrm>
          <a:custGeom>
            <a:avLst/>
            <a:gdLst/>
            <a:ahLst/>
            <a:rect l="0" t="0" r="r" b="b"/>
            <a:pathLst>
              <a:path w="356" h="356">
                <a:moveTo>
                  <a:pt x="356" y="178"/>
                </a:moveTo>
                <a:cubicBezTo>
                  <a:pt x="356" y="189"/>
                  <a:pt x="355" y="201"/>
                  <a:pt x="353" y="212"/>
                </a:cubicBezTo>
                <a:cubicBezTo>
                  <a:pt x="350" y="224"/>
                  <a:pt x="347" y="235"/>
                  <a:pt x="342" y="246"/>
                </a:cubicBezTo>
                <a:cubicBezTo>
                  <a:pt x="338" y="257"/>
                  <a:pt x="332" y="267"/>
                  <a:pt x="326" y="276"/>
                </a:cubicBezTo>
                <a:cubicBezTo>
                  <a:pt x="320" y="286"/>
                  <a:pt x="312" y="295"/>
                  <a:pt x="304" y="303"/>
                </a:cubicBezTo>
                <a:cubicBezTo>
                  <a:pt x="296" y="312"/>
                  <a:pt x="287" y="319"/>
                  <a:pt x="277" y="326"/>
                </a:cubicBezTo>
                <a:cubicBezTo>
                  <a:pt x="267" y="333"/>
                  <a:pt x="257" y="338"/>
                  <a:pt x="246" y="343"/>
                </a:cubicBezTo>
                <a:cubicBezTo>
                  <a:pt x="236" y="347"/>
                  <a:pt x="223" y="351"/>
                  <a:pt x="212" y="353"/>
                </a:cubicBezTo>
                <a:cubicBezTo>
                  <a:pt x="201" y="355"/>
                  <a:pt x="189" y="356"/>
                  <a:pt x="177" y="356"/>
                </a:cubicBezTo>
                <a:cubicBezTo>
                  <a:pt x="166" y="356"/>
                  <a:pt x="154" y="355"/>
                  <a:pt x="143" y="353"/>
                </a:cubicBezTo>
                <a:cubicBezTo>
                  <a:pt x="131" y="351"/>
                  <a:pt x="120" y="347"/>
                  <a:pt x="109" y="343"/>
                </a:cubicBezTo>
                <a:cubicBezTo>
                  <a:pt x="99" y="338"/>
                  <a:pt x="88" y="333"/>
                  <a:pt x="79" y="326"/>
                </a:cubicBezTo>
                <a:cubicBezTo>
                  <a:pt x="69" y="319"/>
                  <a:pt x="60" y="312"/>
                  <a:pt x="52" y="303"/>
                </a:cubicBezTo>
                <a:cubicBezTo>
                  <a:pt x="44" y="295"/>
                  <a:pt x="36" y="286"/>
                  <a:pt x="30" y="276"/>
                </a:cubicBezTo>
                <a:cubicBezTo>
                  <a:pt x="23" y="267"/>
                  <a:pt x="18" y="257"/>
                  <a:pt x="13" y="246"/>
                </a:cubicBezTo>
                <a:cubicBezTo>
                  <a:pt x="9" y="235"/>
                  <a:pt x="6" y="224"/>
                  <a:pt x="3" y="212"/>
                </a:cubicBezTo>
                <a:cubicBezTo>
                  <a:pt x="1" y="201"/>
                  <a:pt x="0" y="189"/>
                  <a:pt x="0" y="178"/>
                </a:cubicBezTo>
                <a:cubicBezTo>
                  <a:pt x="0" y="166"/>
                  <a:pt x="1" y="155"/>
                  <a:pt x="3" y="143"/>
                </a:cubicBezTo>
                <a:cubicBezTo>
                  <a:pt x="6" y="132"/>
                  <a:pt x="9" y="121"/>
                  <a:pt x="13" y="110"/>
                </a:cubicBezTo>
                <a:cubicBezTo>
                  <a:pt x="18" y="99"/>
                  <a:pt x="23" y="89"/>
                  <a:pt x="30" y="79"/>
                </a:cubicBezTo>
                <a:cubicBezTo>
                  <a:pt x="36" y="70"/>
                  <a:pt x="44" y="61"/>
                  <a:pt x="52" y="52"/>
                </a:cubicBezTo>
                <a:cubicBezTo>
                  <a:pt x="60" y="44"/>
                  <a:pt x="69" y="37"/>
                  <a:pt x="79" y="30"/>
                </a:cubicBezTo>
                <a:cubicBezTo>
                  <a:pt x="88" y="24"/>
                  <a:pt x="99" y="18"/>
                  <a:pt x="109" y="14"/>
                </a:cubicBezTo>
                <a:cubicBezTo>
                  <a:pt x="120" y="9"/>
                  <a:pt x="131" y="6"/>
                  <a:pt x="143" y="4"/>
                </a:cubicBezTo>
                <a:cubicBezTo>
                  <a:pt x="154" y="1"/>
                  <a:pt x="166" y="0"/>
                  <a:pt x="177" y="0"/>
                </a:cubicBezTo>
                <a:cubicBezTo>
                  <a:pt x="189" y="0"/>
                  <a:pt x="201" y="1"/>
                  <a:pt x="212" y="4"/>
                </a:cubicBezTo>
                <a:cubicBezTo>
                  <a:pt x="223" y="6"/>
                  <a:pt x="236" y="9"/>
                  <a:pt x="246" y="14"/>
                </a:cubicBezTo>
                <a:cubicBezTo>
                  <a:pt x="257" y="18"/>
                  <a:pt x="267" y="24"/>
                  <a:pt x="277" y="30"/>
                </a:cubicBezTo>
                <a:cubicBezTo>
                  <a:pt x="287" y="37"/>
                  <a:pt x="296" y="44"/>
                  <a:pt x="304" y="52"/>
                </a:cubicBezTo>
                <a:cubicBezTo>
                  <a:pt x="312" y="61"/>
                  <a:pt x="320" y="70"/>
                  <a:pt x="326" y="79"/>
                </a:cubicBezTo>
                <a:cubicBezTo>
                  <a:pt x="332" y="89"/>
                  <a:pt x="338" y="99"/>
                  <a:pt x="342" y="110"/>
                </a:cubicBezTo>
                <a:cubicBezTo>
                  <a:pt x="347" y="121"/>
                  <a:pt x="350" y="132"/>
                  <a:pt x="353" y="143"/>
                </a:cubicBezTo>
                <a:cubicBezTo>
                  <a:pt x="355" y="155"/>
                  <a:pt x="356" y="166"/>
                  <a:pt x="356" y="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1" name=""/>
          <p:cNvSpPr/>
          <p:nvPr/>
        </p:nvSpPr>
        <p:spPr>
          <a:xfrm>
            <a:off x="2791440" y="1993680"/>
            <a:ext cx="128160" cy="128160"/>
          </a:xfrm>
          <a:custGeom>
            <a:avLst/>
            <a:gdLst/>
            <a:ahLst/>
            <a:rect l="0" t="0" r="r" b="b"/>
            <a:pathLst>
              <a:path w="356" h="356">
                <a:moveTo>
                  <a:pt x="356" y="178"/>
                </a:moveTo>
                <a:cubicBezTo>
                  <a:pt x="356" y="189"/>
                  <a:pt x="355" y="201"/>
                  <a:pt x="353" y="212"/>
                </a:cubicBezTo>
                <a:cubicBezTo>
                  <a:pt x="350" y="224"/>
                  <a:pt x="347" y="235"/>
                  <a:pt x="342" y="246"/>
                </a:cubicBezTo>
                <a:cubicBezTo>
                  <a:pt x="338" y="257"/>
                  <a:pt x="332" y="267"/>
                  <a:pt x="326" y="276"/>
                </a:cubicBezTo>
                <a:cubicBezTo>
                  <a:pt x="320" y="286"/>
                  <a:pt x="312" y="295"/>
                  <a:pt x="304" y="303"/>
                </a:cubicBezTo>
                <a:cubicBezTo>
                  <a:pt x="296" y="312"/>
                  <a:pt x="287" y="319"/>
                  <a:pt x="277" y="326"/>
                </a:cubicBezTo>
                <a:cubicBezTo>
                  <a:pt x="267" y="333"/>
                  <a:pt x="257" y="338"/>
                  <a:pt x="246" y="343"/>
                </a:cubicBezTo>
                <a:cubicBezTo>
                  <a:pt x="236" y="347"/>
                  <a:pt x="223" y="351"/>
                  <a:pt x="212" y="353"/>
                </a:cubicBezTo>
                <a:cubicBezTo>
                  <a:pt x="201" y="355"/>
                  <a:pt x="189" y="356"/>
                  <a:pt x="177" y="356"/>
                </a:cubicBezTo>
                <a:cubicBezTo>
                  <a:pt x="166" y="356"/>
                  <a:pt x="154" y="355"/>
                  <a:pt x="143" y="353"/>
                </a:cubicBezTo>
                <a:cubicBezTo>
                  <a:pt x="131" y="351"/>
                  <a:pt x="120" y="347"/>
                  <a:pt x="109" y="343"/>
                </a:cubicBezTo>
                <a:cubicBezTo>
                  <a:pt x="99" y="338"/>
                  <a:pt x="88" y="333"/>
                  <a:pt x="79" y="326"/>
                </a:cubicBezTo>
                <a:cubicBezTo>
                  <a:pt x="69" y="319"/>
                  <a:pt x="60" y="312"/>
                  <a:pt x="52" y="303"/>
                </a:cubicBezTo>
                <a:cubicBezTo>
                  <a:pt x="44" y="295"/>
                  <a:pt x="36" y="286"/>
                  <a:pt x="30" y="276"/>
                </a:cubicBezTo>
                <a:cubicBezTo>
                  <a:pt x="23" y="267"/>
                  <a:pt x="18" y="257"/>
                  <a:pt x="13" y="246"/>
                </a:cubicBezTo>
                <a:cubicBezTo>
                  <a:pt x="9" y="235"/>
                  <a:pt x="6" y="224"/>
                  <a:pt x="3" y="212"/>
                </a:cubicBezTo>
                <a:cubicBezTo>
                  <a:pt x="1" y="201"/>
                  <a:pt x="0" y="189"/>
                  <a:pt x="0" y="178"/>
                </a:cubicBezTo>
                <a:cubicBezTo>
                  <a:pt x="0" y="166"/>
                  <a:pt x="1" y="155"/>
                  <a:pt x="3" y="143"/>
                </a:cubicBezTo>
                <a:cubicBezTo>
                  <a:pt x="6" y="132"/>
                  <a:pt x="9" y="121"/>
                  <a:pt x="13" y="110"/>
                </a:cubicBezTo>
                <a:cubicBezTo>
                  <a:pt x="18" y="99"/>
                  <a:pt x="23" y="89"/>
                  <a:pt x="30" y="79"/>
                </a:cubicBezTo>
                <a:cubicBezTo>
                  <a:pt x="36" y="70"/>
                  <a:pt x="44" y="61"/>
                  <a:pt x="52" y="52"/>
                </a:cubicBezTo>
                <a:cubicBezTo>
                  <a:pt x="60" y="44"/>
                  <a:pt x="69" y="37"/>
                  <a:pt x="79" y="30"/>
                </a:cubicBezTo>
                <a:cubicBezTo>
                  <a:pt x="88" y="24"/>
                  <a:pt x="99" y="18"/>
                  <a:pt x="109" y="14"/>
                </a:cubicBezTo>
                <a:cubicBezTo>
                  <a:pt x="120" y="9"/>
                  <a:pt x="131" y="6"/>
                  <a:pt x="143" y="4"/>
                </a:cubicBezTo>
                <a:cubicBezTo>
                  <a:pt x="154" y="1"/>
                  <a:pt x="166" y="0"/>
                  <a:pt x="177" y="0"/>
                </a:cubicBezTo>
                <a:cubicBezTo>
                  <a:pt x="189" y="0"/>
                  <a:pt x="201" y="1"/>
                  <a:pt x="212" y="4"/>
                </a:cubicBezTo>
                <a:cubicBezTo>
                  <a:pt x="223" y="6"/>
                  <a:pt x="236" y="9"/>
                  <a:pt x="246" y="14"/>
                </a:cubicBezTo>
                <a:cubicBezTo>
                  <a:pt x="257" y="18"/>
                  <a:pt x="267" y="24"/>
                  <a:pt x="277" y="30"/>
                </a:cubicBezTo>
                <a:cubicBezTo>
                  <a:pt x="287" y="37"/>
                  <a:pt x="296" y="44"/>
                  <a:pt x="304" y="52"/>
                </a:cubicBezTo>
                <a:cubicBezTo>
                  <a:pt x="312" y="61"/>
                  <a:pt x="320" y="70"/>
                  <a:pt x="326" y="79"/>
                </a:cubicBezTo>
                <a:cubicBezTo>
                  <a:pt x="332" y="89"/>
                  <a:pt x="338" y="99"/>
                  <a:pt x="342" y="110"/>
                </a:cubicBezTo>
                <a:cubicBezTo>
                  <a:pt x="347" y="121"/>
                  <a:pt x="350" y="132"/>
                  <a:pt x="353" y="143"/>
                </a:cubicBezTo>
                <a:cubicBezTo>
                  <a:pt x="355" y="155"/>
                  <a:pt x="356" y="166"/>
                  <a:pt x="356" y="178"/>
                </a:cubicBezTo>
                <a:close/>
              </a:path>
            </a:pathLst>
          </a:custGeom>
          <a:noFill/>
          <a:ln w="12600">
            <a:solidFill>
              <a:srgbClr val="c0392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2" name=""/>
          <p:cNvSpPr/>
          <p:nvPr/>
        </p:nvSpPr>
        <p:spPr>
          <a:xfrm>
            <a:off x="2855160" y="2013120"/>
            <a:ext cx="32400" cy="64080"/>
          </a:xfrm>
          <a:custGeom>
            <a:avLst/>
            <a:gdLst/>
            <a:ahLst/>
            <a:rect l="0" t="0" r="r" b="b"/>
            <a:pathLst>
              <a:path fill="none" w="90" h="178">
                <a:moveTo>
                  <a:pt x="0" y="0"/>
                </a:moveTo>
                <a:lnTo>
                  <a:pt x="0" y="124"/>
                </a:lnTo>
                <a:lnTo>
                  <a:pt x="90" y="178"/>
                </a:lnTo>
              </a:path>
            </a:pathLst>
          </a:custGeom>
          <a:ln cap="rnd" w="12600">
            <a:solidFill>
              <a:srgbClr val="c0392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681840" y="1679760"/>
            <a:ext cx="2521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geen tijd is om ertussen te bouwen.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4" name=""/>
          <p:cNvSpPr/>
          <p:nvPr/>
        </p:nvSpPr>
        <p:spPr>
          <a:xfrm>
            <a:off x="5343480" y="1056960"/>
            <a:ext cx="3200760" cy="1610280"/>
          </a:xfrm>
          <a:custGeom>
            <a:avLst/>
            <a:gdLst/>
            <a:ahLst/>
            <a:rect l="0" t="0" r="r" b="b"/>
            <a:pathLst>
              <a:path w="8891" h="4473">
                <a:moveTo>
                  <a:pt x="0" y="4261"/>
                </a:moveTo>
                <a:lnTo>
                  <a:pt x="0" y="212"/>
                </a:lnTo>
                <a:cubicBezTo>
                  <a:pt x="0" y="198"/>
                  <a:pt x="0" y="184"/>
                  <a:pt x="2" y="171"/>
                </a:cubicBezTo>
                <a:cubicBezTo>
                  <a:pt x="4" y="157"/>
                  <a:pt x="6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8" y="62"/>
                </a:cubicBezTo>
                <a:cubicBezTo>
                  <a:pt x="45" y="53"/>
                  <a:pt x="51" y="44"/>
                  <a:pt x="58" y="36"/>
                </a:cubicBezTo>
                <a:cubicBezTo>
                  <a:pt x="66" y="28"/>
                  <a:pt x="73" y="22"/>
                  <a:pt x="81" y="16"/>
                </a:cubicBezTo>
                <a:cubicBezTo>
                  <a:pt x="89" y="11"/>
                  <a:pt x="98" y="7"/>
                  <a:pt x="106" y="4"/>
                </a:cubicBezTo>
                <a:cubicBezTo>
                  <a:pt x="115" y="2"/>
                  <a:pt x="123" y="0"/>
                  <a:pt x="132" y="0"/>
                </a:cubicBezTo>
                <a:lnTo>
                  <a:pt x="8679" y="0"/>
                </a:lnTo>
                <a:cubicBezTo>
                  <a:pt x="8693" y="0"/>
                  <a:pt x="8707" y="2"/>
                  <a:pt x="8720" y="4"/>
                </a:cubicBezTo>
                <a:cubicBezTo>
                  <a:pt x="8734" y="7"/>
                  <a:pt x="8747" y="11"/>
                  <a:pt x="8760" y="16"/>
                </a:cubicBezTo>
                <a:cubicBezTo>
                  <a:pt x="8773" y="22"/>
                  <a:pt x="8785" y="28"/>
                  <a:pt x="8797" y="36"/>
                </a:cubicBezTo>
                <a:cubicBezTo>
                  <a:pt x="8808" y="44"/>
                  <a:pt x="8819" y="53"/>
                  <a:pt x="8829" y="62"/>
                </a:cubicBezTo>
                <a:cubicBezTo>
                  <a:pt x="8838" y="72"/>
                  <a:pt x="8847" y="83"/>
                  <a:pt x="8855" y="94"/>
                </a:cubicBezTo>
                <a:cubicBezTo>
                  <a:pt x="8863" y="106"/>
                  <a:pt x="8869" y="118"/>
                  <a:pt x="8875" y="131"/>
                </a:cubicBezTo>
                <a:cubicBezTo>
                  <a:pt x="8880" y="144"/>
                  <a:pt x="8884" y="157"/>
                  <a:pt x="8887" y="171"/>
                </a:cubicBezTo>
                <a:cubicBezTo>
                  <a:pt x="8889" y="184"/>
                  <a:pt x="8891" y="198"/>
                  <a:pt x="8891" y="212"/>
                </a:cubicBezTo>
                <a:lnTo>
                  <a:pt x="8891" y="4261"/>
                </a:lnTo>
                <a:cubicBezTo>
                  <a:pt x="8891" y="4275"/>
                  <a:pt x="8889" y="4289"/>
                  <a:pt x="8887" y="4302"/>
                </a:cubicBezTo>
                <a:cubicBezTo>
                  <a:pt x="8884" y="4316"/>
                  <a:pt x="8880" y="4329"/>
                  <a:pt x="8875" y="4342"/>
                </a:cubicBezTo>
                <a:cubicBezTo>
                  <a:pt x="8869" y="4355"/>
                  <a:pt x="8863" y="4367"/>
                  <a:pt x="8855" y="4379"/>
                </a:cubicBezTo>
                <a:cubicBezTo>
                  <a:pt x="8847" y="4390"/>
                  <a:pt x="8838" y="4401"/>
                  <a:pt x="8829" y="4411"/>
                </a:cubicBezTo>
                <a:cubicBezTo>
                  <a:pt x="8819" y="4421"/>
                  <a:pt x="8808" y="4429"/>
                  <a:pt x="8797" y="4437"/>
                </a:cubicBezTo>
                <a:cubicBezTo>
                  <a:pt x="8785" y="4445"/>
                  <a:pt x="8773" y="4451"/>
                  <a:pt x="8760" y="4457"/>
                </a:cubicBezTo>
                <a:cubicBezTo>
                  <a:pt x="8747" y="4462"/>
                  <a:pt x="8734" y="4466"/>
                  <a:pt x="8720" y="4469"/>
                </a:cubicBezTo>
                <a:cubicBezTo>
                  <a:pt x="8707" y="4471"/>
                  <a:pt x="8693" y="4473"/>
                  <a:pt x="8679" y="4473"/>
                </a:cubicBezTo>
                <a:lnTo>
                  <a:pt x="132" y="4473"/>
                </a:lnTo>
                <a:cubicBezTo>
                  <a:pt x="123" y="4473"/>
                  <a:pt x="115" y="4471"/>
                  <a:pt x="106" y="4469"/>
                </a:cubicBezTo>
                <a:cubicBezTo>
                  <a:pt x="98" y="4466"/>
                  <a:pt x="89" y="4462"/>
                  <a:pt x="81" y="4457"/>
                </a:cubicBezTo>
                <a:cubicBezTo>
                  <a:pt x="73" y="4451"/>
                  <a:pt x="66" y="4445"/>
                  <a:pt x="58" y="4437"/>
                </a:cubicBezTo>
                <a:cubicBezTo>
                  <a:pt x="51" y="4429"/>
                  <a:pt x="45" y="4421"/>
                  <a:pt x="38" y="4411"/>
                </a:cubicBezTo>
                <a:cubicBezTo>
                  <a:pt x="32" y="4401"/>
                  <a:pt x="27" y="4390"/>
                  <a:pt x="22" y="4379"/>
                </a:cubicBezTo>
                <a:cubicBezTo>
                  <a:pt x="17" y="4367"/>
                  <a:pt x="13" y="4355"/>
                  <a:pt x="10" y="4342"/>
                </a:cubicBezTo>
                <a:cubicBezTo>
                  <a:pt x="6" y="4329"/>
                  <a:pt x="4" y="4316"/>
                  <a:pt x="2" y="4302"/>
                </a:cubicBezTo>
                <a:cubicBezTo>
                  <a:pt x="0" y="4289"/>
                  <a:pt x="0" y="4275"/>
                  <a:pt x="0" y="4261"/>
                </a:cubicBezTo>
                <a:close/>
              </a:path>
            </a:pathLst>
          </a:custGeom>
          <a:solidFill>
            <a:srgbClr val="e8f6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5" name=""/>
          <p:cNvSpPr/>
          <p:nvPr/>
        </p:nvSpPr>
        <p:spPr>
          <a:xfrm>
            <a:off x="5314680" y="1056960"/>
            <a:ext cx="3229560" cy="1610280"/>
          </a:xfrm>
          <a:custGeom>
            <a:avLst/>
            <a:gdLst/>
            <a:ahLst/>
            <a:rect l="0" t="0" r="r" b="b"/>
            <a:pathLst>
              <a:path w="8971" h="4473">
                <a:moveTo>
                  <a:pt x="0" y="0"/>
                </a:moveTo>
                <a:lnTo>
                  <a:pt x="8971" y="0"/>
                </a:lnTo>
                <a:lnTo>
                  <a:pt x="8971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1246680" y="2403360"/>
            <a:ext cx="3713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74151"/>
                </a:solidFill>
                <a:latin typeface="Arial"/>
                <a:ea typeface="Arial"/>
              </a:rPr>
              <a:t>Zolang de afspraak er niet is, knoopt de praktijk het zelf aan elkaar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5535360" y="1208520"/>
            <a:ext cx="11437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0e9e7e"/>
                </a:solidFill>
                <a:latin typeface="Arial"/>
                <a:ea typeface="Arial"/>
              </a:rPr>
              <a:t>WAT WE AL DOEN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5535360" y="1428120"/>
            <a:ext cx="26006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Platform staat, er wordt op gebouwd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5535360" y="1647360"/>
            <a:ext cx="25869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60 issues in Public, van acht auteurs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0" name=""/>
          <p:cNvSpPr/>
          <p:nvPr/>
        </p:nvSpPr>
        <p:spPr>
          <a:xfrm>
            <a:off x="485640" y="2781000"/>
            <a:ext cx="4705560" cy="2086560"/>
          </a:xfrm>
          <a:custGeom>
            <a:avLst/>
            <a:gdLst/>
            <a:ahLst/>
            <a:rect l="0" t="0" r="r" b="b"/>
            <a:pathLst>
              <a:path w="13071" h="5796">
                <a:moveTo>
                  <a:pt x="0" y="5584"/>
                </a:moveTo>
                <a:lnTo>
                  <a:pt x="0" y="212"/>
                </a:lnTo>
                <a:cubicBezTo>
                  <a:pt x="0" y="198"/>
                  <a:pt x="1" y="184"/>
                  <a:pt x="2" y="171"/>
                </a:cubicBezTo>
                <a:cubicBezTo>
                  <a:pt x="4" y="157"/>
                  <a:pt x="7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9" y="62"/>
                </a:cubicBezTo>
                <a:cubicBezTo>
                  <a:pt x="45" y="53"/>
                  <a:pt x="51" y="44"/>
                  <a:pt x="59" y="36"/>
                </a:cubicBezTo>
                <a:cubicBezTo>
                  <a:pt x="66" y="28"/>
                  <a:pt x="74" y="22"/>
                  <a:pt x="82" y="16"/>
                </a:cubicBezTo>
                <a:cubicBezTo>
                  <a:pt x="90" y="11"/>
                  <a:pt x="98" y="7"/>
                  <a:pt x="106" y="4"/>
                </a:cubicBezTo>
                <a:cubicBezTo>
                  <a:pt x="115" y="2"/>
                  <a:pt x="123" y="0"/>
                  <a:pt x="132" y="0"/>
                </a:cubicBezTo>
                <a:lnTo>
                  <a:pt x="12860" y="0"/>
                </a:lnTo>
                <a:cubicBezTo>
                  <a:pt x="12874" y="0"/>
                  <a:pt x="12887" y="2"/>
                  <a:pt x="12901" y="4"/>
                </a:cubicBezTo>
                <a:cubicBezTo>
                  <a:pt x="12915" y="7"/>
                  <a:pt x="12928" y="11"/>
                  <a:pt x="12941" y="16"/>
                </a:cubicBezTo>
                <a:cubicBezTo>
                  <a:pt x="12953" y="22"/>
                  <a:pt x="12966" y="28"/>
                  <a:pt x="12977" y="36"/>
                </a:cubicBezTo>
                <a:cubicBezTo>
                  <a:pt x="12989" y="44"/>
                  <a:pt x="12999" y="53"/>
                  <a:pt x="13009" y="62"/>
                </a:cubicBezTo>
                <a:cubicBezTo>
                  <a:pt x="13019" y="72"/>
                  <a:pt x="13028" y="83"/>
                  <a:pt x="13036" y="94"/>
                </a:cubicBezTo>
                <a:cubicBezTo>
                  <a:pt x="13043" y="106"/>
                  <a:pt x="13050" y="118"/>
                  <a:pt x="13055" y="131"/>
                </a:cubicBezTo>
                <a:cubicBezTo>
                  <a:pt x="13060" y="144"/>
                  <a:pt x="13065" y="157"/>
                  <a:pt x="13067" y="171"/>
                </a:cubicBezTo>
                <a:cubicBezTo>
                  <a:pt x="13070" y="184"/>
                  <a:pt x="13071" y="198"/>
                  <a:pt x="13071" y="212"/>
                </a:cubicBezTo>
                <a:lnTo>
                  <a:pt x="13071" y="5584"/>
                </a:lnTo>
                <a:cubicBezTo>
                  <a:pt x="13071" y="5598"/>
                  <a:pt x="13070" y="5612"/>
                  <a:pt x="13067" y="5625"/>
                </a:cubicBezTo>
                <a:cubicBezTo>
                  <a:pt x="13065" y="5639"/>
                  <a:pt x="13060" y="5652"/>
                  <a:pt x="13055" y="5665"/>
                </a:cubicBezTo>
                <a:cubicBezTo>
                  <a:pt x="13050" y="5678"/>
                  <a:pt x="13043" y="5690"/>
                  <a:pt x="13036" y="5702"/>
                </a:cubicBezTo>
                <a:cubicBezTo>
                  <a:pt x="13028" y="5713"/>
                  <a:pt x="13019" y="5724"/>
                  <a:pt x="13009" y="5734"/>
                </a:cubicBezTo>
                <a:cubicBezTo>
                  <a:pt x="12999" y="5744"/>
                  <a:pt x="12989" y="5752"/>
                  <a:pt x="12977" y="5760"/>
                </a:cubicBezTo>
                <a:cubicBezTo>
                  <a:pt x="12966" y="5768"/>
                  <a:pt x="12953" y="5774"/>
                  <a:pt x="12941" y="5780"/>
                </a:cubicBezTo>
                <a:cubicBezTo>
                  <a:pt x="12928" y="5785"/>
                  <a:pt x="12915" y="5789"/>
                  <a:pt x="12901" y="5792"/>
                </a:cubicBezTo>
                <a:cubicBezTo>
                  <a:pt x="12887" y="5794"/>
                  <a:pt x="12874" y="5796"/>
                  <a:pt x="12860" y="5796"/>
                </a:cubicBezTo>
                <a:lnTo>
                  <a:pt x="132" y="5796"/>
                </a:lnTo>
                <a:cubicBezTo>
                  <a:pt x="123" y="5796"/>
                  <a:pt x="115" y="5794"/>
                  <a:pt x="106" y="5792"/>
                </a:cubicBezTo>
                <a:cubicBezTo>
                  <a:pt x="98" y="5789"/>
                  <a:pt x="90" y="5785"/>
                  <a:pt x="82" y="5780"/>
                </a:cubicBezTo>
                <a:cubicBezTo>
                  <a:pt x="74" y="5774"/>
                  <a:pt x="66" y="5768"/>
                  <a:pt x="59" y="5760"/>
                </a:cubicBezTo>
                <a:cubicBezTo>
                  <a:pt x="51" y="5752"/>
                  <a:pt x="45" y="5744"/>
                  <a:pt x="39" y="5734"/>
                </a:cubicBezTo>
                <a:cubicBezTo>
                  <a:pt x="32" y="5724"/>
                  <a:pt x="27" y="5713"/>
                  <a:pt x="22" y="5702"/>
                </a:cubicBezTo>
                <a:cubicBezTo>
                  <a:pt x="17" y="5690"/>
                  <a:pt x="13" y="5678"/>
                  <a:pt x="10" y="5665"/>
                </a:cubicBezTo>
                <a:cubicBezTo>
                  <a:pt x="7" y="5652"/>
                  <a:pt x="4" y="5639"/>
                  <a:pt x="2" y="5625"/>
                </a:cubicBezTo>
                <a:cubicBezTo>
                  <a:pt x="1" y="5612"/>
                  <a:pt x="0" y="5598"/>
                  <a:pt x="0" y="5584"/>
                </a:cubicBezTo>
                <a:close/>
              </a:path>
            </a:pathLst>
          </a:custGeom>
          <a:solidFill>
            <a:srgbClr val="fbf1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1" name=""/>
          <p:cNvSpPr/>
          <p:nvPr/>
        </p:nvSpPr>
        <p:spPr>
          <a:xfrm>
            <a:off x="456840" y="2781000"/>
            <a:ext cx="4734360" cy="2086560"/>
          </a:xfrm>
          <a:custGeom>
            <a:avLst/>
            <a:gdLst/>
            <a:ahLst/>
            <a:rect l="0" t="0" r="r" b="b"/>
            <a:pathLst>
              <a:path w="13151" h="5796">
                <a:moveTo>
                  <a:pt x="0" y="0"/>
                </a:moveTo>
                <a:lnTo>
                  <a:pt x="13151" y="0"/>
                </a:lnTo>
                <a:lnTo>
                  <a:pt x="13151" y="5796"/>
                </a:lnTo>
                <a:lnTo>
                  <a:pt x="0" y="5796"/>
                </a:lnTo>
                <a:lnTo>
                  <a:pt x="0" y="0"/>
                </a:lnTo>
                <a:close/>
              </a:path>
            </a:pathLst>
          </a:custGeom>
          <a:solidFill>
            <a:srgbClr val="c039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2" name=""/>
          <p:cNvSpPr/>
          <p:nvPr/>
        </p:nvSpPr>
        <p:spPr>
          <a:xfrm>
            <a:off x="685440" y="4133520"/>
            <a:ext cx="4334400" cy="10080"/>
          </a:xfrm>
          <a:custGeom>
            <a:avLst/>
            <a:gdLst/>
            <a:ahLst/>
            <a:rect l="0" t="0" r="r" b="b"/>
            <a:pathLst>
              <a:path w="12040" h="28">
                <a:moveTo>
                  <a:pt x="0" y="0"/>
                </a:moveTo>
                <a:lnTo>
                  <a:pt x="12040" y="0"/>
                </a:lnTo>
                <a:lnTo>
                  <a:pt x="120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c0392b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5535360" y="1866240"/>
            <a:ext cx="20660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Eerste leverancier haakt aan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681840" y="2935080"/>
            <a:ext cx="40651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c0392b"/>
                </a:solidFill>
                <a:latin typeface="Arial"/>
                <a:ea typeface="Arial"/>
              </a:rPr>
              <a:t>De eis bestaat straks alleen nog in OEAPI-vorm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681840" y="3194280"/>
            <a:ext cx="4707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uitgangspunt is OEAPI, tenzij. Het risico is niet die keuze, maar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681840" y="3394080"/>
            <a:ext cx="3425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dat de eis erachter nergens los is opgeschreven.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681840" y="3679920"/>
            <a:ext cx="5269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c0392b"/>
                </a:solidFill>
                <a:latin typeface="Arial"/>
                <a:ea typeface="Arial"/>
              </a:rPr>
              <a:t>Dan leg je de maat vast in een spoortype, in plaats van in de maat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8" name=""/>
          <p:cNvSpPr/>
          <p:nvPr/>
        </p:nvSpPr>
        <p:spPr>
          <a:xfrm>
            <a:off x="2252520" y="4251600"/>
            <a:ext cx="116280" cy="116280"/>
          </a:xfrm>
          <a:custGeom>
            <a:avLst/>
            <a:gdLst/>
            <a:ahLst/>
            <a:rect l="0" t="0" r="r" b="b"/>
            <a:pathLst>
              <a:path w="323" h="323">
                <a:moveTo>
                  <a:pt x="323" y="161"/>
                </a:moveTo>
                <a:cubicBezTo>
                  <a:pt x="323" y="172"/>
                  <a:pt x="322" y="182"/>
                  <a:pt x="320" y="193"/>
                </a:cubicBezTo>
                <a:cubicBezTo>
                  <a:pt x="318" y="203"/>
                  <a:pt x="315" y="213"/>
                  <a:pt x="311" y="223"/>
                </a:cubicBezTo>
                <a:cubicBezTo>
                  <a:pt x="307" y="233"/>
                  <a:pt x="302" y="242"/>
                  <a:pt x="296" y="251"/>
                </a:cubicBezTo>
                <a:cubicBezTo>
                  <a:pt x="290" y="260"/>
                  <a:pt x="284" y="269"/>
                  <a:pt x="276" y="276"/>
                </a:cubicBezTo>
                <a:cubicBezTo>
                  <a:pt x="269" y="284"/>
                  <a:pt x="260" y="290"/>
                  <a:pt x="252" y="296"/>
                </a:cubicBezTo>
                <a:cubicBezTo>
                  <a:pt x="243" y="302"/>
                  <a:pt x="234" y="307"/>
                  <a:pt x="224" y="311"/>
                </a:cubicBezTo>
                <a:cubicBezTo>
                  <a:pt x="214" y="315"/>
                  <a:pt x="204" y="318"/>
                  <a:pt x="194" y="320"/>
                </a:cubicBezTo>
                <a:cubicBezTo>
                  <a:pt x="183" y="322"/>
                  <a:pt x="173" y="323"/>
                  <a:pt x="162" y="323"/>
                </a:cubicBezTo>
                <a:cubicBezTo>
                  <a:pt x="152" y="323"/>
                  <a:pt x="141" y="322"/>
                  <a:pt x="131" y="320"/>
                </a:cubicBezTo>
                <a:cubicBezTo>
                  <a:pt x="120" y="318"/>
                  <a:pt x="110" y="315"/>
                  <a:pt x="100" y="311"/>
                </a:cubicBezTo>
                <a:cubicBezTo>
                  <a:pt x="91" y="307"/>
                  <a:pt x="81" y="302"/>
                  <a:pt x="73" y="296"/>
                </a:cubicBezTo>
                <a:cubicBezTo>
                  <a:pt x="64" y="290"/>
                  <a:pt x="56" y="284"/>
                  <a:pt x="48" y="276"/>
                </a:cubicBezTo>
                <a:cubicBezTo>
                  <a:pt x="41" y="269"/>
                  <a:pt x="34" y="260"/>
                  <a:pt x="28" y="251"/>
                </a:cubicBezTo>
                <a:cubicBezTo>
                  <a:pt x="21" y="242"/>
                  <a:pt x="16" y="233"/>
                  <a:pt x="12" y="223"/>
                </a:cubicBezTo>
                <a:cubicBezTo>
                  <a:pt x="8" y="213"/>
                  <a:pt x="5" y="203"/>
                  <a:pt x="3" y="193"/>
                </a:cubicBezTo>
                <a:cubicBezTo>
                  <a:pt x="1" y="182"/>
                  <a:pt x="0" y="172"/>
                  <a:pt x="0" y="161"/>
                </a:cubicBezTo>
                <a:cubicBezTo>
                  <a:pt x="0" y="151"/>
                  <a:pt x="1" y="140"/>
                  <a:pt x="3" y="130"/>
                </a:cubicBezTo>
                <a:cubicBezTo>
                  <a:pt x="5" y="119"/>
                  <a:pt x="8" y="109"/>
                  <a:pt x="12" y="100"/>
                </a:cubicBezTo>
                <a:cubicBezTo>
                  <a:pt x="16" y="90"/>
                  <a:pt x="21" y="80"/>
                  <a:pt x="28" y="72"/>
                </a:cubicBezTo>
                <a:cubicBezTo>
                  <a:pt x="34" y="63"/>
                  <a:pt x="41" y="55"/>
                  <a:pt x="48" y="47"/>
                </a:cubicBezTo>
                <a:cubicBezTo>
                  <a:pt x="56" y="40"/>
                  <a:pt x="64" y="33"/>
                  <a:pt x="73" y="27"/>
                </a:cubicBezTo>
                <a:cubicBezTo>
                  <a:pt x="81" y="21"/>
                  <a:pt x="91" y="16"/>
                  <a:pt x="100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3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0" y="33"/>
                  <a:pt x="269" y="40"/>
                  <a:pt x="276" y="47"/>
                </a:cubicBezTo>
                <a:cubicBezTo>
                  <a:pt x="284" y="55"/>
                  <a:pt x="290" y="63"/>
                  <a:pt x="296" y="72"/>
                </a:cubicBezTo>
                <a:cubicBezTo>
                  <a:pt x="302" y="80"/>
                  <a:pt x="307" y="90"/>
                  <a:pt x="311" y="100"/>
                </a:cubicBezTo>
                <a:cubicBezTo>
                  <a:pt x="315" y="109"/>
                  <a:pt x="318" y="119"/>
                  <a:pt x="320" y="130"/>
                </a:cubicBezTo>
                <a:cubicBezTo>
                  <a:pt x="322" y="140"/>
                  <a:pt x="323" y="151"/>
                  <a:pt x="323" y="1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9" name=""/>
          <p:cNvSpPr/>
          <p:nvPr/>
        </p:nvSpPr>
        <p:spPr>
          <a:xfrm>
            <a:off x="2252520" y="4251600"/>
            <a:ext cx="116280" cy="116280"/>
          </a:xfrm>
          <a:custGeom>
            <a:avLst/>
            <a:gdLst/>
            <a:ahLst/>
            <a:rect l="0" t="0" r="r" b="b"/>
            <a:pathLst>
              <a:path w="323" h="323">
                <a:moveTo>
                  <a:pt x="323" y="161"/>
                </a:moveTo>
                <a:cubicBezTo>
                  <a:pt x="323" y="172"/>
                  <a:pt x="322" y="182"/>
                  <a:pt x="320" y="193"/>
                </a:cubicBezTo>
                <a:cubicBezTo>
                  <a:pt x="318" y="203"/>
                  <a:pt x="315" y="213"/>
                  <a:pt x="311" y="223"/>
                </a:cubicBezTo>
                <a:cubicBezTo>
                  <a:pt x="307" y="233"/>
                  <a:pt x="302" y="242"/>
                  <a:pt x="296" y="251"/>
                </a:cubicBezTo>
                <a:cubicBezTo>
                  <a:pt x="290" y="260"/>
                  <a:pt x="284" y="269"/>
                  <a:pt x="276" y="276"/>
                </a:cubicBezTo>
                <a:cubicBezTo>
                  <a:pt x="269" y="284"/>
                  <a:pt x="260" y="290"/>
                  <a:pt x="252" y="296"/>
                </a:cubicBezTo>
                <a:cubicBezTo>
                  <a:pt x="243" y="302"/>
                  <a:pt x="234" y="307"/>
                  <a:pt x="224" y="311"/>
                </a:cubicBezTo>
                <a:cubicBezTo>
                  <a:pt x="214" y="315"/>
                  <a:pt x="204" y="318"/>
                  <a:pt x="194" y="320"/>
                </a:cubicBezTo>
                <a:cubicBezTo>
                  <a:pt x="183" y="322"/>
                  <a:pt x="173" y="323"/>
                  <a:pt x="162" y="323"/>
                </a:cubicBezTo>
                <a:cubicBezTo>
                  <a:pt x="152" y="323"/>
                  <a:pt x="141" y="322"/>
                  <a:pt x="131" y="320"/>
                </a:cubicBezTo>
                <a:cubicBezTo>
                  <a:pt x="120" y="318"/>
                  <a:pt x="110" y="315"/>
                  <a:pt x="100" y="311"/>
                </a:cubicBezTo>
                <a:cubicBezTo>
                  <a:pt x="91" y="307"/>
                  <a:pt x="81" y="302"/>
                  <a:pt x="73" y="296"/>
                </a:cubicBezTo>
                <a:cubicBezTo>
                  <a:pt x="64" y="290"/>
                  <a:pt x="56" y="284"/>
                  <a:pt x="48" y="276"/>
                </a:cubicBezTo>
                <a:cubicBezTo>
                  <a:pt x="41" y="269"/>
                  <a:pt x="34" y="260"/>
                  <a:pt x="28" y="251"/>
                </a:cubicBezTo>
                <a:cubicBezTo>
                  <a:pt x="21" y="242"/>
                  <a:pt x="16" y="233"/>
                  <a:pt x="12" y="223"/>
                </a:cubicBezTo>
                <a:cubicBezTo>
                  <a:pt x="8" y="213"/>
                  <a:pt x="5" y="203"/>
                  <a:pt x="3" y="193"/>
                </a:cubicBezTo>
                <a:cubicBezTo>
                  <a:pt x="1" y="182"/>
                  <a:pt x="0" y="172"/>
                  <a:pt x="0" y="161"/>
                </a:cubicBezTo>
                <a:cubicBezTo>
                  <a:pt x="0" y="151"/>
                  <a:pt x="1" y="140"/>
                  <a:pt x="3" y="130"/>
                </a:cubicBezTo>
                <a:cubicBezTo>
                  <a:pt x="5" y="119"/>
                  <a:pt x="8" y="109"/>
                  <a:pt x="12" y="100"/>
                </a:cubicBezTo>
                <a:cubicBezTo>
                  <a:pt x="16" y="90"/>
                  <a:pt x="21" y="80"/>
                  <a:pt x="28" y="72"/>
                </a:cubicBezTo>
                <a:cubicBezTo>
                  <a:pt x="34" y="63"/>
                  <a:pt x="41" y="55"/>
                  <a:pt x="48" y="47"/>
                </a:cubicBezTo>
                <a:cubicBezTo>
                  <a:pt x="56" y="40"/>
                  <a:pt x="64" y="33"/>
                  <a:pt x="73" y="27"/>
                </a:cubicBezTo>
                <a:cubicBezTo>
                  <a:pt x="81" y="21"/>
                  <a:pt x="91" y="16"/>
                  <a:pt x="100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cubicBezTo>
                  <a:pt x="173" y="0"/>
                  <a:pt x="183" y="1"/>
                  <a:pt x="194" y="3"/>
                </a:cubicBezTo>
                <a:cubicBezTo>
                  <a:pt x="204" y="5"/>
                  <a:pt x="214" y="8"/>
                  <a:pt x="224" y="12"/>
                </a:cubicBezTo>
                <a:cubicBezTo>
                  <a:pt x="234" y="16"/>
                  <a:pt x="243" y="21"/>
                  <a:pt x="252" y="27"/>
                </a:cubicBezTo>
                <a:cubicBezTo>
                  <a:pt x="260" y="33"/>
                  <a:pt x="269" y="40"/>
                  <a:pt x="276" y="47"/>
                </a:cubicBezTo>
                <a:cubicBezTo>
                  <a:pt x="284" y="55"/>
                  <a:pt x="290" y="63"/>
                  <a:pt x="296" y="72"/>
                </a:cubicBezTo>
                <a:cubicBezTo>
                  <a:pt x="302" y="80"/>
                  <a:pt x="307" y="90"/>
                  <a:pt x="311" y="100"/>
                </a:cubicBezTo>
                <a:cubicBezTo>
                  <a:pt x="315" y="109"/>
                  <a:pt x="318" y="119"/>
                  <a:pt x="320" y="130"/>
                </a:cubicBezTo>
                <a:cubicBezTo>
                  <a:pt x="322" y="140"/>
                  <a:pt x="323" y="151"/>
                  <a:pt x="323" y="161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0" name=""/>
          <p:cNvSpPr/>
          <p:nvPr/>
        </p:nvSpPr>
        <p:spPr>
          <a:xfrm>
            <a:off x="2214000" y="4431960"/>
            <a:ext cx="193680" cy="97200"/>
          </a:xfrm>
          <a:custGeom>
            <a:avLst/>
            <a:gdLst/>
            <a:ahLst/>
            <a:rect l="0" t="0" r="r" b="b"/>
            <a:pathLst>
              <a:path w="538" h="270">
                <a:moveTo>
                  <a:pt x="0" y="270"/>
                </a:moveTo>
                <a:cubicBezTo>
                  <a:pt x="0" y="252"/>
                  <a:pt x="1" y="235"/>
                  <a:pt x="5" y="218"/>
                </a:cubicBezTo>
                <a:cubicBezTo>
                  <a:pt x="8" y="200"/>
                  <a:pt x="13" y="183"/>
                  <a:pt x="20" y="167"/>
                </a:cubicBezTo>
                <a:cubicBezTo>
                  <a:pt x="28" y="150"/>
                  <a:pt x="36" y="134"/>
                  <a:pt x="46" y="120"/>
                </a:cubicBezTo>
                <a:cubicBezTo>
                  <a:pt x="56" y="105"/>
                  <a:pt x="67" y="91"/>
                  <a:pt x="79" y="79"/>
                </a:cubicBezTo>
                <a:cubicBezTo>
                  <a:pt x="92" y="67"/>
                  <a:pt x="105" y="55"/>
                  <a:pt x="120" y="46"/>
                </a:cubicBezTo>
                <a:cubicBezTo>
                  <a:pt x="135" y="36"/>
                  <a:pt x="150" y="28"/>
                  <a:pt x="166" y="21"/>
                </a:cubicBezTo>
                <a:cubicBezTo>
                  <a:pt x="183" y="14"/>
                  <a:pt x="199" y="9"/>
                  <a:pt x="217" y="6"/>
                </a:cubicBezTo>
                <a:cubicBezTo>
                  <a:pt x="234" y="2"/>
                  <a:pt x="251" y="0"/>
                  <a:pt x="269" y="0"/>
                </a:cubicBezTo>
                <a:cubicBezTo>
                  <a:pt x="287" y="0"/>
                  <a:pt x="304" y="2"/>
                  <a:pt x="322" y="6"/>
                </a:cubicBezTo>
                <a:cubicBezTo>
                  <a:pt x="339" y="9"/>
                  <a:pt x="356" y="14"/>
                  <a:pt x="372" y="21"/>
                </a:cubicBezTo>
                <a:cubicBezTo>
                  <a:pt x="388" y="28"/>
                  <a:pt x="404" y="36"/>
                  <a:pt x="418" y="46"/>
                </a:cubicBezTo>
                <a:cubicBezTo>
                  <a:pt x="433" y="55"/>
                  <a:pt x="447" y="67"/>
                  <a:pt x="459" y="79"/>
                </a:cubicBezTo>
                <a:cubicBezTo>
                  <a:pt x="471" y="91"/>
                  <a:pt x="483" y="105"/>
                  <a:pt x="492" y="120"/>
                </a:cubicBezTo>
                <a:cubicBezTo>
                  <a:pt x="502" y="134"/>
                  <a:pt x="510" y="150"/>
                  <a:pt x="517" y="167"/>
                </a:cubicBezTo>
                <a:cubicBezTo>
                  <a:pt x="524" y="183"/>
                  <a:pt x="529" y="200"/>
                  <a:pt x="533" y="218"/>
                </a:cubicBezTo>
                <a:cubicBezTo>
                  <a:pt x="536" y="235"/>
                  <a:pt x="538" y="252"/>
                  <a:pt x="538" y="270"/>
                </a:cubicBezTo>
                <a:lnTo>
                  <a:pt x="0" y="27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1" name=""/>
          <p:cNvSpPr/>
          <p:nvPr/>
        </p:nvSpPr>
        <p:spPr>
          <a:xfrm>
            <a:off x="2214000" y="4431960"/>
            <a:ext cx="193680" cy="97200"/>
          </a:xfrm>
          <a:custGeom>
            <a:avLst/>
            <a:gdLst/>
            <a:ahLst/>
            <a:rect l="0" t="0" r="r" b="b"/>
            <a:pathLst>
              <a:path fill="none" w="538" h="270">
                <a:moveTo>
                  <a:pt x="0" y="270"/>
                </a:moveTo>
                <a:cubicBezTo>
                  <a:pt x="0" y="252"/>
                  <a:pt x="1" y="235"/>
                  <a:pt x="5" y="218"/>
                </a:cubicBezTo>
                <a:cubicBezTo>
                  <a:pt x="8" y="200"/>
                  <a:pt x="13" y="183"/>
                  <a:pt x="20" y="167"/>
                </a:cubicBezTo>
                <a:cubicBezTo>
                  <a:pt x="28" y="150"/>
                  <a:pt x="36" y="134"/>
                  <a:pt x="46" y="120"/>
                </a:cubicBezTo>
                <a:cubicBezTo>
                  <a:pt x="56" y="105"/>
                  <a:pt x="67" y="91"/>
                  <a:pt x="79" y="79"/>
                </a:cubicBezTo>
                <a:cubicBezTo>
                  <a:pt x="92" y="67"/>
                  <a:pt x="105" y="55"/>
                  <a:pt x="120" y="46"/>
                </a:cubicBezTo>
                <a:cubicBezTo>
                  <a:pt x="135" y="36"/>
                  <a:pt x="150" y="28"/>
                  <a:pt x="166" y="21"/>
                </a:cubicBezTo>
                <a:cubicBezTo>
                  <a:pt x="183" y="14"/>
                  <a:pt x="199" y="9"/>
                  <a:pt x="217" y="6"/>
                </a:cubicBezTo>
                <a:cubicBezTo>
                  <a:pt x="234" y="2"/>
                  <a:pt x="251" y="0"/>
                  <a:pt x="269" y="0"/>
                </a:cubicBezTo>
                <a:cubicBezTo>
                  <a:pt x="287" y="0"/>
                  <a:pt x="304" y="2"/>
                  <a:pt x="322" y="6"/>
                </a:cubicBezTo>
                <a:cubicBezTo>
                  <a:pt x="339" y="9"/>
                  <a:pt x="356" y="14"/>
                  <a:pt x="372" y="21"/>
                </a:cubicBezTo>
                <a:cubicBezTo>
                  <a:pt x="388" y="28"/>
                  <a:pt x="404" y="36"/>
                  <a:pt x="418" y="46"/>
                </a:cubicBezTo>
                <a:cubicBezTo>
                  <a:pt x="433" y="55"/>
                  <a:pt x="447" y="67"/>
                  <a:pt x="459" y="79"/>
                </a:cubicBezTo>
                <a:cubicBezTo>
                  <a:pt x="471" y="91"/>
                  <a:pt x="483" y="105"/>
                  <a:pt x="492" y="120"/>
                </a:cubicBezTo>
                <a:cubicBezTo>
                  <a:pt x="502" y="134"/>
                  <a:pt x="510" y="150"/>
                  <a:pt x="517" y="167"/>
                </a:cubicBezTo>
                <a:cubicBezTo>
                  <a:pt x="524" y="183"/>
                  <a:pt x="529" y="200"/>
                  <a:pt x="533" y="218"/>
                </a:cubicBezTo>
                <a:cubicBezTo>
                  <a:pt x="536" y="235"/>
                  <a:pt x="538" y="252"/>
                  <a:pt x="538" y="270"/>
                </a:cubicBezTo>
              </a:path>
            </a:pathLst>
          </a:custGeom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681840" y="3889440"/>
            <a:ext cx="340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c0392b"/>
                </a:solidFill>
                <a:latin typeface="Arial"/>
                <a:ea typeface="Arial"/>
              </a:rPr>
              <a:t>zelf.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3" name=""/>
          <p:cNvSpPr/>
          <p:nvPr/>
        </p:nvSpPr>
        <p:spPr>
          <a:xfrm>
            <a:off x="2726280" y="4225680"/>
            <a:ext cx="254520" cy="330480"/>
          </a:xfrm>
          <a:custGeom>
            <a:avLst/>
            <a:gdLst/>
            <a:ahLst/>
            <a:rect l="0" t="0" r="r" b="b"/>
            <a:pathLst>
              <a:path w="707" h="918">
                <a:moveTo>
                  <a:pt x="53" y="0"/>
                </a:moveTo>
                <a:lnTo>
                  <a:pt x="654" y="0"/>
                </a:lnTo>
                <a:cubicBezTo>
                  <a:pt x="661" y="0"/>
                  <a:pt x="668" y="2"/>
                  <a:pt x="674" y="4"/>
                </a:cubicBezTo>
                <a:cubicBezTo>
                  <a:pt x="681" y="7"/>
                  <a:pt x="687" y="11"/>
                  <a:pt x="692" y="16"/>
                </a:cubicBezTo>
                <a:cubicBezTo>
                  <a:pt x="696" y="21"/>
                  <a:pt x="700" y="26"/>
                  <a:pt x="703" y="33"/>
                </a:cubicBezTo>
                <a:cubicBezTo>
                  <a:pt x="706" y="39"/>
                  <a:pt x="707" y="46"/>
                  <a:pt x="707" y="53"/>
                </a:cubicBezTo>
                <a:lnTo>
                  <a:pt x="707" y="865"/>
                </a:lnTo>
                <a:cubicBezTo>
                  <a:pt x="707" y="873"/>
                  <a:pt x="706" y="879"/>
                  <a:pt x="703" y="886"/>
                </a:cubicBezTo>
                <a:cubicBezTo>
                  <a:pt x="700" y="892"/>
                  <a:pt x="696" y="898"/>
                  <a:pt x="692" y="903"/>
                </a:cubicBezTo>
                <a:cubicBezTo>
                  <a:pt x="687" y="908"/>
                  <a:pt x="681" y="912"/>
                  <a:pt x="674" y="914"/>
                </a:cubicBezTo>
                <a:cubicBezTo>
                  <a:pt x="668" y="917"/>
                  <a:pt x="661" y="918"/>
                  <a:pt x="654" y="918"/>
                </a:cubicBezTo>
                <a:lnTo>
                  <a:pt x="53" y="918"/>
                </a:lnTo>
                <a:cubicBezTo>
                  <a:pt x="46" y="918"/>
                  <a:pt x="40" y="917"/>
                  <a:pt x="33" y="914"/>
                </a:cubicBezTo>
                <a:cubicBezTo>
                  <a:pt x="27" y="912"/>
                  <a:pt x="21" y="908"/>
                  <a:pt x="16" y="903"/>
                </a:cubicBezTo>
                <a:cubicBezTo>
                  <a:pt x="11" y="898"/>
                  <a:pt x="7" y="892"/>
                  <a:pt x="5" y="886"/>
                </a:cubicBezTo>
                <a:cubicBezTo>
                  <a:pt x="2" y="879"/>
                  <a:pt x="0" y="873"/>
                  <a:pt x="0" y="865"/>
                </a:cubicBezTo>
                <a:lnTo>
                  <a:pt x="0" y="53"/>
                </a:ln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2"/>
                  <a:pt x="46" y="0"/>
                  <a:pt x="5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4" name=""/>
          <p:cNvSpPr/>
          <p:nvPr/>
        </p:nvSpPr>
        <p:spPr>
          <a:xfrm>
            <a:off x="2726280" y="4225680"/>
            <a:ext cx="254520" cy="330480"/>
          </a:xfrm>
          <a:custGeom>
            <a:avLst/>
            <a:gdLst/>
            <a:ahLst/>
            <a:rect l="0" t="0" r="r" b="b"/>
            <a:pathLst>
              <a:path w="707" h="918">
                <a:moveTo>
                  <a:pt x="53" y="0"/>
                </a:moveTo>
                <a:lnTo>
                  <a:pt x="654" y="0"/>
                </a:lnTo>
                <a:cubicBezTo>
                  <a:pt x="661" y="0"/>
                  <a:pt x="668" y="2"/>
                  <a:pt x="674" y="4"/>
                </a:cubicBezTo>
                <a:cubicBezTo>
                  <a:pt x="681" y="7"/>
                  <a:pt x="687" y="11"/>
                  <a:pt x="692" y="16"/>
                </a:cubicBezTo>
                <a:cubicBezTo>
                  <a:pt x="696" y="21"/>
                  <a:pt x="700" y="26"/>
                  <a:pt x="703" y="33"/>
                </a:cubicBezTo>
                <a:cubicBezTo>
                  <a:pt x="706" y="39"/>
                  <a:pt x="707" y="46"/>
                  <a:pt x="707" y="53"/>
                </a:cubicBezTo>
                <a:lnTo>
                  <a:pt x="707" y="865"/>
                </a:lnTo>
                <a:cubicBezTo>
                  <a:pt x="707" y="873"/>
                  <a:pt x="706" y="879"/>
                  <a:pt x="703" y="886"/>
                </a:cubicBezTo>
                <a:cubicBezTo>
                  <a:pt x="700" y="892"/>
                  <a:pt x="696" y="898"/>
                  <a:pt x="692" y="903"/>
                </a:cubicBezTo>
                <a:cubicBezTo>
                  <a:pt x="687" y="908"/>
                  <a:pt x="681" y="912"/>
                  <a:pt x="674" y="914"/>
                </a:cubicBezTo>
                <a:cubicBezTo>
                  <a:pt x="668" y="917"/>
                  <a:pt x="661" y="918"/>
                  <a:pt x="654" y="918"/>
                </a:cubicBezTo>
                <a:lnTo>
                  <a:pt x="53" y="918"/>
                </a:lnTo>
                <a:cubicBezTo>
                  <a:pt x="46" y="918"/>
                  <a:pt x="40" y="917"/>
                  <a:pt x="33" y="914"/>
                </a:cubicBezTo>
                <a:cubicBezTo>
                  <a:pt x="27" y="912"/>
                  <a:pt x="21" y="908"/>
                  <a:pt x="16" y="903"/>
                </a:cubicBezTo>
                <a:cubicBezTo>
                  <a:pt x="11" y="898"/>
                  <a:pt x="7" y="892"/>
                  <a:pt x="5" y="886"/>
                </a:cubicBezTo>
                <a:cubicBezTo>
                  <a:pt x="2" y="879"/>
                  <a:pt x="0" y="873"/>
                  <a:pt x="0" y="865"/>
                </a:cubicBezTo>
                <a:lnTo>
                  <a:pt x="0" y="53"/>
                </a:ln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2"/>
                  <a:pt x="46" y="0"/>
                  <a:pt x="53" y="0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5" name=""/>
          <p:cNvSpPr/>
          <p:nvPr/>
        </p:nvSpPr>
        <p:spPr>
          <a:xfrm>
            <a:off x="2764440" y="4276440"/>
            <a:ext cx="178200" cy="25920"/>
          </a:xfrm>
          <a:custGeom>
            <a:avLst/>
            <a:gdLst/>
            <a:ahLst/>
            <a:rect l="0" t="0" r="r" b="b"/>
            <a:pathLst>
              <a:path w="495" h="72">
                <a:moveTo>
                  <a:pt x="36" y="0"/>
                </a:moveTo>
                <a:lnTo>
                  <a:pt x="460" y="0"/>
                </a:lnTo>
                <a:cubicBezTo>
                  <a:pt x="465" y="0"/>
                  <a:pt x="469" y="1"/>
                  <a:pt x="473" y="3"/>
                </a:cubicBezTo>
                <a:cubicBezTo>
                  <a:pt x="478" y="5"/>
                  <a:pt x="482" y="7"/>
                  <a:pt x="485" y="11"/>
                </a:cubicBezTo>
                <a:cubicBezTo>
                  <a:pt x="488" y="14"/>
                  <a:pt x="491" y="18"/>
                  <a:pt x="493" y="22"/>
                </a:cubicBezTo>
                <a:cubicBezTo>
                  <a:pt x="494" y="26"/>
                  <a:pt x="495" y="31"/>
                  <a:pt x="495" y="36"/>
                </a:cubicBezTo>
                <a:cubicBezTo>
                  <a:pt x="495" y="40"/>
                  <a:pt x="494" y="45"/>
                  <a:pt x="493" y="49"/>
                </a:cubicBezTo>
                <a:cubicBezTo>
                  <a:pt x="491" y="53"/>
                  <a:pt x="488" y="58"/>
                  <a:pt x="485" y="62"/>
                </a:cubicBezTo>
                <a:cubicBezTo>
                  <a:pt x="482" y="65"/>
                  <a:pt x="478" y="67"/>
                  <a:pt x="473" y="69"/>
                </a:cubicBezTo>
                <a:cubicBezTo>
                  <a:pt x="469" y="71"/>
                  <a:pt x="465" y="72"/>
                  <a:pt x="460" y="72"/>
                </a:cubicBezTo>
                <a:lnTo>
                  <a:pt x="36" y="72"/>
                </a:lnTo>
                <a:cubicBezTo>
                  <a:pt x="31" y="72"/>
                  <a:pt x="26" y="71"/>
                  <a:pt x="22" y="69"/>
                </a:cubicBezTo>
                <a:cubicBezTo>
                  <a:pt x="18" y="67"/>
                  <a:pt x="14" y="65"/>
                  <a:pt x="11" y="62"/>
                </a:cubicBezTo>
                <a:cubicBezTo>
                  <a:pt x="7" y="58"/>
                  <a:pt x="5" y="53"/>
                  <a:pt x="3" y="49"/>
                </a:cubicBezTo>
                <a:cubicBezTo>
                  <a:pt x="1" y="45"/>
                  <a:pt x="0" y="40"/>
                  <a:pt x="0" y="36"/>
                </a:cubicBezTo>
                <a:cubicBezTo>
                  <a:pt x="0" y="31"/>
                  <a:pt x="1" y="26"/>
                  <a:pt x="3" y="22"/>
                </a:cubicBezTo>
                <a:cubicBezTo>
                  <a:pt x="5" y="18"/>
                  <a:pt x="7" y="14"/>
                  <a:pt x="11" y="11"/>
                </a:cubicBezTo>
                <a:cubicBezTo>
                  <a:pt x="14" y="7"/>
                  <a:pt x="18" y="5"/>
                  <a:pt x="22" y="3"/>
                </a:cubicBezTo>
                <a:cubicBezTo>
                  <a:pt x="26" y="1"/>
                  <a:pt x="31" y="0"/>
                  <a:pt x="36" y="0"/>
                </a:cubicBezTo>
                <a:close/>
              </a:path>
            </a:pathLst>
          </a:custGeom>
          <a:solidFill>
            <a:srgbClr val="8a5a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6" name=""/>
          <p:cNvSpPr/>
          <p:nvPr/>
        </p:nvSpPr>
        <p:spPr>
          <a:xfrm>
            <a:off x="2764440" y="4365360"/>
            <a:ext cx="177840" cy="0"/>
          </a:xfrm>
          <a:prstGeom prst="line">
            <a:avLst/>
          </a:prstGeom>
          <a:ln w="1260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7" name=""/>
          <p:cNvSpPr/>
          <p:nvPr/>
        </p:nvSpPr>
        <p:spPr>
          <a:xfrm>
            <a:off x="2764440" y="4416120"/>
            <a:ext cx="177840" cy="0"/>
          </a:xfrm>
          <a:prstGeom prst="line">
            <a:avLst/>
          </a:prstGeom>
          <a:ln w="1260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8" name=""/>
          <p:cNvSpPr/>
          <p:nvPr/>
        </p:nvSpPr>
        <p:spPr>
          <a:xfrm>
            <a:off x="2764440" y="4466880"/>
            <a:ext cx="127080" cy="0"/>
          </a:xfrm>
          <a:prstGeom prst="line">
            <a:avLst/>
          </a:prstGeom>
          <a:ln w="12600">
            <a:solidFill>
              <a:srgbClr val="94a3b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2512440" y="428076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c0392b"/>
                </a:solidFill>
                <a:latin typeface="Arial"/>
                <a:ea typeface="Arial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0" name=""/>
          <p:cNvSpPr/>
          <p:nvPr/>
        </p:nvSpPr>
        <p:spPr>
          <a:xfrm>
            <a:off x="3396240" y="4245120"/>
            <a:ext cx="0" cy="51480"/>
          </a:xfrm>
          <a:prstGeom prst="line">
            <a:avLst/>
          </a:prstGeom>
          <a:ln w="12600">
            <a:solidFill>
              <a:srgbClr val="5b667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1" name=""/>
          <p:cNvSpPr/>
          <p:nvPr/>
        </p:nvSpPr>
        <p:spPr>
          <a:xfrm>
            <a:off x="3377160" y="4225680"/>
            <a:ext cx="38880" cy="39240"/>
          </a:xfrm>
          <a:custGeom>
            <a:avLst/>
            <a:gdLst/>
            <a:ahLst/>
            <a:rect l="0" t="0" r="r" b="b"/>
            <a:pathLst>
              <a:path w="108" h="109">
                <a:moveTo>
                  <a:pt x="108" y="54"/>
                </a:moveTo>
                <a:cubicBezTo>
                  <a:pt x="108" y="61"/>
                  <a:pt x="107" y="68"/>
                  <a:pt x="104" y="75"/>
                </a:cubicBezTo>
                <a:cubicBezTo>
                  <a:pt x="101" y="81"/>
                  <a:pt x="97" y="88"/>
                  <a:pt x="92" y="93"/>
                </a:cubicBezTo>
                <a:cubicBezTo>
                  <a:pt x="86" y="98"/>
                  <a:pt x="81" y="102"/>
                  <a:pt x="74" y="105"/>
                </a:cubicBezTo>
                <a:cubicBezTo>
                  <a:pt x="67" y="108"/>
                  <a:pt x="60" y="109"/>
                  <a:pt x="53" y="109"/>
                </a:cubicBezTo>
                <a:cubicBezTo>
                  <a:pt x="46" y="109"/>
                  <a:pt x="39" y="108"/>
                  <a:pt x="33" y="105"/>
                </a:cubicBezTo>
                <a:cubicBezTo>
                  <a:pt x="26" y="102"/>
                  <a:pt x="20" y="98"/>
                  <a:pt x="15" y="93"/>
                </a:cubicBezTo>
                <a:cubicBezTo>
                  <a:pt x="10" y="88"/>
                  <a:pt x="6" y="81"/>
                  <a:pt x="4" y="75"/>
                </a:cubicBezTo>
                <a:cubicBezTo>
                  <a:pt x="1" y="68"/>
                  <a:pt x="0" y="61"/>
                  <a:pt x="0" y="54"/>
                </a:cubicBezTo>
                <a:cubicBezTo>
                  <a:pt x="0" y="47"/>
                  <a:pt x="1" y="40"/>
                  <a:pt x="4" y="34"/>
                </a:cubicBezTo>
                <a:cubicBezTo>
                  <a:pt x="6" y="27"/>
                  <a:pt x="10" y="21"/>
                  <a:pt x="15" y="16"/>
                </a:cubicBezTo>
                <a:cubicBezTo>
                  <a:pt x="20" y="11"/>
                  <a:pt x="26" y="7"/>
                  <a:pt x="33" y="5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7" y="2"/>
                  <a:pt x="74" y="5"/>
                </a:cubicBezTo>
                <a:cubicBezTo>
                  <a:pt x="81" y="7"/>
                  <a:pt x="86" y="11"/>
                  <a:pt x="92" y="16"/>
                </a:cubicBezTo>
                <a:cubicBezTo>
                  <a:pt x="97" y="21"/>
                  <a:pt x="101" y="27"/>
                  <a:pt x="104" y="34"/>
                </a:cubicBezTo>
                <a:cubicBezTo>
                  <a:pt x="107" y="40"/>
                  <a:pt x="108" y="47"/>
                  <a:pt x="108" y="54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2" name=""/>
          <p:cNvSpPr/>
          <p:nvPr/>
        </p:nvSpPr>
        <p:spPr>
          <a:xfrm>
            <a:off x="3306240" y="4296600"/>
            <a:ext cx="180720" cy="142200"/>
          </a:xfrm>
          <a:custGeom>
            <a:avLst/>
            <a:gdLst/>
            <a:ahLst/>
            <a:rect l="0" t="0" r="r" b="b"/>
            <a:pathLst>
              <a:path w="502" h="395">
                <a:moveTo>
                  <a:pt x="90" y="0"/>
                </a:moveTo>
                <a:lnTo>
                  <a:pt x="413" y="0"/>
                </a:lnTo>
                <a:cubicBezTo>
                  <a:pt x="424" y="0"/>
                  <a:pt x="436" y="3"/>
                  <a:pt x="447" y="7"/>
                </a:cubicBezTo>
                <a:cubicBezTo>
                  <a:pt x="458" y="12"/>
                  <a:pt x="467" y="18"/>
                  <a:pt x="476" y="27"/>
                </a:cubicBezTo>
                <a:cubicBezTo>
                  <a:pt x="484" y="35"/>
                  <a:pt x="491" y="45"/>
                  <a:pt x="495" y="57"/>
                </a:cubicBezTo>
                <a:cubicBezTo>
                  <a:pt x="500" y="68"/>
                  <a:pt x="502" y="79"/>
                  <a:pt x="502" y="91"/>
                </a:cubicBezTo>
                <a:lnTo>
                  <a:pt x="502" y="306"/>
                </a:lnTo>
                <a:cubicBezTo>
                  <a:pt x="502" y="318"/>
                  <a:pt x="500" y="329"/>
                  <a:pt x="495" y="340"/>
                </a:cubicBezTo>
                <a:cubicBezTo>
                  <a:pt x="491" y="351"/>
                  <a:pt x="484" y="361"/>
                  <a:pt x="476" y="369"/>
                </a:cubicBezTo>
                <a:cubicBezTo>
                  <a:pt x="467" y="377"/>
                  <a:pt x="458" y="384"/>
                  <a:pt x="447" y="388"/>
                </a:cubicBezTo>
                <a:cubicBezTo>
                  <a:pt x="436" y="393"/>
                  <a:pt x="424" y="395"/>
                  <a:pt x="413" y="395"/>
                </a:cubicBezTo>
                <a:lnTo>
                  <a:pt x="90" y="395"/>
                </a:lnTo>
                <a:cubicBezTo>
                  <a:pt x="77" y="395"/>
                  <a:pt x="66" y="393"/>
                  <a:pt x="55" y="388"/>
                </a:cubicBezTo>
                <a:cubicBezTo>
                  <a:pt x="44" y="384"/>
                  <a:pt x="34" y="377"/>
                  <a:pt x="26" y="369"/>
                </a:cubicBezTo>
                <a:cubicBezTo>
                  <a:pt x="18" y="361"/>
                  <a:pt x="11" y="351"/>
                  <a:pt x="7" y="340"/>
                </a:cubicBezTo>
                <a:cubicBezTo>
                  <a:pt x="2" y="329"/>
                  <a:pt x="0" y="318"/>
                  <a:pt x="0" y="306"/>
                </a:cubicBezTo>
                <a:lnTo>
                  <a:pt x="0" y="91"/>
                </a:lnTo>
                <a:cubicBezTo>
                  <a:pt x="0" y="79"/>
                  <a:pt x="2" y="68"/>
                  <a:pt x="7" y="57"/>
                </a:cubicBezTo>
                <a:cubicBezTo>
                  <a:pt x="11" y="45"/>
                  <a:pt x="18" y="35"/>
                  <a:pt x="26" y="27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9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3" name=""/>
          <p:cNvSpPr/>
          <p:nvPr/>
        </p:nvSpPr>
        <p:spPr>
          <a:xfrm>
            <a:off x="3306240" y="4296600"/>
            <a:ext cx="180720" cy="142200"/>
          </a:xfrm>
          <a:custGeom>
            <a:avLst/>
            <a:gdLst/>
            <a:ahLst/>
            <a:rect l="0" t="0" r="r" b="b"/>
            <a:pathLst>
              <a:path w="502" h="395">
                <a:moveTo>
                  <a:pt x="90" y="0"/>
                </a:moveTo>
                <a:lnTo>
                  <a:pt x="413" y="0"/>
                </a:lnTo>
                <a:cubicBezTo>
                  <a:pt x="424" y="0"/>
                  <a:pt x="436" y="3"/>
                  <a:pt x="447" y="7"/>
                </a:cubicBezTo>
                <a:cubicBezTo>
                  <a:pt x="458" y="12"/>
                  <a:pt x="467" y="18"/>
                  <a:pt x="476" y="27"/>
                </a:cubicBezTo>
                <a:cubicBezTo>
                  <a:pt x="484" y="35"/>
                  <a:pt x="491" y="45"/>
                  <a:pt x="495" y="57"/>
                </a:cubicBezTo>
                <a:cubicBezTo>
                  <a:pt x="500" y="68"/>
                  <a:pt x="502" y="79"/>
                  <a:pt x="502" y="91"/>
                </a:cubicBezTo>
                <a:lnTo>
                  <a:pt x="502" y="306"/>
                </a:lnTo>
                <a:cubicBezTo>
                  <a:pt x="502" y="318"/>
                  <a:pt x="500" y="329"/>
                  <a:pt x="495" y="340"/>
                </a:cubicBezTo>
                <a:cubicBezTo>
                  <a:pt x="491" y="351"/>
                  <a:pt x="484" y="361"/>
                  <a:pt x="476" y="369"/>
                </a:cubicBezTo>
                <a:cubicBezTo>
                  <a:pt x="467" y="377"/>
                  <a:pt x="458" y="384"/>
                  <a:pt x="447" y="388"/>
                </a:cubicBezTo>
                <a:cubicBezTo>
                  <a:pt x="436" y="393"/>
                  <a:pt x="424" y="395"/>
                  <a:pt x="413" y="395"/>
                </a:cubicBezTo>
                <a:lnTo>
                  <a:pt x="90" y="395"/>
                </a:lnTo>
                <a:cubicBezTo>
                  <a:pt x="77" y="395"/>
                  <a:pt x="66" y="393"/>
                  <a:pt x="55" y="388"/>
                </a:cubicBezTo>
                <a:cubicBezTo>
                  <a:pt x="44" y="384"/>
                  <a:pt x="34" y="377"/>
                  <a:pt x="26" y="369"/>
                </a:cubicBezTo>
                <a:cubicBezTo>
                  <a:pt x="18" y="361"/>
                  <a:pt x="11" y="351"/>
                  <a:pt x="7" y="340"/>
                </a:cubicBezTo>
                <a:cubicBezTo>
                  <a:pt x="2" y="329"/>
                  <a:pt x="0" y="318"/>
                  <a:pt x="0" y="306"/>
                </a:cubicBezTo>
                <a:lnTo>
                  <a:pt x="0" y="91"/>
                </a:lnTo>
                <a:cubicBezTo>
                  <a:pt x="0" y="79"/>
                  <a:pt x="2" y="68"/>
                  <a:pt x="7" y="57"/>
                </a:cubicBezTo>
                <a:cubicBezTo>
                  <a:pt x="11" y="45"/>
                  <a:pt x="18" y="35"/>
                  <a:pt x="26" y="27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7" y="0"/>
                  <a:pt x="90" y="0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4" name=""/>
          <p:cNvSpPr/>
          <p:nvPr/>
        </p:nvSpPr>
        <p:spPr>
          <a:xfrm>
            <a:off x="3344760" y="4348440"/>
            <a:ext cx="39240" cy="38880"/>
          </a:xfrm>
          <a:custGeom>
            <a:avLst/>
            <a:gdLst/>
            <a:ahLst/>
            <a:rect l="0" t="0" r="r" b="b"/>
            <a:pathLst>
              <a:path w="109" h="108">
                <a:moveTo>
                  <a:pt x="109" y="53"/>
                </a:moveTo>
                <a:cubicBezTo>
                  <a:pt x="109" y="60"/>
                  <a:pt x="107" y="68"/>
                  <a:pt x="104" y="75"/>
                </a:cubicBezTo>
                <a:cubicBezTo>
                  <a:pt x="102" y="81"/>
                  <a:pt x="98" y="87"/>
                  <a:pt x="93" y="92"/>
                </a:cubicBezTo>
                <a:cubicBezTo>
                  <a:pt x="88" y="97"/>
                  <a:pt x="82" y="101"/>
                  <a:pt x="75" y="104"/>
                </a:cubicBezTo>
                <a:cubicBezTo>
                  <a:pt x="68" y="107"/>
                  <a:pt x="61" y="108"/>
                  <a:pt x="54" y="108"/>
                </a:cubicBezTo>
                <a:cubicBezTo>
                  <a:pt x="47" y="108"/>
                  <a:pt x="40" y="107"/>
                  <a:pt x="33" y="104"/>
                </a:cubicBezTo>
                <a:cubicBezTo>
                  <a:pt x="27" y="101"/>
                  <a:pt x="21" y="97"/>
                  <a:pt x="16" y="92"/>
                </a:cubicBezTo>
                <a:cubicBezTo>
                  <a:pt x="11" y="87"/>
                  <a:pt x="7" y="81"/>
                  <a:pt x="4" y="75"/>
                </a:cubicBezTo>
                <a:cubicBezTo>
                  <a:pt x="2" y="68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5" y="4"/>
                </a:cubicBezTo>
                <a:cubicBezTo>
                  <a:pt x="82" y="6"/>
                  <a:pt x="88" y="10"/>
                  <a:pt x="93" y="15"/>
                </a:cubicBezTo>
                <a:cubicBezTo>
                  <a:pt x="98" y="20"/>
                  <a:pt x="102" y="26"/>
                  <a:pt x="104" y="33"/>
                </a:cubicBezTo>
                <a:cubicBezTo>
                  <a:pt x="107" y="39"/>
                  <a:pt x="109" y="46"/>
                  <a:pt x="109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5" name=""/>
          <p:cNvSpPr/>
          <p:nvPr/>
        </p:nvSpPr>
        <p:spPr>
          <a:xfrm>
            <a:off x="3409200" y="4348440"/>
            <a:ext cx="39240" cy="38880"/>
          </a:xfrm>
          <a:custGeom>
            <a:avLst/>
            <a:gdLst/>
            <a:ahLst/>
            <a:rect l="0" t="0" r="r" b="b"/>
            <a:pathLst>
              <a:path w="109" h="108">
                <a:moveTo>
                  <a:pt x="109" y="53"/>
                </a:moveTo>
                <a:cubicBezTo>
                  <a:pt x="109" y="60"/>
                  <a:pt x="106" y="68"/>
                  <a:pt x="104" y="75"/>
                </a:cubicBezTo>
                <a:cubicBezTo>
                  <a:pt x="101" y="81"/>
                  <a:pt x="97" y="87"/>
                  <a:pt x="92" y="92"/>
                </a:cubicBezTo>
                <a:cubicBezTo>
                  <a:pt x="87" y="97"/>
                  <a:pt x="81" y="101"/>
                  <a:pt x="74" y="104"/>
                </a:cubicBezTo>
                <a:cubicBezTo>
                  <a:pt x="68" y="107"/>
                  <a:pt x="61" y="108"/>
                  <a:pt x="54" y="108"/>
                </a:cubicBezTo>
                <a:cubicBezTo>
                  <a:pt x="47" y="108"/>
                  <a:pt x="40" y="107"/>
                  <a:pt x="33" y="104"/>
                </a:cubicBezTo>
                <a:cubicBezTo>
                  <a:pt x="27" y="101"/>
                  <a:pt x="21" y="97"/>
                  <a:pt x="16" y="92"/>
                </a:cubicBezTo>
                <a:cubicBezTo>
                  <a:pt x="11" y="87"/>
                  <a:pt x="7" y="81"/>
                  <a:pt x="4" y="75"/>
                </a:cubicBezTo>
                <a:cubicBezTo>
                  <a:pt x="2" y="68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0" y="1"/>
                  <a:pt x="47" y="0"/>
                  <a:pt x="54" y="0"/>
                </a:cubicBezTo>
                <a:cubicBezTo>
                  <a:pt x="61" y="0"/>
                  <a:pt x="68" y="1"/>
                  <a:pt x="74" y="4"/>
                </a:cubicBezTo>
                <a:cubicBezTo>
                  <a:pt x="81" y="6"/>
                  <a:pt x="87" y="10"/>
                  <a:pt x="92" y="15"/>
                </a:cubicBezTo>
                <a:cubicBezTo>
                  <a:pt x="97" y="20"/>
                  <a:pt x="101" y="26"/>
                  <a:pt x="104" y="33"/>
                </a:cubicBezTo>
                <a:cubicBezTo>
                  <a:pt x="106" y="39"/>
                  <a:pt x="109" y="46"/>
                  <a:pt x="109" y="53"/>
                </a:cubicBezTo>
                <a:close/>
              </a:path>
            </a:pathLst>
          </a:custGeom>
          <a:solidFill>
            <a:srgbClr val="5b66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6" name=""/>
          <p:cNvSpPr/>
          <p:nvPr/>
        </p:nvSpPr>
        <p:spPr>
          <a:xfrm>
            <a:off x="3331800" y="4464360"/>
            <a:ext cx="129240" cy="64800"/>
          </a:xfrm>
          <a:custGeom>
            <a:avLst/>
            <a:gdLst/>
            <a:ahLst/>
            <a:rect l="0" t="0" r="r" b="b"/>
            <a:pathLst>
              <a:path w="359" h="180">
                <a:moveTo>
                  <a:pt x="36" y="0"/>
                </a:moveTo>
                <a:lnTo>
                  <a:pt x="324" y="0"/>
                </a:lnTo>
                <a:cubicBezTo>
                  <a:pt x="328" y="0"/>
                  <a:pt x="333" y="1"/>
                  <a:pt x="337" y="3"/>
                </a:cubicBezTo>
                <a:cubicBezTo>
                  <a:pt x="342" y="4"/>
                  <a:pt x="346" y="7"/>
                  <a:pt x="349" y="10"/>
                </a:cubicBezTo>
                <a:cubicBezTo>
                  <a:pt x="352" y="14"/>
                  <a:pt x="355" y="18"/>
                  <a:pt x="357" y="22"/>
                </a:cubicBezTo>
                <a:cubicBezTo>
                  <a:pt x="359" y="26"/>
                  <a:pt x="359" y="31"/>
                  <a:pt x="359" y="36"/>
                </a:cubicBezTo>
                <a:lnTo>
                  <a:pt x="359" y="144"/>
                </a:lnTo>
                <a:cubicBezTo>
                  <a:pt x="359" y="149"/>
                  <a:pt x="359" y="153"/>
                  <a:pt x="357" y="158"/>
                </a:cubicBezTo>
                <a:cubicBezTo>
                  <a:pt x="355" y="162"/>
                  <a:pt x="352" y="166"/>
                  <a:pt x="349" y="169"/>
                </a:cubicBezTo>
                <a:cubicBezTo>
                  <a:pt x="346" y="173"/>
                  <a:pt x="342" y="175"/>
                  <a:pt x="337" y="177"/>
                </a:cubicBezTo>
                <a:cubicBezTo>
                  <a:pt x="333" y="179"/>
                  <a:pt x="328" y="180"/>
                  <a:pt x="324" y="180"/>
                </a:cubicBezTo>
                <a:lnTo>
                  <a:pt x="36" y="180"/>
                </a:lnTo>
                <a:cubicBezTo>
                  <a:pt x="31" y="180"/>
                  <a:pt x="27" y="179"/>
                  <a:pt x="22" y="177"/>
                </a:cubicBezTo>
                <a:cubicBezTo>
                  <a:pt x="18" y="175"/>
                  <a:pt x="14" y="173"/>
                  <a:pt x="11" y="169"/>
                </a:cubicBezTo>
                <a:cubicBezTo>
                  <a:pt x="7" y="166"/>
                  <a:pt x="5" y="162"/>
                  <a:pt x="3" y="158"/>
                </a:cubicBezTo>
                <a:cubicBezTo>
                  <a:pt x="1" y="153"/>
                  <a:pt x="0" y="149"/>
                  <a:pt x="0" y="144"/>
                </a:cubicBezTo>
                <a:lnTo>
                  <a:pt x="0" y="36"/>
                </a:lnTo>
                <a:cubicBezTo>
                  <a:pt x="0" y="31"/>
                  <a:pt x="1" y="26"/>
                  <a:pt x="3" y="22"/>
                </a:cubicBezTo>
                <a:cubicBezTo>
                  <a:pt x="5" y="18"/>
                  <a:pt x="7" y="14"/>
                  <a:pt x="11" y="10"/>
                </a:cubicBezTo>
                <a:cubicBezTo>
                  <a:pt x="14" y="7"/>
                  <a:pt x="18" y="4"/>
                  <a:pt x="22" y="3"/>
                </a:cubicBezTo>
                <a:cubicBezTo>
                  <a:pt x="27" y="1"/>
                  <a:pt x="31" y="0"/>
                  <a:pt x="3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7" name=""/>
          <p:cNvSpPr/>
          <p:nvPr/>
        </p:nvSpPr>
        <p:spPr>
          <a:xfrm>
            <a:off x="3331800" y="4464360"/>
            <a:ext cx="129240" cy="64800"/>
          </a:xfrm>
          <a:custGeom>
            <a:avLst/>
            <a:gdLst/>
            <a:ahLst/>
            <a:rect l="0" t="0" r="r" b="b"/>
            <a:pathLst>
              <a:path w="359" h="180">
                <a:moveTo>
                  <a:pt x="36" y="0"/>
                </a:moveTo>
                <a:lnTo>
                  <a:pt x="324" y="0"/>
                </a:lnTo>
                <a:cubicBezTo>
                  <a:pt x="328" y="0"/>
                  <a:pt x="333" y="1"/>
                  <a:pt x="337" y="3"/>
                </a:cubicBezTo>
                <a:cubicBezTo>
                  <a:pt x="342" y="4"/>
                  <a:pt x="346" y="7"/>
                  <a:pt x="349" y="10"/>
                </a:cubicBezTo>
                <a:cubicBezTo>
                  <a:pt x="352" y="14"/>
                  <a:pt x="355" y="18"/>
                  <a:pt x="357" y="22"/>
                </a:cubicBezTo>
                <a:cubicBezTo>
                  <a:pt x="359" y="26"/>
                  <a:pt x="359" y="31"/>
                  <a:pt x="359" y="36"/>
                </a:cubicBezTo>
                <a:lnTo>
                  <a:pt x="359" y="144"/>
                </a:lnTo>
                <a:cubicBezTo>
                  <a:pt x="359" y="149"/>
                  <a:pt x="359" y="153"/>
                  <a:pt x="357" y="158"/>
                </a:cubicBezTo>
                <a:cubicBezTo>
                  <a:pt x="355" y="162"/>
                  <a:pt x="352" y="166"/>
                  <a:pt x="349" y="169"/>
                </a:cubicBezTo>
                <a:cubicBezTo>
                  <a:pt x="346" y="173"/>
                  <a:pt x="342" y="175"/>
                  <a:pt x="337" y="177"/>
                </a:cubicBezTo>
                <a:cubicBezTo>
                  <a:pt x="333" y="179"/>
                  <a:pt x="328" y="180"/>
                  <a:pt x="324" y="180"/>
                </a:cubicBezTo>
                <a:lnTo>
                  <a:pt x="36" y="180"/>
                </a:lnTo>
                <a:cubicBezTo>
                  <a:pt x="31" y="180"/>
                  <a:pt x="27" y="179"/>
                  <a:pt x="22" y="177"/>
                </a:cubicBezTo>
                <a:cubicBezTo>
                  <a:pt x="18" y="175"/>
                  <a:pt x="14" y="173"/>
                  <a:pt x="11" y="169"/>
                </a:cubicBezTo>
                <a:cubicBezTo>
                  <a:pt x="7" y="166"/>
                  <a:pt x="5" y="162"/>
                  <a:pt x="3" y="158"/>
                </a:cubicBezTo>
                <a:cubicBezTo>
                  <a:pt x="1" y="153"/>
                  <a:pt x="0" y="149"/>
                  <a:pt x="0" y="144"/>
                </a:cubicBezTo>
                <a:lnTo>
                  <a:pt x="0" y="36"/>
                </a:lnTo>
                <a:cubicBezTo>
                  <a:pt x="0" y="31"/>
                  <a:pt x="1" y="26"/>
                  <a:pt x="3" y="22"/>
                </a:cubicBezTo>
                <a:cubicBezTo>
                  <a:pt x="5" y="18"/>
                  <a:pt x="7" y="14"/>
                  <a:pt x="11" y="10"/>
                </a:cubicBezTo>
                <a:cubicBezTo>
                  <a:pt x="14" y="7"/>
                  <a:pt x="18" y="4"/>
                  <a:pt x="22" y="3"/>
                </a:cubicBezTo>
                <a:cubicBezTo>
                  <a:pt x="27" y="1"/>
                  <a:pt x="31" y="0"/>
                  <a:pt x="36" y="0"/>
                </a:cubicBezTo>
                <a:close/>
              </a:path>
            </a:pathLst>
          </a:custGeom>
          <a:noFill/>
          <a:ln w="12600">
            <a:solidFill>
              <a:srgbClr val="5b6670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3095280" y="428076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c0392b"/>
                </a:solidFill>
                <a:latin typeface="Arial"/>
                <a:ea typeface="Arial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9" name=""/>
          <p:cNvSpPr/>
          <p:nvPr/>
        </p:nvSpPr>
        <p:spPr>
          <a:xfrm>
            <a:off x="5343480" y="2781000"/>
            <a:ext cx="3200760" cy="2086560"/>
          </a:xfrm>
          <a:custGeom>
            <a:avLst/>
            <a:gdLst/>
            <a:ahLst/>
            <a:rect l="0" t="0" r="r" b="b"/>
            <a:pathLst>
              <a:path w="8891" h="5796">
                <a:moveTo>
                  <a:pt x="0" y="5584"/>
                </a:moveTo>
                <a:lnTo>
                  <a:pt x="0" y="212"/>
                </a:lnTo>
                <a:cubicBezTo>
                  <a:pt x="0" y="198"/>
                  <a:pt x="0" y="184"/>
                  <a:pt x="2" y="171"/>
                </a:cubicBezTo>
                <a:cubicBezTo>
                  <a:pt x="4" y="157"/>
                  <a:pt x="6" y="144"/>
                  <a:pt x="10" y="131"/>
                </a:cubicBezTo>
                <a:cubicBezTo>
                  <a:pt x="13" y="118"/>
                  <a:pt x="17" y="106"/>
                  <a:pt x="22" y="94"/>
                </a:cubicBezTo>
                <a:cubicBezTo>
                  <a:pt x="27" y="83"/>
                  <a:pt x="32" y="72"/>
                  <a:pt x="38" y="62"/>
                </a:cubicBezTo>
                <a:cubicBezTo>
                  <a:pt x="45" y="53"/>
                  <a:pt x="51" y="44"/>
                  <a:pt x="58" y="36"/>
                </a:cubicBezTo>
                <a:cubicBezTo>
                  <a:pt x="66" y="28"/>
                  <a:pt x="73" y="22"/>
                  <a:pt x="81" y="16"/>
                </a:cubicBezTo>
                <a:cubicBezTo>
                  <a:pt x="89" y="11"/>
                  <a:pt x="98" y="7"/>
                  <a:pt x="106" y="4"/>
                </a:cubicBezTo>
                <a:cubicBezTo>
                  <a:pt x="115" y="2"/>
                  <a:pt x="123" y="0"/>
                  <a:pt x="132" y="0"/>
                </a:cubicBezTo>
                <a:lnTo>
                  <a:pt x="8679" y="0"/>
                </a:lnTo>
                <a:cubicBezTo>
                  <a:pt x="8693" y="0"/>
                  <a:pt x="8707" y="2"/>
                  <a:pt x="8720" y="4"/>
                </a:cubicBezTo>
                <a:cubicBezTo>
                  <a:pt x="8734" y="7"/>
                  <a:pt x="8747" y="11"/>
                  <a:pt x="8760" y="16"/>
                </a:cubicBezTo>
                <a:cubicBezTo>
                  <a:pt x="8773" y="22"/>
                  <a:pt x="8785" y="28"/>
                  <a:pt x="8797" y="36"/>
                </a:cubicBezTo>
                <a:cubicBezTo>
                  <a:pt x="8808" y="44"/>
                  <a:pt x="8819" y="53"/>
                  <a:pt x="8829" y="62"/>
                </a:cubicBezTo>
                <a:cubicBezTo>
                  <a:pt x="8838" y="72"/>
                  <a:pt x="8847" y="83"/>
                  <a:pt x="8855" y="94"/>
                </a:cubicBezTo>
                <a:cubicBezTo>
                  <a:pt x="8863" y="106"/>
                  <a:pt x="8869" y="118"/>
                  <a:pt x="8875" y="131"/>
                </a:cubicBezTo>
                <a:cubicBezTo>
                  <a:pt x="8880" y="144"/>
                  <a:pt x="8884" y="157"/>
                  <a:pt x="8887" y="171"/>
                </a:cubicBezTo>
                <a:cubicBezTo>
                  <a:pt x="8889" y="184"/>
                  <a:pt x="8891" y="198"/>
                  <a:pt x="8891" y="212"/>
                </a:cubicBezTo>
                <a:lnTo>
                  <a:pt x="8891" y="5584"/>
                </a:lnTo>
                <a:cubicBezTo>
                  <a:pt x="8891" y="5598"/>
                  <a:pt x="8889" y="5612"/>
                  <a:pt x="8887" y="5625"/>
                </a:cubicBezTo>
                <a:cubicBezTo>
                  <a:pt x="8884" y="5639"/>
                  <a:pt x="8880" y="5652"/>
                  <a:pt x="8875" y="5665"/>
                </a:cubicBezTo>
                <a:cubicBezTo>
                  <a:pt x="8869" y="5678"/>
                  <a:pt x="8863" y="5690"/>
                  <a:pt x="8855" y="5702"/>
                </a:cubicBezTo>
                <a:cubicBezTo>
                  <a:pt x="8847" y="5713"/>
                  <a:pt x="8838" y="5724"/>
                  <a:pt x="8829" y="5734"/>
                </a:cubicBezTo>
                <a:cubicBezTo>
                  <a:pt x="8819" y="5744"/>
                  <a:pt x="8808" y="5752"/>
                  <a:pt x="8797" y="5760"/>
                </a:cubicBezTo>
                <a:cubicBezTo>
                  <a:pt x="8785" y="5768"/>
                  <a:pt x="8773" y="5774"/>
                  <a:pt x="8760" y="5780"/>
                </a:cubicBezTo>
                <a:cubicBezTo>
                  <a:pt x="8747" y="5785"/>
                  <a:pt x="8734" y="5789"/>
                  <a:pt x="8720" y="5792"/>
                </a:cubicBezTo>
                <a:cubicBezTo>
                  <a:pt x="8707" y="5794"/>
                  <a:pt x="8693" y="5796"/>
                  <a:pt x="8679" y="5796"/>
                </a:cubicBezTo>
                <a:lnTo>
                  <a:pt x="132" y="5796"/>
                </a:lnTo>
                <a:cubicBezTo>
                  <a:pt x="123" y="5796"/>
                  <a:pt x="115" y="5794"/>
                  <a:pt x="106" y="5792"/>
                </a:cubicBezTo>
                <a:cubicBezTo>
                  <a:pt x="98" y="5789"/>
                  <a:pt x="89" y="5785"/>
                  <a:pt x="81" y="5780"/>
                </a:cubicBezTo>
                <a:cubicBezTo>
                  <a:pt x="73" y="5774"/>
                  <a:pt x="66" y="5768"/>
                  <a:pt x="58" y="5760"/>
                </a:cubicBezTo>
                <a:cubicBezTo>
                  <a:pt x="51" y="5752"/>
                  <a:pt x="45" y="5744"/>
                  <a:pt x="38" y="5734"/>
                </a:cubicBezTo>
                <a:cubicBezTo>
                  <a:pt x="32" y="5724"/>
                  <a:pt x="27" y="5713"/>
                  <a:pt x="22" y="5702"/>
                </a:cubicBezTo>
                <a:cubicBezTo>
                  <a:pt x="17" y="5690"/>
                  <a:pt x="13" y="5678"/>
                  <a:pt x="10" y="5665"/>
                </a:cubicBezTo>
                <a:cubicBezTo>
                  <a:pt x="6" y="5652"/>
                  <a:pt x="4" y="5639"/>
                  <a:pt x="2" y="5625"/>
                </a:cubicBezTo>
                <a:cubicBezTo>
                  <a:pt x="0" y="5612"/>
                  <a:pt x="0" y="5598"/>
                  <a:pt x="0" y="5584"/>
                </a:cubicBezTo>
                <a:close/>
              </a:path>
            </a:pathLst>
          </a:custGeom>
          <a:solidFill>
            <a:srgbClr val="e8f6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0" name=""/>
          <p:cNvSpPr/>
          <p:nvPr/>
        </p:nvSpPr>
        <p:spPr>
          <a:xfrm>
            <a:off x="5314680" y="2781000"/>
            <a:ext cx="3229560" cy="2086560"/>
          </a:xfrm>
          <a:custGeom>
            <a:avLst/>
            <a:gdLst/>
            <a:ahLst/>
            <a:rect l="0" t="0" r="r" b="b"/>
            <a:pathLst>
              <a:path w="8971" h="5796">
                <a:moveTo>
                  <a:pt x="0" y="0"/>
                </a:moveTo>
                <a:lnTo>
                  <a:pt x="8971" y="0"/>
                </a:lnTo>
                <a:lnTo>
                  <a:pt x="8971" y="5796"/>
                </a:lnTo>
                <a:lnTo>
                  <a:pt x="0" y="5796"/>
                </a:lnTo>
                <a:lnTo>
                  <a:pt x="0" y="0"/>
                </a:lnTo>
                <a:close/>
              </a:path>
            </a:pathLst>
          </a:custGeom>
          <a:solidFill>
            <a:srgbClr val="0e9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1018080" y="4603680"/>
            <a:ext cx="4196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74151"/>
                </a:solidFill>
                <a:latin typeface="Arial"/>
                <a:ea typeface="Arial"/>
              </a:rPr>
              <a:t>De eis staat nergens los: mens noch machine kan nalezen wat er bedoeld is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5535360" y="2922840"/>
            <a:ext cx="11437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0e9e7e"/>
                </a:solidFill>
                <a:latin typeface="Arial"/>
                <a:ea typeface="Arial"/>
              </a:rPr>
              <a:t>WAT WE AL DOEN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5535360" y="3152160"/>
            <a:ext cx="20797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Uitlijnen met MORA en HORA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5535360" y="3371040"/>
            <a:ext cx="22716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OKx-kader in het businesskader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5535360" y="3590280"/>
            <a:ext cx="27669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e9e7e"/>
                </a:solidFill>
                <a:latin typeface="Arial"/>
                <a:ea typeface="Arial"/>
              </a:rPr>
              <a:t>•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Wat bouwen we, voor wie, onder welke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5670720" y="3771360"/>
            <a:ext cx="11329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omstandigheden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6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6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65" name=""/>
          <p:cNvSpPr/>
          <p:nvPr/>
        </p:nvSpPr>
        <p:spPr>
          <a:xfrm>
            <a:off x="485640" y="1028520"/>
            <a:ext cx="8058600" cy="819360"/>
          </a:xfrm>
          <a:custGeom>
            <a:avLst/>
            <a:gdLst/>
            <a:ahLst/>
            <a:rect l="0" t="0" r="r" b="b"/>
            <a:pathLst>
              <a:path w="22385" h="2276">
                <a:moveTo>
                  <a:pt x="0" y="2012"/>
                </a:moveTo>
                <a:lnTo>
                  <a:pt x="0" y="265"/>
                </a:lnTo>
                <a:cubicBezTo>
                  <a:pt x="0" y="247"/>
                  <a:pt x="1" y="230"/>
                  <a:pt x="3" y="213"/>
                </a:cubicBezTo>
                <a:cubicBezTo>
                  <a:pt x="6" y="196"/>
                  <a:pt x="9" y="179"/>
                  <a:pt x="14" y="163"/>
                </a:cubicBezTo>
                <a:cubicBezTo>
                  <a:pt x="19" y="147"/>
                  <a:pt x="24" y="132"/>
                  <a:pt x="31" y="118"/>
                </a:cubicBezTo>
                <a:cubicBezTo>
                  <a:pt x="38" y="103"/>
                  <a:pt x="46" y="90"/>
                  <a:pt x="54" y="77"/>
                </a:cubicBezTo>
                <a:cubicBezTo>
                  <a:pt x="63" y="65"/>
                  <a:pt x="72" y="54"/>
                  <a:pt x="82" y="45"/>
                </a:cubicBezTo>
                <a:cubicBezTo>
                  <a:pt x="92" y="35"/>
                  <a:pt x="103" y="27"/>
                  <a:pt x="114" y="20"/>
                </a:cubicBezTo>
                <a:cubicBezTo>
                  <a:pt x="125" y="13"/>
                  <a:pt x="137" y="8"/>
                  <a:pt x="149" y="5"/>
                </a:cubicBezTo>
                <a:cubicBezTo>
                  <a:pt x="161" y="2"/>
                  <a:pt x="173" y="0"/>
                  <a:pt x="185" y="0"/>
                </a:cubicBezTo>
                <a:lnTo>
                  <a:pt x="22120" y="0"/>
                </a:lnTo>
                <a:cubicBezTo>
                  <a:pt x="22137" y="0"/>
                  <a:pt x="22155" y="2"/>
                  <a:pt x="22172" y="5"/>
                </a:cubicBezTo>
                <a:cubicBezTo>
                  <a:pt x="22189" y="8"/>
                  <a:pt x="22205" y="13"/>
                  <a:pt x="22221" y="20"/>
                </a:cubicBezTo>
                <a:cubicBezTo>
                  <a:pt x="22237" y="27"/>
                  <a:pt x="22253" y="35"/>
                  <a:pt x="22267" y="45"/>
                </a:cubicBezTo>
                <a:cubicBezTo>
                  <a:pt x="22281" y="54"/>
                  <a:pt x="22295" y="65"/>
                  <a:pt x="22307" y="77"/>
                </a:cubicBezTo>
                <a:cubicBezTo>
                  <a:pt x="22319" y="90"/>
                  <a:pt x="22330" y="103"/>
                  <a:pt x="22340" y="118"/>
                </a:cubicBezTo>
                <a:cubicBezTo>
                  <a:pt x="22350" y="132"/>
                  <a:pt x="22358" y="147"/>
                  <a:pt x="22364" y="163"/>
                </a:cubicBezTo>
                <a:cubicBezTo>
                  <a:pt x="22371" y="179"/>
                  <a:pt x="22376" y="196"/>
                  <a:pt x="22380" y="213"/>
                </a:cubicBezTo>
                <a:cubicBezTo>
                  <a:pt x="22383" y="230"/>
                  <a:pt x="22385" y="247"/>
                  <a:pt x="22385" y="265"/>
                </a:cubicBezTo>
                <a:lnTo>
                  <a:pt x="22385" y="2012"/>
                </a:lnTo>
                <a:cubicBezTo>
                  <a:pt x="22385" y="2029"/>
                  <a:pt x="22383" y="2046"/>
                  <a:pt x="22380" y="2063"/>
                </a:cubicBezTo>
                <a:cubicBezTo>
                  <a:pt x="22376" y="2080"/>
                  <a:pt x="22371" y="2097"/>
                  <a:pt x="22364" y="2113"/>
                </a:cubicBezTo>
                <a:cubicBezTo>
                  <a:pt x="22358" y="2129"/>
                  <a:pt x="22350" y="2144"/>
                  <a:pt x="22340" y="2159"/>
                </a:cubicBezTo>
                <a:cubicBezTo>
                  <a:pt x="22330" y="2173"/>
                  <a:pt x="22319" y="2187"/>
                  <a:pt x="22307" y="2199"/>
                </a:cubicBezTo>
                <a:cubicBezTo>
                  <a:pt x="22295" y="2211"/>
                  <a:pt x="22281" y="2222"/>
                  <a:pt x="22267" y="2232"/>
                </a:cubicBezTo>
                <a:cubicBezTo>
                  <a:pt x="22253" y="2241"/>
                  <a:pt x="22237" y="2250"/>
                  <a:pt x="22221" y="2256"/>
                </a:cubicBezTo>
                <a:cubicBezTo>
                  <a:pt x="22205" y="2263"/>
                  <a:pt x="22189" y="2268"/>
                  <a:pt x="22172" y="2271"/>
                </a:cubicBezTo>
                <a:cubicBezTo>
                  <a:pt x="22155" y="2275"/>
                  <a:pt x="22137" y="2276"/>
                  <a:pt x="22120" y="2276"/>
                </a:cubicBezTo>
                <a:lnTo>
                  <a:pt x="185" y="2276"/>
                </a:lnTo>
                <a:cubicBezTo>
                  <a:pt x="173" y="2276"/>
                  <a:pt x="161" y="2275"/>
                  <a:pt x="149" y="2271"/>
                </a:cubicBezTo>
                <a:cubicBezTo>
                  <a:pt x="137" y="2268"/>
                  <a:pt x="125" y="2263"/>
                  <a:pt x="114" y="2256"/>
                </a:cubicBezTo>
                <a:cubicBezTo>
                  <a:pt x="103" y="2250"/>
                  <a:pt x="92" y="2241"/>
                  <a:pt x="82" y="2232"/>
                </a:cubicBezTo>
                <a:cubicBezTo>
                  <a:pt x="72" y="2222"/>
                  <a:pt x="63" y="2211"/>
                  <a:pt x="54" y="2199"/>
                </a:cubicBezTo>
                <a:cubicBezTo>
                  <a:pt x="46" y="2187"/>
                  <a:pt x="38" y="2173"/>
                  <a:pt x="31" y="2159"/>
                </a:cubicBezTo>
                <a:cubicBezTo>
                  <a:pt x="24" y="2144"/>
                  <a:pt x="19" y="2129"/>
                  <a:pt x="14" y="2113"/>
                </a:cubicBezTo>
                <a:cubicBezTo>
                  <a:pt x="9" y="2097"/>
                  <a:pt x="6" y="2080"/>
                  <a:pt x="3" y="2063"/>
                </a:cubicBezTo>
                <a:cubicBezTo>
                  <a:pt x="1" y="2046"/>
                  <a:pt x="0" y="2029"/>
                  <a:pt x="0" y="2012"/>
                </a:cubicBezTo>
                <a:close/>
              </a:path>
            </a:pathLst>
          </a:custGeom>
          <a:solidFill>
            <a:srgbClr val="f0e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6" name=""/>
          <p:cNvSpPr/>
          <p:nvPr/>
        </p:nvSpPr>
        <p:spPr>
          <a:xfrm>
            <a:off x="456840" y="1028520"/>
            <a:ext cx="8087400" cy="819360"/>
          </a:xfrm>
          <a:custGeom>
            <a:avLst/>
            <a:gdLst/>
            <a:ahLst/>
            <a:rect l="0" t="0" r="r" b="b"/>
            <a:pathLst>
              <a:path w="22465" h="2276">
                <a:moveTo>
                  <a:pt x="0" y="0"/>
                </a:moveTo>
                <a:lnTo>
                  <a:pt x="22465" y="0"/>
                </a:lnTo>
                <a:lnTo>
                  <a:pt x="22465" y="2276"/>
                </a:lnTo>
                <a:lnTo>
                  <a:pt x="0" y="2276"/>
                </a:lnTo>
                <a:lnTo>
                  <a:pt x="0" y="0"/>
                </a:lnTo>
                <a:close/>
              </a:path>
            </a:pathLst>
          </a:custGeom>
          <a:solidFill>
            <a:srgbClr val="7a5d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439920" y="386640"/>
            <a:ext cx="4600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Waardoor we vertragen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8" name=""/>
          <p:cNvSpPr txBox="1"/>
          <p:nvPr/>
        </p:nvSpPr>
        <p:spPr>
          <a:xfrm>
            <a:off x="704880" y="1199520"/>
            <a:ext cx="78570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80" spc="-1" strike="noStrike">
                <a:solidFill>
                  <a:srgbClr val="7a5dba"/>
                </a:solidFill>
                <a:latin typeface="Arial"/>
                <a:ea typeface="Arial"/>
              </a:rPr>
              <a:t>We hebben capaciteit voor technische uitwerking, maar te weinig richting erin.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9" name=""/>
          <p:cNvSpPr/>
          <p:nvPr/>
        </p:nvSpPr>
        <p:spPr>
          <a:xfrm>
            <a:off x="456840" y="1981080"/>
            <a:ext cx="2601000" cy="1981440"/>
          </a:xfrm>
          <a:custGeom>
            <a:avLst/>
            <a:gdLst/>
            <a:ahLst/>
            <a:rect l="0" t="0" r="r" b="b"/>
            <a:pathLst>
              <a:path w="7225" h="5504">
                <a:moveTo>
                  <a:pt x="0" y="5240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5" y="103"/>
                  <a:pt x="66" y="90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2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2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7"/>
                  <a:pt x="7093" y="35"/>
                  <a:pt x="7107" y="44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90"/>
                  <a:pt x="7170" y="103"/>
                  <a:pt x="7180" y="117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4"/>
                </a:cubicBezTo>
                <a:lnTo>
                  <a:pt x="7225" y="5240"/>
                </a:lnTo>
                <a:cubicBezTo>
                  <a:pt x="7225" y="5257"/>
                  <a:pt x="7223" y="5274"/>
                  <a:pt x="7220" y="5291"/>
                </a:cubicBezTo>
                <a:cubicBezTo>
                  <a:pt x="7216" y="5308"/>
                  <a:pt x="7211" y="5325"/>
                  <a:pt x="7204" y="5341"/>
                </a:cubicBezTo>
                <a:cubicBezTo>
                  <a:pt x="7198" y="5357"/>
                  <a:pt x="7190" y="5372"/>
                  <a:pt x="7180" y="5387"/>
                </a:cubicBezTo>
                <a:cubicBezTo>
                  <a:pt x="7170" y="5401"/>
                  <a:pt x="7159" y="5414"/>
                  <a:pt x="7147" y="5427"/>
                </a:cubicBezTo>
                <a:cubicBezTo>
                  <a:pt x="7135" y="5439"/>
                  <a:pt x="7121" y="5450"/>
                  <a:pt x="7107" y="5460"/>
                </a:cubicBezTo>
                <a:cubicBezTo>
                  <a:pt x="7093" y="5469"/>
                  <a:pt x="7077" y="5477"/>
                  <a:pt x="7061" y="5484"/>
                </a:cubicBezTo>
                <a:cubicBezTo>
                  <a:pt x="7045" y="5491"/>
                  <a:pt x="7029" y="5496"/>
                  <a:pt x="7012" y="5499"/>
                </a:cubicBezTo>
                <a:cubicBezTo>
                  <a:pt x="6995" y="5502"/>
                  <a:pt x="6977" y="5504"/>
                  <a:pt x="6960" y="5504"/>
                </a:cubicBezTo>
                <a:lnTo>
                  <a:pt x="265" y="5504"/>
                </a:lnTo>
                <a:cubicBezTo>
                  <a:pt x="248" y="5504"/>
                  <a:pt x="231" y="5502"/>
                  <a:pt x="213" y="5499"/>
                </a:cubicBezTo>
                <a:cubicBezTo>
                  <a:pt x="196" y="5496"/>
                  <a:pt x="180" y="5491"/>
                  <a:pt x="164" y="5484"/>
                </a:cubicBezTo>
                <a:cubicBezTo>
                  <a:pt x="148" y="5477"/>
                  <a:pt x="133" y="5469"/>
                  <a:pt x="118" y="5460"/>
                </a:cubicBezTo>
                <a:cubicBezTo>
                  <a:pt x="104" y="5450"/>
                  <a:pt x="90" y="5439"/>
                  <a:pt x="78" y="5427"/>
                </a:cubicBezTo>
                <a:cubicBezTo>
                  <a:pt x="66" y="5414"/>
                  <a:pt x="55" y="5401"/>
                  <a:pt x="45" y="5387"/>
                </a:cubicBezTo>
                <a:cubicBezTo>
                  <a:pt x="35" y="5372"/>
                  <a:pt x="27" y="5357"/>
                  <a:pt x="21" y="5341"/>
                </a:cubicBezTo>
                <a:cubicBezTo>
                  <a:pt x="14" y="5325"/>
                  <a:pt x="9" y="5308"/>
                  <a:pt x="6" y="5291"/>
                </a:cubicBezTo>
                <a:cubicBezTo>
                  <a:pt x="2" y="5274"/>
                  <a:pt x="0" y="5257"/>
                  <a:pt x="0" y="5240"/>
                </a:cubicBezTo>
                <a:close/>
              </a:path>
            </a:pathLst>
          </a:custGeom>
          <a:solidFill>
            <a:srgbClr val="dcef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704880" y="1504080"/>
            <a:ext cx="7520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Wat is er precies nodig om dit spoor te leggen? Waar leggen we het wel, waar bewust niet, en waarom?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1" name=""/>
          <p:cNvSpPr txBox="1"/>
          <p:nvPr/>
        </p:nvSpPr>
        <p:spPr>
          <a:xfrm>
            <a:off x="609480" y="2142000"/>
            <a:ext cx="2690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2e86c1"/>
                </a:solidFill>
                <a:latin typeface="Arial"/>
                <a:ea typeface="Arial"/>
              </a:rPr>
              <a:t>Rollen en producten herverdelen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2" name=""/>
          <p:cNvSpPr txBox="1"/>
          <p:nvPr/>
        </p:nvSpPr>
        <p:spPr>
          <a:xfrm>
            <a:off x="609480" y="2415960"/>
            <a:ext cx="1911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Inventariseren welke rollen,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609480" y="2606400"/>
            <a:ext cx="2533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producten en verantwoordelijkheden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609480" y="2796840"/>
            <a:ext cx="2236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er zijn, en die opnieuw beleggen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609480" y="2977920"/>
            <a:ext cx="2460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zodat er richting vanuit de business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6" name=""/>
          <p:cNvSpPr/>
          <p:nvPr/>
        </p:nvSpPr>
        <p:spPr>
          <a:xfrm>
            <a:off x="609480" y="343836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2e86c1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7" name=""/>
          <p:cNvSpPr txBox="1"/>
          <p:nvPr/>
        </p:nvSpPr>
        <p:spPr>
          <a:xfrm>
            <a:off x="609480" y="3168360"/>
            <a:ext cx="395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komt.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609480" y="3506400"/>
            <a:ext cx="23050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Geen extra budget, wel keuzes in wat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9" name=""/>
          <p:cNvSpPr/>
          <p:nvPr/>
        </p:nvSpPr>
        <p:spPr>
          <a:xfrm>
            <a:off x="3200040" y="1981080"/>
            <a:ext cx="2601000" cy="1981440"/>
          </a:xfrm>
          <a:custGeom>
            <a:avLst/>
            <a:gdLst/>
            <a:ahLst/>
            <a:rect l="0" t="0" r="r" b="b"/>
            <a:pathLst>
              <a:path w="7225" h="5504">
                <a:moveTo>
                  <a:pt x="0" y="5240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79"/>
                  <a:pt x="21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5" y="103"/>
                  <a:pt x="66" y="90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1" y="2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5" y="2"/>
                  <a:pt x="7012" y="5"/>
                </a:cubicBezTo>
                <a:cubicBezTo>
                  <a:pt x="7029" y="8"/>
                  <a:pt x="7045" y="13"/>
                  <a:pt x="7061" y="20"/>
                </a:cubicBezTo>
                <a:cubicBezTo>
                  <a:pt x="7077" y="27"/>
                  <a:pt x="7093" y="35"/>
                  <a:pt x="7107" y="44"/>
                </a:cubicBezTo>
                <a:cubicBezTo>
                  <a:pt x="7121" y="54"/>
                  <a:pt x="7135" y="65"/>
                  <a:pt x="7147" y="77"/>
                </a:cubicBezTo>
                <a:cubicBezTo>
                  <a:pt x="7159" y="90"/>
                  <a:pt x="7170" y="103"/>
                  <a:pt x="7180" y="117"/>
                </a:cubicBezTo>
                <a:cubicBezTo>
                  <a:pt x="7190" y="132"/>
                  <a:pt x="7198" y="147"/>
                  <a:pt x="7204" y="163"/>
                </a:cubicBezTo>
                <a:cubicBezTo>
                  <a:pt x="7211" y="179"/>
                  <a:pt x="7216" y="196"/>
                  <a:pt x="7220" y="213"/>
                </a:cubicBezTo>
                <a:cubicBezTo>
                  <a:pt x="7223" y="230"/>
                  <a:pt x="7225" y="247"/>
                  <a:pt x="7225" y="264"/>
                </a:cubicBezTo>
                <a:lnTo>
                  <a:pt x="7225" y="5240"/>
                </a:lnTo>
                <a:cubicBezTo>
                  <a:pt x="7225" y="5257"/>
                  <a:pt x="7223" y="5274"/>
                  <a:pt x="7220" y="5291"/>
                </a:cubicBezTo>
                <a:cubicBezTo>
                  <a:pt x="7216" y="5308"/>
                  <a:pt x="7211" y="5325"/>
                  <a:pt x="7204" y="5341"/>
                </a:cubicBezTo>
                <a:cubicBezTo>
                  <a:pt x="7198" y="5357"/>
                  <a:pt x="7190" y="5372"/>
                  <a:pt x="7180" y="5387"/>
                </a:cubicBezTo>
                <a:cubicBezTo>
                  <a:pt x="7170" y="5401"/>
                  <a:pt x="7159" y="5414"/>
                  <a:pt x="7147" y="5427"/>
                </a:cubicBezTo>
                <a:cubicBezTo>
                  <a:pt x="7135" y="5439"/>
                  <a:pt x="7121" y="5450"/>
                  <a:pt x="7107" y="5460"/>
                </a:cubicBezTo>
                <a:cubicBezTo>
                  <a:pt x="7093" y="5469"/>
                  <a:pt x="7077" y="5477"/>
                  <a:pt x="7061" y="5484"/>
                </a:cubicBezTo>
                <a:cubicBezTo>
                  <a:pt x="7045" y="5491"/>
                  <a:pt x="7029" y="5496"/>
                  <a:pt x="7012" y="5499"/>
                </a:cubicBezTo>
                <a:cubicBezTo>
                  <a:pt x="6995" y="5502"/>
                  <a:pt x="6977" y="5504"/>
                  <a:pt x="6960" y="5504"/>
                </a:cubicBezTo>
                <a:lnTo>
                  <a:pt x="265" y="5504"/>
                </a:lnTo>
                <a:cubicBezTo>
                  <a:pt x="248" y="5504"/>
                  <a:pt x="231" y="5502"/>
                  <a:pt x="213" y="5499"/>
                </a:cubicBezTo>
                <a:cubicBezTo>
                  <a:pt x="196" y="5496"/>
                  <a:pt x="180" y="5491"/>
                  <a:pt x="164" y="5484"/>
                </a:cubicBezTo>
                <a:cubicBezTo>
                  <a:pt x="148" y="5477"/>
                  <a:pt x="133" y="5469"/>
                  <a:pt x="118" y="5460"/>
                </a:cubicBezTo>
                <a:cubicBezTo>
                  <a:pt x="104" y="5450"/>
                  <a:pt x="90" y="5439"/>
                  <a:pt x="78" y="5427"/>
                </a:cubicBezTo>
                <a:cubicBezTo>
                  <a:pt x="66" y="5414"/>
                  <a:pt x="55" y="5401"/>
                  <a:pt x="45" y="5387"/>
                </a:cubicBezTo>
                <a:cubicBezTo>
                  <a:pt x="35" y="5372"/>
                  <a:pt x="27" y="5357"/>
                  <a:pt x="21" y="5341"/>
                </a:cubicBezTo>
                <a:cubicBezTo>
                  <a:pt x="14" y="5325"/>
                  <a:pt x="9" y="5308"/>
                  <a:pt x="6" y="5291"/>
                </a:cubicBezTo>
                <a:cubicBezTo>
                  <a:pt x="2" y="5274"/>
                  <a:pt x="0" y="5257"/>
                  <a:pt x="0" y="5240"/>
                </a:cubicBezTo>
                <a:close/>
              </a:path>
            </a:pathLst>
          </a:custGeom>
          <a:solidFill>
            <a:srgbClr val="ffe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0" name=""/>
          <p:cNvSpPr txBox="1"/>
          <p:nvPr/>
        </p:nvSpPr>
        <p:spPr>
          <a:xfrm>
            <a:off x="609480" y="3668400"/>
            <a:ext cx="681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blijft liggen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1" name=""/>
          <p:cNvSpPr txBox="1"/>
          <p:nvPr/>
        </p:nvSpPr>
        <p:spPr>
          <a:xfrm>
            <a:off x="3349800" y="2142000"/>
            <a:ext cx="2256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e8912b"/>
                </a:solidFill>
                <a:latin typeface="Arial"/>
                <a:ea typeface="Arial"/>
              </a:rPr>
              <a:t>De vraag bij de instellingen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3349800" y="2351520"/>
            <a:ext cx="655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e8912b"/>
                </a:solidFill>
                <a:latin typeface="Arial"/>
                <a:ea typeface="Arial"/>
              </a:rPr>
              <a:t>ophalen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3349800" y="2634840"/>
            <a:ext cx="2422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POC-scholen beschrijven hun eigen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3349800" y="2815920"/>
            <a:ext cx="2062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bouwstenen, OKx toetst ze 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5" name=""/>
          <p:cNvSpPr/>
          <p:nvPr/>
        </p:nvSpPr>
        <p:spPr>
          <a:xfrm>
            <a:off x="3352680" y="3600360"/>
            <a:ext cx="2295720" cy="9720"/>
          </a:xfrm>
          <a:custGeom>
            <a:avLst/>
            <a:gdLst/>
            <a:ahLst/>
            <a:rect l="0" t="0" r="r" b="b"/>
            <a:pathLst>
              <a:path w="6377" h="27">
                <a:moveTo>
                  <a:pt x="0" y="0"/>
                </a:moveTo>
                <a:lnTo>
                  <a:pt x="6377" y="0"/>
                </a:lnTo>
                <a:lnTo>
                  <a:pt x="63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8912b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3349800" y="3006360"/>
            <a:ext cx="2151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verbindt ze aan de speciﬁcatie.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7" name=""/>
          <p:cNvSpPr/>
          <p:nvPr/>
        </p:nvSpPr>
        <p:spPr>
          <a:xfrm>
            <a:off x="5933880" y="1981080"/>
            <a:ext cx="2610360" cy="1981440"/>
          </a:xfrm>
          <a:custGeom>
            <a:avLst/>
            <a:gdLst/>
            <a:ahLst/>
            <a:rect l="0" t="0" r="r" b="b"/>
            <a:pathLst>
              <a:path w="7251" h="5504">
                <a:moveTo>
                  <a:pt x="0" y="5240"/>
                </a:moveTo>
                <a:lnTo>
                  <a:pt x="0" y="264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7"/>
                </a:cubicBezTo>
                <a:cubicBezTo>
                  <a:pt x="54" y="103"/>
                  <a:pt x="65" y="90"/>
                  <a:pt x="78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5" y="0"/>
                </a:cubicBezTo>
                <a:lnTo>
                  <a:pt x="6986" y="0"/>
                </a:lnTo>
                <a:cubicBezTo>
                  <a:pt x="7003" y="0"/>
                  <a:pt x="7021" y="2"/>
                  <a:pt x="7038" y="5"/>
                </a:cubicBezTo>
                <a:cubicBezTo>
                  <a:pt x="7055" y="8"/>
                  <a:pt x="7071" y="13"/>
                  <a:pt x="7087" y="20"/>
                </a:cubicBezTo>
                <a:cubicBezTo>
                  <a:pt x="7103" y="27"/>
                  <a:pt x="7119" y="35"/>
                  <a:pt x="7133" y="44"/>
                </a:cubicBezTo>
                <a:cubicBezTo>
                  <a:pt x="7147" y="54"/>
                  <a:pt x="7161" y="65"/>
                  <a:pt x="7173" y="77"/>
                </a:cubicBezTo>
                <a:cubicBezTo>
                  <a:pt x="7185" y="90"/>
                  <a:pt x="7196" y="103"/>
                  <a:pt x="7206" y="117"/>
                </a:cubicBezTo>
                <a:cubicBezTo>
                  <a:pt x="7216" y="132"/>
                  <a:pt x="7224" y="147"/>
                  <a:pt x="7230" y="163"/>
                </a:cubicBezTo>
                <a:cubicBezTo>
                  <a:pt x="7237" y="179"/>
                  <a:pt x="7242" y="196"/>
                  <a:pt x="7246" y="213"/>
                </a:cubicBezTo>
                <a:cubicBezTo>
                  <a:pt x="7249" y="230"/>
                  <a:pt x="7251" y="247"/>
                  <a:pt x="7251" y="264"/>
                </a:cubicBezTo>
                <a:lnTo>
                  <a:pt x="7251" y="5240"/>
                </a:lnTo>
                <a:cubicBezTo>
                  <a:pt x="7251" y="5257"/>
                  <a:pt x="7249" y="5274"/>
                  <a:pt x="7246" y="5291"/>
                </a:cubicBezTo>
                <a:cubicBezTo>
                  <a:pt x="7242" y="5308"/>
                  <a:pt x="7237" y="5325"/>
                  <a:pt x="7230" y="5341"/>
                </a:cubicBezTo>
                <a:cubicBezTo>
                  <a:pt x="7224" y="5357"/>
                  <a:pt x="7216" y="5372"/>
                  <a:pt x="7206" y="5387"/>
                </a:cubicBezTo>
                <a:cubicBezTo>
                  <a:pt x="7196" y="5401"/>
                  <a:pt x="7185" y="5414"/>
                  <a:pt x="7173" y="5427"/>
                </a:cubicBezTo>
                <a:cubicBezTo>
                  <a:pt x="7161" y="5439"/>
                  <a:pt x="7147" y="5450"/>
                  <a:pt x="7133" y="5460"/>
                </a:cubicBezTo>
                <a:cubicBezTo>
                  <a:pt x="7119" y="5469"/>
                  <a:pt x="7103" y="5477"/>
                  <a:pt x="7087" y="5484"/>
                </a:cubicBezTo>
                <a:cubicBezTo>
                  <a:pt x="7071" y="5491"/>
                  <a:pt x="7055" y="5496"/>
                  <a:pt x="7038" y="5499"/>
                </a:cubicBezTo>
                <a:cubicBezTo>
                  <a:pt x="7021" y="5502"/>
                  <a:pt x="7003" y="5504"/>
                  <a:pt x="6986" y="5504"/>
                </a:cubicBezTo>
                <a:lnTo>
                  <a:pt x="265" y="5504"/>
                </a:lnTo>
                <a:cubicBezTo>
                  <a:pt x="247" y="5504"/>
                  <a:pt x="230" y="5502"/>
                  <a:pt x="213" y="5499"/>
                </a:cubicBezTo>
                <a:cubicBezTo>
                  <a:pt x="196" y="5496"/>
                  <a:pt x="179" y="5491"/>
                  <a:pt x="163" y="5484"/>
                </a:cubicBezTo>
                <a:cubicBezTo>
                  <a:pt x="147" y="5477"/>
                  <a:pt x="132" y="5469"/>
                  <a:pt x="118" y="5460"/>
                </a:cubicBezTo>
                <a:cubicBezTo>
                  <a:pt x="103" y="5450"/>
                  <a:pt x="90" y="5439"/>
                  <a:pt x="78" y="5427"/>
                </a:cubicBezTo>
                <a:cubicBezTo>
                  <a:pt x="65" y="5414"/>
                  <a:pt x="54" y="5401"/>
                  <a:pt x="45" y="5387"/>
                </a:cubicBezTo>
                <a:cubicBezTo>
                  <a:pt x="35" y="5372"/>
                  <a:pt x="27" y="5357"/>
                  <a:pt x="20" y="5341"/>
                </a:cubicBezTo>
                <a:cubicBezTo>
                  <a:pt x="14" y="5325"/>
                  <a:pt x="9" y="5308"/>
                  <a:pt x="5" y="5291"/>
                </a:cubicBezTo>
                <a:cubicBezTo>
                  <a:pt x="2" y="5274"/>
                  <a:pt x="0" y="5257"/>
                  <a:pt x="0" y="5240"/>
                </a:cubicBezTo>
                <a:close/>
              </a:path>
            </a:pathLst>
          </a:custGeom>
          <a:solidFill>
            <a:srgbClr val="d9f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8" name=""/>
          <p:cNvSpPr txBox="1"/>
          <p:nvPr/>
        </p:nvSpPr>
        <p:spPr>
          <a:xfrm>
            <a:off x="3349800" y="3668400"/>
            <a:ext cx="2118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Draagvlak groeit, kost doorlooptijd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6089760" y="2142000"/>
            <a:ext cx="12502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0e9e7e"/>
                </a:solidFill>
                <a:latin typeface="Arial"/>
                <a:ea typeface="Arial"/>
              </a:rPr>
              <a:t>Capaciteit erbij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6089760" y="2415960"/>
            <a:ext cx="2170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tweede analist en architect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6089760" y="2606400"/>
            <a:ext cx="2283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naast Niels, die de vraag vertaalt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2" name=""/>
          <p:cNvSpPr/>
          <p:nvPr/>
        </p:nvSpPr>
        <p:spPr>
          <a:xfrm>
            <a:off x="6086160" y="3600360"/>
            <a:ext cx="2305440" cy="9720"/>
          </a:xfrm>
          <a:custGeom>
            <a:avLst/>
            <a:gdLst/>
            <a:ahLst/>
            <a:rect l="0" t="0" r="r" b="b"/>
            <a:pathLst>
              <a:path w="6404" h="27">
                <a:moveTo>
                  <a:pt x="0" y="0"/>
                </a:moveTo>
                <a:lnTo>
                  <a:pt x="6404" y="0"/>
                </a:lnTo>
                <a:lnTo>
                  <a:pt x="64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9e7e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6089760" y="2796840"/>
            <a:ext cx="14227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naar werkpakketten.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4" name=""/>
          <p:cNvSpPr/>
          <p:nvPr/>
        </p:nvSpPr>
        <p:spPr>
          <a:xfrm>
            <a:off x="456840" y="4076640"/>
            <a:ext cx="8087400" cy="790920"/>
          </a:xfrm>
          <a:custGeom>
            <a:avLst/>
            <a:gdLst/>
            <a:ahLst/>
            <a:rect l="0" t="0" r="r" b="b"/>
            <a:pathLst>
              <a:path w="22465" h="2197">
                <a:moveTo>
                  <a:pt x="0" y="0"/>
                </a:moveTo>
                <a:lnTo>
                  <a:pt x="22465" y="0"/>
                </a:lnTo>
                <a:lnTo>
                  <a:pt x="22465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5" name=""/>
          <p:cNvSpPr/>
          <p:nvPr/>
        </p:nvSpPr>
        <p:spPr>
          <a:xfrm>
            <a:off x="456840" y="4076640"/>
            <a:ext cx="8087400" cy="38160"/>
          </a:xfrm>
          <a:custGeom>
            <a:avLst/>
            <a:gdLst/>
            <a:ahLst/>
            <a:rect l="0" t="0" r="r" b="b"/>
            <a:pathLst>
              <a:path w="22465" h="106">
                <a:moveTo>
                  <a:pt x="0" y="0"/>
                </a:moveTo>
                <a:lnTo>
                  <a:pt x="22465" y="0"/>
                </a:lnTo>
                <a:lnTo>
                  <a:pt x="22465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a848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6" name=""/>
          <p:cNvSpPr/>
          <p:nvPr/>
        </p:nvSpPr>
        <p:spPr>
          <a:xfrm>
            <a:off x="456840" y="4857480"/>
            <a:ext cx="8087400" cy="10080"/>
          </a:xfrm>
          <a:custGeom>
            <a:avLst/>
            <a:gdLst/>
            <a:ahLst/>
            <a:rect l="0" t="0" r="r" b="b"/>
            <a:pathLst>
              <a:path w="22465" h="28">
                <a:moveTo>
                  <a:pt x="0" y="0"/>
                </a:moveTo>
                <a:lnTo>
                  <a:pt x="22465" y="0"/>
                </a:lnTo>
                <a:lnTo>
                  <a:pt x="224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7" name=""/>
          <p:cNvSpPr/>
          <p:nvPr/>
        </p:nvSpPr>
        <p:spPr>
          <a:xfrm>
            <a:off x="8534160" y="407664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5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8" name=""/>
          <p:cNvSpPr/>
          <p:nvPr/>
        </p:nvSpPr>
        <p:spPr>
          <a:xfrm>
            <a:off x="456840" y="407664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6089760" y="3668400"/>
            <a:ext cx="1675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Sneller scherp, kost budget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634320" y="4293360"/>
            <a:ext cx="883224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1a1a2e"/>
                </a:solidFill>
                <a:latin typeface="Arial"/>
                <a:ea typeface="Arial"/>
              </a:rPr>
              <a:t>Zonder keuze blijft de richting bij een persoon liggen en loopt de doorlooptijd op. </a:t>
            </a:r>
            <a:r>
              <a:rPr b="1" lang="en-US" sz="1150" spc="-1" strike="noStrike">
                <a:solidFill>
                  <a:srgbClr val="a8481f"/>
                </a:solidFill>
                <a:latin typeface="Arial"/>
                <a:ea typeface="Arial"/>
              </a:rPr>
              <a:t>Gevraagd: welke route verkennen</a:t>
            </a:r>
            <a:endParaRPr b="0" lang="en-US" sz="11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634320" y="4512600"/>
            <a:ext cx="32076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a8481f"/>
                </a:solidFill>
                <a:latin typeface="Arial"/>
                <a:ea typeface="Arial"/>
              </a:rPr>
              <a:t>we?</a:t>
            </a:r>
            <a:endParaRPr b="0" lang="en-US" sz="11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0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0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