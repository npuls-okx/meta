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5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41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8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1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3" name=""/>
          <p:cNvSpPr/>
          <p:nvPr/>
        </p:nvSpPr>
        <p:spPr>
          <a:xfrm>
            <a:off x="2168640" y="142848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7320" y="209412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29760" y="20869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6"/>
                </a:lnTo>
                <a:lnTo>
                  <a:pt x="63" y="217"/>
                </a:lnTo>
                <a:lnTo>
                  <a:pt x="42" y="217"/>
                </a:lnTo>
                <a:lnTo>
                  <a:pt x="43" y="195"/>
                </a:lnTo>
                <a:moveTo>
                  <a:pt x="64" y="196"/>
                </a:moveTo>
                <a:lnTo>
                  <a:pt x="85" y="197"/>
                </a:lnTo>
                <a:lnTo>
                  <a:pt x="84" y="218"/>
                </a:lnTo>
                <a:lnTo>
                  <a:pt x="63" y="217"/>
                </a:lnTo>
                <a:lnTo>
                  <a:pt x="64" y="196"/>
                </a:lnTo>
                <a:moveTo>
                  <a:pt x="85" y="197"/>
                </a:moveTo>
                <a:lnTo>
                  <a:pt x="106" y="198"/>
                </a:lnTo>
                <a:lnTo>
                  <a:pt x="106" y="219"/>
                </a:lnTo>
                <a:lnTo>
                  <a:pt x="84" y="218"/>
                </a:lnTo>
                <a:lnTo>
                  <a:pt x="85" y="197"/>
                </a:lnTo>
                <a:moveTo>
                  <a:pt x="106" y="198"/>
                </a:moveTo>
                <a:lnTo>
                  <a:pt x="127" y="199"/>
                </a:lnTo>
                <a:lnTo>
                  <a:pt x="127" y="220"/>
                </a:lnTo>
                <a:lnTo>
                  <a:pt x="106" y="219"/>
                </a:lnTo>
                <a:lnTo>
                  <a:pt x="106" y="198"/>
                </a:lnTo>
                <a:moveTo>
                  <a:pt x="127" y="199"/>
                </a:moveTo>
                <a:lnTo>
                  <a:pt x="149" y="199"/>
                </a:lnTo>
                <a:lnTo>
                  <a:pt x="148" y="220"/>
                </a:lnTo>
                <a:lnTo>
                  <a:pt x="127" y="220"/>
                </a:lnTo>
                <a:lnTo>
                  <a:pt x="127" y="199"/>
                </a:lnTo>
                <a:moveTo>
                  <a:pt x="149" y="199"/>
                </a:moveTo>
                <a:lnTo>
                  <a:pt x="170" y="200"/>
                </a:lnTo>
                <a:lnTo>
                  <a:pt x="169" y="221"/>
                </a:lnTo>
                <a:lnTo>
                  <a:pt x="148" y="220"/>
                </a:lnTo>
                <a:lnTo>
                  <a:pt x="149" y="199"/>
                </a:lnTo>
                <a:moveTo>
                  <a:pt x="170" y="200"/>
                </a:moveTo>
                <a:lnTo>
                  <a:pt x="191" y="201"/>
                </a:lnTo>
                <a:lnTo>
                  <a:pt x="190" y="222"/>
                </a:lnTo>
                <a:lnTo>
                  <a:pt x="169" y="221"/>
                </a:lnTo>
                <a:lnTo>
                  <a:pt x="170" y="200"/>
                </a:lnTo>
                <a:moveTo>
                  <a:pt x="191" y="201"/>
                </a:moveTo>
                <a:lnTo>
                  <a:pt x="212" y="202"/>
                </a:lnTo>
                <a:lnTo>
                  <a:pt x="211" y="223"/>
                </a:lnTo>
                <a:lnTo>
                  <a:pt x="190" y="222"/>
                </a:lnTo>
                <a:lnTo>
                  <a:pt x="191" y="201"/>
                </a:lnTo>
                <a:moveTo>
                  <a:pt x="212" y="202"/>
                </a:moveTo>
                <a:lnTo>
                  <a:pt x="233" y="203"/>
                </a:lnTo>
                <a:lnTo>
                  <a:pt x="232" y="224"/>
                </a:lnTo>
                <a:lnTo>
                  <a:pt x="211" y="223"/>
                </a:lnTo>
                <a:lnTo>
                  <a:pt x="212" y="202"/>
                </a:lnTo>
                <a:moveTo>
                  <a:pt x="233" y="203"/>
                </a:moveTo>
                <a:lnTo>
                  <a:pt x="255" y="203"/>
                </a:lnTo>
                <a:lnTo>
                  <a:pt x="255" y="224"/>
                </a:lnTo>
                <a:lnTo>
                  <a:pt x="232" y="224"/>
                </a:lnTo>
                <a:lnTo>
                  <a:pt x="233" y="203"/>
                </a:lnTo>
                <a:moveTo>
                  <a:pt x="255" y="203"/>
                </a:moveTo>
                <a:lnTo>
                  <a:pt x="259" y="203"/>
                </a:lnTo>
                <a:lnTo>
                  <a:pt x="259" y="214"/>
                </a:lnTo>
                <a:lnTo>
                  <a:pt x="248" y="218"/>
                </a:lnTo>
                <a:lnTo>
                  <a:pt x="241" y="203"/>
                </a:lnTo>
                <a:lnTo>
                  <a:pt x="261" y="194"/>
                </a:lnTo>
                <a:lnTo>
                  <a:pt x="276" y="225"/>
                </a:lnTo>
                <a:lnTo>
                  <a:pt x="255" y="224"/>
                </a:lnTo>
                <a:lnTo>
                  <a:pt x="255" y="203"/>
                </a:lnTo>
                <a:moveTo>
                  <a:pt x="241" y="203"/>
                </a:moveTo>
                <a:lnTo>
                  <a:pt x="232" y="183"/>
                </a:lnTo>
                <a:lnTo>
                  <a:pt x="253" y="175"/>
                </a:lnTo>
                <a:lnTo>
                  <a:pt x="261" y="194"/>
                </a:lnTo>
                <a:lnTo>
                  <a:pt x="241" y="203"/>
                </a:lnTo>
                <a:moveTo>
                  <a:pt x="232" y="183"/>
                </a:moveTo>
                <a:lnTo>
                  <a:pt x="224" y="164"/>
                </a:lnTo>
                <a:lnTo>
                  <a:pt x="243" y="155"/>
                </a:lnTo>
                <a:lnTo>
                  <a:pt x="253" y="175"/>
                </a:lnTo>
                <a:lnTo>
                  <a:pt x="232" y="183"/>
                </a:lnTo>
                <a:moveTo>
                  <a:pt x="224" y="164"/>
                </a:moveTo>
                <a:lnTo>
                  <a:pt x="215" y="145"/>
                </a:lnTo>
                <a:lnTo>
                  <a:pt x="234" y="136"/>
                </a:lnTo>
                <a:lnTo>
                  <a:pt x="243" y="155"/>
                </a:lnTo>
                <a:lnTo>
                  <a:pt x="224" y="164"/>
                </a:lnTo>
                <a:moveTo>
                  <a:pt x="215" y="145"/>
                </a:moveTo>
                <a:lnTo>
                  <a:pt x="206" y="126"/>
                </a:lnTo>
                <a:lnTo>
                  <a:pt x="225" y="117"/>
                </a:lnTo>
                <a:lnTo>
                  <a:pt x="234" y="136"/>
                </a:lnTo>
                <a:lnTo>
                  <a:pt x="215" y="145"/>
                </a:lnTo>
                <a:moveTo>
                  <a:pt x="206" y="126"/>
                </a:moveTo>
                <a:lnTo>
                  <a:pt x="197" y="105"/>
                </a:lnTo>
                <a:lnTo>
                  <a:pt x="217" y="96"/>
                </a:lnTo>
                <a:lnTo>
                  <a:pt x="225" y="117"/>
                </a:lnTo>
                <a:lnTo>
                  <a:pt x="206" y="126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7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9"/>
                </a:lnTo>
                <a:lnTo>
                  <a:pt x="171" y="47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4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4"/>
                </a:moveTo>
                <a:lnTo>
                  <a:pt x="88" y="140"/>
                </a:lnTo>
                <a:lnTo>
                  <a:pt x="71" y="127"/>
                </a:lnTo>
                <a:lnTo>
                  <a:pt x="85" y="109"/>
                </a:lnTo>
                <a:lnTo>
                  <a:pt x="101" y="124"/>
                </a:lnTo>
                <a:moveTo>
                  <a:pt x="88" y="140"/>
                </a:moveTo>
                <a:lnTo>
                  <a:pt x="74" y="157"/>
                </a:lnTo>
                <a:lnTo>
                  <a:pt x="58" y="143"/>
                </a:lnTo>
                <a:lnTo>
                  <a:pt x="71" y="127"/>
                </a:lnTo>
                <a:lnTo>
                  <a:pt x="88" y="140"/>
                </a:lnTo>
                <a:moveTo>
                  <a:pt x="74" y="157"/>
                </a:moveTo>
                <a:lnTo>
                  <a:pt x="61" y="173"/>
                </a:lnTo>
                <a:lnTo>
                  <a:pt x="45" y="160"/>
                </a:lnTo>
                <a:lnTo>
                  <a:pt x="58" y="143"/>
                </a:lnTo>
                <a:lnTo>
                  <a:pt x="74" y="157"/>
                </a:lnTo>
                <a:moveTo>
                  <a:pt x="61" y="173"/>
                </a:moveTo>
                <a:lnTo>
                  <a:pt x="48" y="189"/>
                </a:lnTo>
                <a:lnTo>
                  <a:pt x="31" y="176"/>
                </a:lnTo>
                <a:lnTo>
                  <a:pt x="45" y="160"/>
                </a:lnTo>
                <a:lnTo>
                  <a:pt x="61" y="173"/>
                </a:lnTo>
                <a:moveTo>
                  <a:pt x="48" y="189"/>
                </a:moveTo>
                <a:lnTo>
                  <a:pt x="34" y="206"/>
                </a:lnTo>
                <a:lnTo>
                  <a:pt x="18" y="193"/>
                </a:lnTo>
                <a:lnTo>
                  <a:pt x="31" y="176"/>
                </a:lnTo>
                <a:lnTo>
                  <a:pt x="48" y="189"/>
                </a:lnTo>
                <a:moveTo>
                  <a:pt x="34" y="206"/>
                </a:moveTo>
                <a:lnTo>
                  <a:pt x="30" y="212"/>
                </a:lnTo>
                <a:lnTo>
                  <a:pt x="21" y="205"/>
                </a:lnTo>
                <a:lnTo>
                  <a:pt x="22" y="195"/>
                </a:lnTo>
                <a:lnTo>
                  <a:pt x="43" y="195"/>
                </a:lnTo>
                <a:lnTo>
                  <a:pt x="42" y="217"/>
                </a:lnTo>
                <a:lnTo>
                  <a:pt x="0" y="215"/>
                </a:lnTo>
                <a:lnTo>
                  <a:pt x="18" y="193"/>
                </a:lnTo>
                <a:lnTo>
                  <a:pt x="34" y="2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974840" y="1390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4970880" y="1384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2"/>
                </a:lnTo>
                <a:lnTo>
                  <a:pt x="219" y="114"/>
                </a:lnTo>
                <a:lnTo>
                  <a:pt x="223" y="123"/>
                </a:lnTo>
                <a:lnTo>
                  <a:pt x="219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8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8"/>
                </a:moveTo>
                <a:lnTo>
                  <a:pt x="61" y="217"/>
                </a:lnTo>
                <a:lnTo>
                  <a:pt x="52" y="197"/>
                </a:lnTo>
                <a:lnTo>
                  <a:pt x="70" y="188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7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4"/>
                </a:lnTo>
                <a:lnTo>
                  <a:pt x="21" y="194"/>
                </a:lnTo>
                <a:lnTo>
                  <a:pt x="21" y="217"/>
                </a:lnTo>
                <a:lnTo>
                  <a:pt x="0" y="217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639880" y="241920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60568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7"/>
                </a:moveTo>
                <a:lnTo>
                  <a:pt x="212" y="213"/>
                </a:lnTo>
                <a:lnTo>
                  <a:pt x="212" y="0"/>
                </a:lnTo>
                <a:lnTo>
                  <a:pt x="0" y="10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9704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2"/>
                </a:lnTo>
                <a:lnTo>
                  <a:pt x="39" y="143"/>
                </a:lnTo>
                <a:lnTo>
                  <a:pt x="48" y="123"/>
                </a:lnTo>
                <a:moveTo>
                  <a:pt x="67" y="132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2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7"/>
                </a:lnTo>
                <a:lnTo>
                  <a:pt x="247" y="127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7"/>
                </a:moveTo>
                <a:lnTo>
                  <a:pt x="226" y="106"/>
                </a:lnTo>
                <a:lnTo>
                  <a:pt x="247" y="106"/>
                </a:lnTo>
                <a:lnTo>
                  <a:pt x="247" y="127"/>
                </a:lnTo>
                <a:lnTo>
                  <a:pt x="226" y="127"/>
                </a:lnTo>
                <a:moveTo>
                  <a:pt x="226" y="106"/>
                </a:moveTo>
                <a:lnTo>
                  <a:pt x="226" y="84"/>
                </a:lnTo>
                <a:lnTo>
                  <a:pt x="247" y="84"/>
                </a:lnTo>
                <a:lnTo>
                  <a:pt x="247" y="106"/>
                </a:lnTo>
                <a:lnTo>
                  <a:pt x="226" y="106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4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4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4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1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1"/>
                </a:moveTo>
                <a:lnTo>
                  <a:pt x="74" y="110"/>
                </a:lnTo>
                <a:lnTo>
                  <a:pt x="65" y="91"/>
                </a:lnTo>
                <a:lnTo>
                  <a:pt x="84" y="82"/>
                </a:lnTo>
                <a:lnTo>
                  <a:pt x="93" y="101"/>
                </a:lnTo>
                <a:moveTo>
                  <a:pt x="74" y="110"/>
                </a:moveTo>
                <a:lnTo>
                  <a:pt x="55" y="120"/>
                </a:lnTo>
                <a:lnTo>
                  <a:pt x="46" y="101"/>
                </a:lnTo>
                <a:lnTo>
                  <a:pt x="65" y="91"/>
                </a:lnTo>
                <a:lnTo>
                  <a:pt x="74" y="110"/>
                </a:lnTo>
                <a:moveTo>
                  <a:pt x="55" y="120"/>
                </a:moveTo>
                <a:lnTo>
                  <a:pt x="36" y="129"/>
                </a:lnTo>
                <a:lnTo>
                  <a:pt x="27" y="110"/>
                </a:lnTo>
                <a:lnTo>
                  <a:pt x="46" y="101"/>
                </a:lnTo>
                <a:lnTo>
                  <a:pt x="55" y="120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3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482112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81716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7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2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2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2"/>
                </a:lnTo>
                <a:lnTo>
                  <a:pt x="214" y="131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1"/>
                </a:lnTo>
                <a:lnTo>
                  <a:pt x="225" y="112"/>
                </a:lnTo>
                <a:moveTo>
                  <a:pt x="211" y="140"/>
                </a:moveTo>
                <a:lnTo>
                  <a:pt x="192" y="151"/>
                </a:lnTo>
                <a:lnTo>
                  <a:pt x="183" y="131"/>
                </a:lnTo>
                <a:lnTo>
                  <a:pt x="202" y="121"/>
                </a:lnTo>
                <a:lnTo>
                  <a:pt x="211" y="140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0"/>
                </a:lnTo>
                <a:lnTo>
                  <a:pt x="183" y="131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0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68640" y="269208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7320" y="26748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29760" y="267084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29"/>
                </a:moveTo>
                <a:lnTo>
                  <a:pt x="56" y="46"/>
                </a:lnTo>
                <a:lnTo>
                  <a:pt x="40" y="60"/>
                </a:lnTo>
                <a:lnTo>
                  <a:pt x="26" y="43"/>
                </a:lnTo>
                <a:lnTo>
                  <a:pt x="43" y="29"/>
                </a:lnTo>
                <a:moveTo>
                  <a:pt x="56" y="46"/>
                </a:moveTo>
                <a:lnTo>
                  <a:pt x="70" y="63"/>
                </a:lnTo>
                <a:lnTo>
                  <a:pt x="53" y="77"/>
                </a:lnTo>
                <a:lnTo>
                  <a:pt x="40" y="60"/>
                </a:lnTo>
                <a:lnTo>
                  <a:pt x="56" y="46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7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10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3"/>
                </a:lnTo>
                <a:lnTo>
                  <a:pt x="93" y="126"/>
                </a:lnTo>
                <a:lnTo>
                  <a:pt x="80" y="110"/>
                </a:lnTo>
                <a:lnTo>
                  <a:pt x="96" y="96"/>
                </a:lnTo>
                <a:moveTo>
                  <a:pt x="110" y="113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3"/>
                </a:lnTo>
                <a:moveTo>
                  <a:pt x="123" y="129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8"/>
                </a:lnTo>
                <a:lnTo>
                  <a:pt x="146" y="192"/>
                </a:lnTo>
                <a:lnTo>
                  <a:pt x="133" y="175"/>
                </a:lnTo>
                <a:lnTo>
                  <a:pt x="149" y="162"/>
                </a:lnTo>
                <a:moveTo>
                  <a:pt x="163" y="178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8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7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7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7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7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9"/>
                </a:lnTo>
                <a:lnTo>
                  <a:pt x="240" y="77"/>
                </a:lnTo>
                <a:lnTo>
                  <a:pt x="231" y="97"/>
                </a:lnTo>
                <a:lnTo>
                  <a:pt x="212" y="88"/>
                </a:lnTo>
                <a:moveTo>
                  <a:pt x="220" y="69"/>
                </a:moveTo>
                <a:lnTo>
                  <a:pt x="229" y="48"/>
                </a:lnTo>
                <a:lnTo>
                  <a:pt x="248" y="58"/>
                </a:lnTo>
                <a:lnTo>
                  <a:pt x="240" y="77"/>
                </a:lnTo>
                <a:lnTo>
                  <a:pt x="220" y="69"/>
                </a:lnTo>
                <a:moveTo>
                  <a:pt x="229" y="48"/>
                </a:moveTo>
                <a:lnTo>
                  <a:pt x="238" y="29"/>
                </a:lnTo>
                <a:lnTo>
                  <a:pt x="258" y="38"/>
                </a:lnTo>
                <a:lnTo>
                  <a:pt x="248" y="58"/>
                </a:lnTo>
                <a:lnTo>
                  <a:pt x="229" y="48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6"/>
                </a:lnTo>
                <a:lnTo>
                  <a:pt x="259" y="11"/>
                </a:lnTo>
                <a:lnTo>
                  <a:pt x="259" y="21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2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4"/>
                </a:lnTo>
                <a:lnTo>
                  <a:pt x="177" y="3"/>
                </a:lnTo>
                <a:lnTo>
                  <a:pt x="198" y="2"/>
                </a:lnTo>
                <a:lnTo>
                  <a:pt x="199" y="24"/>
                </a:lnTo>
                <a:moveTo>
                  <a:pt x="177" y="24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4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6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8"/>
                </a:lnTo>
                <a:lnTo>
                  <a:pt x="71" y="7"/>
                </a:lnTo>
                <a:lnTo>
                  <a:pt x="92" y="6"/>
                </a:lnTo>
                <a:lnTo>
                  <a:pt x="93" y="28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8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29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5291640" y="33717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5287680" y="33656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1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1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7" y="188"/>
                </a:lnTo>
                <a:lnTo>
                  <a:pt x="107" y="169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5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5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2"/>
                </a:lnTo>
                <a:lnTo>
                  <a:pt x="21" y="152"/>
                </a:lnTo>
                <a:lnTo>
                  <a:pt x="21" y="174"/>
                </a:lnTo>
                <a:lnTo>
                  <a:pt x="0" y="174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439920" y="55800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2968200" y="122076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345120" y="144936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944080" y="22111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2840040" y="24397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2968200" y="320184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3225240" y="343044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819000" y="232560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5337000" y="133488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182920" y="232560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456840" y="3876480"/>
            <a:ext cx="7915680" cy="819360"/>
          </a:xfrm>
          <a:custGeom>
            <a:avLst/>
            <a:gdLst/>
            <a:ahLst/>
            <a:rect l="0" t="0" r="r" b="b"/>
            <a:pathLst>
              <a:path w="21988" h="2276">
                <a:moveTo>
                  <a:pt x="0" y="0"/>
                </a:moveTo>
                <a:lnTo>
                  <a:pt x="21988" y="0"/>
                </a:lnTo>
                <a:lnTo>
                  <a:pt x="2198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6840" y="38764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6840" y="46861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8362800" y="3876480"/>
            <a:ext cx="9720" cy="819360"/>
          </a:xfrm>
          <a:custGeom>
            <a:avLst/>
            <a:gdLst/>
            <a:ahLst/>
            <a:rect l="0" t="0" r="r" b="b"/>
            <a:pathLst>
              <a:path w="27" h="2276">
                <a:moveTo>
                  <a:pt x="0" y="106"/>
                </a:moveTo>
                <a:lnTo>
                  <a:pt x="0" y="2276"/>
                </a:lnTo>
                <a:lnTo>
                  <a:pt x="27" y="227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56840" y="387648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653440" y="331632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634320" y="4100040"/>
            <a:ext cx="85899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OKx wijst de punten aan waar systemen elkaar raken, en legt vast wat er over zo'n punt gaat en wat het betekent.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634320" y="4338000"/>
            <a:ext cx="8141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Niet willekeurig, maar op basis van wat een student moet kunnen: kiezen, inschrijven, leren, resultaat halen.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7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4109400"/>
            <a:ext cx="90302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agent moet bij die informatie kunnen en weten wat ze betekent. Het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34320" y="4338000"/>
            <a:ext cx="392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eerste is een koppeling. Het tweede is een 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8" name=""/>
          <p:cNvSpPr/>
          <p:nvPr/>
        </p:nvSpPr>
        <p:spPr>
          <a:xfrm>
            <a:off x="456840" y="1866600"/>
            <a:ext cx="2743560" cy="314640"/>
          </a:xfrm>
          <a:custGeom>
            <a:avLst/>
            <a:gdLst/>
            <a:ahLst/>
            <a:rect l="0" t="0" r="r" b="b"/>
            <a:pathLst>
              <a:path w="7621" h="874">
                <a:moveTo>
                  <a:pt x="0" y="0"/>
                </a:moveTo>
                <a:lnTo>
                  <a:pt x="7621" y="0"/>
                </a:lnTo>
                <a:lnTo>
                  <a:pt x="7621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200040" y="1866600"/>
            <a:ext cx="5172480" cy="314640"/>
          </a:xfrm>
          <a:custGeom>
            <a:avLst/>
            <a:gdLst/>
            <a:ahLst/>
            <a:rect l="0" t="0" r="r" b="b"/>
            <a:pathLst>
              <a:path w="14368" h="874">
                <a:moveTo>
                  <a:pt x="0" y="0"/>
                </a:moveTo>
                <a:lnTo>
                  <a:pt x="14368" y="0"/>
                </a:lnTo>
                <a:lnTo>
                  <a:pt x="143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456840" y="2171520"/>
            <a:ext cx="2743560" cy="19440"/>
          </a:xfrm>
          <a:custGeom>
            <a:avLst/>
            <a:gdLst/>
            <a:ahLst/>
            <a:rect l="0" t="0" r="r" b="b"/>
            <a:pathLst>
              <a:path w="7621" h="54">
                <a:moveTo>
                  <a:pt x="0" y="0"/>
                </a:moveTo>
                <a:lnTo>
                  <a:pt x="7621" y="0"/>
                </a:lnTo>
                <a:lnTo>
                  <a:pt x="762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3200040" y="2171520"/>
            <a:ext cx="5172480" cy="19440"/>
          </a:xfrm>
          <a:custGeom>
            <a:avLst/>
            <a:gdLst/>
            <a:ahLst/>
            <a:rect l="0" t="0" r="r" b="b"/>
            <a:pathLst>
              <a:path w="14368" h="54">
                <a:moveTo>
                  <a:pt x="0" y="0"/>
                </a:moveTo>
                <a:lnTo>
                  <a:pt x="14368" y="0"/>
                </a:lnTo>
                <a:lnTo>
                  <a:pt x="143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56840" y="275256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3200040" y="2752560"/>
            <a:ext cx="5172480" cy="9720"/>
          </a:xfrm>
          <a:custGeom>
            <a:avLst/>
            <a:gdLst/>
            <a:ahLst/>
            <a:rect l="0" t="0" r="r" b="b"/>
            <a:pathLst>
              <a:path w="14368" h="27">
                <a:moveTo>
                  <a:pt x="0" y="0"/>
                </a:moveTo>
                <a:lnTo>
                  <a:pt x="14368" y="0"/>
                </a:lnTo>
                <a:lnTo>
                  <a:pt x="143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56840" y="310500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200040" y="3105000"/>
            <a:ext cx="5172480" cy="9720"/>
          </a:xfrm>
          <a:custGeom>
            <a:avLst/>
            <a:gdLst/>
            <a:ahLst/>
            <a:rect l="0" t="0" r="r" b="b"/>
            <a:pathLst>
              <a:path w="14368" h="27">
                <a:moveTo>
                  <a:pt x="0" y="0"/>
                </a:moveTo>
                <a:lnTo>
                  <a:pt x="14368" y="0"/>
                </a:lnTo>
                <a:lnTo>
                  <a:pt x="143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56840" y="36763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3200040" y="3676320"/>
            <a:ext cx="5172480" cy="10080"/>
          </a:xfrm>
          <a:custGeom>
            <a:avLst/>
            <a:gdLst/>
            <a:ahLst/>
            <a:rect l="0" t="0" r="r" b="b"/>
            <a:pathLst>
              <a:path w="14368" h="28">
                <a:moveTo>
                  <a:pt x="0" y="0"/>
                </a:moveTo>
                <a:lnTo>
                  <a:pt x="14368" y="0"/>
                </a:lnTo>
                <a:lnTo>
                  <a:pt x="14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439920" y="1224720"/>
            <a:ext cx="2309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563760" y="195552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3306960" y="195552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63760" y="2265840"/>
            <a:ext cx="2307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Voortbouwen op wie ons voor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306960" y="2265840"/>
            <a:ext cx="5709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verder, hun keuzes zijn over te nemen in plaats van uit 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306960" y="2485080"/>
            <a:ext cx="48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63760" y="2837520"/>
            <a:ext cx="2475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Tempo dat de sector kan bijbenen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3306960" y="2837520"/>
            <a:ext cx="4537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negen dagen per issue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63760" y="3199320"/>
            <a:ext cx="2669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kan meer dragen dan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63760" y="3408840"/>
            <a:ext cx="3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tekst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3306960" y="3199320"/>
            <a:ext cx="5089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machineleesbaar, dezelfde bron voedt straks meer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3841920"/>
            <a:ext cx="740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74151"/>
                </a:solidFill>
                <a:latin typeface="Arial"/>
                <a:ea typeface="Arial"/>
              </a:rPr>
              <a:t>We lopen achter, en juist daarom is de weg korter: het pad is al gelopen, wij hoeven het alleen te kiezen.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08" name=""/>
          <p:cNvSpPr/>
          <p:nvPr/>
        </p:nvSpPr>
        <p:spPr>
          <a:xfrm>
            <a:off x="485640" y="143820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6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7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456840" y="143820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439920" y="75816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681840" y="159228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681840" y="1851120"/>
            <a:ext cx="476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Elke maand zonder gedragen afspraak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343480" y="143820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6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7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5314680" y="143820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681840" y="205128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maand waarin systemen op eigen houtje aan elkaar geknoopt worden.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5535360" y="15796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5535360" y="180900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5535360" y="202824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5670720" y="220932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85640" y="2866680"/>
            <a:ext cx="4705560" cy="1629360"/>
          </a:xfrm>
          <a:custGeom>
            <a:avLst/>
            <a:gdLst/>
            <a:ahLst/>
            <a:rect l="0" t="0" r="r" b="b"/>
            <a:pathLst>
              <a:path w="1307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314"/>
                </a:lnTo>
                <a:cubicBezTo>
                  <a:pt x="13071" y="4328"/>
                  <a:pt x="13070" y="4342"/>
                  <a:pt x="13067" y="4355"/>
                </a:cubicBezTo>
                <a:cubicBezTo>
                  <a:pt x="13065" y="4369"/>
                  <a:pt x="13060" y="4382"/>
                  <a:pt x="13055" y="4395"/>
                </a:cubicBezTo>
                <a:cubicBezTo>
                  <a:pt x="13050" y="4408"/>
                  <a:pt x="13043" y="4420"/>
                  <a:pt x="13036" y="4432"/>
                </a:cubicBezTo>
                <a:cubicBezTo>
                  <a:pt x="13028" y="4443"/>
                  <a:pt x="13019" y="4454"/>
                  <a:pt x="13009" y="4464"/>
                </a:cubicBezTo>
                <a:cubicBezTo>
                  <a:pt x="12999" y="4474"/>
                  <a:pt x="12989" y="4482"/>
                  <a:pt x="12977" y="4490"/>
                </a:cubicBezTo>
                <a:cubicBezTo>
                  <a:pt x="12966" y="4498"/>
                  <a:pt x="12953" y="4504"/>
                  <a:pt x="12941" y="4510"/>
                </a:cubicBezTo>
                <a:cubicBezTo>
                  <a:pt x="12928" y="4515"/>
                  <a:pt x="12915" y="4519"/>
                  <a:pt x="12901" y="4522"/>
                </a:cubicBezTo>
                <a:cubicBezTo>
                  <a:pt x="12887" y="4524"/>
                  <a:pt x="12874" y="4526"/>
                  <a:pt x="12860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90" y="4515"/>
                  <a:pt x="82" y="4510"/>
                </a:cubicBezTo>
                <a:cubicBezTo>
                  <a:pt x="74" y="4504"/>
                  <a:pt x="66" y="4498"/>
                  <a:pt x="59" y="4490"/>
                </a:cubicBezTo>
                <a:cubicBezTo>
                  <a:pt x="51" y="4482"/>
                  <a:pt x="45" y="4474"/>
                  <a:pt x="39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7" y="4382"/>
                  <a:pt x="4" y="4369"/>
                  <a:pt x="2" y="4355"/>
                </a:cubicBezTo>
                <a:cubicBezTo>
                  <a:pt x="1" y="4342"/>
                  <a:pt x="0" y="4328"/>
                  <a:pt x="0" y="431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56840" y="2866680"/>
            <a:ext cx="4734360" cy="1629360"/>
          </a:xfrm>
          <a:custGeom>
            <a:avLst/>
            <a:gdLst/>
            <a:ahLst/>
            <a:rect l="0" t="0" r="r" b="b"/>
            <a:pathLst>
              <a:path w="13151" h="4526">
                <a:moveTo>
                  <a:pt x="0" y="0"/>
                </a:moveTo>
                <a:lnTo>
                  <a:pt x="13151" y="0"/>
                </a:lnTo>
                <a:lnTo>
                  <a:pt x="1315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5535360" y="242820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681840" y="3020760"/>
            <a:ext cx="4452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Speciﬁceren in een standaard in plaats van in eisen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681840" y="32799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Leggen we alleen vast hoe het in OEAPI moet, dan verdwijnt de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681840" y="3479760"/>
            <a:ext cx="489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erachter uit beeld. Bij een nieuwe versie of een ander protocol begint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681840" y="3689280"/>
            <a:ext cx="180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speciﬁceren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681840" y="3965760"/>
            <a:ext cx="476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Hier bouw je de stoomtrein, in plaats van het spoor waar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5343480" y="2866680"/>
            <a:ext cx="3200760" cy="1629360"/>
          </a:xfrm>
          <a:custGeom>
            <a:avLst/>
            <a:gdLst/>
            <a:ahLst/>
            <a:rect l="0" t="0" r="r" b="b"/>
            <a:pathLst>
              <a:path w="889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314"/>
                </a:lnTo>
                <a:cubicBezTo>
                  <a:pt x="8891" y="4328"/>
                  <a:pt x="8889" y="4342"/>
                  <a:pt x="8887" y="4355"/>
                </a:cubicBezTo>
                <a:cubicBezTo>
                  <a:pt x="8884" y="4369"/>
                  <a:pt x="8880" y="4382"/>
                  <a:pt x="8875" y="4395"/>
                </a:cubicBezTo>
                <a:cubicBezTo>
                  <a:pt x="8869" y="4408"/>
                  <a:pt x="8863" y="4420"/>
                  <a:pt x="8855" y="4432"/>
                </a:cubicBezTo>
                <a:cubicBezTo>
                  <a:pt x="8847" y="4443"/>
                  <a:pt x="8838" y="4454"/>
                  <a:pt x="8829" y="4464"/>
                </a:cubicBezTo>
                <a:cubicBezTo>
                  <a:pt x="8819" y="4474"/>
                  <a:pt x="8808" y="4482"/>
                  <a:pt x="8797" y="4490"/>
                </a:cubicBezTo>
                <a:cubicBezTo>
                  <a:pt x="8785" y="4498"/>
                  <a:pt x="8773" y="4504"/>
                  <a:pt x="8760" y="4510"/>
                </a:cubicBezTo>
                <a:cubicBezTo>
                  <a:pt x="8747" y="4515"/>
                  <a:pt x="8734" y="4519"/>
                  <a:pt x="8720" y="4522"/>
                </a:cubicBezTo>
                <a:cubicBezTo>
                  <a:pt x="8707" y="4524"/>
                  <a:pt x="8693" y="4526"/>
                  <a:pt x="8679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89" y="4515"/>
                  <a:pt x="81" y="4510"/>
                </a:cubicBezTo>
                <a:cubicBezTo>
                  <a:pt x="73" y="4504"/>
                  <a:pt x="66" y="4498"/>
                  <a:pt x="58" y="4490"/>
                </a:cubicBezTo>
                <a:cubicBezTo>
                  <a:pt x="51" y="4482"/>
                  <a:pt x="45" y="4474"/>
                  <a:pt x="38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6" y="4382"/>
                  <a:pt x="4" y="4369"/>
                  <a:pt x="2" y="4355"/>
                </a:cubicBezTo>
                <a:cubicBezTo>
                  <a:pt x="0" y="4342"/>
                  <a:pt x="0" y="4328"/>
                  <a:pt x="0" y="431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5314680" y="2866680"/>
            <a:ext cx="3229560" cy="1629360"/>
          </a:xfrm>
          <a:custGeom>
            <a:avLst/>
            <a:gdLst/>
            <a:ahLst/>
            <a:rect l="0" t="0" r="r" b="b"/>
            <a:pathLst>
              <a:path w="8971" h="4526">
                <a:moveTo>
                  <a:pt x="0" y="0"/>
                </a:moveTo>
                <a:lnTo>
                  <a:pt x="8971" y="0"/>
                </a:lnTo>
                <a:lnTo>
                  <a:pt x="897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681840" y="4175280"/>
            <a:ext cx="220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vliegende auto ook op past.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535360" y="30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5535360" y="323784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5535360" y="34570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5535360" y="367596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670720" y="385704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44" name=""/>
          <p:cNvSpPr/>
          <p:nvPr/>
        </p:nvSpPr>
        <p:spPr>
          <a:xfrm>
            <a:off x="45684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8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7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5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5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7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8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5" y="2317"/>
                  <a:pt x="4892" y="2331"/>
                </a:cubicBezTo>
                <a:cubicBezTo>
                  <a:pt x="4890" y="2344"/>
                  <a:pt x="4885" y="2358"/>
                  <a:pt x="4880" y="2370"/>
                </a:cubicBezTo>
                <a:cubicBezTo>
                  <a:pt x="4875" y="2383"/>
                  <a:pt x="4868" y="2395"/>
                  <a:pt x="4861" y="2407"/>
                </a:cubicBezTo>
                <a:cubicBezTo>
                  <a:pt x="4853" y="2419"/>
                  <a:pt x="4844" y="2429"/>
                  <a:pt x="4834" y="2439"/>
                </a:cubicBezTo>
                <a:cubicBezTo>
                  <a:pt x="4824" y="2449"/>
                  <a:pt x="4814" y="2458"/>
                  <a:pt x="4802" y="2465"/>
                </a:cubicBezTo>
                <a:cubicBezTo>
                  <a:pt x="4791" y="2473"/>
                  <a:pt x="4778" y="2480"/>
                  <a:pt x="4766" y="2485"/>
                </a:cubicBezTo>
                <a:cubicBezTo>
                  <a:pt x="4753" y="2490"/>
                  <a:pt x="4740" y="2494"/>
                  <a:pt x="4726" y="2497"/>
                </a:cubicBezTo>
                <a:cubicBezTo>
                  <a:pt x="4712" y="2500"/>
                  <a:pt x="4699" y="2501"/>
                  <a:pt x="4685" y="2501"/>
                </a:cubicBezTo>
                <a:lnTo>
                  <a:pt x="212" y="2501"/>
                </a:lnTo>
                <a:cubicBezTo>
                  <a:pt x="198" y="2501"/>
                  <a:pt x="185" y="2500"/>
                  <a:pt x="171" y="2497"/>
                </a:cubicBezTo>
                <a:cubicBezTo>
                  <a:pt x="157" y="2494"/>
                  <a:pt x="144" y="2490"/>
                  <a:pt x="131" y="2485"/>
                </a:cubicBezTo>
                <a:cubicBezTo>
                  <a:pt x="118" y="2480"/>
                  <a:pt x="106" y="2473"/>
                  <a:pt x="95" y="2465"/>
                </a:cubicBezTo>
                <a:cubicBezTo>
                  <a:pt x="83" y="2458"/>
                  <a:pt x="72" y="2449"/>
                  <a:pt x="62" y="2439"/>
                </a:cubicBezTo>
                <a:cubicBezTo>
                  <a:pt x="53" y="2429"/>
                  <a:pt x="44" y="2419"/>
                  <a:pt x="36" y="2407"/>
                </a:cubicBezTo>
                <a:cubicBezTo>
                  <a:pt x="28" y="2395"/>
                  <a:pt x="22" y="2383"/>
                  <a:pt x="17" y="2370"/>
                </a:cubicBezTo>
                <a:cubicBezTo>
                  <a:pt x="11" y="2358"/>
                  <a:pt x="7" y="2344"/>
                  <a:pt x="5" y="2331"/>
                </a:cubicBezTo>
                <a:cubicBezTo>
                  <a:pt x="2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5684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439920" y="108180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131508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770760" y="219924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256212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7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4" y="2317"/>
                  <a:pt x="4892" y="2331"/>
                </a:cubicBezTo>
                <a:cubicBezTo>
                  <a:pt x="4889" y="2344"/>
                  <a:pt x="4885" y="2358"/>
                  <a:pt x="4879" y="2370"/>
                </a:cubicBezTo>
                <a:cubicBezTo>
                  <a:pt x="4874" y="2383"/>
                  <a:pt x="4868" y="2395"/>
                  <a:pt x="4860" y="2407"/>
                </a:cubicBezTo>
                <a:cubicBezTo>
                  <a:pt x="4852" y="2419"/>
                  <a:pt x="4843" y="2429"/>
                  <a:pt x="4834" y="2439"/>
                </a:cubicBezTo>
                <a:cubicBezTo>
                  <a:pt x="4824" y="2449"/>
                  <a:pt x="4813" y="2458"/>
                  <a:pt x="4802" y="2465"/>
                </a:cubicBezTo>
                <a:cubicBezTo>
                  <a:pt x="4790" y="2473"/>
                  <a:pt x="4778" y="2480"/>
                  <a:pt x="4765" y="2485"/>
                </a:cubicBezTo>
                <a:cubicBezTo>
                  <a:pt x="4752" y="2490"/>
                  <a:pt x="4739" y="2494"/>
                  <a:pt x="4725" y="2497"/>
                </a:cubicBezTo>
                <a:cubicBezTo>
                  <a:pt x="4712" y="2500"/>
                  <a:pt x="4698" y="2501"/>
                  <a:pt x="4684" y="2501"/>
                </a:cubicBezTo>
                <a:lnTo>
                  <a:pt x="211" y="2501"/>
                </a:lnTo>
                <a:cubicBezTo>
                  <a:pt x="198" y="2501"/>
                  <a:pt x="184" y="2500"/>
                  <a:pt x="170" y="2497"/>
                </a:cubicBezTo>
                <a:cubicBezTo>
                  <a:pt x="157" y="2494"/>
                  <a:pt x="143" y="2490"/>
                  <a:pt x="130" y="2485"/>
                </a:cubicBezTo>
                <a:cubicBezTo>
                  <a:pt x="118" y="2480"/>
                  <a:pt x="105" y="2473"/>
                  <a:pt x="94" y="2465"/>
                </a:cubicBezTo>
                <a:cubicBezTo>
                  <a:pt x="82" y="2458"/>
                  <a:pt x="72" y="2449"/>
                  <a:pt x="62" y="2439"/>
                </a:cubicBezTo>
                <a:cubicBezTo>
                  <a:pt x="52" y="2429"/>
                  <a:pt x="43" y="2419"/>
                  <a:pt x="35" y="2407"/>
                </a:cubicBezTo>
                <a:cubicBezTo>
                  <a:pt x="28" y="2395"/>
                  <a:pt x="21" y="2383"/>
                  <a:pt x="16" y="2370"/>
                </a:cubicBezTo>
                <a:cubicBezTo>
                  <a:pt x="11" y="2358"/>
                  <a:pt x="7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256212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230904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41280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2797200" y="219924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3297240" y="239940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676760" y="1814400"/>
            <a:ext cx="1752840" cy="900360"/>
          </a:xfrm>
          <a:custGeom>
            <a:avLst/>
            <a:gdLst/>
            <a:ahLst/>
            <a:rect l="0" t="0" r="r" b="b"/>
            <a:pathLst>
              <a:path w="4869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8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5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5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7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8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289"/>
                </a:lnTo>
                <a:cubicBezTo>
                  <a:pt x="4869" y="2303"/>
                  <a:pt x="4868" y="2317"/>
                  <a:pt x="4865" y="2331"/>
                </a:cubicBezTo>
                <a:cubicBezTo>
                  <a:pt x="4862" y="2344"/>
                  <a:pt x="4858" y="2358"/>
                  <a:pt x="4853" y="2370"/>
                </a:cubicBezTo>
                <a:cubicBezTo>
                  <a:pt x="4847" y="2383"/>
                  <a:pt x="4841" y="2395"/>
                  <a:pt x="4833" y="2407"/>
                </a:cubicBezTo>
                <a:cubicBezTo>
                  <a:pt x="4825" y="2419"/>
                  <a:pt x="4817" y="2429"/>
                  <a:pt x="4807" y="2439"/>
                </a:cubicBezTo>
                <a:cubicBezTo>
                  <a:pt x="4797" y="2449"/>
                  <a:pt x="4786" y="2458"/>
                  <a:pt x="4775" y="2465"/>
                </a:cubicBezTo>
                <a:cubicBezTo>
                  <a:pt x="4763" y="2473"/>
                  <a:pt x="4751" y="2480"/>
                  <a:pt x="4738" y="2485"/>
                </a:cubicBezTo>
                <a:cubicBezTo>
                  <a:pt x="4725" y="2490"/>
                  <a:pt x="4712" y="2494"/>
                  <a:pt x="4699" y="2497"/>
                </a:cubicBezTo>
                <a:cubicBezTo>
                  <a:pt x="4685" y="2500"/>
                  <a:pt x="4671" y="2501"/>
                  <a:pt x="4657" y="2501"/>
                </a:cubicBezTo>
                <a:lnTo>
                  <a:pt x="211" y="2501"/>
                </a:lnTo>
                <a:cubicBezTo>
                  <a:pt x="197" y="2501"/>
                  <a:pt x="184" y="2500"/>
                  <a:pt x="170" y="2497"/>
                </a:cubicBezTo>
                <a:cubicBezTo>
                  <a:pt x="156" y="2494"/>
                  <a:pt x="143" y="2490"/>
                  <a:pt x="130" y="2485"/>
                </a:cubicBezTo>
                <a:cubicBezTo>
                  <a:pt x="117" y="2480"/>
                  <a:pt x="105" y="2473"/>
                  <a:pt x="94" y="2465"/>
                </a:cubicBezTo>
                <a:cubicBezTo>
                  <a:pt x="82" y="2458"/>
                  <a:pt x="71" y="2449"/>
                  <a:pt x="62" y="2439"/>
                </a:cubicBezTo>
                <a:cubicBezTo>
                  <a:pt x="52" y="2429"/>
                  <a:pt x="43" y="2419"/>
                  <a:pt x="35" y="2407"/>
                </a:cubicBezTo>
                <a:cubicBezTo>
                  <a:pt x="27" y="2395"/>
                  <a:pt x="21" y="2383"/>
                  <a:pt x="16" y="2370"/>
                </a:cubicBezTo>
                <a:cubicBezTo>
                  <a:pt x="10" y="2358"/>
                  <a:pt x="6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4676760" y="1790640"/>
            <a:ext cx="1752840" cy="924120"/>
          </a:xfrm>
          <a:custGeom>
            <a:avLst/>
            <a:gdLst/>
            <a:ahLst/>
            <a:rect l="0" t="0" r="r" b="b"/>
            <a:pathLst>
              <a:path w="4869" h="2567">
                <a:moveTo>
                  <a:pt x="0" y="0"/>
                </a:moveTo>
                <a:lnTo>
                  <a:pt x="4869" y="0"/>
                </a:lnTo>
                <a:lnTo>
                  <a:pt x="4869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44164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51556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4976280" y="2199240"/>
            <a:ext cx="129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uitwisseling,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223960" y="2399400"/>
            <a:ext cx="749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78168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7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4" y="2317"/>
                  <a:pt x="4892" y="2331"/>
                </a:cubicBezTo>
                <a:cubicBezTo>
                  <a:pt x="4889" y="2344"/>
                  <a:pt x="4885" y="2358"/>
                  <a:pt x="4880" y="2370"/>
                </a:cubicBezTo>
                <a:cubicBezTo>
                  <a:pt x="4874" y="2383"/>
                  <a:pt x="4868" y="2395"/>
                  <a:pt x="4860" y="2407"/>
                </a:cubicBezTo>
                <a:cubicBezTo>
                  <a:pt x="4852" y="2419"/>
                  <a:pt x="4843" y="2429"/>
                  <a:pt x="4834" y="2439"/>
                </a:cubicBezTo>
                <a:cubicBezTo>
                  <a:pt x="4824" y="2449"/>
                  <a:pt x="4813" y="2458"/>
                  <a:pt x="4802" y="2465"/>
                </a:cubicBezTo>
                <a:cubicBezTo>
                  <a:pt x="4790" y="2473"/>
                  <a:pt x="4778" y="2480"/>
                  <a:pt x="4765" y="2485"/>
                </a:cubicBezTo>
                <a:cubicBezTo>
                  <a:pt x="4752" y="2490"/>
                  <a:pt x="4739" y="2494"/>
                  <a:pt x="4725" y="2497"/>
                </a:cubicBezTo>
                <a:cubicBezTo>
                  <a:pt x="4712" y="2500"/>
                  <a:pt x="4698" y="2501"/>
                  <a:pt x="4684" y="2501"/>
                </a:cubicBezTo>
                <a:lnTo>
                  <a:pt x="211" y="2501"/>
                </a:lnTo>
                <a:cubicBezTo>
                  <a:pt x="198" y="2501"/>
                  <a:pt x="184" y="2500"/>
                  <a:pt x="170" y="2497"/>
                </a:cubicBezTo>
                <a:cubicBezTo>
                  <a:pt x="157" y="2494"/>
                  <a:pt x="143" y="2490"/>
                  <a:pt x="130" y="2485"/>
                </a:cubicBezTo>
                <a:cubicBezTo>
                  <a:pt x="118" y="2480"/>
                  <a:pt x="105" y="2473"/>
                  <a:pt x="94" y="2465"/>
                </a:cubicBezTo>
                <a:cubicBezTo>
                  <a:pt x="82" y="2458"/>
                  <a:pt x="72" y="2449"/>
                  <a:pt x="62" y="2439"/>
                </a:cubicBezTo>
                <a:cubicBezTo>
                  <a:pt x="52" y="2429"/>
                  <a:pt x="43" y="2419"/>
                  <a:pt x="36" y="2407"/>
                </a:cubicBezTo>
                <a:cubicBezTo>
                  <a:pt x="28" y="2395"/>
                  <a:pt x="21" y="2383"/>
                  <a:pt x="16" y="2370"/>
                </a:cubicBezTo>
                <a:cubicBezTo>
                  <a:pt x="11" y="2358"/>
                  <a:pt x="7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678168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65242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762336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6964560" y="219924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7588440" y="23994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56840" y="3124080"/>
            <a:ext cx="8087400" cy="1047960"/>
          </a:xfrm>
          <a:custGeom>
            <a:avLst/>
            <a:gdLst/>
            <a:ahLst/>
            <a:rect l="0" t="0" r="r" b="b"/>
            <a:pathLst>
              <a:path w="22465" h="2911">
                <a:moveTo>
                  <a:pt x="0" y="0"/>
                </a:moveTo>
                <a:lnTo>
                  <a:pt x="22465" y="0"/>
                </a:lnTo>
                <a:lnTo>
                  <a:pt x="22465" y="2911"/>
                </a:lnTo>
                <a:lnTo>
                  <a:pt x="0" y="29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456840" y="3124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456840" y="41623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8534160" y="312408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106"/>
                </a:moveTo>
                <a:lnTo>
                  <a:pt x="0" y="2911"/>
                </a:lnTo>
                <a:lnTo>
                  <a:pt x="28" y="291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456840" y="312408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0"/>
                </a:moveTo>
                <a:lnTo>
                  <a:pt x="0" y="2911"/>
                </a:lnTo>
                <a:lnTo>
                  <a:pt x="28" y="291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457200" y="281340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634320" y="3347640"/>
            <a:ext cx="870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Daarmee versnelt de doorontwikkeling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naar de volgende fase van integratie in het onderwijsecosysteem: meer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634320" y="3576240"/>
            <a:ext cx="8573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aanbod dat te vergelijken is, meer resultaten die meetellen, meer ondersteuning die op echte gegevens staat. Dat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634320" y="3804840"/>
            <a:ext cx="4220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helpt de student, de instelling en de leverancier tegelijk.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 txBox="1"/>
          <p:nvPr/>
        </p:nvSpPr>
        <p:spPr>
          <a:xfrm>
            <a:off x="439920" y="59616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456840" y="1857240"/>
            <a:ext cx="2067480" cy="305280"/>
          </a:xfrm>
          <a:custGeom>
            <a:avLst/>
            <a:gdLst/>
            <a:ahLst/>
            <a:rect l="0" t="0" r="r" b="b"/>
            <a:pathLst>
              <a:path w="5743" h="848">
                <a:moveTo>
                  <a:pt x="0" y="0"/>
                </a:moveTo>
                <a:lnTo>
                  <a:pt x="5743" y="0"/>
                </a:lnTo>
                <a:lnTo>
                  <a:pt x="57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2523960" y="1857240"/>
            <a:ext cx="3210120" cy="305280"/>
          </a:xfrm>
          <a:custGeom>
            <a:avLst/>
            <a:gdLst/>
            <a:ahLst/>
            <a:rect l="0" t="0" r="r" b="b"/>
            <a:pathLst>
              <a:path w="8917" h="848">
                <a:moveTo>
                  <a:pt x="0" y="0"/>
                </a:moveTo>
                <a:lnTo>
                  <a:pt x="8917" y="0"/>
                </a:lnTo>
                <a:lnTo>
                  <a:pt x="891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5733720" y="1857240"/>
            <a:ext cx="2810520" cy="305280"/>
          </a:xfrm>
          <a:custGeom>
            <a:avLst/>
            <a:gdLst/>
            <a:ahLst/>
            <a:rect l="0" t="0" r="r" b="b"/>
            <a:pathLst>
              <a:path w="7807" h="848">
                <a:moveTo>
                  <a:pt x="0" y="0"/>
                </a:moveTo>
                <a:lnTo>
                  <a:pt x="7807" y="0"/>
                </a:lnTo>
                <a:lnTo>
                  <a:pt x="780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56840" y="2152440"/>
            <a:ext cx="2067480" cy="19440"/>
          </a:xfrm>
          <a:custGeom>
            <a:avLst/>
            <a:gdLst/>
            <a:ahLst/>
            <a:rect l="0" t="0" r="r" b="b"/>
            <a:pathLst>
              <a:path w="5743" h="54">
                <a:moveTo>
                  <a:pt x="0" y="0"/>
                </a:moveTo>
                <a:lnTo>
                  <a:pt x="5743" y="0"/>
                </a:lnTo>
                <a:lnTo>
                  <a:pt x="57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2523960" y="2152440"/>
            <a:ext cx="3210120" cy="19440"/>
          </a:xfrm>
          <a:custGeom>
            <a:avLst/>
            <a:gdLst/>
            <a:ahLst/>
            <a:rect l="0" t="0" r="r" b="b"/>
            <a:pathLst>
              <a:path w="8917" h="54">
                <a:moveTo>
                  <a:pt x="0" y="0"/>
                </a:moveTo>
                <a:lnTo>
                  <a:pt x="8917" y="0"/>
                </a:lnTo>
                <a:lnTo>
                  <a:pt x="891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733720" y="2152440"/>
            <a:ext cx="2810520" cy="19440"/>
          </a:xfrm>
          <a:custGeom>
            <a:avLst/>
            <a:gdLst/>
            <a:ahLst/>
            <a:rect l="0" t="0" r="r" b="b"/>
            <a:pathLst>
              <a:path w="7807" h="54">
                <a:moveTo>
                  <a:pt x="0" y="0"/>
                </a:moveTo>
                <a:lnTo>
                  <a:pt x="7807" y="0"/>
                </a:lnTo>
                <a:lnTo>
                  <a:pt x="780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456840" y="269532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2523960" y="269532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5733720" y="269532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456840" y="3409920"/>
            <a:ext cx="2067480" cy="9720"/>
          </a:xfrm>
          <a:custGeom>
            <a:avLst/>
            <a:gdLst/>
            <a:ahLst/>
            <a:rect l="0" t="0" r="r" b="b"/>
            <a:pathLst>
              <a:path w="5743" h="27">
                <a:moveTo>
                  <a:pt x="0" y="0"/>
                </a:moveTo>
                <a:lnTo>
                  <a:pt x="5743" y="0"/>
                </a:lnTo>
                <a:lnTo>
                  <a:pt x="5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523960" y="3409920"/>
            <a:ext cx="3210120" cy="9720"/>
          </a:xfrm>
          <a:custGeom>
            <a:avLst/>
            <a:gdLst/>
            <a:ahLst/>
            <a:rect l="0" t="0" r="r" b="b"/>
            <a:pathLst>
              <a:path w="8917" h="27">
                <a:moveTo>
                  <a:pt x="0" y="0"/>
                </a:moveTo>
                <a:lnTo>
                  <a:pt x="8917" y="0"/>
                </a:lnTo>
                <a:lnTo>
                  <a:pt x="8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733720" y="3409920"/>
            <a:ext cx="2810520" cy="9720"/>
          </a:xfrm>
          <a:custGeom>
            <a:avLst/>
            <a:gdLst/>
            <a:ahLst/>
            <a:rect l="0" t="0" r="r" b="b"/>
            <a:pathLst>
              <a:path w="7807" h="27">
                <a:moveTo>
                  <a:pt x="0" y="0"/>
                </a:moveTo>
                <a:lnTo>
                  <a:pt x="7807" y="0"/>
                </a:lnTo>
                <a:lnTo>
                  <a:pt x="78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56840" y="394308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523960" y="394308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5733720" y="394308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457200" y="138960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26305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58381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563760" y="22568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2630520" y="22568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2630520" y="245664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5838120" y="2256840"/>
            <a:ext cx="2820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5838120" y="2456640"/>
            <a:ext cx="132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bij de projectleiding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63760" y="27806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563760" y="298080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2630520" y="27806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5838120" y="2780640"/>
            <a:ext cx="212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5838120" y="2980800"/>
            <a:ext cx="2827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vastleggen, de vertaling naar OEAPI apart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5838120" y="3171240"/>
            <a:ext cx="506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563760" y="350460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2630520" y="3504600"/>
            <a:ext cx="311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de vliegende auto’s: de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2630520" y="3695040"/>
            <a:ext cx="333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werkt nu al met AI en draagt de doorontwikkeling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456840" y="4086000"/>
            <a:ext cx="7915680" cy="572040"/>
          </a:xfrm>
          <a:custGeom>
            <a:avLst/>
            <a:gdLst/>
            <a:ahLst/>
            <a:rect l="0" t="0" r="r" b="b"/>
            <a:pathLst>
              <a:path w="21988" h="1589">
                <a:moveTo>
                  <a:pt x="0" y="0"/>
                </a:moveTo>
                <a:lnTo>
                  <a:pt x="21988" y="0"/>
                </a:lnTo>
                <a:lnTo>
                  <a:pt x="2198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456840" y="40860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56840" y="464796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8362800" y="408600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106"/>
                </a:moveTo>
                <a:lnTo>
                  <a:pt x="0" y="1589"/>
                </a:lnTo>
                <a:lnTo>
                  <a:pt x="27" y="158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456840" y="40860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5838120" y="3504600"/>
            <a:ext cx="2318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34320" y="4304160"/>
            <a:ext cx="4575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